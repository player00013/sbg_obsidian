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omments/modernComment_183_5DD0376.xml" ContentType="application/vnd.ms-powerpoint.comment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3"/>
  </p:notesMasterIdLst>
  <p:sldIdLst>
    <p:sldId id="298" r:id="rId2"/>
    <p:sldId id="427" r:id="rId3"/>
    <p:sldId id="394" r:id="rId4"/>
    <p:sldId id="393" r:id="rId5"/>
    <p:sldId id="396" r:id="rId6"/>
    <p:sldId id="401" r:id="rId7"/>
    <p:sldId id="553" r:id="rId8"/>
    <p:sldId id="554" r:id="rId9"/>
    <p:sldId id="579"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580" r:id="rId44"/>
    <p:sldId id="449" r:id="rId45"/>
    <p:sldId id="382" r:id="rId46"/>
    <p:sldId id="585" r:id="rId47"/>
    <p:sldId id="452" r:id="rId48"/>
    <p:sldId id="451" r:id="rId49"/>
    <p:sldId id="359" r:id="rId50"/>
    <p:sldId id="453" r:id="rId51"/>
    <p:sldId id="456" r:id="rId52"/>
    <p:sldId id="591" r:id="rId53"/>
    <p:sldId id="361" r:id="rId54"/>
    <p:sldId id="383" r:id="rId55"/>
    <p:sldId id="454" r:id="rId56"/>
    <p:sldId id="571" r:id="rId57"/>
    <p:sldId id="575" r:id="rId58"/>
    <p:sldId id="576" r:id="rId59"/>
    <p:sldId id="573" r:id="rId60"/>
    <p:sldId id="592" r:id="rId61"/>
    <p:sldId id="593" r:id="rId62"/>
    <p:sldId id="584" r:id="rId63"/>
    <p:sldId id="436" r:id="rId64"/>
    <p:sldId id="367" r:id="rId65"/>
    <p:sldId id="372" r:id="rId66"/>
    <p:sldId id="392" r:id="rId67"/>
    <p:sldId id="391" r:id="rId68"/>
    <p:sldId id="373" r:id="rId69"/>
    <p:sldId id="368" r:id="rId70"/>
    <p:sldId id="321" r:id="rId71"/>
    <p:sldId id="389" r:id="rId72"/>
    <p:sldId id="458" r:id="rId73"/>
    <p:sldId id="352" r:id="rId74"/>
    <p:sldId id="351" r:id="rId75"/>
    <p:sldId id="331" r:id="rId76"/>
    <p:sldId id="330" r:id="rId77"/>
    <p:sldId id="334" r:id="rId78"/>
    <p:sldId id="469" r:id="rId79"/>
    <p:sldId id="473" r:id="rId80"/>
    <p:sldId id="472" r:id="rId81"/>
    <p:sldId id="475" r:id="rId82"/>
    <p:sldId id="474" r:id="rId83"/>
    <p:sldId id="478" r:id="rId84"/>
    <p:sldId id="481" r:id="rId85"/>
    <p:sldId id="470" r:id="rId86"/>
    <p:sldId id="484" r:id="rId87"/>
    <p:sldId id="479" r:id="rId88"/>
    <p:sldId id="482" r:id="rId89"/>
    <p:sldId id="483" r:id="rId90"/>
    <p:sldId id="581" r:id="rId91"/>
    <p:sldId id="485" r:id="rId92"/>
    <p:sldId id="509" r:id="rId93"/>
    <p:sldId id="532" r:id="rId94"/>
    <p:sldId id="512" r:id="rId95"/>
    <p:sldId id="513" r:id="rId96"/>
    <p:sldId id="511" r:id="rId97"/>
    <p:sldId id="534" r:id="rId98"/>
    <p:sldId id="515" r:id="rId99"/>
    <p:sldId id="533" r:id="rId100"/>
    <p:sldId id="536" r:id="rId101"/>
    <p:sldId id="537" r:id="rId102"/>
    <p:sldId id="535" r:id="rId103"/>
    <p:sldId id="517" r:id="rId104"/>
    <p:sldId id="519" r:id="rId105"/>
    <p:sldId id="518" r:id="rId106"/>
    <p:sldId id="520" r:id="rId107"/>
    <p:sldId id="521" r:id="rId108"/>
    <p:sldId id="522" r:id="rId109"/>
    <p:sldId id="487" r:id="rId110"/>
    <p:sldId id="488" r:id="rId111"/>
    <p:sldId id="505" r:id="rId112"/>
    <p:sldId id="523" r:id="rId113"/>
    <p:sldId id="489" r:id="rId114"/>
    <p:sldId id="524" r:id="rId115"/>
    <p:sldId id="492" r:id="rId116"/>
    <p:sldId id="525" r:id="rId117"/>
    <p:sldId id="526" r:id="rId118"/>
    <p:sldId id="527" r:id="rId119"/>
    <p:sldId id="528" r:id="rId120"/>
    <p:sldId id="541" r:id="rId121"/>
    <p:sldId id="538" r:id="rId122"/>
    <p:sldId id="543" r:id="rId123"/>
    <p:sldId id="542" r:id="rId124"/>
    <p:sldId id="539" r:id="rId125"/>
    <p:sldId id="540" r:id="rId126"/>
    <p:sldId id="544" r:id="rId127"/>
    <p:sldId id="546" r:id="rId128"/>
    <p:sldId id="545" r:id="rId129"/>
    <p:sldId id="557" r:id="rId130"/>
    <p:sldId id="558" r:id="rId131"/>
    <p:sldId id="588" r:id="rId132"/>
    <p:sldId id="587" r:id="rId133"/>
    <p:sldId id="264" r:id="rId134"/>
    <p:sldId id="559" r:id="rId135"/>
    <p:sldId id="376" r:id="rId136"/>
    <p:sldId id="455" r:id="rId137"/>
    <p:sldId id="577" r:id="rId138"/>
    <p:sldId id="578" r:id="rId139"/>
    <p:sldId id="583" r:id="rId140"/>
    <p:sldId id="574" r:id="rId141"/>
    <p:sldId id="529" r:id="rId142"/>
    <p:sldId id="582" r:id="rId143"/>
    <p:sldId id="572" r:id="rId144"/>
    <p:sldId id="568" r:id="rId145"/>
    <p:sldId id="562" r:id="rId146"/>
    <p:sldId id="563" r:id="rId147"/>
    <p:sldId id="564" r:id="rId148"/>
    <p:sldId id="565" r:id="rId149"/>
    <p:sldId id="569" r:id="rId150"/>
    <p:sldId id="531" r:id="rId151"/>
    <p:sldId id="386" r:id="rId152"/>
    <p:sldId id="457" r:id="rId153"/>
    <p:sldId id="560" r:id="rId154"/>
    <p:sldId id="561" r:id="rId155"/>
    <p:sldId id="570" r:id="rId156"/>
    <p:sldId id="566" r:id="rId157"/>
    <p:sldId id="567" r:id="rId158"/>
    <p:sldId id="390" r:id="rId159"/>
    <p:sldId id="530" r:id="rId160"/>
    <p:sldId id="556" r:id="rId161"/>
    <p:sldId id="555" r:id="rId162"/>
    <p:sldId id="450" r:id="rId163"/>
    <p:sldId id="448" r:id="rId164"/>
    <p:sldId id="410" r:id="rId165"/>
    <p:sldId id="490" r:id="rId166"/>
    <p:sldId id="491" r:id="rId167"/>
    <p:sldId id="516" r:id="rId168"/>
    <p:sldId id="510" r:id="rId169"/>
    <p:sldId id="412" r:id="rId170"/>
    <p:sldId id="496" r:id="rId171"/>
    <p:sldId id="497" r:id="rId172"/>
    <p:sldId id="498" r:id="rId173"/>
    <p:sldId id="499" r:id="rId174"/>
    <p:sldId id="500" r:id="rId175"/>
    <p:sldId id="501" r:id="rId176"/>
    <p:sldId id="502" r:id="rId177"/>
    <p:sldId id="413" r:id="rId178"/>
    <p:sldId id="414" r:id="rId179"/>
    <p:sldId id="486" r:id="rId180"/>
    <p:sldId id="480" r:id="rId181"/>
    <p:sldId id="461" r:id="rId182"/>
    <p:sldId id="460" r:id="rId183"/>
    <p:sldId id="438" r:id="rId184"/>
    <p:sldId id="439" r:id="rId185"/>
    <p:sldId id="440" r:id="rId186"/>
    <p:sldId id="421" r:id="rId187"/>
    <p:sldId id="422" r:id="rId188"/>
    <p:sldId id="425" r:id="rId189"/>
    <p:sldId id="424" r:id="rId190"/>
    <p:sldId id="426" r:id="rId191"/>
    <p:sldId id="462" r:id="rId192"/>
    <p:sldId id="466" r:id="rId193"/>
    <p:sldId id="444" r:id="rId194"/>
    <p:sldId id="443" r:id="rId195"/>
    <p:sldId id="363" r:id="rId196"/>
    <p:sldId id="369" r:id="rId197"/>
    <p:sldId id="377" r:id="rId198"/>
    <p:sldId id="378" r:id="rId199"/>
    <p:sldId id="434" r:id="rId200"/>
    <p:sldId id="435" r:id="rId201"/>
    <p:sldId id="387" r:id="rId202"/>
    <p:sldId id="417" r:id="rId203"/>
    <p:sldId id="409" r:id="rId204"/>
    <p:sldId id="411" r:id="rId205"/>
    <p:sldId id="397" r:id="rId206"/>
    <p:sldId id="405" r:id="rId207"/>
    <p:sldId id="403" r:id="rId208"/>
    <p:sldId id="402" r:id="rId209"/>
    <p:sldId id="337" r:id="rId210"/>
    <p:sldId id="364" r:id="rId211"/>
    <p:sldId id="379" r:id="rId212"/>
    <p:sldId id="320" r:id="rId213"/>
    <p:sldId id="329" r:id="rId214"/>
    <p:sldId id="299" r:id="rId215"/>
    <p:sldId id="347" r:id="rId216"/>
    <p:sldId id="357" r:id="rId217"/>
    <p:sldId id="360" r:id="rId218"/>
    <p:sldId id="380" r:id="rId219"/>
    <p:sldId id="365" r:id="rId220"/>
    <p:sldId id="336" r:id="rId221"/>
    <p:sldId id="356" r:id="rId222"/>
    <p:sldId id="355" r:id="rId223"/>
    <p:sldId id="354" r:id="rId224"/>
    <p:sldId id="256" r:id="rId225"/>
    <p:sldId id="327" r:id="rId226"/>
    <p:sldId id="340" r:id="rId227"/>
    <p:sldId id="260" r:id="rId228"/>
    <p:sldId id="258" r:id="rId229"/>
    <p:sldId id="338" r:id="rId230"/>
    <p:sldId id="326" r:id="rId231"/>
    <p:sldId id="332" r:id="rId232"/>
    <p:sldId id="366" r:id="rId233"/>
    <p:sldId id="302" r:id="rId234"/>
    <p:sldId id="385" r:id="rId235"/>
    <p:sldId id="371" r:id="rId236"/>
    <p:sldId id="384" r:id="rId237"/>
    <p:sldId id="348" r:id="rId238"/>
    <p:sldId id="324" r:id="rId239"/>
    <p:sldId id="381" r:id="rId240"/>
    <p:sldId id="325" r:id="rId241"/>
    <p:sldId id="339" r:id="rId242"/>
    <p:sldId id="333" r:id="rId243"/>
    <p:sldId id="315" r:id="rId244"/>
    <p:sldId id="318" r:id="rId245"/>
    <p:sldId id="346" r:id="rId246"/>
    <p:sldId id="374" r:id="rId247"/>
    <p:sldId id="375" r:id="rId248"/>
    <p:sldId id="370" r:id="rId249"/>
    <p:sldId id="362" r:id="rId250"/>
    <p:sldId id="349" r:id="rId251"/>
    <p:sldId id="342" r:id="rId252"/>
    <p:sldId id="341" r:id="rId253"/>
    <p:sldId id="344" r:id="rId254"/>
    <p:sldId id="343" r:id="rId255"/>
    <p:sldId id="345" r:id="rId256"/>
    <p:sldId id="319" r:id="rId257"/>
    <p:sldId id="328" r:id="rId258"/>
    <p:sldId id="265" r:id="rId259"/>
    <p:sldId id="323" r:id="rId260"/>
    <p:sldId id="316" r:id="rId261"/>
    <p:sldId id="322" r:id="rId262"/>
    <p:sldId id="270" r:id="rId263"/>
    <p:sldId id="269" r:id="rId264"/>
    <p:sldId id="271" r:id="rId265"/>
    <p:sldId id="273" r:id="rId266"/>
    <p:sldId id="272" r:id="rId267"/>
    <p:sldId id="274" r:id="rId268"/>
    <p:sldId id="388" r:id="rId269"/>
    <p:sldId id="268" r:id="rId270"/>
    <p:sldId id="276" r:id="rId271"/>
    <p:sldId id="277" r:id="rId272"/>
    <p:sldId id="278" r:id="rId273"/>
    <p:sldId id="279" r:id="rId274"/>
    <p:sldId id="280" r:id="rId275"/>
    <p:sldId id="281" r:id="rId276"/>
    <p:sldId id="297" r:id="rId277"/>
    <p:sldId id="296" r:id="rId278"/>
    <p:sldId id="300" r:id="rId279"/>
    <p:sldId id="314" r:id="rId280"/>
    <p:sldId id="335" r:id="rId281"/>
    <p:sldId id="303" r:id="rId282"/>
    <p:sldId id="350" r:id="rId283"/>
    <p:sldId id="317" r:id="rId284"/>
    <p:sldId id="304" r:id="rId285"/>
    <p:sldId id="305" r:id="rId286"/>
    <p:sldId id="306" r:id="rId287"/>
    <p:sldId id="301" r:id="rId288"/>
    <p:sldId id="307" r:id="rId289"/>
    <p:sldId id="310" r:id="rId290"/>
    <p:sldId id="311" r:id="rId291"/>
    <p:sldId id="312" r:id="rId292"/>
    <p:sldId id="313" r:id="rId293"/>
    <p:sldId id="309" r:id="rId294"/>
    <p:sldId id="308" r:id="rId295"/>
    <p:sldId id="259" r:id="rId296"/>
    <p:sldId id="262" r:id="rId297"/>
    <p:sldId id="266" r:id="rId298"/>
    <p:sldId id="263" r:id="rId299"/>
    <p:sldId id="275" r:id="rId300"/>
    <p:sldId id="294" r:id="rId301"/>
    <p:sldId id="295" r:id="rId30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7C5599"/>
    <a:srgbClr val="C77ACA"/>
    <a:srgbClr val="D9D9D9"/>
    <a:srgbClr val="9B95A0"/>
    <a:srgbClr val="C5A65D"/>
    <a:srgbClr val="FF00FF"/>
    <a:srgbClr val="BFBFBF"/>
    <a:srgbClr val="FF99FF"/>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266" autoAdjust="0"/>
  </p:normalViewPr>
  <p:slideViewPr>
    <p:cSldViewPr snapToGrid="0">
      <p:cViewPr>
        <p:scale>
          <a:sx n="100" d="100"/>
          <a:sy n="100" d="100"/>
        </p:scale>
        <p:origin x="222" y="4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305" Type="http://schemas.openxmlformats.org/officeDocument/2006/relationships/viewProps" Target="view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microsoft.com/office/2018/10/relationships/authors" Target="author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notesMaster" Target="notesMasters/notesMaster1.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FE953-4A70-E54D-7601-E9D4FBC4543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5219DD-56DC-89CF-BF7E-B300A03ABE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576A11D-4B34-74C6-DA12-CB26776B702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5BF6C73-EDEB-9454-4D9B-2453607DE31E}"/>
              </a:ext>
            </a:extLst>
          </p:cNvPr>
          <p:cNvSpPr>
            <a:spLocks noGrp="1"/>
          </p:cNvSpPr>
          <p:nvPr>
            <p:ph type="sldNum" sz="quarter" idx="5"/>
          </p:nvPr>
        </p:nvSpPr>
        <p:spPr/>
        <p:txBody>
          <a:bodyPr/>
          <a:lstStyle/>
          <a:p>
            <a:fld id="{C04DA10E-0DA4-46F9-B706-1BFF6481306D}" type="slidenum">
              <a:rPr kumimoji="1" lang="ja-JP" altLang="en-US" smtClean="0"/>
              <a:t>56</a:t>
            </a:fld>
            <a:endParaRPr kumimoji="1" lang="ja-JP" altLang="en-US"/>
          </a:p>
        </p:txBody>
      </p:sp>
    </p:spTree>
    <p:extLst>
      <p:ext uri="{BB962C8B-B14F-4D97-AF65-F5344CB8AC3E}">
        <p14:creationId xmlns:p14="http://schemas.microsoft.com/office/powerpoint/2010/main" val="364008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2F7596-3EBA-4BBE-3D98-E6CD82596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BB9F17B-A272-098B-23BC-BBBB5B4D0A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4BB17F-4A3F-A709-46E5-FE131FE364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1419F5-D15B-54DA-45A9-96D411DF7CF5}"/>
              </a:ext>
            </a:extLst>
          </p:cNvPr>
          <p:cNvSpPr>
            <a:spLocks noGrp="1"/>
          </p:cNvSpPr>
          <p:nvPr>
            <p:ph type="sldNum" sz="quarter" idx="5"/>
          </p:nvPr>
        </p:nvSpPr>
        <p:spPr/>
        <p:txBody>
          <a:bodyPr/>
          <a:lstStyle/>
          <a:p>
            <a:fld id="{C04DA10E-0DA4-46F9-B706-1BFF6481306D}" type="slidenum">
              <a:rPr kumimoji="1" lang="ja-JP" altLang="en-US" smtClean="0"/>
              <a:t>57</a:t>
            </a:fld>
            <a:endParaRPr kumimoji="1" lang="ja-JP" altLang="en-US"/>
          </a:p>
        </p:txBody>
      </p:sp>
    </p:spTree>
    <p:extLst>
      <p:ext uri="{BB962C8B-B14F-4D97-AF65-F5344CB8AC3E}">
        <p14:creationId xmlns:p14="http://schemas.microsoft.com/office/powerpoint/2010/main" val="12589956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22EA6-750F-351C-D070-EF6AAA2EC21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1E1B26-8269-1AE4-E9E1-C3352D65D0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EFC99BD-D93F-7EAF-FDEF-718D0F3847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A19EEAC-1C0D-EBB6-86D1-729E1C71D3FD}"/>
              </a:ext>
            </a:extLst>
          </p:cNvPr>
          <p:cNvSpPr>
            <a:spLocks noGrp="1"/>
          </p:cNvSpPr>
          <p:nvPr>
            <p:ph type="sldNum" sz="quarter" idx="5"/>
          </p:nvPr>
        </p:nvSpPr>
        <p:spPr/>
        <p:txBody>
          <a:bodyPr/>
          <a:lstStyle/>
          <a:p>
            <a:fld id="{C04DA10E-0DA4-46F9-B706-1BFF6481306D}" type="slidenum">
              <a:rPr kumimoji="1" lang="ja-JP" altLang="en-US" smtClean="0"/>
              <a:t>58</a:t>
            </a:fld>
            <a:endParaRPr kumimoji="1" lang="ja-JP" altLang="en-US"/>
          </a:p>
        </p:txBody>
      </p:sp>
    </p:spTree>
    <p:extLst>
      <p:ext uri="{BB962C8B-B14F-4D97-AF65-F5344CB8AC3E}">
        <p14:creationId xmlns:p14="http://schemas.microsoft.com/office/powerpoint/2010/main" val="738706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BB479-3352-2F58-9E17-41E9BFAA1C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14D468-59DC-8716-4D55-C5E7B6E042E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7511DA2-28B9-2CF3-A8BC-228C450C157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88FEFF-C08B-859D-7A35-B4C064BA0972}"/>
              </a:ext>
            </a:extLst>
          </p:cNvPr>
          <p:cNvSpPr>
            <a:spLocks noGrp="1"/>
          </p:cNvSpPr>
          <p:nvPr>
            <p:ph type="sldNum" sz="quarter" idx="5"/>
          </p:nvPr>
        </p:nvSpPr>
        <p:spPr/>
        <p:txBody>
          <a:bodyPr/>
          <a:lstStyle/>
          <a:p>
            <a:fld id="{C04DA10E-0DA4-46F9-B706-1BFF6481306D}" type="slidenum">
              <a:rPr kumimoji="1" lang="ja-JP" altLang="en-US" smtClean="0"/>
              <a:t>59</a:t>
            </a:fld>
            <a:endParaRPr kumimoji="1" lang="ja-JP" altLang="en-US"/>
          </a:p>
        </p:txBody>
      </p:sp>
    </p:spTree>
    <p:extLst>
      <p:ext uri="{BB962C8B-B14F-4D97-AF65-F5344CB8AC3E}">
        <p14:creationId xmlns:p14="http://schemas.microsoft.com/office/powerpoint/2010/main" val="15754712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58C49-41B8-B3D5-95BE-369FB039EFB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420518F-A219-C560-E60B-901964BC6E3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AC37D-7AAD-96C5-6CB5-461EFFE1750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0E8AE10-22F3-CCD4-13CD-10C19E9DACB0}"/>
              </a:ext>
            </a:extLst>
          </p:cNvPr>
          <p:cNvSpPr>
            <a:spLocks noGrp="1"/>
          </p:cNvSpPr>
          <p:nvPr>
            <p:ph type="sldNum" sz="quarter" idx="5"/>
          </p:nvPr>
        </p:nvSpPr>
        <p:spPr/>
        <p:txBody>
          <a:bodyPr/>
          <a:lstStyle/>
          <a:p>
            <a:fld id="{C04DA10E-0DA4-46F9-B706-1BFF6481306D}" type="slidenum">
              <a:rPr kumimoji="1" lang="ja-JP" altLang="en-US" smtClean="0"/>
              <a:t>62</a:t>
            </a:fld>
            <a:endParaRPr kumimoji="1" lang="ja-JP" altLang="en-US"/>
          </a:p>
        </p:txBody>
      </p:sp>
    </p:spTree>
    <p:extLst>
      <p:ext uri="{BB962C8B-B14F-4D97-AF65-F5344CB8AC3E}">
        <p14:creationId xmlns:p14="http://schemas.microsoft.com/office/powerpoint/2010/main" val="19431282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75</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20D0A-8C56-80E8-20EE-2F0274B2923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C83C31-CA60-9949-CFA1-9D66B4DBFF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889DA2-72F2-D5C1-E39D-4B4A21104B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788F98-8C12-F7E8-7EFB-6BF646C71894}"/>
              </a:ext>
            </a:extLst>
          </p:cNvPr>
          <p:cNvSpPr>
            <a:spLocks noGrp="1"/>
          </p:cNvSpPr>
          <p:nvPr>
            <p:ph type="sldNum" sz="quarter" idx="5"/>
          </p:nvPr>
        </p:nvSpPr>
        <p:spPr/>
        <p:txBody>
          <a:bodyPr/>
          <a:lstStyle/>
          <a:p>
            <a:fld id="{C04DA10E-0DA4-46F9-B706-1BFF6481306D}" type="slidenum">
              <a:rPr kumimoji="1" lang="ja-JP" altLang="en-US" smtClean="0"/>
              <a:t>139</a:t>
            </a:fld>
            <a:endParaRPr kumimoji="1" lang="ja-JP" altLang="en-US"/>
          </a:p>
        </p:txBody>
      </p:sp>
    </p:spTree>
    <p:extLst>
      <p:ext uri="{BB962C8B-B14F-4D97-AF65-F5344CB8AC3E}">
        <p14:creationId xmlns:p14="http://schemas.microsoft.com/office/powerpoint/2010/main" val="39136292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F5F2B-3471-07F4-5034-2DAD508D41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9F26861-E303-ED68-0A5C-31D4FFA3F6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C7D40E-FB51-F633-3423-6438F4E9474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A77EF5-5181-5C94-6266-E0119BFC7DF9}"/>
              </a:ext>
            </a:extLst>
          </p:cNvPr>
          <p:cNvSpPr>
            <a:spLocks noGrp="1"/>
          </p:cNvSpPr>
          <p:nvPr>
            <p:ph type="sldNum" sz="quarter" idx="5"/>
          </p:nvPr>
        </p:nvSpPr>
        <p:spPr/>
        <p:txBody>
          <a:bodyPr/>
          <a:lstStyle/>
          <a:p>
            <a:fld id="{C04DA10E-0DA4-46F9-B706-1BFF6481306D}" type="slidenum">
              <a:rPr kumimoji="1" lang="ja-JP" altLang="en-US" smtClean="0"/>
              <a:t>140</a:t>
            </a:fld>
            <a:endParaRPr kumimoji="1" lang="ja-JP" altLang="en-US"/>
          </a:p>
        </p:txBody>
      </p:sp>
    </p:spTree>
    <p:extLst>
      <p:ext uri="{BB962C8B-B14F-4D97-AF65-F5344CB8AC3E}">
        <p14:creationId xmlns:p14="http://schemas.microsoft.com/office/powerpoint/2010/main" val="23814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141</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688F31-385E-9B69-13CC-587FFCE89A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6B6EA62-688E-F87A-2121-75FB66CE5F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31F6EF-25B5-B77F-2D89-5B65E5FC7CD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92D6CD8-E907-C551-2ADC-239EE0FF8E9F}"/>
              </a:ext>
            </a:extLst>
          </p:cNvPr>
          <p:cNvSpPr>
            <a:spLocks noGrp="1"/>
          </p:cNvSpPr>
          <p:nvPr>
            <p:ph type="sldNum" sz="quarter" idx="5"/>
          </p:nvPr>
        </p:nvSpPr>
        <p:spPr/>
        <p:txBody>
          <a:bodyPr/>
          <a:lstStyle/>
          <a:p>
            <a:fld id="{C04DA10E-0DA4-46F9-B706-1BFF6481306D}" type="slidenum">
              <a:rPr kumimoji="1" lang="ja-JP" altLang="en-US" smtClean="0"/>
              <a:t>142</a:t>
            </a:fld>
            <a:endParaRPr kumimoji="1" lang="ja-JP" altLang="en-US"/>
          </a:p>
        </p:txBody>
      </p:sp>
    </p:spTree>
    <p:extLst>
      <p:ext uri="{BB962C8B-B14F-4D97-AF65-F5344CB8AC3E}">
        <p14:creationId xmlns:p14="http://schemas.microsoft.com/office/powerpoint/2010/main" val="4318989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C3E41F-D125-7CED-B76B-7B96F210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39075F-1334-732C-C7CF-2740E204185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BCEE6C8-91A3-434F-A7ED-F90CCC53CAF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E8676F-5ED5-5218-BBEE-A022A864CEF1}"/>
              </a:ext>
            </a:extLst>
          </p:cNvPr>
          <p:cNvSpPr>
            <a:spLocks noGrp="1"/>
          </p:cNvSpPr>
          <p:nvPr>
            <p:ph type="sldNum" sz="quarter" idx="5"/>
          </p:nvPr>
        </p:nvSpPr>
        <p:spPr/>
        <p:txBody>
          <a:bodyPr/>
          <a:lstStyle/>
          <a:p>
            <a:fld id="{C04DA10E-0DA4-46F9-B706-1BFF6481306D}" type="slidenum">
              <a:rPr kumimoji="1" lang="ja-JP" altLang="en-US" smtClean="0"/>
              <a:t>143</a:t>
            </a:fld>
            <a:endParaRPr kumimoji="1" lang="ja-JP" altLang="en-US"/>
          </a:p>
        </p:txBody>
      </p:sp>
    </p:spTree>
    <p:extLst>
      <p:ext uri="{BB962C8B-B14F-4D97-AF65-F5344CB8AC3E}">
        <p14:creationId xmlns:p14="http://schemas.microsoft.com/office/powerpoint/2010/main" val="26887362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00E61-D190-9783-0E68-EC0B3427F8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AEF09C-F170-3B59-C234-128C8E995F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4919BC-6D36-EDEA-1C8C-C865B0915A6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0984857-1BB6-18CB-4001-A312876E93AC}"/>
              </a:ext>
            </a:extLst>
          </p:cNvPr>
          <p:cNvSpPr>
            <a:spLocks noGrp="1"/>
          </p:cNvSpPr>
          <p:nvPr>
            <p:ph type="sldNum" sz="quarter" idx="5"/>
          </p:nvPr>
        </p:nvSpPr>
        <p:spPr/>
        <p:txBody>
          <a:bodyPr/>
          <a:lstStyle/>
          <a:p>
            <a:fld id="{C04DA10E-0DA4-46F9-B706-1BFF6481306D}" type="slidenum">
              <a:rPr kumimoji="1" lang="ja-JP" altLang="en-US" smtClean="0"/>
              <a:t>149</a:t>
            </a:fld>
            <a:endParaRPr kumimoji="1" lang="ja-JP" altLang="en-US"/>
          </a:p>
        </p:txBody>
      </p:sp>
    </p:spTree>
    <p:extLst>
      <p:ext uri="{BB962C8B-B14F-4D97-AF65-F5344CB8AC3E}">
        <p14:creationId xmlns:p14="http://schemas.microsoft.com/office/powerpoint/2010/main" val="36465453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150</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151</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152</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D26B9-52EB-CAE9-E0D1-B1A827534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672299-F2EF-3135-D33E-DE6411C08C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5092D2-8926-7D58-A732-D63D2F217B5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B03909A-F191-9241-3ABE-C27E6397350B}"/>
              </a:ext>
            </a:extLst>
          </p:cNvPr>
          <p:cNvSpPr>
            <a:spLocks noGrp="1"/>
          </p:cNvSpPr>
          <p:nvPr>
            <p:ph type="sldNum" sz="quarter" idx="5"/>
          </p:nvPr>
        </p:nvSpPr>
        <p:spPr/>
        <p:txBody>
          <a:bodyPr/>
          <a:lstStyle/>
          <a:p>
            <a:fld id="{C04DA10E-0DA4-46F9-B706-1BFF6481306D}" type="slidenum">
              <a:rPr kumimoji="1" lang="ja-JP" altLang="en-US" smtClean="0"/>
              <a:t>155</a:t>
            </a:fld>
            <a:endParaRPr kumimoji="1" lang="ja-JP" altLang="en-US"/>
          </a:p>
        </p:txBody>
      </p:sp>
    </p:spTree>
    <p:extLst>
      <p:ext uri="{BB962C8B-B14F-4D97-AF65-F5344CB8AC3E}">
        <p14:creationId xmlns:p14="http://schemas.microsoft.com/office/powerpoint/2010/main" val="14222429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D7922-BFDD-4CDE-24FC-7D1F9EB3B7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866201-966D-2ED4-E512-05F9DBF942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2428E62-0CCC-442C-7B74-C1ED9EF0BEE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264EE9B-2B49-5E78-AB8A-129727C1F982}"/>
              </a:ext>
            </a:extLst>
          </p:cNvPr>
          <p:cNvSpPr>
            <a:spLocks noGrp="1"/>
          </p:cNvSpPr>
          <p:nvPr>
            <p:ph type="sldNum" sz="quarter" idx="5"/>
          </p:nvPr>
        </p:nvSpPr>
        <p:spPr/>
        <p:txBody>
          <a:bodyPr/>
          <a:lstStyle/>
          <a:p>
            <a:fld id="{C04DA10E-0DA4-46F9-B706-1BFF6481306D}" type="slidenum">
              <a:rPr kumimoji="1" lang="ja-JP" altLang="en-US" smtClean="0"/>
              <a:t>156</a:t>
            </a:fld>
            <a:endParaRPr kumimoji="1" lang="ja-JP" altLang="en-US"/>
          </a:p>
        </p:txBody>
      </p:sp>
    </p:spTree>
    <p:extLst>
      <p:ext uri="{BB962C8B-B14F-4D97-AF65-F5344CB8AC3E}">
        <p14:creationId xmlns:p14="http://schemas.microsoft.com/office/powerpoint/2010/main" val="38347942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F4E39-84E8-D301-1926-63F7FC8E07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D02772-C6F6-2D31-0332-D357811F9C1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C0607C-67DF-C6FC-FB20-2737F4FB782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457519D-9207-E477-9B74-D0C59EED3D19}"/>
              </a:ext>
            </a:extLst>
          </p:cNvPr>
          <p:cNvSpPr>
            <a:spLocks noGrp="1"/>
          </p:cNvSpPr>
          <p:nvPr>
            <p:ph type="sldNum" sz="quarter" idx="5"/>
          </p:nvPr>
        </p:nvSpPr>
        <p:spPr/>
        <p:txBody>
          <a:bodyPr/>
          <a:lstStyle/>
          <a:p>
            <a:fld id="{C04DA10E-0DA4-46F9-B706-1BFF6481306D}" type="slidenum">
              <a:rPr kumimoji="1" lang="ja-JP" altLang="en-US" smtClean="0"/>
              <a:t>157</a:t>
            </a:fld>
            <a:endParaRPr kumimoji="1" lang="ja-JP" altLang="en-US"/>
          </a:p>
        </p:txBody>
      </p:sp>
    </p:spTree>
    <p:extLst>
      <p:ext uri="{BB962C8B-B14F-4D97-AF65-F5344CB8AC3E}">
        <p14:creationId xmlns:p14="http://schemas.microsoft.com/office/powerpoint/2010/main" val="41551708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158</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214</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216</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217</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220</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221</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222</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223</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233</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234</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236</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237</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238</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244</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263</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264</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265</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266</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267</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277</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278</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279</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280</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281</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282</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283</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284</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285</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286</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287</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288</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289</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290</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291</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292</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293</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294</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298</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299</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300</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301</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2.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4.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23.png"/><Relationship Id="rId9" Type="http://schemas.openxmlformats.org/officeDocument/2006/relationships/image" Target="../media/image26.png"/><Relationship Id="rId14" Type="http://schemas.openxmlformats.org/officeDocument/2006/relationships/image" Target="../media/image30.png"/></Relationships>
</file>

<file path=ppt/slides/_rels/slide43.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png"/><Relationship Id="rId12" Type="http://schemas.openxmlformats.org/officeDocument/2006/relationships/image" Target="../media/image28.png"/><Relationship Id="rId2" Type="http://schemas.openxmlformats.org/officeDocument/2006/relationships/image" Target="../media/image22.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5.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1.png"/><Relationship Id="rId10" Type="http://schemas.openxmlformats.org/officeDocument/2006/relationships/image" Target="../media/image27.png"/><Relationship Id="rId4" Type="http://schemas.openxmlformats.org/officeDocument/2006/relationships/image" Target="../media/image19.png"/><Relationship Id="rId9" Type="http://schemas.openxmlformats.org/officeDocument/2006/relationships/image" Target="../media/image26.png"/><Relationship Id="rId14" Type="http://schemas.openxmlformats.org/officeDocument/2006/relationships/image" Target="../media/image30.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5.png"/></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52.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5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38.svg"/></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7.png"/><Relationship Id="rId1" Type="http://schemas.openxmlformats.org/officeDocument/2006/relationships/slideLayout" Target="../slideLayouts/slideLayout1.xml"/><Relationship Id="rId4" Type="http://schemas.openxmlformats.org/officeDocument/2006/relationships/image" Target="../media/image38.svg"/></Relationships>
</file>

<file path=ppt/slides/_rels/slide55.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4.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3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2" Type="http://schemas.openxmlformats.org/officeDocument/2006/relationships/image" Target="../media/image46.sv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6.svg"/><Relationship Id="rId5" Type="http://schemas.openxmlformats.org/officeDocument/2006/relationships/image" Target="../media/image47.sv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50.png"/><Relationship Id="rId9" Type="http://schemas.openxmlformats.org/officeDocument/2006/relationships/image" Target="../media/image52.png"/></Relationships>
</file>

<file path=ppt/slides/_rels/slide6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6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9.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5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7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7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6.sv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8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61.png"/></Relationships>
</file>

<file path=ppt/slides/_rels/slide9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6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69.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8.svg"/><Relationship Id="rId17" Type="http://schemas.openxmlformats.org/officeDocument/2006/relationships/image" Target="../media/image72.svg"/><Relationship Id="rId2" Type="http://schemas.openxmlformats.org/officeDocument/2006/relationships/image" Target="../media/image63.png"/><Relationship Id="rId16"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65.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70.png"/><Relationship Id="rId10" Type="http://schemas.openxmlformats.org/officeDocument/2006/relationships/image" Target="../media/image67.png"/><Relationship Id="rId4" Type="http://schemas.openxmlformats.org/officeDocument/2006/relationships/image" Target="../media/image64.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69.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8.svg"/><Relationship Id="rId17" Type="http://schemas.openxmlformats.org/officeDocument/2006/relationships/image" Target="../media/image72.svg"/><Relationship Id="rId2" Type="http://schemas.openxmlformats.org/officeDocument/2006/relationships/image" Target="../media/image63.png"/><Relationship Id="rId16"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65.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70.png"/><Relationship Id="rId10" Type="http://schemas.openxmlformats.org/officeDocument/2006/relationships/image" Target="../media/image67.png"/><Relationship Id="rId4" Type="http://schemas.openxmlformats.org/officeDocument/2006/relationships/image" Target="../media/image64.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69.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8.svg"/><Relationship Id="rId17" Type="http://schemas.openxmlformats.org/officeDocument/2006/relationships/image" Target="../media/image72.svg"/><Relationship Id="rId2" Type="http://schemas.openxmlformats.org/officeDocument/2006/relationships/image" Target="../media/image63.png"/><Relationship Id="rId16"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65.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70.png"/><Relationship Id="rId10" Type="http://schemas.openxmlformats.org/officeDocument/2006/relationships/image" Target="../media/image67.png"/><Relationship Id="rId4" Type="http://schemas.openxmlformats.org/officeDocument/2006/relationships/image" Target="../media/image64.png"/><Relationship Id="rId9" Type="http://schemas.microsoft.com/office/2007/relationships/hdphoto" Target="../media/hdphoto8.wdp"/><Relationship Id="rId14" Type="http://schemas.openxmlformats.org/officeDocument/2006/relationships/image" Target="../media/image8.png"/></Relationships>
</file>

<file path=ppt/slides/_rels/slide95.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69.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8.svg"/><Relationship Id="rId17" Type="http://schemas.openxmlformats.org/officeDocument/2006/relationships/image" Target="../media/image72.svg"/><Relationship Id="rId2" Type="http://schemas.openxmlformats.org/officeDocument/2006/relationships/image" Target="../media/image63.png"/><Relationship Id="rId16"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65.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70.png"/><Relationship Id="rId10" Type="http://schemas.openxmlformats.org/officeDocument/2006/relationships/image" Target="../media/image67.png"/><Relationship Id="rId4" Type="http://schemas.openxmlformats.org/officeDocument/2006/relationships/image" Target="../media/image64.png"/><Relationship Id="rId9" Type="http://schemas.microsoft.com/office/2007/relationships/hdphoto" Target="../media/hdphoto8.wdp"/><Relationship Id="rId14" Type="http://schemas.openxmlformats.org/officeDocument/2006/relationships/image" Target="../media/image8.png"/></Relationships>
</file>

<file path=ppt/slides/_rels/slide9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3.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openxmlformats.org/officeDocument/2006/relationships/image" Target="../media/image73.png"/><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pn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3.png"/><Relationship Id="rId10" Type="http://schemas.openxmlformats.org/officeDocument/2006/relationships/image" Target="../media/image70.png"/><Relationship Id="rId4" Type="http://schemas.openxmlformats.org/officeDocument/2006/relationships/image" Target="../media/image2.png"/><Relationship Id="rId9" Type="http://schemas.openxmlformats.org/officeDocument/2006/relationships/image" Target="../media/image71.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8.svg"/><Relationship Id="rId11" Type="http://schemas.openxmlformats.org/officeDocument/2006/relationships/image" Target="../media/image74.png"/><Relationship Id="rId5" Type="http://schemas.openxmlformats.org/officeDocument/2006/relationships/image" Target="../media/image3.png"/><Relationship Id="rId10" Type="http://schemas.openxmlformats.org/officeDocument/2006/relationships/image" Target="../media/image70.png"/><Relationship Id="rId4" Type="http://schemas.openxmlformats.org/officeDocument/2006/relationships/image" Target="../media/image2.png"/><Relationship Id="rId9" Type="http://schemas.openxmlformats.org/officeDocument/2006/relationships/image" Target="../media/image71.png"/></Relationships>
</file>

<file path=ppt/slides/_rels/slide105.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3.png"/><Relationship Id="rId10" Type="http://schemas.openxmlformats.org/officeDocument/2006/relationships/image" Target="../media/image70.png"/><Relationship Id="rId4" Type="http://schemas.openxmlformats.org/officeDocument/2006/relationships/image" Target="../media/image2.png"/><Relationship Id="rId9" Type="http://schemas.openxmlformats.org/officeDocument/2006/relationships/image" Target="../media/image71.png"/></Relationships>
</file>

<file path=ppt/slides/_rels/slide106.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5.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3.png"/><Relationship Id="rId10" Type="http://schemas.openxmlformats.org/officeDocument/2006/relationships/image" Target="../media/image70.png"/><Relationship Id="rId4" Type="http://schemas.openxmlformats.org/officeDocument/2006/relationships/image" Target="../media/image2.png"/><Relationship Id="rId9" Type="http://schemas.openxmlformats.org/officeDocument/2006/relationships/image" Target="../media/image71.png"/></Relationships>
</file>

<file path=ppt/slides/_rels/slide107.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5.png"/><Relationship Id="rId12" Type="http://schemas.microsoft.com/office/2007/relationships/hdphoto" Target="../media/hdphoto6.wdp"/><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8.svg"/><Relationship Id="rId11" Type="http://schemas.openxmlformats.org/officeDocument/2006/relationships/image" Target="../media/image75.png"/><Relationship Id="rId5" Type="http://schemas.openxmlformats.org/officeDocument/2006/relationships/image" Target="../media/image3.png"/><Relationship Id="rId10" Type="http://schemas.openxmlformats.org/officeDocument/2006/relationships/image" Target="../media/image70.png"/><Relationship Id="rId4" Type="http://schemas.openxmlformats.org/officeDocument/2006/relationships/image" Target="../media/image2.png"/><Relationship Id="rId9" Type="http://schemas.openxmlformats.org/officeDocument/2006/relationships/image" Target="../media/image71.png"/></Relationships>
</file>

<file path=ppt/slides/_rels/slide10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3.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51.png"/><Relationship Id="rId4" Type="http://schemas.openxmlformats.org/officeDocument/2006/relationships/image" Target="../media/image3.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51.png"/><Relationship Id="rId4" Type="http://schemas.openxmlformats.org/officeDocument/2006/relationships/image" Target="../media/image3.png"/></Relationships>
</file>

<file path=ppt/slides/_rels/slide1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46.sv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46.sv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33.png"/><Relationship Id="rId10" Type="http://schemas.openxmlformats.org/officeDocument/2006/relationships/image" Target="../media/image78.png"/><Relationship Id="rId4" Type="http://schemas.openxmlformats.org/officeDocument/2006/relationships/image" Target="../media/image3.png"/><Relationship Id="rId9" Type="http://schemas.openxmlformats.org/officeDocument/2006/relationships/image" Target="../media/image70.png"/></Relationships>
</file>

<file path=ppt/slides/_rels/slide125.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33.png"/><Relationship Id="rId10" Type="http://schemas.openxmlformats.org/officeDocument/2006/relationships/image" Target="../media/image78.png"/><Relationship Id="rId4" Type="http://schemas.openxmlformats.org/officeDocument/2006/relationships/image" Target="../media/image3.png"/><Relationship Id="rId9" Type="http://schemas.openxmlformats.org/officeDocument/2006/relationships/image" Target="../media/image70.png"/></Relationships>
</file>

<file path=ppt/slides/_rels/slide126.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33.png"/><Relationship Id="rId10" Type="http://schemas.openxmlformats.org/officeDocument/2006/relationships/image" Target="../media/image80.png"/><Relationship Id="rId4" Type="http://schemas.openxmlformats.org/officeDocument/2006/relationships/image" Target="../media/image3.png"/><Relationship Id="rId9" Type="http://schemas.openxmlformats.org/officeDocument/2006/relationships/image" Target="../media/image70.png"/></Relationships>
</file>

<file path=ppt/slides/_rels/slide12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33.png"/><Relationship Id="rId4" Type="http://schemas.openxmlformats.org/officeDocument/2006/relationships/image" Target="../media/image3.png"/><Relationship Id="rId9" Type="http://schemas.openxmlformats.org/officeDocument/2006/relationships/image" Target="../media/image70.png"/></Relationships>
</file>

<file path=ppt/slides/_rels/slide129.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1.png"/><Relationship Id="rId5" Type="http://schemas.openxmlformats.org/officeDocument/2006/relationships/image" Target="../media/image33.png"/><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33.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33.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33.png"/><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83.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82.png"/><Relationship Id="rId4" Type="http://schemas.openxmlformats.org/officeDocument/2006/relationships/image" Target="../media/image81.png"/></Relationships>
</file>

<file path=ppt/slides/_rels/slide13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82.png"/></Relationships>
</file>

<file path=ppt/slides/_rels/slide13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82.png"/></Relationships>
</file>

<file path=ppt/slides/_rels/slide1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6.svg"/><Relationship Id="rId5" Type="http://schemas.openxmlformats.org/officeDocument/2006/relationships/image" Target="../media/image47.svg"/><Relationship Id="rId4" Type="http://schemas.openxmlformats.org/officeDocument/2006/relationships/image" Target="../media/image3.png"/></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46.svg"/><Relationship Id="rId5" Type="http://schemas.openxmlformats.org/officeDocument/2006/relationships/image" Target="../media/image47.svg"/><Relationship Id="rId4" Type="http://schemas.openxmlformats.org/officeDocument/2006/relationships/image" Target="../media/image3.png"/></Relationships>
</file>

<file path=ppt/slides/_rels/slide14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4.png"/><Relationship Id="rId4" Type="http://schemas.openxmlformats.org/officeDocument/2006/relationships/image" Target="../media/image81.png"/></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34.png"/><Relationship Id="rId4" Type="http://schemas.openxmlformats.org/officeDocument/2006/relationships/image" Target="../media/image3.png"/></Relationships>
</file>

<file path=ppt/slides/_rels/slide14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2.png"/></Relationships>
</file>

<file path=ppt/slides/_rels/slide1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png"/><Relationship Id="rId4" Type="http://schemas.openxmlformats.org/officeDocument/2006/relationships/image" Target="../media/image2.png"/></Relationships>
</file>

<file path=ppt/slides/_rels/slide1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4.png"/></Relationships>
</file>

<file path=ppt/slides/_rels/slide146.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5.png"/><Relationship Id="rId4" Type="http://schemas.openxmlformats.org/officeDocument/2006/relationships/image" Target="../media/image34.png"/></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84.png"/><Relationship Id="rId4" Type="http://schemas.openxmlformats.org/officeDocument/2006/relationships/image" Target="../media/image81.png"/></Relationships>
</file>

<file path=ppt/slides/_rels/slide15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11.png"/><Relationship Id="rId4" Type="http://schemas.openxmlformats.org/officeDocument/2006/relationships/image" Target="../media/image81.png"/></Relationships>
</file>

<file path=ppt/slides/_rels/slide15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81.png"/></Relationships>
</file>

<file path=ppt/slides/_rels/slide15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81.png"/></Relationships>
</file>

<file path=ppt/slides/_rels/slide15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1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1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81.png"/></Relationships>
</file>

<file path=ppt/slides/_rels/slide15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81.png"/></Relationships>
</file>

<file path=ppt/slides/_rels/slide15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158.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81.png"/></Relationships>
</file>

<file path=ppt/slides/_rels/slide15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85.svg"/><Relationship Id="rId4" Type="http://schemas.openxmlformats.org/officeDocument/2006/relationships/image" Target="../media/image34.png"/></Relationships>
</file>

<file path=ppt/slides/_rels/slide1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1.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33.png"/><Relationship Id="rId4" Type="http://schemas.openxmlformats.org/officeDocument/2006/relationships/image" Target="../media/image3.png"/></Relationships>
</file>

<file path=ppt/slides/_rels/slide1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6.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9.svg"/><Relationship Id="rId4" Type="http://schemas.openxmlformats.org/officeDocument/2006/relationships/image" Target="../media/image68.svg"/></Relationships>
</file>

<file path=ppt/slides/_rels/slide167.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8.sv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5.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7.png"/><Relationship Id="rId4" Type="http://schemas.openxmlformats.org/officeDocument/2006/relationships/image" Target="../media/image64.png"/><Relationship Id="rId9" Type="http://schemas.microsoft.com/office/2007/relationships/hdphoto" Target="../media/hdphoto8.wdp"/><Relationship Id="rId14" Type="http://schemas.openxmlformats.org/officeDocument/2006/relationships/image" Target="../media/image2.png"/></Relationships>
</file>

<file path=ppt/slides/_rels/slide168.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69.svg"/><Relationship Id="rId5" Type="http://schemas.openxmlformats.org/officeDocument/2006/relationships/image" Target="../media/image70.png"/><Relationship Id="rId4" Type="http://schemas.openxmlformats.org/officeDocument/2006/relationships/image" Target="../media/image68.svg"/></Relationships>
</file>

<file path=ppt/slides/_rels/slide16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9.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63.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1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8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8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9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image" Target="../media/image13.png"/><Relationship Id="rId4" Type="http://schemas.openxmlformats.org/officeDocument/2006/relationships/image" Target="../media/image3.png"/></Relationships>
</file>

<file path=ppt/slides/_rels/slide1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9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9.png"/><Relationship Id="rId2" Type="http://schemas.openxmlformats.org/officeDocument/2006/relationships/image" Target="../media/image8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9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20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201.xml.rels><?xml version="1.0" encoding="UTF-8" standalone="yes"?>
<Relationships xmlns="http://schemas.openxmlformats.org/package/2006/relationships"><Relationship Id="rId3" Type="http://schemas.openxmlformats.org/officeDocument/2006/relationships/image" Target="../media/image85.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87.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2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6.jpg"/><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90.png"/><Relationship Id="rId7" Type="http://schemas.openxmlformats.org/officeDocument/2006/relationships/image" Target="../media/image24.png"/><Relationship Id="rId12" Type="http://schemas.openxmlformats.org/officeDocument/2006/relationships/image" Target="../media/image9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5.png"/><Relationship Id="rId11" Type="http://schemas.openxmlformats.org/officeDocument/2006/relationships/image" Target="../media/image93.png"/><Relationship Id="rId5" Type="http://schemas.openxmlformats.org/officeDocument/2006/relationships/image" Target="../media/image33.png"/><Relationship Id="rId10" Type="http://schemas.openxmlformats.org/officeDocument/2006/relationships/image" Target="../media/image54.png"/><Relationship Id="rId4" Type="http://schemas.openxmlformats.org/officeDocument/2006/relationships/image" Target="../media/image91.png"/><Relationship Id="rId9" Type="http://schemas.openxmlformats.org/officeDocument/2006/relationships/image" Target="../media/image82.png"/></Relationships>
</file>

<file path=ppt/slides/_rels/slide215.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82.png"/><Relationship Id="rId7" Type="http://schemas.openxmlformats.org/officeDocument/2006/relationships/image" Target="../media/image95.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81.png"/><Relationship Id="rId4" Type="http://schemas.openxmlformats.org/officeDocument/2006/relationships/image" Target="../media/image24.png"/><Relationship Id="rId9" Type="http://schemas.microsoft.com/office/2007/relationships/hdphoto" Target="../media/hdphoto10.wdp"/></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4.png"/><Relationship Id="rId4" Type="http://schemas.openxmlformats.org/officeDocument/2006/relationships/image" Target="../media/image33.png"/></Relationships>
</file>

<file path=ppt/slides/_rels/slide22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4.png"/><Relationship Id="rId4" Type="http://schemas.openxmlformats.org/officeDocument/2006/relationships/image" Target="../media/image33.png"/></Relationships>
</file>

<file path=ppt/slides/_rels/slide22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4.png"/><Relationship Id="rId4" Type="http://schemas.openxmlformats.org/officeDocument/2006/relationships/image" Target="../media/image33.png"/></Relationships>
</file>

<file path=ppt/slides/_rels/slide22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94.png"/><Relationship Id="rId4" Type="http://schemas.openxmlformats.org/officeDocument/2006/relationships/image" Target="../media/image33.png"/></Relationships>
</file>

<file path=ppt/slides/_rels/slide224.xml.rels><?xml version="1.0" encoding="UTF-8" standalone="yes"?>
<Relationships xmlns="http://schemas.openxmlformats.org/package/2006/relationships"><Relationship Id="rId8" Type="http://schemas.openxmlformats.org/officeDocument/2006/relationships/image" Target="../media/image102.png"/><Relationship Id="rId13" Type="http://schemas.openxmlformats.org/officeDocument/2006/relationships/image" Target="../media/image105.png"/><Relationship Id="rId3" Type="http://schemas.openxmlformats.org/officeDocument/2006/relationships/image" Target="../media/image97.png"/><Relationship Id="rId7" Type="http://schemas.openxmlformats.org/officeDocument/2006/relationships/image" Target="../media/image101.png"/><Relationship Id="rId12" Type="http://schemas.openxmlformats.org/officeDocument/2006/relationships/image" Target="../media/image33.png"/><Relationship Id="rId2" Type="http://schemas.openxmlformats.org/officeDocument/2006/relationships/image" Target="../media/image41.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100.png"/><Relationship Id="rId11" Type="http://schemas.openxmlformats.org/officeDocument/2006/relationships/image" Target="../media/image104.png"/><Relationship Id="rId5" Type="http://schemas.openxmlformats.org/officeDocument/2006/relationships/image" Target="../media/image99.png"/><Relationship Id="rId15" Type="http://schemas.openxmlformats.org/officeDocument/2006/relationships/image" Target="../media/image107.png"/><Relationship Id="rId10" Type="http://schemas.openxmlformats.org/officeDocument/2006/relationships/image" Target="../media/image103.png"/><Relationship Id="rId4" Type="http://schemas.openxmlformats.org/officeDocument/2006/relationships/image" Target="../media/image98.png"/><Relationship Id="rId9" Type="http://schemas.openxmlformats.org/officeDocument/2006/relationships/image" Target="../media/image82.png"/><Relationship Id="rId14" Type="http://schemas.openxmlformats.org/officeDocument/2006/relationships/image" Target="../media/image106.png"/></Relationships>
</file>

<file path=ppt/slides/_rels/slide2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101.png"/><Relationship Id="rId11" Type="http://schemas.openxmlformats.org/officeDocument/2006/relationships/image" Target="../media/image105.png"/><Relationship Id="rId5" Type="http://schemas.openxmlformats.org/officeDocument/2006/relationships/image" Target="../media/image100.png"/><Relationship Id="rId10" Type="http://schemas.openxmlformats.org/officeDocument/2006/relationships/image" Target="../media/image33.png"/><Relationship Id="rId4" Type="http://schemas.openxmlformats.org/officeDocument/2006/relationships/image" Target="../media/image99.png"/><Relationship Id="rId9" Type="http://schemas.openxmlformats.org/officeDocument/2006/relationships/image" Target="../media/image103.png"/></Relationships>
</file>

<file path=ppt/slides/_rels/slide228.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07.png"/><Relationship Id="rId1" Type="http://schemas.openxmlformats.org/officeDocument/2006/relationships/slideLayout" Target="../slideLayouts/slideLayout1.xml"/><Relationship Id="rId4" Type="http://schemas.openxmlformats.org/officeDocument/2006/relationships/image" Target="../media/image105.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108.png"/></Relationships>
</file>

<file path=ppt/slides/_rels/slide23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4.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81.png"/><Relationship Id="rId5" Type="http://schemas.openxmlformats.org/officeDocument/2006/relationships/image" Target="../media/image82.png"/><Relationship Id="rId4" Type="http://schemas.openxmlformats.org/officeDocument/2006/relationships/image" Target="../media/image102.png"/></Relationships>
</file>

<file path=ppt/slides/_rels/slide23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94.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81.png"/><Relationship Id="rId4" Type="http://schemas.openxmlformats.org/officeDocument/2006/relationships/image" Target="../media/image82.png"/></Relationships>
</file>

<file path=ppt/slides/_rels/slide2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81.png"/><Relationship Id="rId4" Type="http://schemas.openxmlformats.org/officeDocument/2006/relationships/image" Target="../media/image82.png"/></Relationships>
</file>

<file path=ppt/slides/_rels/slide2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39.png"/></Relationships>
</file>

<file path=ppt/slides/_rels/slide23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54.png"/></Relationships>
</file>

<file path=ppt/slides/_rels/slide23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37.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4.png"/><Relationship Id="rId4" Type="http://schemas.openxmlformats.org/officeDocument/2006/relationships/image" Target="../media/image82.png"/></Relationships>
</file>

<file path=ppt/slides/_rels/slide2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54.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34.png"/></Relationships>
</file>

<file path=ppt/slides/_rels/slide2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10.png"/></Relationships>
</file>

<file path=ppt/slides/_rels/slide2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8" Type="http://schemas.openxmlformats.org/officeDocument/2006/relationships/image" Target="../media/image114.svg"/><Relationship Id="rId13" Type="http://schemas.openxmlformats.org/officeDocument/2006/relationships/image" Target="../media/image96.png"/><Relationship Id="rId3" Type="http://schemas.openxmlformats.org/officeDocument/2006/relationships/image" Target="../media/image112.png"/><Relationship Id="rId7" Type="http://schemas.microsoft.com/office/2007/relationships/hdphoto" Target="../media/hdphoto12.wdp"/><Relationship Id="rId12" Type="http://schemas.openxmlformats.org/officeDocument/2006/relationships/image" Target="../media/image95.png"/><Relationship Id="rId2" Type="http://schemas.openxmlformats.org/officeDocument/2006/relationships/image" Target="../media/image111.png"/><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19.png"/><Relationship Id="rId5" Type="http://schemas.openxmlformats.org/officeDocument/2006/relationships/image" Target="../media/image81.png"/><Relationship Id="rId10" Type="http://schemas.openxmlformats.org/officeDocument/2006/relationships/image" Target="../media/image24.png"/><Relationship Id="rId4" Type="http://schemas.openxmlformats.org/officeDocument/2006/relationships/image" Target="../media/image39.png"/><Relationship Id="rId9" Type="http://schemas.openxmlformats.org/officeDocument/2006/relationships/image" Target="../media/image82.png"/><Relationship Id="rId14" Type="http://schemas.microsoft.com/office/2007/relationships/hdphoto" Target="../media/hdphoto10.wdp"/></Relationships>
</file>

<file path=ppt/slides/_rels/slide2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108.png"/><Relationship Id="rId4" Type="http://schemas.openxmlformats.org/officeDocument/2006/relationships/image" Target="../media/image53.png"/></Relationships>
</file>

<file path=ppt/slides/_rels/slide2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26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26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15.png"/><Relationship Id="rId4" Type="http://schemas.microsoft.com/office/2007/relationships/hdphoto" Target="../media/hdphoto13.wdp"/></Relationships>
</file>

<file path=ppt/slides/_rels/slide26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118.png"/><Relationship Id="rId4" Type="http://schemas.openxmlformats.org/officeDocument/2006/relationships/image" Target="../media/image117.png"/></Relationships>
</file>

<file path=ppt/slides/_rels/slide267.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119.png"/><Relationship Id="rId7" Type="http://schemas.openxmlformats.org/officeDocument/2006/relationships/image" Target="../media/image12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21.png"/><Relationship Id="rId5" Type="http://schemas.microsoft.com/office/2007/relationships/hdphoto" Target="../media/hdphoto14.wdp"/><Relationship Id="rId4" Type="http://schemas.openxmlformats.org/officeDocument/2006/relationships/image" Target="../media/image120.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5.png"/><Relationship Id="rId4" Type="http://schemas.openxmlformats.org/officeDocument/2006/relationships/image" Target="../media/image124.png"/></Relationships>
</file>

<file path=ppt/slides/_rels/slide27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1.xml"/><Relationship Id="rId1" Type="http://schemas.openxmlformats.org/officeDocument/2006/relationships/slideLayout" Target="../slideLayouts/slideLayout1.xml"/><Relationship Id="rId5" Type="http://schemas.openxmlformats.org/officeDocument/2006/relationships/image" Target="../media/image125.png"/><Relationship Id="rId4" Type="http://schemas.openxmlformats.org/officeDocument/2006/relationships/image" Target="../media/image124.png"/></Relationships>
</file>

<file path=ppt/slides/_rels/slide279.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90.png"/><Relationship Id="rId7" Type="http://schemas.openxmlformats.org/officeDocument/2006/relationships/image" Target="../media/image129.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10" Type="http://schemas.openxmlformats.org/officeDocument/2006/relationships/image" Target="../media/image112.png"/><Relationship Id="rId4" Type="http://schemas.openxmlformats.org/officeDocument/2006/relationships/image" Target="../media/image126.png"/><Relationship Id="rId9" Type="http://schemas.microsoft.com/office/2007/relationships/hdphoto" Target="../media/hdphoto15.wdp"/></Relationships>
</file>

<file path=ppt/slides/_rels/slide280.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91.png"/><Relationship Id="rId7" Type="http://schemas.openxmlformats.org/officeDocument/2006/relationships/image" Target="../media/image9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4.png"/><Relationship Id="rId5" Type="http://schemas.openxmlformats.org/officeDocument/2006/relationships/image" Target="../media/image45.png"/><Relationship Id="rId10" Type="http://schemas.openxmlformats.org/officeDocument/2006/relationships/image" Target="../media/image93.png"/><Relationship Id="rId4" Type="http://schemas.openxmlformats.org/officeDocument/2006/relationships/image" Target="../media/image33.png"/><Relationship Id="rId9" Type="http://schemas.openxmlformats.org/officeDocument/2006/relationships/image" Target="../media/image54.png"/></Relationships>
</file>

<file path=ppt/slides/_rels/slide281.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90.png"/><Relationship Id="rId7" Type="http://schemas.openxmlformats.org/officeDocument/2006/relationships/image" Target="../media/image9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94.png"/><Relationship Id="rId5" Type="http://schemas.openxmlformats.org/officeDocument/2006/relationships/image" Target="../media/image45.png"/><Relationship Id="rId10" Type="http://schemas.openxmlformats.org/officeDocument/2006/relationships/image" Target="../media/image93.png"/><Relationship Id="rId4" Type="http://schemas.openxmlformats.org/officeDocument/2006/relationships/image" Target="../media/image33.png"/><Relationship Id="rId9" Type="http://schemas.openxmlformats.org/officeDocument/2006/relationships/image" Target="../media/image54.png"/></Relationships>
</file>

<file path=ppt/slides/_rels/slide282.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11.png"/><Relationship Id="rId5" Type="http://schemas.openxmlformats.org/officeDocument/2006/relationships/image" Target="../media/image102.png"/><Relationship Id="rId4" Type="http://schemas.openxmlformats.org/officeDocument/2006/relationships/image" Target="../media/image94.png"/></Relationships>
</file>

<file path=ppt/slides/_rels/slide28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11.png"/><Relationship Id="rId4" Type="http://schemas.openxmlformats.org/officeDocument/2006/relationships/image" Target="../media/image102.png"/></Relationships>
</file>

<file path=ppt/slides/_rels/slide28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11.png"/><Relationship Id="rId5" Type="http://schemas.openxmlformats.org/officeDocument/2006/relationships/image" Target="../media/image102.png"/><Relationship Id="rId4" Type="http://schemas.openxmlformats.org/officeDocument/2006/relationships/image" Target="../media/image94.png"/></Relationships>
</file>

<file path=ppt/slides/_rels/slide28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11.png"/><Relationship Id="rId5" Type="http://schemas.openxmlformats.org/officeDocument/2006/relationships/image" Target="../media/image102.png"/><Relationship Id="rId4" Type="http://schemas.openxmlformats.org/officeDocument/2006/relationships/image" Target="../media/image94.png"/></Relationships>
</file>

<file path=ppt/slides/_rels/slide286.xml.rels><?xml version="1.0" encoding="UTF-8" standalone="yes"?>
<Relationships xmlns="http://schemas.openxmlformats.org/package/2006/relationships"><Relationship Id="rId8" Type="http://schemas.openxmlformats.org/officeDocument/2006/relationships/image" Target="../media/image131.png"/><Relationship Id="rId3" Type="http://schemas.openxmlformats.org/officeDocument/2006/relationships/image" Target="../media/image90.png"/><Relationship Id="rId7" Type="http://schemas.openxmlformats.org/officeDocument/2006/relationships/image" Target="../media/image13.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111.png"/><Relationship Id="rId4" Type="http://schemas.openxmlformats.org/officeDocument/2006/relationships/image" Target="../media/image102.png"/><Relationship Id="rId9" Type="http://schemas.microsoft.com/office/2007/relationships/hdphoto" Target="../media/hdphoto16.wdp"/></Relationships>
</file>

<file path=ppt/slides/_rels/slide28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33.png"/><Relationship Id="rId4" Type="http://schemas.openxmlformats.org/officeDocument/2006/relationships/image" Target="../media/image92.png"/></Relationships>
</file>

<file path=ppt/slides/_rels/slide288.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90.png"/><Relationship Id="rId7" Type="http://schemas.openxmlformats.org/officeDocument/2006/relationships/image" Target="../media/image54.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28.png"/><Relationship Id="rId11" Type="http://schemas.openxmlformats.org/officeDocument/2006/relationships/image" Target="../media/image22.png"/><Relationship Id="rId5" Type="http://schemas.openxmlformats.org/officeDocument/2006/relationships/image" Target="../media/image13.png"/><Relationship Id="rId10" Type="http://schemas.openxmlformats.org/officeDocument/2006/relationships/image" Target="../media/image111.png"/><Relationship Id="rId4" Type="http://schemas.openxmlformats.org/officeDocument/2006/relationships/image" Target="../media/image94.png"/><Relationship Id="rId9" Type="http://schemas.openxmlformats.org/officeDocument/2006/relationships/image" Target="../media/image93.png"/></Relationships>
</file>

<file path=ppt/slides/_rels/slide289.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90.png"/><Relationship Id="rId7" Type="http://schemas.openxmlformats.org/officeDocument/2006/relationships/image" Target="../media/image54.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3.png"/><Relationship Id="rId10" Type="http://schemas.openxmlformats.org/officeDocument/2006/relationships/image" Target="../media/image111.png"/><Relationship Id="rId4" Type="http://schemas.openxmlformats.org/officeDocument/2006/relationships/image" Target="../media/image94.png"/><Relationship Id="rId9" Type="http://schemas.openxmlformats.org/officeDocument/2006/relationships/image" Target="../media/image93.png"/></Relationships>
</file>

<file path=ppt/slides/_rels/slide29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90.png"/><Relationship Id="rId7" Type="http://schemas.openxmlformats.org/officeDocument/2006/relationships/image" Target="../media/image54.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3.png"/><Relationship Id="rId10" Type="http://schemas.openxmlformats.org/officeDocument/2006/relationships/image" Target="../media/image111.png"/><Relationship Id="rId4" Type="http://schemas.openxmlformats.org/officeDocument/2006/relationships/image" Target="../media/image94.png"/><Relationship Id="rId9" Type="http://schemas.openxmlformats.org/officeDocument/2006/relationships/image" Target="../media/image93.png"/></Relationships>
</file>

<file path=ppt/slides/_rels/slide291.xml.rels><?xml version="1.0" encoding="UTF-8" standalone="yes"?>
<Relationships xmlns="http://schemas.openxmlformats.org/package/2006/relationships"><Relationship Id="rId8" Type="http://schemas.openxmlformats.org/officeDocument/2006/relationships/image" Target="../media/image92.png"/><Relationship Id="rId13" Type="http://schemas.microsoft.com/office/2007/relationships/hdphoto" Target="../media/hdphoto16.wdp"/><Relationship Id="rId3" Type="http://schemas.openxmlformats.org/officeDocument/2006/relationships/image" Target="../media/image90.png"/><Relationship Id="rId7" Type="http://schemas.openxmlformats.org/officeDocument/2006/relationships/image" Target="../media/image54.png"/><Relationship Id="rId12" Type="http://schemas.openxmlformats.org/officeDocument/2006/relationships/image" Target="../media/image131.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128.png"/><Relationship Id="rId11" Type="http://schemas.openxmlformats.org/officeDocument/2006/relationships/image" Target="../media/image102.png"/><Relationship Id="rId5" Type="http://schemas.openxmlformats.org/officeDocument/2006/relationships/image" Target="../media/image13.png"/><Relationship Id="rId10" Type="http://schemas.openxmlformats.org/officeDocument/2006/relationships/image" Target="../media/image111.png"/><Relationship Id="rId4" Type="http://schemas.openxmlformats.org/officeDocument/2006/relationships/image" Target="../media/image94.png"/><Relationship Id="rId9" Type="http://schemas.openxmlformats.org/officeDocument/2006/relationships/image" Target="../media/image93.png"/></Relationships>
</file>

<file path=ppt/slides/_rels/slide292.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90.png"/><Relationship Id="rId7"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3.png"/><Relationship Id="rId4" Type="http://schemas.openxmlformats.org/officeDocument/2006/relationships/image" Target="../media/image94.png"/><Relationship Id="rId9" Type="http://schemas.openxmlformats.org/officeDocument/2006/relationships/image" Target="../media/image93.png"/></Relationships>
</file>

<file path=ppt/slides/_rels/slide29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94.png"/></Relationships>
</file>

<file path=ppt/slides/_rels/slide294.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90.png"/><Relationship Id="rId7" Type="http://schemas.openxmlformats.org/officeDocument/2006/relationships/image" Target="../media/image131.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3.png"/><Relationship Id="rId4" Type="http://schemas.openxmlformats.org/officeDocument/2006/relationships/image" Target="../media/image94.png"/></Relationships>
</file>

<file path=ppt/slides/_rels/slide295.xml.rels><?xml version="1.0" encoding="UTF-8" standalone="yes"?>
<Relationships xmlns="http://schemas.openxmlformats.org/package/2006/relationships"><Relationship Id="rId8" Type="http://schemas.openxmlformats.org/officeDocument/2006/relationships/image" Target="../media/image100.png"/><Relationship Id="rId13" Type="http://schemas.openxmlformats.org/officeDocument/2006/relationships/image" Target="../media/image33.png"/><Relationship Id="rId3" Type="http://schemas.openxmlformats.org/officeDocument/2006/relationships/image" Target="../media/image132.png"/><Relationship Id="rId7" Type="http://schemas.openxmlformats.org/officeDocument/2006/relationships/image" Target="../media/image99.png"/><Relationship Id="rId12" Type="http://schemas.openxmlformats.org/officeDocument/2006/relationships/image" Target="../media/image103.png"/><Relationship Id="rId2" Type="http://schemas.openxmlformats.org/officeDocument/2006/relationships/image" Target="../media/image92.png"/><Relationship Id="rId1" Type="http://schemas.openxmlformats.org/officeDocument/2006/relationships/slideLayout" Target="../slideLayouts/slideLayout1.xml"/><Relationship Id="rId6" Type="http://schemas.openxmlformats.org/officeDocument/2006/relationships/image" Target="../media/image98.png"/><Relationship Id="rId11" Type="http://schemas.openxmlformats.org/officeDocument/2006/relationships/image" Target="../media/image82.png"/><Relationship Id="rId5" Type="http://schemas.openxmlformats.org/officeDocument/2006/relationships/image" Target="../media/image41.png"/><Relationship Id="rId10" Type="http://schemas.openxmlformats.org/officeDocument/2006/relationships/image" Target="../media/image102.png"/><Relationship Id="rId4" Type="http://schemas.microsoft.com/office/2007/relationships/hdphoto" Target="../media/hdphoto17.wdp"/><Relationship Id="rId9" Type="http://schemas.openxmlformats.org/officeDocument/2006/relationships/image" Target="../media/image101.png"/><Relationship Id="rId14" Type="http://schemas.openxmlformats.org/officeDocument/2006/relationships/image" Target="../media/image105.png"/></Relationships>
</file>

<file path=ppt/slides/_rels/slide296.xml.rels><?xml version="1.0" encoding="UTF-8" standalone="yes"?>
<Relationships xmlns="http://schemas.openxmlformats.org/package/2006/relationships"><Relationship Id="rId8" Type="http://schemas.openxmlformats.org/officeDocument/2006/relationships/image" Target="../media/image136.png"/><Relationship Id="rId13" Type="http://schemas.microsoft.com/office/2007/relationships/hdphoto" Target="../media/hdphoto12.wdp"/><Relationship Id="rId3" Type="http://schemas.openxmlformats.org/officeDocument/2006/relationships/image" Target="../media/image111.png"/><Relationship Id="rId7" Type="http://schemas.openxmlformats.org/officeDocument/2006/relationships/image" Target="../media/image135.png"/><Relationship Id="rId12" Type="http://schemas.openxmlformats.org/officeDocument/2006/relationships/image" Target="../media/image113.png"/><Relationship Id="rId2" Type="http://schemas.openxmlformats.org/officeDocument/2006/relationships/image" Target="../media/image133.png"/><Relationship Id="rId1" Type="http://schemas.openxmlformats.org/officeDocument/2006/relationships/slideLayout" Target="../slideLayouts/slideLayout1.xml"/><Relationship Id="rId6" Type="http://schemas.openxmlformats.org/officeDocument/2006/relationships/image" Target="../media/image134.png"/><Relationship Id="rId11" Type="http://schemas.openxmlformats.org/officeDocument/2006/relationships/image" Target="../media/image81.png"/><Relationship Id="rId5" Type="http://schemas.openxmlformats.org/officeDocument/2006/relationships/image" Target="../media/image82.png"/><Relationship Id="rId10" Type="http://schemas.openxmlformats.org/officeDocument/2006/relationships/image" Target="../media/image39.png"/><Relationship Id="rId4" Type="http://schemas.openxmlformats.org/officeDocument/2006/relationships/image" Target="../media/image112.png"/><Relationship Id="rId9" Type="http://schemas.microsoft.com/office/2007/relationships/hdphoto" Target="../media/hdphoto18.wdp"/></Relationships>
</file>

<file path=ppt/slides/_rels/slide29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111.png"/><Relationship Id="rId7" Type="http://schemas.openxmlformats.org/officeDocument/2006/relationships/image" Target="../media/image39.png"/><Relationship Id="rId2" Type="http://schemas.openxmlformats.org/officeDocument/2006/relationships/image" Target="../media/image133.png"/><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microsoft.com/office/2007/relationships/hdphoto" Target="../media/hdphoto12.wdp"/><Relationship Id="rId4" Type="http://schemas.openxmlformats.org/officeDocument/2006/relationships/image" Target="../media/image112.png"/><Relationship Id="rId9" Type="http://schemas.openxmlformats.org/officeDocument/2006/relationships/image" Target="../media/image113.png"/></Relationships>
</file>

<file path=ppt/slides/_rels/slide298.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11.png"/><Relationship Id="rId3" Type="http://schemas.openxmlformats.org/officeDocument/2006/relationships/image" Target="../media/image133.png"/><Relationship Id="rId7" Type="http://schemas.openxmlformats.org/officeDocument/2006/relationships/image" Target="../media/image140.svg"/><Relationship Id="rId12" Type="http://schemas.microsoft.com/office/2007/relationships/hdphoto" Target="../media/hdphoto12.wdp"/><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13.png"/><Relationship Id="rId5" Type="http://schemas.openxmlformats.org/officeDocument/2006/relationships/image" Target="../media/image139.png"/><Relationship Id="rId10" Type="http://schemas.openxmlformats.org/officeDocument/2006/relationships/image" Target="../media/image81.png"/><Relationship Id="rId4" Type="http://schemas.openxmlformats.org/officeDocument/2006/relationships/image" Target="../media/image112.png"/><Relationship Id="rId9" Type="http://schemas.openxmlformats.org/officeDocument/2006/relationships/image" Target="../media/image39.png"/></Relationships>
</file>

<file path=ppt/slides/_rels/slide29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30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FE6-B014-6FAC-3373-519CCB9B0175}"/>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2543B5F-460D-4E9C-E040-C095E2B1FC99}"/>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EE8496EF-0B30-4710-5B85-07FF63454698}"/>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6D69B941-92FD-7C79-59EB-C1224458449A}"/>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31CDD4FF-9EDC-1620-9748-C0143F9635F3}"/>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2020E310-2D6F-8F26-7A10-3F8424C498D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3DA275F-A282-A2A4-8A57-DC01D634214E}"/>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53FB2D34-3414-6C63-7254-97220E1989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FE68110F-2F6B-7A33-949A-A690AD41003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AD8CE25B-5D30-C7CF-55ED-25FEB47C50E2}"/>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33D8AA2-02CB-07AE-C031-C32CA2CAAFD7}"/>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8F61A01-0220-69D8-A938-2381E19DBCD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3CAD7A18-4025-3080-E5A2-59383C8136B8}"/>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7" name="グループ化 26">
            <a:extLst>
              <a:ext uri="{FF2B5EF4-FFF2-40B4-BE49-F238E27FC236}">
                <a16:creationId xmlns:a16="http://schemas.microsoft.com/office/drawing/2014/main" id="{455A62B6-58B0-B1B6-4123-69F5F536562C}"/>
              </a:ext>
            </a:extLst>
          </p:cNvPr>
          <p:cNvGrpSpPr/>
          <p:nvPr/>
        </p:nvGrpSpPr>
        <p:grpSpPr>
          <a:xfrm>
            <a:off x="5804185" y="2236437"/>
            <a:ext cx="2876243" cy="553155"/>
            <a:chOff x="5804185" y="2355725"/>
            <a:chExt cx="2876243" cy="350327"/>
          </a:xfrm>
        </p:grpSpPr>
        <p:sp>
          <p:nvSpPr>
            <p:cNvPr id="63" name="四角形: 角を丸くする 62">
              <a:extLst>
                <a:ext uri="{FF2B5EF4-FFF2-40B4-BE49-F238E27FC236}">
                  <a16:creationId xmlns:a16="http://schemas.microsoft.com/office/drawing/2014/main" id="{7BD5785B-2B80-54EB-7D7D-75D3D096516A}"/>
                </a:ext>
              </a:extLst>
            </p:cNvPr>
            <p:cNvSpPr>
              <a:spLocks/>
            </p:cNvSpPr>
            <p:nvPr/>
          </p:nvSpPr>
          <p:spPr>
            <a:xfrm rot="5400000">
              <a:off x="6352028" y="181577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64" name="四角形: 角を丸くする 63">
              <a:extLst>
                <a:ext uri="{FF2B5EF4-FFF2-40B4-BE49-F238E27FC236}">
                  <a16:creationId xmlns:a16="http://schemas.microsoft.com/office/drawing/2014/main" id="{D3D3FA7E-FEA3-F417-B475-0EDD10FF92D4}"/>
                </a:ext>
              </a:extLst>
            </p:cNvPr>
            <p:cNvSpPr>
              <a:spLocks/>
            </p:cNvSpPr>
            <p:nvPr/>
          </p:nvSpPr>
          <p:spPr>
            <a:xfrm rot="5400000">
              <a:off x="7790150" y="1807882"/>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65" name="テキスト ボックス 64">
              <a:extLst>
                <a:ext uri="{FF2B5EF4-FFF2-40B4-BE49-F238E27FC236}">
                  <a16:creationId xmlns:a16="http://schemas.microsoft.com/office/drawing/2014/main" id="{36FB09EB-6639-69E9-E6EB-0E68CAF97F34}"/>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BC5B8703-D14C-BEC9-730C-10F6933D42B8}"/>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3" name="グループ化 2">
            <a:extLst>
              <a:ext uri="{FF2B5EF4-FFF2-40B4-BE49-F238E27FC236}">
                <a16:creationId xmlns:a16="http://schemas.microsoft.com/office/drawing/2014/main" id="{28430169-A079-FDCF-EC3B-227C11618D86}"/>
              </a:ext>
            </a:extLst>
          </p:cNvPr>
          <p:cNvGrpSpPr/>
          <p:nvPr/>
        </p:nvGrpSpPr>
        <p:grpSpPr>
          <a:xfrm>
            <a:off x="3607658" y="4223581"/>
            <a:ext cx="5072769" cy="400110"/>
            <a:chOff x="3607658" y="4447521"/>
            <a:chExt cx="5072769" cy="400110"/>
          </a:xfrm>
        </p:grpSpPr>
        <p:sp>
          <p:nvSpPr>
            <p:cNvPr id="16" name="テキスト ボックス 15">
              <a:extLst>
                <a:ext uri="{FF2B5EF4-FFF2-40B4-BE49-F238E27FC236}">
                  <a16:creationId xmlns:a16="http://schemas.microsoft.com/office/drawing/2014/main" id="{47990F76-2AC0-1625-B3FF-37A5533795DE}"/>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E52BA23D-6ABD-F46A-5402-BA16D503178B}"/>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F7DC84D6-1673-0B56-B0B2-BACEEB28263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59FC57A6-9B38-DFA1-4BD3-A717ADE5B4F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3" name="テキスト ボックス 42">
            <a:extLst>
              <a:ext uri="{FF2B5EF4-FFF2-40B4-BE49-F238E27FC236}">
                <a16:creationId xmlns:a16="http://schemas.microsoft.com/office/drawing/2014/main" id="{369B1169-D3E9-491E-BFE8-BC6A8CDC872A}"/>
              </a:ext>
            </a:extLst>
          </p:cNvPr>
          <p:cNvSpPr txBox="1">
            <a:spLocks/>
          </p:cNvSpPr>
          <p:nvPr/>
        </p:nvSpPr>
        <p:spPr>
          <a:xfrm>
            <a:off x="3607658" y="3275480"/>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20" name="グループ化 19">
            <a:extLst>
              <a:ext uri="{FF2B5EF4-FFF2-40B4-BE49-F238E27FC236}">
                <a16:creationId xmlns:a16="http://schemas.microsoft.com/office/drawing/2014/main" id="{6A27D768-95CA-579E-3A61-96134B360B7C}"/>
              </a:ext>
            </a:extLst>
          </p:cNvPr>
          <p:cNvGrpSpPr>
            <a:grpSpLocks/>
          </p:cNvGrpSpPr>
          <p:nvPr/>
        </p:nvGrpSpPr>
        <p:grpSpPr>
          <a:xfrm rot="5400000">
            <a:off x="7079595" y="2056076"/>
            <a:ext cx="325422" cy="2876243"/>
            <a:chOff x="11000341" y="4022147"/>
            <a:chExt cx="325422" cy="2031812"/>
          </a:xfrm>
        </p:grpSpPr>
        <p:sp>
          <p:nvSpPr>
            <p:cNvPr id="24" name="四角形: 角を丸くする 23">
              <a:extLst>
                <a:ext uri="{FF2B5EF4-FFF2-40B4-BE49-F238E27FC236}">
                  <a16:creationId xmlns:a16="http://schemas.microsoft.com/office/drawing/2014/main" id="{3A76B6AD-C8D5-174D-1540-CC411E607D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A2869DC-716E-A04A-A8F8-6D3B210F1E2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359067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2312959"/>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22358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01329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256603"/>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44" name="グループ化 43">
            <a:extLst>
              <a:ext uri="{FF2B5EF4-FFF2-40B4-BE49-F238E27FC236}">
                <a16:creationId xmlns:a16="http://schemas.microsoft.com/office/drawing/2014/main" id="{9157FD5A-8344-4A3E-0FCF-8C3F21649BE1}"/>
              </a:ext>
            </a:extLst>
          </p:cNvPr>
          <p:cNvGrpSpPr/>
          <p:nvPr/>
        </p:nvGrpSpPr>
        <p:grpSpPr>
          <a:xfrm>
            <a:off x="5804185" y="3223847"/>
            <a:ext cx="2876244" cy="465623"/>
            <a:chOff x="5804185" y="3191072"/>
            <a:chExt cx="2876244" cy="465623"/>
          </a:xfrm>
        </p:grpSpPr>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09495" y="1985762"/>
              <a:ext cx="465623" cy="2876244"/>
              <a:chOff x="10860141" y="4022147"/>
              <a:chExt cx="465623"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0860141" y="4022147"/>
                <a:ext cx="465623"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5880396" y="3231852"/>
              <a:ext cx="2723824" cy="369332"/>
            </a:xfrm>
            <a:prstGeom prst="rect">
              <a:avLst/>
            </a:prstGeom>
            <a:noFill/>
          </p:spPr>
          <p:txBody>
            <a:bodyPr wrap="none" rtlCol="0">
              <a:spAutoFit/>
            </a:bodyPr>
            <a:lstStyle/>
            <a:p>
              <a:pPr algn="ctr"/>
              <a:r>
                <a:rPr kumimoji="1" lang="ja-JP" altLang="en-US">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sz="2400" dirty="0">
                <a:solidFill>
                  <a:schemeClr val="tx2"/>
                </a:solidFill>
                <a:latin typeface="和音 Joyo R" panose="00000500000000000000" pitchFamily="50" charset="-128"/>
                <a:ea typeface="和音 Joyo R" panose="00000500000000000000" pitchFamily="50" charset="-128"/>
              </a:endParaRPr>
            </a:p>
          </p:txBody>
        </p:sp>
      </p:grpSp>
      <p:grpSp>
        <p:nvGrpSpPr>
          <p:cNvPr id="27" name="グループ化 26">
            <a:extLst>
              <a:ext uri="{FF2B5EF4-FFF2-40B4-BE49-F238E27FC236}">
                <a16:creationId xmlns:a16="http://schemas.microsoft.com/office/drawing/2014/main" id="{73FA8A75-A043-1322-9385-AEE05DBE9187}"/>
              </a:ext>
            </a:extLst>
          </p:cNvPr>
          <p:cNvGrpSpPr/>
          <p:nvPr/>
        </p:nvGrpSpPr>
        <p:grpSpPr>
          <a:xfrm>
            <a:off x="5804185" y="2236437"/>
            <a:ext cx="2876243" cy="553155"/>
            <a:chOff x="5804185" y="2355725"/>
            <a:chExt cx="2876243" cy="350327"/>
          </a:xfrm>
        </p:grpSpPr>
        <p:sp>
          <p:nvSpPr>
            <p:cNvPr id="29" name="四角形: 角を丸くする 28">
              <a:extLst>
                <a:ext uri="{FF2B5EF4-FFF2-40B4-BE49-F238E27FC236}">
                  <a16:creationId xmlns:a16="http://schemas.microsoft.com/office/drawing/2014/main" id="{3986EB50-F890-460E-8367-8A989A76C3E7}"/>
                </a:ext>
              </a:extLst>
            </p:cNvPr>
            <p:cNvSpPr>
              <a:spLocks/>
            </p:cNvSpPr>
            <p:nvPr/>
          </p:nvSpPr>
          <p:spPr>
            <a:xfrm rot="5400000">
              <a:off x="6352028" y="1815774"/>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30" name="四角形: 角を丸くする 29">
              <a:extLst>
                <a:ext uri="{FF2B5EF4-FFF2-40B4-BE49-F238E27FC236}">
                  <a16:creationId xmlns:a16="http://schemas.microsoft.com/office/drawing/2014/main" id="{A2A2D930-8E24-95E1-764C-7C5D2C48A479}"/>
                </a:ext>
              </a:extLst>
            </p:cNvPr>
            <p:cNvSpPr>
              <a:spLocks/>
            </p:cNvSpPr>
            <p:nvPr/>
          </p:nvSpPr>
          <p:spPr>
            <a:xfrm rot="5400000">
              <a:off x="7790150" y="1807882"/>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40" name="テキスト ボックス 39">
              <a:extLst>
                <a:ext uri="{FF2B5EF4-FFF2-40B4-BE49-F238E27FC236}">
                  <a16:creationId xmlns:a16="http://schemas.microsoft.com/office/drawing/2014/main" id="{0FA8A451-C319-7DC0-0ABF-E7ED054FE241}"/>
                </a:ext>
              </a:extLst>
            </p:cNvPr>
            <p:cNvSpPr txBox="1">
              <a:spLocks/>
            </p:cNvSpPr>
            <p:nvPr/>
          </p:nvSpPr>
          <p:spPr>
            <a:xfrm>
              <a:off x="7347302" y="2400243"/>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42" name="テキスト ボックス 41">
              <a:extLst>
                <a:ext uri="{FF2B5EF4-FFF2-40B4-BE49-F238E27FC236}">
                  <a16:creationId xmlns:a16="http://schemas.microsoft.com/office/drawing/2014/main" id="{D9D77953-60B9-1B65-F98B-6CADC5632DFF}"/>
                </a:ext>
              </a:extLst>
            </p:cNvPr>
            <p:cNvSpPr txBox="1">
              <a:spLocks/>
            </p:cNvSpPr>
            <p:nvPr/>
          </p:nvSpPr>
          <p:spPr>
            <a:xfrm>
              <a:off x="5905128" y="2408136"/>
              <a:ext cx="1236237" cy="253400"/>
            </a:xfrm>
            <a:prstGeom prst="rect">
              <a:avLst/>
            </a:prstGeom>
            <a:noFill/>
          </p:spPr>
          <p:txBody>
            <a:bodyPr wrap="none" rtlCol="0">
              <a:spAutoFit/>
            </a:bodyPr>
            <a:lstStyle/>
            <a:p>
              <a:pPr algn="ctr"/>
              <a:r>
                <a:rPr kumimoji="1" lang="ja-JP" altLang="en-US" sz="20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sz="2800"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chemeClr val="accent6">
                  <a:lumMod val="60000"/>
                  <a:lumOff val="40000"/>
                </a:schemeClr>
              </a:gs>
              <a:gs pos="97000">
                <a:schemeClr val="accent6">
                  <a:lumMod val="60000"/>
                  <a:lumOff val="40000"/>
                </a:scheme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br>
              <a:rPr kumimoji="1" lang="en-US" altLang="ja-JP" sz="2400">
                <a:latin typeface="原稿用標準書体" panose="03000503000000000000" pitchFamily="66" charset="-128"/>
                <a:ea typeface="原稿用標準書体" panose="03000503000000000000" pitchFamily="66" charset="-128"/>
              </a:rPr>
            </a:b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pic>
        <p:nvPicPr>
          <p:cNvPr id="14" name="図 13">
            <a:extLst>
              <a:ext uri="{FF2B5EF4-FFF2-40B4-BE49-F238E27FC236}">
                <a16:creationId xmlns:a16="http://schemas.microsoft.com/office/drawing/2014/main" id="{73597B8F-545A-3199-61FE-A1D523CA2157}"/>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rcRect t="54981" r="53499"/>
          <a:stretch>
            <a:fillRect/>
          </a:stretch>
        </p:blipFill>
        <p:spPr>
          <a:xfrm>
            <a:off x="2655022" y="3607963"/>
            <a:ext cx="1289462" cy="1248348"/>
          </a:xfrm>
          <a:prstGeom prst="rect">
            <a:avLst/>
          </a:prstGeom>
        </p:spPr>
      </p:pic>
      <p:pic>
        <p:nvPicPr>
          <p:cNvPr id="16" name="図 15">
            <a:extLst>
              <a:ext uri="{FF2B5EF4-FFF2-40B4-BE49-F238E27FC236}">
                <a16:creationId xmlns:a16="http://schemas.microsoft.com/office/drawing/2014/main" id="{F017C5C1-77F7-F10D-2DE4-8CFAB5C79056}"/>
              </a:ext>
            </a:extLst>
          </p:cNvPr>
          <p:cNvPicPr>
            <a:picLocks noChangeAspect="1"/>
          </p:cNvPicPr>
          <p:nvPr/>
        </p:nvPicPr>
        <p:blipFill>
          <a:blip r:embed="rId8">
            <a:duotone>
              <a:prstClr val="black"/>
              <a:schemeClr val="tx2">
                <a:tint val="45000"/>
                <a:satMod val="400000"/>
              </a:schemeClr>
            </a:duotone>
            <a:alphaModFix/>
            <a:extLst>
              <a:ext uri="{28A0092B-C50C-407E-A947-70E740481C1C}">
                <a14:useLocalDpi xmlns:a14="http://schemas.microsoft.com/office/drawing/2010/main" val="0"/>
              </a:ext>
            </a:extLst>
          </a:blip>
          <a:stretch>
            <a:fillRect/>
          </a:stretch>
        </p:blipFill>
        <p:spPr>
          <a:xfrm rot="267255">
            <a:off x="3169989" y="3851814"/>
            <a:ext cx="743414" cy="764423"/>
          </a:xfrm>
          <a:prstGeom prst="rect">
            <a:avLst/>
          </a:prstGeom>
        </p:spPr>
      </p:pic>
      <p:sp>
        <p:nvSpPr>
          <p:cNvPr id="18" name="フローチャート: 手作業 20">
            <a:extLst>
              <a:ext uri="{FF2B5EF4-FFF2-40B4-BE49-F238E27FC236}">
                <a16:creationId xmlns:a16="http://schemas.microsoft.com/office/drawing/2014/main" id="{F29D7C01-3738-BF52-FC95-857E685C3B25}"/>
              </a:ext>
            </a:extLst>
          </p:cNvPr>
          <p:cNvSpPr/>
          <p:nvPr/>
        </p:nvSpPr>
        <p:spPr>
          <a:xfrm>
            <a:off x="1141283" y="5163138"/>
            <a:ext cx="3701306" cy="607714"/>
          </a:xfrm>
          <a:prstGeom prst="parallelogram">
            <a:avLst/>
          </a:prstGeom>
          <a:solidFill>
            <a:srgbClr val="7C559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 name="二等辺三角形 23">
            <a:extLst>
              <a:ext uri="{FF2B5EF4-FFF2-40B4-BE49-F238E27FC236}">
                <a16:creationId xmlns:a16="http://schemas.microsoft.com/office/drawing/2014/main" id="{9045121A-9D05-D2B1-641B-8CF30E68BF85}"/>
              </a:ext>
            </a:extLst>
          </p:cNvPr>
          <p:cNvSpPr/>
          <p:nvPr/>
        </p:nvSpPr>
        <p:spPr>
          <a:xfrm rot="5400000">
            <a:off x="2770792" y="5276354"/>
            <a:ext cx="442288" cy="38128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5" name="グループ化 24">
            <a:extLst>
              <a:ext uri="{FF2B5EF4-FFF2-40B4-BE49-F238E27FC236}">
                <a16:creationId xmlns:a16="http://schemas.microsoft.com/office/drawing/2014/main" id="{175CEA2B-C605-BF54-3E10-7FE7E5B55B4C}"/>
              </a:ext>
            </a:extLst>
          </p:cNvPr>
          <p:cNvGrpSpPr/>
          <p:nvPr/>
        </p:nvGrpSpPr>
        <p:grpSpPr>
          <a:xfrm>
            <a:off x="10097949" y="311312"/>
            <a:ext cx="543740" cy="615897"/>
            <a:chOff x="9413202" y="1214767"/>
            <a:chExt cx="543740" cy="615897"/>
          </a:xfrm>
        </p:grpSpPr>
        <p:sp>
          <p:nvSpPr>
            <p:cNvPr id="26" name="楕円 25">
              <a:extLst>
                <a:ext uri="{FF2B5EF4-FFF2-40B4-BE49-F238E27FC236}">
                  <a16:creationId xmlns:a16="http://schemas.microsoft.com/office/drawing/2014/main" id="{6CD20AAE-BCF2-354D-577B-B991BE74DBDE}"/>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09933C90-9F31-717D-882C-1D7605FBBE23}"/>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29" name="図 28">
            <a:extLst>
              <a:ext uri="{FF2B5EF4-FFF2-40B4-BE49-F238E27FC236}">
                <a16:creationId xmlns:a16="http://schemas.microsoft.com/office/drawing/2014/main" id="{E2DFD79F-B345-E2A1-6B2D-D433BD71E73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181909" y="319342"/>
            <a:ext cx="422491" cy="422491"/>
          </a:xfrm>
          <a:prstGeom prst="rect">
            <a:avLst/>
          </a:prstGeom>
        </p:spPr>
      </p:pic>
      <p:grpSp>
        <p:nvGrpSpPr>
          <p:cNvPr id="32" name="グループ化 31">
            <a:extLst>
              <a:ext uri="{FF2B5EF4-FFF2-40B4-BE49-F238E27FC236}">
                <a16:creationId xmlns:a16="http://schemas.microsoft.com/office/drawing/2014/main" id="{EC603D14-4969-E645-4E52-3CC040653D42}"/>
              </a:ext>
            </a:extLst>
          </p:cNvPr>
          <p:cNvGrpSpPr/>
          <p:nvPr/>
        </p:nvGrpSpPr>
        <p:grpSpPr>
          <a:xfrm>
            <a:off x="8815046" y="6041564"/>
            <a:ext cx="543740" cy="615897"/>
            <a:chOff x="9413202" y="1214767"/>
            <a:chExt cx="543740" cy="615897"/>
          </a:xfrm>
        </p:grpSpPr>
        <p:sp>
          <p:nvSpPr>
            <p:cNvPr id="33" name="楕円 32">
              <a:extLst>
                <a:ext uri="{FF2B5EF4-FFF2-40B4-BE49-F238E27FC236}">
                  <a16:creationId xmlns:a16="http://schemas.microsoft.com/office/drawing/2014/main" id="{CC84366F-DF1D-F6D2-BF40-0329D2259BA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E4B31CB1-E5E0-56E2-7AA3-B37FE5679B9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35" name="図 34">
            <a:extLst>
              <a:ext uri="{FF2B5EF4-FFF2-40B4-BE49-F238E27FC236}">
                <a16:creationId xmlns:a16="http://schemas.microsoft.com/office/drawing/2014/main" id="{A52152BB-290C-D93F-E763-1A8777DA1F96}"/>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8899006" y="6049594"/>
            <a:ext cx="422491" cy="422491"/>
          </a:xfrm>
          <a:prstGeom prst="rect">
            <a:avLst/>
          </a:prstGeom>
        </p:spPr>
      </p:pic>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0EA41B9-52A9-7F7C-E34C-A9DF4800C440}"/>
            </a:ext>
          </a:extLst>
        </p:cNvPr>
        <p:cNvGrpSpPr/>
        <p:nvPr/>
      </p:nvGrpSpPr>
      <p:grpSpPr>
        <a:xfrm>
          <a:off x="0" y="0"/>
          <a:ext cx="0" cy="0"/>
          <a:chOff x="0" y="0"/>
          <a:chExt cx="0" cy="0"/>
        </a:xfrm>
      </p:grpSpPr>
      <p:grpSp>
        <p:nvGrpSpPr>
          <p:cNvPr id="118" name="グループ化 117">
            <a:extLst>
              <a:ext uri="{FF2B5EF4-FFF2-40B4-BE49-F238E27FC236}">
                <a16:creationId xmlns:a16="http://schemas.microsoft.com/office/drawing/2014/main" id="{1D60226D-29CD-8124-0D5D-AB2D414352F7}"/>
              </a:ext>
            </a:extLst>
          </p:cNvPr>
          <p:cNvGrpSpPr/>
          <p:nvPr/>
        </p:nvGrpSpPr>
        <p:grpSpPr>
          <a:xfrm>
            <a:off x="5667384" y="2741078"/>
            <a:ext cx="1074210" cy="1071280"/>
            <a:chOff x="5506559" y="2288793"/>
            <a:chExt cx="1074210" cy="1071280"/>
          </a:xfrm>
        </p:grpSpPr>
        <p:pic>
          <p:nvPicPr>
            <p:cNvPr id="107" name="図 106">
              <a:extLst>
                <a:ext uri="{FF2B5EF4-FFF2-40B4-BE49-F238E27FC236}">
                  <a16:creationId xmlns:a16="http://schemas.microsoft.com/office/drawing/2014/main" id="{4CC358A7-F4C2-BF42-1FD5-C6CE05EB8B32}"/>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EE418D84-F450-6C76-AD2E-132F150DD85D}"/>
                </a:ext>
              </a:extLst>
            </p:cNvPr>
            <p:cNvPicPr>
              <a:picLocks noChangeAspect="1"/>
            </p:cNvPicPr>
            <p:nvPr/>
          </p:nvPicPr>
          <p:blipFill>
            <a:blip r:embed="rId3">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sp>
        <p:nvSpPr>
          <p:cNvPr id="195" name="楕円 194">
            <a:extLst>
              <a:ext uri="{FF2B5EF4-FFF2-40B4-BE49-F238E27FC236}">
                <a16:creationId xmlns:a16="http://schemas.microsoft.com/office/drawing/2014/main" id="{29E762D4-9E5F-B9EA-8782-6C23C2D74592}"/>
              </a:ext>
            </a:extLst>
          </p:cNvPr>
          <p:cNvSpPr/>
          <p:nvPr/>
        </p:nvSpPr>
        <p:spPr>
          <a:xfrm>
            <a:off x="5676478" y="4951118"/>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四角形: 角を丸くする 125">
            <a:extLst>
              <a:ext uri="{FF2B5EF4-FFF2-40B4-BE49-F238E27FC236}">
                <a16:creationId xmlns:a16="http://schemas.microsoft.com/office/drawing/2014/main" id="{62DADA60-A2A5-D2D4-52C8-BBCF41860E4E}"/>
              </a:ext>
            </a:extLst>
          </p:cNvPr>
          <p:cNvSpPr/>
          <p:nvPr/>
        </p:nvSpPr>
        <p:spPr>
          <a:xfrm>
            <a:off x="5788290" y="5050172"/>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E5983C79-2450-FB2A-E0F5-930C43CF82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994028"/>
            <a:ext cx="839911" cy="839911"/>
          </a:xfrm>
          <a:prstGeom prst="rect">
            <a:avLst/>
          </a:prstGeom>
        </p:spPr>
      </p:pic>
      <p:grpSp>
        <p:nvGrpSpPr>
          <p:cNvPr id="120" name="グループ化 119">
            <a:extLst>
              <a:ext uri="{FF2B5EF4-FFF2-40B4-BE49-F238E27FC236}">
                <a16:creationId xmlns:a16="http://schemas.microsoft.com/office/drawing/2014/main" id="{439F0436-CE77-2FF0-4A2B-CD3E71103771}"/>
              </a:ext>
            </a:extLst>
          </p:cNvPr>
          <p:cNvGrpSpPr/>
          <p:nvPr/>
        </p:nvGrpSpPr>
        <p:grpSpPr>
          <a:xfrm>
            <a:off x="5654879" y="3835899"/>
            <a:ext cx="1099221" cy="1076252"/>
            <a:chOff x="5494054" y="3310690"/>
            <a:chExt cx="1099221" cy="1076252"/>
          </a:xfrm>
        </p:grpSpPr>
        <p:pic>
          <p:nvPicPr>
            <p:cNvPr id="94" name="図 93">
              <a:extLst>
                <a:ext uri="{FF2B5EF4-FFF2-40B4-BE49-F238E27FC236}">
                  <a16:creationId xmlns:a16="http://schemas.microsoft.com/office/drawing/2014/main" id="{7A251950-3AD0-2E7D-4342-651C2A7DFDA0}"/>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32719D9A-F321-8BBA-EBB1-CD12709FC184}"/>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21" name="グループ化 120">
            <a:extLst>
              <a:ext uri="{FF2B5EF4-FFF2-40B4-BE49-F238E27FC236}">
                <a16:creationId xmlns:a16="http://schemas.microsoft.com/office/drawing/2014/main" id="{4215B00A-4341-4B42-B762-0424011258D0}"/>
              </a:ext>
            </a:extLst>
          </p:cNvPr>
          <p:cNvGrpSpPr/>
          <p:nvPr/>
        </p:nvGrpSpPr>
        <p:grpSpPr>
          <a:xfrm>
            <a:off x="5633440" y="4935692"/>
            <a:ext cx="1142099" cy="1118234"/>
            <a:chOff x="5472615" y="4313392"/>
            <a:chExt cx="1142099" cy="1118234"/>
          </a:xfrm>
        </p:grpSpPr>
        <p:pic>
          <p:nvPicPr>
            <p:cNvPr id="109" name="図 108">
              <a:extLst>
                <a:ext uri="{FF2B5EF4-FFF2-40B4-BE49-F238E27FC236}">
                  <a16:creationId xmlns:a16="http://schemas.microsoft.com/office/drawing/2014/main" id="{87631BEC-DB88-2B95-F12A-3CF937E000EA}"/>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6B71709F-20A5-D64E-DD2E-A8ADB39F6876}"/>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2CA966FA-2AF5-28D5-BA6D-7ED265678F05}"/>
              </a:ext>
            </a:extLst>
          </p:cNvPr>
          <p:cNvGrpSpPr/>
          <p:nvPr/>
        </p:nvGrpSpPr>
        <p:grpSpPr>
          <a:xfrm>
            <a:off x="5450578" y="3304006"/>
            <a:ext cx="442253" cy="442253"/>
            <a:chOff x="4148632" y="2798340"/>
            <a:chExt cx="554882" cy="554882"/>
          </a:xfrm>
        </p:grpSpPr>
        <p:sp>
          <p:nvSpPr>
            <p:cNvPr id="166" name="楕円 165">
              <a:extLst>
                <a:ext uri="{FF2B5EF4-FFF2-40B4-BE49-F238E27FC236}">
                  <a16:creationId xmlns:a16="http://schemas.microsoft.com/office/drawing/2014/main" id="{B2D405DC-C61B-62AA-4A79-E4ADCF4E544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256BAF0F-4803-36E3-07C7-B6D82B81ADA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C5E0B5AB-90F6-AB0B-FC8C-A411B8748426}"/>
              </a:ext>
            </a:extLst>
          </p:cNvPr>
          <p:cNvGrpSpPr/>
          <p:nvPr/>
        </p:nvGrpSpPr>
        <p:grpSpPr>
          <a:xfrm>
            <a:off x="5450578" y="4418955"/>
            <a:ext cx="442253" cy="442253"/>
            <a:chOff x="4148632" y="2798340"/>
            <a:chExt cx="554882" cy="554882"/>
          </a:xfrm>
        </p:grpSpPr>
        <p:sp>
          <p:nvSpPr>
            <p:cNvPr id="169" name="楕円 168">
              <a:extLst>
                <a:ext uri="{FF2B5EF4-FFF2-40B4-BE49-F238E27FC236}">
                  <a16:creationId xmlns:a16="http://schemas.microsoft.com/office/drawing/2014/main" id="{6A4CD553-1F5B-0FE0-05EC-9A1091882716}"/>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3AA5CC41-F610-AC54-5D4A-E9DA401CA92C}"/>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1026574-B61E-BED4-131E-58830E781E3B}"/>
              </a:ext>
            </a:extLst>
          </p:cNvPr>
          <p:cNvGrpSpPr/>
          <p:nvPr/>
        </p:nvGrpSpPr>
        <p:grpSpPr>
          <a:xfrm>
            <a:off x="5412768" y="5533903"/>
            <a:ext cx="530916" cy="442253"/>
            <a:chOff x="4101194" y="2798340"/>
            <a:chExt cx="666125" cy="554882"/>
          </a:xfrm>
        </p:grpSpPr>
        <p:sp>
          <p:nvSpPr>
            <p:cNvPr id="172" name="楕円 171">
              <a:extLst>
                <a:ext uri="{FF2B5EF4-FFF2-40B4-BE49-F238E27FC236}">
                  <a16:creationId xmlns:a16="http://schemas.microsoft.com/office/drawing/2014/main" id="{85761D07-04F9-EA86-E34F-FE452D48F0E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43839E09-0F8B-0297-D248-BFCC35708C00}"/>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 name="グループ化 9">
            <a:extLst>
              <a:ext uri="{FF2B5EF4-FFF2-40B4-BE49-F238E27FC236}">
                <a16:creationId xmlns:a16="http://schemas.microsoft.com/office/drawing/2014/main" id="{51C9FF0F-D82D-C1FF-CCEC-595E78148EE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8B02EFA-F05D-D370-35AC-AB7CE56BFFC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64A6C58B-523A-12B7-8A6B-1361E9FB50FC}"/>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ADE3786-152A-0ED9-9735-838C251E16C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C32758D-0F30-2573-D2F1-FB5F0D4352F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7E10941-1C92-5402-5746-233EC2E2C7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3C8F93-2B54-F780-2EB9-5E0AF664DF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7F10098-93C1-6D0B-E1AE-437BD5647D7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1A9EE680-AD41-06FC-27E4-1733DFB10B12}"/>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141838BB-9F99-9CD0-EA64-E7C6171E910B}"/>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F186E985-6904-3634-B1A5-672628D824DC}"/>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A6C94845-C571-06D0-E0D1-34F5A8078335}"/>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solidFill>
                  <a:srgbClr val="FF00FF"/>
                </a:solidFill>
                <a:latin typeface="原稿用標準書体" panose="03000503000000000000" pitchFamily="66" charset="-128"/>
                <a:ea typeface="原稿用標準書体" panose="03000503000000000000" pitchFamily="66" charset="-128"/>
              </a:rPr>
              <a:t>強化</a:t>
            </a:r>
            <a:r>
              <a:rPr lang="en-US" altLang="ja-JP" sz="2400">
                <a:solidFill>
                  <a:srgbClr val="FF00FF"/>
                </a:solidFill>
                <a:latin typeface="原稿用標準書体" panose="03000503000000000000" pitchFamily="66" charset="-128"/>
                <a:ea typeface="原稿用標準書体" panose="03000503000000000000" pitchFamily="66" charset="-128"/>
              </a:rPr>
              <a:t>LvMAX</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C191F54E-B75A-2094-6BB8-E4B24C755C29}"/>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5654944E-A5D9-7662-8443-11D669BB40E1}"/>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831D687E-400E-9281-6662-3EBDAB4FB827}"/>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8511BC5A-78B1-5928-7704-6E9855C0C3E3}"/>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63AFFB1A-C83F-A1C2-7C66-B294FBC41399}"/>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2ED3030D-9384-7837-3C16-C4FD7FA27243}"/>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8898B876-EFD4-07DC-3CB9-62FB4074B30E}"/>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77F2FD88-1FD1-D991-D5B7-A6BB66D9B0E4}"/>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C393CBD-605C-A2F8-1897-3031CC5C36FE}"/>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8C38DC59-5DDA-B83B-A1BA-4A239AF1BC3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C8619A75-06B7-9551-1F28-6CBE6FEFB36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DABA67EE-0EFE-B5B4-4E88-42129C93C40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838C728-E5D6-D8D2-720E-D02707552A31}"/>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E9D1A16C-B755-FF13-30C7-29763F06C6F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EEBACE6B-1C46-887B-A874-C76E88239E3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3A9A92A1-6F6A-20D2-4F10-A01856DD4C40}"/>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FD7AC1FA-DE7C-0CED-C8CF-1DC7A7F8356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F20F250D-83DA-BD29-4D64-B9A593F7F0B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E4D33088-0756-AB75-5AAE-C7BA3AAC7746}"/>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15612C10-858A-9C00-C94E-C6C0E25E7C3E}"/>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7181ADEA-5676-15B7-6F89-C118F1102D1B}"/>
                </a:ext>
              </a:extLst>
            </p:cNvPr>
            <p:cNvPicPr>
              <a:picLocks noChangeAspect="1"/>
            </p:cNvPicPr>
            <p:nvPr/>
          </p:nvPicPr>
          <p:blipFill>
            <a:blip r:embed="rId2">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7300F25A-F24C-5251-511B-49C28617D513}"/>
                </a:ext>
              </a:extLst>
            </p:cNvPr>
            <p:cNvPicPr>
              <a:picLocks noChangeAspect="1"/>
            </p:cNvPicPr>
            <p:nvPr/>
          </p:nvPicPr>
          <p:blipFill>
            <a:blip r:embed="rId2">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0D1C90D5-8A92-EDD6-3A49-DA9EC91D9AE9}"/>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1CB5A074-758A-D17D-CDA0-A23EDD14B6EF}"/>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FCEC806E-5911-DC07-A934-EE23F4E41EA6}"/>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B8ACF25-55F9-BB4F-7FE9-A49C1DE870F5}"/>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9B42D395-506E-F4FA-5601-202ACF17CA82}"/>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D4586CBA-092F-0891-F7FD-26F4965E9508}"/>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3635DA35-0E39-C70D-A45C-25B1E1D90E29}"/>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A8C7EF46-E889-7202-DB3E-E8D43100FD45}"/>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D561E46F-3DA0-8112-3342-27A5850BEB74}"/>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A7D755C9-FE47-9D8C-8285-1B8279107C09}"/>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438FC499-770F-3F3A-B921-8B1F23858B61}"/>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85AFE7F1-DD19-39B8-AA29-6DD875CA7E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DDDA859F-0B2F-0E71-2229-A6936A616505}"/>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2" name="図 21">
            <a:extLst>
              <a:ext uri="{FF2B5EF4-FFF2-40B4-BE49-F238E27FC236}">
                <a16:creationId xmlns:a16="http://schemas.microsoft.com/office/drawing/2014/main" id="{F9A2E31A-EC47-3CB4-7333-55C8ABA5803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E423A127-5026-7BA7-F805-DA47596D7550}"/>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8EB8A8F9-1EB8-0B2B-66A6-B170EB8B0CB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AC17CB94-AF4A-214E-A691-1332C9A3CA0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43" name="テキスト ボックス 42">
            <a:extLst>
              <a:ext uri="{FF2B5EF4-FFF2-40B4-BE49-F238E27FC236}">
                <a16:creationId xmlns:a16="http://schemas.microsoft.com/office/drawing/2014/main" id="{CEF20DB3-BA61-FD10-C3B9-B773113C5C1E}"/>
              </a:ext>
            </a:extLst>
          </p:cNvPr>
          <p:cNvSpPr txBox="1"/>
          <p:nvPr/>
        </p:nvSpPr>
        <p:spPr>
          <a:xfrm>
            <a:off x="9039338" y="3651102"/>
            <a:ext cx="1467068" cy="400110"/>
          </a:xfrm>
          <a:prstGeom prst="rect">
            <a:avLst/>
          </a:prstGeom>
          <a:noFill/>
        </p:spPr>
        <p:txBody>
          <a:bodyPr wrap="none" rtlCol="0">
            <a:spAutoFit/>
          </a:bodyPr>
          <a:lstStyle/>
          <a:p>
            <a:r>
              <a:rPr kumimoji="1" lang="en-US" altLang="ja-JP" sz="20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DROP</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FC103807-5843-C7D1-1A8E-6044909BD030}"/>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404E6907-B1CD-4BFC-2C84-D3702FCEE9F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AC72D85B-5A1D-236B-705C-392E7B0ED86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5AF5BFE8-4164-6D8B-BCEC-D1A537727A2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3" name="図 12">
            <a:extLst>
              <a:ext uri="{FF2B5EF4-FFF2-40B4-BE49-F238E27FC236}">
                <a16:creationId xmlns:a16="http://schemas.microsoft.com/office/drawing/2014/main" id="{2F366A9E-75D2-85E1-F3B9-62296D5F68A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01947" y="3334189"/>
            <a:ext cx="521884" cy="710808"/>
          </a:xfrm>
          <a:prstGeom prst="rect">
            <a:avLst/>
          </a:prstGeom>
        </p:spPr>
      </p:pic>
    </p:spTree>
    <p:extLst>
      <p:ext uri="{BB962C8B-B14F-4D97-AF65-F5344CB8AC3E}">
        <p14:creationId xmlns:p14="http://schemas.microsoft.com/office/powerpoint/2010/main" val="277863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四角形: 角を丸くする 126">
              <a:extLst>
                <a:ext uri="{FF2B5EF4-FFF2-40B4-BE49-F238E27FC236}">
                  <a16:creationId xmlns:a16="http://schemas.microsoft.com/office/drawing/2014/main" id="{C8C7F5E2-6509-827B-C6CB-70401DCE526E}"/>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6107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テキスト ボックス 72">
            <a:extLst>
              <a:ext uri="{FF2B5EF4-FFF2-40B4-BE49-F238E27FC236}">
                <a16:creationId xmlns:a16="http://schemas.microsoft.com/office/drawing/2014/main" id="{E5D7D78F-B0B7-4F77-53C6-82E1B4ECA013}"/>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4" name="グループ化 73">
            <a:extLst>
              <a:ext uri="{FF2B5EF4-FFF2-40B4-BE49-F238E27FC236}">
                <a16:creationId xmlns:a16="http://schemas.microsoft.com/office/drawing/2014/main" id="{2E92E9B7-20A2-A0EB-8724-ECC3891B82DA}"/>
              </a:ext>
            </a:extLst>
          </p:cNvPr>
          <p:cNvGrpSpPr/>
          <p:nvPr/>
        </p:nvGrpSpPr>
        <p:grpSpPr>
          <a:xfrm>
            <a:off x="7029630" y="1349900"/>
            <a:ext cx="1340760" cy="2476317"/>
            <a:chOff x="6757185" y="1821181"/>
            <a:chExt cx="1196129" cy="2209191"/>
          </a:xfrm>
        </p:grpSpPr>
        <p:grpSp>
          <p:nvGrpSpPr>
            <p:cNvPr id="77" name="グループ化 76">
              <a:extLst>
                <a:ext uri="{FF2B5EF4-FFF2-40B4-BE49-F238E27FC236}">
                  <a16:creationId xmlns:a16="http://schemas.microsoft.com/office/drawing/2014/main" id="{8E9AF024-EB55-9A4C-AE55-0DFDADE0CCFF}"/>
                </a:ext>
              </a:extLst>
            </p:cNvPr>
            <p:cNvGrpSpPr/>
            <p:nvPr/>
          </p:nvGrpSpPr>
          <p:grpSpPr>
            <a:xfrm>
              <a:off x="6807560" y="1821181"/>
              <a:ext cx="1114968" cy="2209191"/>
              <a:chOff x="7405698" y="1658876"/>
              <a:chExt cx="1145519" cy="2269724"/>
            </a:xfrm>
          </p:grpSpPr>
          <p:sp>
            <p:nvSpPr>
              <p:cNvPr id="98" name="四角形: 角を丸くする 97">
                <a:extLst>
                  <a:ext uri="{FF2B5EF4-FFF2-40B4-BE49-F238E27FC236}">
                    <a16:creationId xmlns:a16="http://schemas.microsoft.com/office/drawing/2014/main" id="{D0F67E0E-1233-3434-961C-DDA18FBD4C9B}"/>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048D3817-7207-D306-AD98-16C63F4534AA}"/>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78" name="図 77">
              <a:extLst>
                <a:ext uri="{FF2B5EF4-FFF2-40B4-BE49-F238E27FC236}">
                  <a16:creationId xmlns:a16="http://schemas.microsoft.com/office/drawing/2014/main" id="{0871397E-7913-23A5-6EA4-6124B72F619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79" name="テキスト ボックス 78">
              <a:extLst>
                <a:ext uri="{FF2B5EF4-FFF2-40B4-BE49-F238E27FC236}">
                  <a16:creationId xmlns:a16="http://schemas.microsoft.com/office/drawing/2014/main" id="{A3D32142-9AFC-FF40-EF45-CA148394AA44}"/>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34461044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EB0DEE5-06C8-C1C3-3D51-6E14660F325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7C6A9F7-285F-35A9-05F4-D62423E535F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95A48BCC-C5D7-1B4C-39CD-4CFE1B57434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9CA6D3EB-2DB9-4860-4EDB-290C2F9BECEA}"/>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F68CCA8F-2BA1-7534-906A-C4CBA651A0E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3B7C63E-E814-07A5-0875-F01814979C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E2CBA2C-528B-27B1-5A3E-A7DD1E63016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DCD5B53-4CE7-38B2-4B82-09EF2928FD69}"/>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320E8BF6-DC22-85D9-2B6C-FC5171A8D9DA}"/>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DB42E9E-1A0B-3484-D88A-BD6AF58077C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4A7C5BE7-DECD-1E5D-E225-360E855276E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BACFCE9-D456-C847-856A-FF869253739B}"/>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4885802-EC28-F521-860B-90D79C637D7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7EC8999B-18E2-762E-1189-D783521E1C0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14840E06-1700-FD95-A3DA-83B95DFC70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47608DBE-8D51-F6F5-2535-8D99AFDD60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0AA788F5-DE32-AA92-28F2-83EB8CCAE0E1}"/>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6807D27-FFEF-CE94-6166-F482D862D1C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50B2BC4-B20B-63C1-88C8-B410E27D54F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9A33721A-DD31-F348-C177-935A933584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A875463-A5B5-800D-0212-1CBD38C018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AC4A8D0-391F-1765-5169-B879B3BDC64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9B506CC3-D009-8274-E2DD-71C12ECB98C0}"/>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26964D7-5A02-AE43-0580-AB0AEF2D354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04A55F8-1CFB-4F4D-612A-B962DD235AE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9711116-9C44-A54C-C6DD-0FCC305C277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5292E98-2BF9-1FC3-D698-FF5F4B9CEEA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6E6E79F-6884-F7C6-633D-9C63282085C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D8BA49E-E15E-D95A-1853-F43DED360DF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DA80FB6F-4FC7-9587-16D8-A8478F95DDF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BEFCC5A-A357-3035-BC6D-622B5F36AA7D}"/>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F183F8-20C9-5606-5E7E-E42002053AA7}"/>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F519845-CD10-5A0F-6AFD-02F6EF331B40}"/>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4C1ECD04-D327-AD5C-0104-CEE23ECB49E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BDE9DF7-6AB1-B6D4-D19A-CC4C481B0E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4D287AB-86B0-B0D9-D5A9-5307B06270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5FF24F-978D-828F-1D8B-948FF1EF625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FF4E796-4108-1890-4AC2-D6E499A2840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588DB39-BCAE-0B71-5EDB-FD13CF4153C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AA361035-DF86-3C69-8A5A-ACD44417A75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3AFCF4F-D18D-6A51-125D-7D52510D4DC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920769-E586-A913-421D-D769160BD69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C4A05BC3-0C44-F209-C6BA-5ED2F781ACF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B7B9CEE3-7990-6D03-3E2F-91639515B9EB}"/>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93E26EA-DB01-8BD0-AB28-D030329140E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75AE0C5-9D14-A443-7AFC-35279F08049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7B232DC-86EB-9FDA-F56F-9B4995F5BB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3A4731A7-3F99-C1C8-69C6-3FE43731FB2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0C86DECD-6E62-74A5-A1D1-F87311AC029C}"/>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D7E17389-7939-6017-D08D-9E0B6DFA2F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2A284154-7D8E-25B2-1483-BCF35A9D54A9}"/>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91BF4DB8-02A4-DA85-336E-978660A4F471}"/>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EDEB4B3-3F7F-D0A0-BA21-BED4BBE22D6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9CCA939-1F1B-109E-FCE8-AA9083E11F65}"/>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161045F4-C015-BDE6-E253-D3205704283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8CB29E71-E907-01A2-83DB-355B78F60547}"/>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68797988-130C-FB9D-0B46-9C5FFEF0933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4E979932-AAF9-500B-5FB8-76F269218B0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1D2F1A9-54E7-18C8-6842-DF8A937CA4E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506D7E8-A080-21B6-2C07-5910839DE6C5}"/>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A223EA06-C4C6-90C5-B029-E6B554B615AE}"/>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B20FB7B-4DD0-34EB-1F46-4E3CD2AB34FC}"/>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816F259-076E-FDB8-5494-D26FE727C14B}"/>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C382813B-E538-D2D9-FE46-BC9F5639AB8F}"/>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3C4C89E8-F486-6B31-1106-DBA956ABEEA6}"/>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5B539E6-E314-F1E7-CA21-B2E5C6846C1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3142F4CC-E471-16AD-6C1F-2E74C2E8152A}"/>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CA9D3908-DE4B-7741-1116-B7B58C02F5CC}"/>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A1F0FEBA-3316-B8E7-27B5-5A4754DBABB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DB5AF6C-F10A-2F83-BC7A-CAD2501DCA7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F60E08BA-D507-01AE-7929-DE2FC95FA3EB}"/>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5CBB407-D7F9-8899-04BE-840872E93536}"/>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C6E2C211-0C59-6B24-2FB3-2B78C7384A3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BB0E998-2285-72B3-C42E-C66B01FD8111}"/>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472F264-F2A5-85BE-C166-098091270FA9}"/>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CBA0206E-18CA-5D43-9506-F0044DDC49D6}"/>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B68D55F5-2380-5C27-3BA6-280622151CD0}"/>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2E529557-D28F-A002-9C74-4FAB419CA043}"/>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357D21B8-8BC1-E5BF-0401-481512BC9365}"/>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88510916-F08C-E282-8778-7EB3BE7C714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0903BCD-6E21-7606-0BF2-46F56A0006A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9873AA7-1444-2552-665E-5EAE61461119}"/>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9483F66-2019-42A8-102F-2111CB0647A6}"/>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F4AB217-7494-763F-5006-28613B07DBBF}"/>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D71CEEB0-A7EC-16A4-B89C-7E061D383677}"/>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BBBDC5B6-45CF-7B1F-3805-119EF686E046}"/>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8552DCFC-6F90-25A2-76BA-E8B817DBF999}"/>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FF7B6AE-F2C3-A76D-2CDF-7CD6578190BD}"/>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C453ED3-E708-568C-B821-18F58B518CCF}"/>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053A6958-C745-857B-DD2A-85C35CFFC4A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FB1AB97D-6246-FCC2-D9BF-3225EE106C4E}"/>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支援</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1B0EF31A-5A8C-97F0-CB8F-D764504B0FDE}"/>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EAC41412-D4B6-C69B-C661-192A237CAB3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3DCF6BA-FD64-C41A-CE55-1A956A9BD19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7BE567-D294-1191-1A85-13A51A3327EA}"/>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B03CE93-0E83-FF22-C56E-16EFFD99712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F5E3E7-2088-AE7A-0C8D-A218BC7205AC}"/>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84B718F7-F779-7A55-87E8-6E528DFE1223}"/>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10FF1DCE-AE3D-6CFC-5C63-ED417A823F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1479DDF0-7202-EE5A-4B2A-8DEE7CB141D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3F401B25-AC72-AE8E-C25F-831636D89C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EFE8DCDC-5876-3EA7-6BA7-F11E26C90AB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882ED20-C250-0D97-37E5-CD047968653C}"/>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楕円 72">
            <a:extLst>
              <a:ext uri="{FF2B5EF4-FFF2-40B4-BE49-F238E27FC236}">
                <a16:creationId xmlns:a16="http://schemas.microsoft.com/office/drawing/2014/main" id="{6AD2D93B-159A-BEEA-7138-40A69E375865}"/>
              </a:ext>
            </a:extLst>
          </p:cNvPr>
          <p:cNvSpPr/>
          <p:nvPr/>
        </p:nvSpPr>
        <p:spPr>
          <a:xfrm>
            <a:off x="1052537" y="1588680"/>
            <a:ext cx="708107" cy="70810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629149D-285E-9246-30D1-F341F945CB7A}"/>
              </a:ext>
            </a:extLst>
          </p:cNvPr>
          <p:cNvSpPr/>
          <p:nvPr/>
        </p:nvSpPr>
        <p:spPr>
          <a:xfrm>
            <a:off x="1207872" y="1744015"/>
            <a:ext cx="397437" cy="397437"/>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F06E3F04-D5B7-B229-5643-A0B21136ECE6}"/>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8" name="グループ化 77">
            <a:extLst>
              <a:ext uri="{FF2B5EF4-FFF2-40B4-BE49-F238E27FC236}">
                <a16:creationId xmlns:a16="http://schemas.microsoft.com/office/drawing/2014/main" id="{910937D2-09B8-0417-4760-B57C9C595370}"/>
              </a:ext>
            </a:extLst>
          </p:cNvPr>
          <p:cNvGrpSpPr/>
          <p:nvPr/>
        </p:nvGrpSpPr>
        <p:grpSpPr>
          <a:xfrm>
            <a:off x="7029630" y="1349900"/>
            <a:ext cx="1340760" cy="2476317"/>
            <a:chOff x="6757185" y="1821181"/>
            <a:chExt cx="1196129" cy="2209191"/>
          </a:xfrm>
        </p:grpSpPr>
        <p:grpSp>
          <p:nvGrpSpPr>
            <p:cNvPr id="79" name="グループ化 78">
              <a:extLst>
                <a:ext uri="{FF2B5EF4-FFF2-40B4-BE49-F238E27FC236}">
                  <a16:creationId xmlns:a16="http://schemas.microsoft.com/office/drawing/2014/main" id="{C84D2CED-D717-6D89-9A23-9E252E54B419}"/>
                </a:ext>
              </a:extLst>
            </p:cNvPr>
            <p:cNvGrpSpPr/>
            <p:nvPr/>
          </p:nvGrpSpPr>
          <p:grpSpPr>
            <a:xfrm>
              <a:off x="6807560" y="1821181"/>
              <a:ext cx="1114968" cy="2209191"/>
              <a:chOff x="7405698" y="1658876"/>
              <a:chExt cx="1145519" cy="2269724"/>
            </a:xfrm>
          </p:grpSpPr>
          <p:sp>
            <p:nvSpPr>
              <p:cNvPr id="105" name="四角形: 角を丸くする 104">
                <a:extLst>
                  <a:ext uri="{FF2B5EF4-FFF2-40B4-BE49-F238E27FC236}">
                    <a16:creationId xmlns:a16="http://schemas.microsoft.com/office/drawing/2014/main" id="{4E7504FE-B1DA-5AF0-AAE6-2B437115410E}"/>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6" name="四角形: 角を丸くする 105">
                <a:extLst>
                  <a:ext uri="{FF2B5EF4-FFF2-40B4-BE49-F238E27FC236}">
                    <a16:creationId xmlns:a16="http://schemas.microsoft.com/office/drawing/2014/main" id="{B16D8268-5553-0C24-9506-F1BEAB810AE7}"/>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98" name="図 97">
              <a:extLst>
                <a:ext uri="{FF2B5EF4-FFF2-40B4-BE49-F238E27FC236}">
                  <a16:creationId xmlns:a16="http://schemas.microsoft.com/office/drawing/2014/main" id="{5F97BBEC-AECA-E5B7-1135-2DA58D7787A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04" name="テキスト ボックス 103">
              <a:extLst>
                <a:ext uri="{FF2B5EF4-FFF2-40B4-BE49-F238E27FC236}">
                  <a16:creationId xmlns:a16="http://schemas.microsoft.com/office/drawing/2014/main" id="{7D0CEA14-897D-79D2-F3BC-2A77F5E80A7E}"/>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12183289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テキスト ボックス 72">
            <a:extLst>
              <a:ext uri="{FF2B5EF4-FFF2-40B4-BE49-F238E27FC236}">
                <a16:creationId xmlns:a16="http://schemas.microsoft.com/office/drawing/2014/main" id="{D46953D4-5C77-7914-0B5F-3386215CF479}"/>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4" name="グループ化 73">
            <a:extLst>
              <a:ext uri="{FF2B5EF4-FFF2-40B4-BE49-F238E27FC236}">
                <a16:creationId xmlns:a16="http://schemas.microsoft.com/office/drawing/2014/main" id="{A446F00B-82CB-C749-F847-188474E6F889}"/>
              </a:ext>
            </a:extLst>
          </p:cNvPr>
          <p:cNvGrpSpPr/>
          <p:nvPr/>
        </p:nvGrpSpPr>
        <p:grpSpPr>
          <a:xfrm>
            <a:off x="7029630" y="1349900"/>
            <a:ext cx="1340760" cy="2476317"/>
            <a:chOff x="6757185" y="1821181"/>
            <a:chExt cx="1196129" cy="2209191"/>
          </a:xfrm>
        </p:grpSpPr>
        <p:grpSp>
          <p:nvGrpSpPr>
            <p:cNvPr id="77" name="グループ化 76">
              <a:extLst>
                <a:ext uri="{FF2B5EF4-FFF2-40B4-BE49-F238E27FC236}">
                  <a16:creationId xmlns:a16="http://schemas.microsoft.com/office/drawing/2014/main" id="{A9C8476A-7A9A-36CA-EFD1-339BB2F2FD73}"/>
                </a:ext>
              </a:extLst>
            </p:cNvPr>
            <p:cNvGrpSpPr/>
            <p:nvPr/>
          </p:nvGrpSpPr>
          <p:grpSpPr>
            <a:xfrm>
              <a:off x="6807560" y="1821181"/>
              <a:ext cx="1114968" cy="2209191"/>
              <a:chOff x="7405698" y="1658876"/>
              <a:chExt cx="1145519" cy="2269724"/>
            </a:xfrm>
          </p:grpSpPr>
          <p:sp>
            <p:nvSpPr>
              <p:cNvPr id="98" name="四角形: 角を丸くする 97">
                <a:extLst>
                  <a:ext uri="{FF2B5EF4-FFF2-40B4-BE49-F238E27FC236}">
                    <a16:creationId xmlns:a16="http://schemas.microsoft.com/office/drawing/2014/main" id="{0053C2FD-7428-D963-95D4-215C2130D706}"/>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AC8CD548-6E72-D45D-D11E-A2573F5CF2B1}"/>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78" name="図 77">
              <a:extLst>
                <a:ext uri="{FF2B5EF4-FFF2-40B4-BE49-F238E27FC236}">
                  <a16:creationId xmlns:a16="http://schemas.microsoft.com/office/drawing/2014/main" id="{58249CA1-8A37-2BD8-C58B-47F80D353A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79" name="テキスト ボックス 78">
              <a:extLst>
                <a:ext uri="{FF2B5EF4-FFF2-40B4-BE49-F238E27FC236}">
                  <a16:creationId xmlns:a16="http://schemas.microsoft.com/office/drawing/2014/main" id="{03DDDB53-8532-0F00-3B84-E5572CDB8215}"/>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29297830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テキスト ボックス 72">
            <a:extLst>
              <a:ext uri="{FF2B5EF4-FFF2-40B4-BE49-F238E27FC236}">
                <a16:creationId xmlns:a16="http://schemas.microsoft.com/office/drawing/2014/main" id="{0C18D80F-73ED-EF83-6E8A-D0C5F02A73D9}"/>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4" name="グループ化 73">
            <a:extLst>
              <a:ext uri="{FF2B5EF4-FFF2-40B4-BE49-F238E27FC236}">
                <a16:creationId xmlns:a16="http://schemas.microsoft.com/office/drawing/2014/main" id="{35899AA9-2221-0839-B247-BD287901AFAF}"/>
              </a:ext>
            </a:extLst>
          </p:cNvPr>
          <p:cNvGrpSpPr/>
          <p:nvPr/>
        </p:nvGrpSpPr>
        <p:grpSpPr>
          <a:xfrm>
            <a:off x="7029630" y="1349900"/>
            <a:ext cx="1340760" cy="2476317"/>
            <a:chOff x="6757185" y="1821181"/>
            <a:chExt cx="1196129" cy="2209191"/>
          </a:xfrm>
        </p:grpSpPr>
        <p:grpSp>
          <p:nvGrpSpPr>
            <p:cNvPr id="77" name="グループ化 76">
              <a:extLst>
                <a:ext uri="{FF2B5EF4-FFF2-40B4-BE49-F238E27FC236}">
                  <a16:creationId xmlns:a16="http://schemas.microsoft.com/office/drawing/2014/main" id="{7269259A-361C-C529-2A8D-EA0CBF77079F}"/>
                </a:ext>
              </a:extLst>
            </p:cNvPr>
            <p:cNvGrpSpPr/>
            <p:nvPr/>
          </p:nvGrpSpPr>
          <p:grpSpPr>
            <a:xfrm>
              <a:off x="6807560" y="1821181"/>
              <a:ext cx="1114968" cy="2209191"/>
              <a:chOff x="7405698" y="1658876"/>
              <a:chExt cx="1145519" cy="2269724"/>
            </a:xfrm>
          </p:grpSpPr>
          <p:sp>
            <p:nvSpPr>
              <p:cNvPr id="98" name="四角形: 角を丸くする 97">
                <a:extLst>
                  <a:ext uri="{FF2B5EF4-FFF2-40B4-BE49-F238E27FC236}">
                    <a16:creationId xmlns:a16="http://schemas.microsoft.com/office/drawing/2014/main" id="{6F1927A6-257D-CB75-7B18-5368036AEB58}"/>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A8C9EB8-649A-6C87-F890-0CF2C5367B23}"/>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78" name="図 77">
              <a:extLst>
                <a:ext uri="{FF2B5EF4-FFF2-40B4-BE49-F238E27FC236}">
                  <a16:creationId xmlns:a16="http://schemas.microsoft.com/office/drawing/2014/main" id="{8640FD68-B8AC-B5A8-E706-F71EF74905B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79" name="テキスト ボックス 78">
              <a:extLst>
                <a:ext uri="{FF2B5EF4-FFF2-40B4-BE49-F238E27FC236}">
                  <a16:creationId xmlns:a16="http://schemas.microsoft.com/office/drawing/2014/main" id="{A85D5680-F517-B52C-7C4A-424067FCDB27}"/>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24153516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5" name="テキスト ボックス 74">
            <a:extLst>
              <a:ext uri="{FF2B5EF4-FFF2-40B4-BE49-F238E27FC236}">
                <a16:creationId xmlns:a16="http://schemas.microsoft.com/office/drawing/2014/main" id="{1DF92AD8-5210-D8CE-8514-B23DEEB7D96E}"/>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7" name="グループ化 76">
            <a:extLst>
              <a:ext uri="{FF2B5EF4-FFF2-40B4-BE49-F238E27FC236}">
                <a16:creationId xmlns:a16="http://schemas.microsoft.com/office/drawing/2014/main" id="{84F0F09A-85EE-0416-30F8-859BA3DBB603}"/>
              </a:ext>
            </a:extLst>
          </p:cNvPr>
          <p:cNvGrpSpPr/>
          <p:nvPr/>
        </p:nvGrpSpPr>
        <p:grpSpPr>
          <a:xfrm>
            <a:off x="1003912" y="2707696"/>
            <a:ext cx="800219" cy="471673"/>
            <a:chOff x="981599" y="1624031"/>
            <a:chExt cx="800219" cy="612648"/>
          </a:xfrm>
        </p:grpSpPr>
        <p:sp>
          <p:nvSpPr>
            <p:cNvPr id="78" name="四角形: 角を丸くする 77">
              <a:extLst>
                <a:ext uri="{FF2B5EF4-FFF2-40B4-BE49-F238E27FC236}">
                  <a16:creationId xmlns:a16="http://schemas.microsoft.com/office/drawing/2014/main" id="{796ED5B7-AACA-AFF3-D216-E8F97481DB53}"/>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テキスト ボックス 78">
              <a:extLst>
                <a:ext uri="{FF2B5EF4-FFF2-40B4-BE49-F238E27FC236}">
                  <a16:creationId xmlns:a16="http://schemas.microsoft.com/office/drawing/2014/main" id="{29F5EE0C-617E-2D39-EAB9-850C1DDE225F}"/>
                </a:ext>
              </a:extLst>
            </p:cNvPr>
            <p:cNvSpPr txBox="1"/>
            <p:nvPr/>
          </p:nvSpPr>
          <p:spPr>
            <a:xfrm>
              <a:off x="981599" y="172471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9888644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48BA556-69A4-70F4-8E31-335284C26C33}"/>
              </a:ext>
            </a:extLst>
          </p:cNvPr>
          <p:cNvSpPr txBox="1"/>
          <p:nvPr/>
        </p:nvSpPr>
        <p:spPr>
          <a:xfrm>
            <a:off x="7900140" y="5680533"/>
            <a:ext cx="646331"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6901145" y="5498744"/>
            <a:ext cx="1037159" cy="732910"/>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EB8AE6AC-761B-A6A0-5795-3F619D247069}"/>
              </a:ext>
            </a:extLst>
          </p:cNvPr>
          <p:cNvSpPr txBox="1"/>
          <p:nvPr/>
        </p:nvSpPr>
        <p:spPr>
          <a:xfrm>
            <a:off x="820249" y="3523725"/>
            <a:ext cx="4685898" cy="646331"/>
          </a:xfrm>
          <a:prstGeom prst="rect">
            <a:avLst/>
          </a:prstGeom>
          <a:noFill/>
        </p:spPr>
        <p:txBody>
          <a:bodyPr wrap="none" rtlCol="0">
            <a:spAutoFit/>
          </a:bodyPr>
          <a:lstStyle/>
          <a:p>
            <a:r>
              <a:rPr lang="ja-JP" altLang="en-US" sz="36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6" name="グループ化 65">
            <a:extLst>
              <a:ext uri="{FF2B5EF4-FFF2-40B4-BE49-F238E27FC236}">
                <a16:creationId xmlns:a16="http://schemas.microsoft.com/office/drawing/2014/main" id="{29304D23-11FA-646C-14BB-B13129AF9CE6}"/>
              </a:ext>
            </a:extLst>
          </p:cNvPr>
          <p:cNvGrpSpPr/>
          <p:nvPr/>
        </p:nvGrpSpPr>
        <p:grpSpPr>
          <a:xfrm>
            <a:off x="1003912" y="2707696"/>
            <a:ext cx="800219" cy="471673"/>
            <a:chOff x="981599" y="1624031"/>
            <a:chExt cx="800219" cy="612648"/>
          </a:xfrm>
        </p:grpSpPr>
        <p:sp>
          <p:nvSpPr>
            <p:cNvPr id="70" name="四角形: 角を丸くする 69">
              <a:extLst>
                <a:ext uri="{FF2B5EF4-FFF2-40B4-BE49-F238E27FC236}">
                  <a16:creationId xmlns:a16="http://schemas.microsoft.com/office/drawing/2014/main" id="{49F7E658-8893-B0AA-6C44-2BE6D21D67AA}"/>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20455DA8-9A3A-CB9C-3C44-DF1A30858641}"/>
                </a:ext>
              </a:extLst>
            </p:cNvPr>
            <p:cNvSpPr txBox="1"/>
            <p:nvPr/>
          </p:nvSpPr>
          <p:spPr>
            <a:xfrm>
              <a:off x="981599" y="172471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98685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433275" y="2947629"/>
            <a:ext cx="593292"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9" name="楕円 18">
            <a:extLst>
              <a:ext uri="{FF2B5EF4-FFF2-40B4-BE49-F238E27FC236}">
                <a16:creationId xmlns:a16="http://schemas.microsoft.com/office/drawing/2014/main" id="{A7B9C81B-FF4C-839B-CC07-981DCA269FC2}"/>
              </a:ext>
            </a:extLst>
          </p:cNvPr>
          <p:cNvSpPr/>
          <p:nvPr/>
        </p:nvSpPr>
        <p:spPr>
          <a:xfrm>
            <a:off x="1410479" y="3572515"/>
            <a:ext cx="1163216" cy="1163216"/>
          </a:xfrm>
          <a:prstGeom prst="ellipse">
            <a:avLst/>
          </a:prstGeom>
          <a:solidFill>
            <a:schemeClr val="bg1">
              <a:lumMod val="95000"/>
            </a:schemeClr>
          </a:solidFill>
          <a:ln w="317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F3523C76-1241-54AB-A80D-615D80FC3E29}"/>
              </a:ext>
            </a:extLst>
          </p:cNvPr>
          <p:cNvSpPr/>
          <p:nvPr/>
        </p:nvSpPr>
        <p:spPr>
          <a:xfrm>
            <a:off x="6745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3270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5026567"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403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6189783" y="3373014"/>
            <a:ext cx="555860"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431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455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78" name="二等辺三角形 77">
            <a:extLst>
              <a:ext uri="{FF2B5EF4-FFF2-40B4-BE49-F238E27FC236}">
                <a16:creationId xmlns:a16="http://schemas.microsoft.com/office/drawing/2014/main" id="{4E655BB7-C870-68A2-5D32-3D9B991717ED}"/>
              </a:ext>
            </a:extLst>
          </p:cNvPr>
          <p:cNvSpPr/>
          <p:nvPr/>
        </p:nvSpPr>
        <p:spPr>
          <a:xfrm rot="16200000">
            <a:off x="897393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735298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729878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71" name="グループ化 70">
            <a:extLst>
              <a:ext uri="{FF2B5EF4-FFF2-40B4-BE49-F238E27FC236}">
                <a16:creationId xmlns:a16="http://schemas.microsoft.com/office/drawing/2014/main" id="{EDE89D31-9B8F-EEDA-40AE-3F543C336373}"/>
              </a:ext>
            </a:extLst>
          </p:cNvPr>
          <p:cNvGrpSpPr/>
          <p:nvPr/>
        </p:nvGrpSpPr>
        <p:grpSpPr>
          <a:xfrm>
            <a:off x="5786228" y="5723999"/>
            <a:ext cx="658871" cy="645587"/>
            <a:chOff x="5823552" y="5742661"/>
            <a:chExt cx="658871" cy="645587"/>
          </a:xfrm>
        </p:grpSpPr>
        <p:sp>
          <p:nvSpPr>
            <p:cNvPr id="72" name="四角形: 角を丸くする 71">
              <a:extLst>
                <a:ext uri="{FF2B5EF4-FFF2-40B4-BE49-F238E27FC236}">
                  <a16:creationId xmlns:a16="http://schemas.microsoft.com/office/drawing/2014/main" id="{D5E6FCCB-F4C5-78E2-451D-AE41CF7E5590}"/>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75" name="グラフィックス 74" descr="ユーザー 単色塗りつぶし">
              <a:extLst>
                <a:ext uri="{FF2B5EF4-FFF2-40B4-BE49-F238E27FC236}">
                  <a16:creationId xmlns:a16="http://schemas.microsoft.com/office/drawing/2014/main" id="{CE556DB9-58F3-3408-D42D-938A3501C4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6107" y="5756836"/>
              <a:ext cx="611000" cy="611000"/>
            </a:xfrm>
            <a:prstGeom prst="rect">
              <a:avLst/>
            </a:prstGeom>
          </p:spPr>
        </p:pic>
      </p:grpSp>
      <p:pic>
        <p:nvPicPr>
          <p:cNvPr id="83" name="図 82" descr="ロゴ&#10;&#10;AI 生成コンテンツは誤りを含む可能性があります。">
            <a:extLst>
              <a:ext uri="{FF2B5EF4-FFF2-40B4-BE49-F238E27FC236}">
                <a16:creationId xmlns:a16="http://schemas.microsoft.com/office/drawing/2014/main" id="{08974809-8AFA-C428-E604-785E3B0920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92" name="グループ化 91">
            <a:extLst>
              <a:ext uri="{FF2B5EF4-FFF2-40B4-BE49-F238E27FC236}">
                <a16:creationId xmlns:a16="http://schemas.microsoft.com/office/drawing/2014/main" id="{061C6BB0-F8EC-E45B-030D-CBAE7BD995BC}"/>
              </a:ext>
            </a:extLst>
          </p:cNvPr>
          <p:cNvGrpSpPr/>
          <p:nvPr/>
        </p:nvGrpSpPr>
        <p:grpSpPr>
          <a:xfrm>
            <a:off x="7506271" y="2041200"/>
            <a:ext cx="1443249" cy="2934324"/>
            <a:chOff x="7506277" y="2003876"/>
            <a:chExt cx="1265547" cy="2573030"/>
          </a:xfrm>
        </p:grpSpPr>
        <p:sp>
          <p:nvSpPr>
            <p:cNvPr id="93" name="四角形: 角を丸くする 92">
              <a:extLst>
                <a:ext uri="{FF2B5EF4-FFF2-40B4-BE49-F238E27FC236}">
                  <a16:creationId xmlns:a16="http://schemas.microsoft.com/office/drawing/2014/main" id="{45727BA6-35A5-C8DB-E119-6E9FB37FF1D2}"/>
                </a:ext>
              </a:extLst>
            </p:cNvPr>
            <p:cNvSpPr/>
            <p:nvPr/>
          </p:nvSpPr>
          <p:spPr>
            <a:xfrm>
              <a:off x="8202006" y="200387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9" name="四角形: 角を丸くする 98">
              <a:extLst>
                <a:ext uri="{FF2B5EF4-FFF2-40B4-BE49-F238E27FC236}">
                  <a16:creationId xmlns:a16="http://schemas.microsoft.com/office/drawing/2014/main" id="{CBEE8A41-C1A5-878D-1939-989F54AE5D0B}"/>
                </a:ext>
              </a:extLst>
            </p:cNvPr>
            <p:cNvSpPr/>
            <p:nvPr/>
          </p:nvSpPr>
          <p:spPr>
            <a:xfrm>
              <a:off x="8202006" y="267382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0" name="四角形: 角を丸くする 99">
              <a:extLst>
                <a:ext uri="{FF2B5EF4-FFF2-40B4-BE49-F238E27FC236}">
                  <a16:creationId xmlns:a16="http://schemas.microsoft.com/office/drawing/2014/main" id="{F988759C-B0A0-7F6A-7751-79E1C637D844}"/>
                </a:ext>
              </a:extLst>
            </p:cNvPr>
            <p:cNvSpPr/>
            <p:nvPr/>
          </p:nvSpPr>
          <p:spPr>
            <a:xfrm>
              <a:off x="8202006" y="3341203"/>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5D805310-5B1D-D2F0-9EB1-ECB0A1DA0CEA}"/>
                </a:ext>
              </a:extLst>
            </p:cNvPr>
            <p:cNvSpPr/>
            <p:nvPr/>
          </p:nvSpPr>
          <p:spPr>
            <a:xfrm>
              <a:off x="8202006" y="4007088"/>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四角形: 角を丸くする 101">
              <a:extLst>
                <a:ext uri="{FF2B5EF4-FFF2-40B4-BE49-F238E27FC236}">
                  <a16:creationId xmlns:a16="http://schemas.microsoft.com/office/drawing/2014/main" id="{49BC65DB-982C-9FF6-72AC-6419860532F2}"/>
                </a:ext>
              </a:extLst>
            </p:cNvPr>
            <p:cNvSpPr/>
            <p:nvPr/>
          </p:nvSpPr>
          <p:spPr>
            <a:xfrm>
              <a:off x="7506277" y="200387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3" name="四角形: 角を丸くする 102">
              <a:extLst>
                <a:ext uri="{FF2B5EF4-FFF2-40B4-BE49-F238E27FC236}">
                  <a16:creationId xmlns:a16="http://schemas.microsoft.com/office/drawing/2014/main" id="{6D654E3D-766B-C0BE-EE54-47A2F18D1397}"/>
                </a:ext>
              </a:extLst>
            </p:cNvPr>
            <p:cNvSpPr/>
            <p:nvPr/>
          </p:nvSpPr>
          <p:spPr>
            <a:xfrm>
              <a:off x="7506277" y="267382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F3B44371-1848-7ADE-529D-587F875C1A53}"/>
                </a:ext>
              </a:extLst>
            </p:cNvPr>
            <p:cNvSpPr/>
            <p:nvPr/>
          </p:nvSpPr>
          <p:spPr>
            <a:xfrm>
              <a:off x="7506277" y="3341203"/>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四角形: 角を丸くする 104">
              <a:extLst>
                <a:ext uri="{FF2B5EF4-FFF2-40B4-BE49-F238E27FC236}">
                  <a16:creationId xmlns:a16="http://schemas.microsoft.com/office/drawing/2014/main" id="{D3F591F6-633E-E583-45A1-E4C805387DF7}"/>
                </a:ext>
              </a:extLst>
            </p:cNvPr>
            <p:cNvSpPr/>
            <p:nvPr/>
          </p:nvSpPr>
          <p:spPr>
            <a:xfrm>
              <a:off x="7506277" y="4007088"/>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6" name="グループ化 105">
            <a:extLst>
              <a:ext uri="{FF2B5EF4-FFF2-40B4-BE49-F238E27FC236}">
                <a16:creationId xmlns:a16="http://schemas.microsoft.com/office/drawing/2014/main" id="{36585495-8159-DC71-0566-10F1F856F007}"/>
              </a:ext>
            </a:extLst>
          </p:cNvPr>
          <p:cNvGrpSpPr/>
          <p:nvPr/>
        </p:nvGrpSpPr>
        <p:grpSpPr>
          <a:xfrm flipH="1">
            <a:off x="9887984" y="2041200"/>
            <a:ext cx="1443249" cy="2934324"/>
            <a:chOff x="7506277" y="2003876"/>
            <a:chExt cx="1265547" cy="2573030"/>
          </a:xfrm>
          <a:solidFill>
            <a:schemeClr val="accent6">
              <a:lumMod val="60000"/>
              <a:lumOff val="40000"/>
            </a:schemeClr>
          </a:solidFill>
        </p:grpSpPr>
        <p:sp>
          <p:nvSpPr>
            <p:cNvPr id="107" name="四角形: 角を丸くする 106">
              <a:extLst>
                <a:ext uri="{FF2B5EF4-FFF2-40B4-BE49-F238E27FC236}">
                  <a16:creationId xmlns:a16="http://schemas.microsoft.com/office/drawing/2014/main" id="{A2D5496C-19C9-0A93-0583-1CA5FBE4D23D}"/>
                </a:ext>
              </a:extLst>
            </p:cNvPr>
            <p:cNvSpPr/>
            <p:nvPr/>
          </p:nvSpPr>
          <p:spPr>
            <a:xfrm>
              <a:off x="8202006" y="200387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8" name="四角形: 角を丸くする 107">
              <a:extLst>
                <a:ext uri="{FF2B5EF4-FFF2-40B4-BE49-F238E27FC236}">
                  <a16:creationId xmlns:a16="http://schemas.microsoft.com/office/drawing/2014/main" id="{AECC20C5-171F-A348-09C6-49538248EC17}"/>
                </a:ext>
              </a:extLst>
            </p:cNvPr>
            <p:cNvSpPr/>
            <p:nvPr/>
          </p:nvSpPr>
          <p:spPr>
            <a:xfrm>
              <a:off x="8202006" y="267382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四角形: 角を丸くする 108">
              <a:extLst>
                <a:ext uri="{FF2B5EF4-FFF2-40B4-BE49-F238E27FC236}">
                  <a16:creationId xmlns:a16="http://schemas.microsoft.com/office/drawing/2014/main" id="{17D4094E-39BB-1C8E-ECFB-C56E03E3E492}"/>
                </a:ext>
              </a:extLst>
            </p:cNvPr>
            <p:cNvSpPr/>
            <p:nvPr/>
          </p:nvSpPr>
          <p:spPr>
            <a:xfrm>
              <a:off x="8202006" y="3341203"/>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0" name="四角形: 角を丸くする 109">
              <a:extLst>
                <a:ext uri="{FF2B5EF4-FFF2-40B4-BE49-F238E27FC236}">
                  <a16:creationId xmlns:a16="http://schemas.microsoft.com/office/drawing/2014/main" id="{64146CBC-0EBC-939B-9522-022A016E436B}"/>
                </a:ext>
              </a:extLst>
            </p:cNvPr>
            <p:cNvSpPr/>
            <p:nvPr/>
          </p:nvSpPr>
          <p:spPr>
            <a:xfrm>
              <a:off x="8202006" y="4007088"/>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319FE00-A4D7-D2D6-D481-A7653B7F120B}"/>
                </a:ext>
              </a:extLst>
            </p:cNvPr>
            <p:cNvSpPr/>
            <p:nvPr/>
          </p:nvSpPr>
          <p:spPr>
            <a:xfrm>
              <a:off x="7506277" y="200387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AE963ECF-753D-4BEC-7472-089125896EA5}"/>
                </a:ext>
              </a:extLst>
            </p:cNvPr>
            <p:cNvSpPr/>
            <p:nvPr/>
          </p:nvSpPr>
          <p:spPr>
            <a:xfrm>
              <a:off x="7506277" y="267382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4" name="四角形: 角を丸くする 113">
              <a:extLst>
                <a:ext uri="{FF2B5EF4-FFF2-40B4-BE49-F238E27FC236}">
                  <a16:creationId xmlns:a16="http://schemas.microsoft.com/office/drawing/2014/main" id="{81FF861A-CC07-1C02-1533-CD818E152452}"/>
                </a:ext>
              </a:extLst>
            </p:cNvPr>
            <p:cNvSpPr/>
            <p:nvPr/>
          </p:nvSpPr>
          <p:spPr>
            <a:xfrm>
              <a:off x="7506277" y="3341203"/>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2B5E8D26-0297-261A-5367-23286893A9CA}"/>
                </a:ext>
              </a:extLst>
            </p:cNvPr>
            <p:cNvSpPr/>
            <p:nvPr/>
          </p:nvSpPr>
          <p:spPr>
            <a:xfrm>
              <a:off x="7506277" y="4007088"/>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52" name="グループ化 151">
            <a:extLst>
              <a:ext uri="{FF2B5EF4-FFF2-40B4-BE49-F238E27FC236}">
                <a16:creationId xmlns:a16="http://schemas.microsoft.com/office/drawing/2014/main" id="{AA5DAA12-B426-9B08-5201-4C77BA1E8C70}"/>
              </a:ext>
            </a:extLst>
          </p:cNvPr>
          <p:cNvGrpSpPr/>
          <p:nvPr/>
        </p:nvGrpSpPr>
        <p:grpSpPr>
          <a:xfrm>
            <a:off x="7548447" y="2084068"/>
            <a:ext cx="1368767" cy="2862773"/>
            <a:chOff x="7548447" y="2084068"/>
            <a:chExt cx="1368767" cy="2862773"/>
          </a:xfrm>
        </p:grpSpPr>
        <p:pic>
          <p:nvPicPr>
            <p:cNvPr id="138" name="グラフィックス 137" descr="ユーザー 単色塗りつぶし">
              <a:extLst>
                <a:ext uri="{FF2B5EF4-FFF2-40B4-BE49-F238E27FC236}">
                  <a16:creationId xmlns:a16="http://schemas.microsoft.com/office/drawing/2014/main" id="{298A795C-FC0A-9409-00B5-7CE83E4B88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4276" y="2084068"/>
              <a:ext cx="573412" cy="573412"/>
            </a:xfrm>
            <a:prstGeom prst="rect">
              <a:avLst/>
            </a:prstGeom>
          </p:spPr>
        </p:pic>
        <p:pic>
          <p:nvPicPr>
            <p:cNvPr id="140" name="グラフィックス 139" descr="ユーザー 単色塗りつぶし">
              <a:extLst>
                <a:ext uri="{FF2B5EF4-FFF2-40B4-BE49-F238E27FC236}">
                  <a16:creationId xmlns:a16="http://schemas.microsoft.com/office/drawing/2014/main" id="{4F55AE70-A995-EF98-D9F2-32595CCB33D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2847188"/>
              <a:ext cx="573412" cy="573412"/>
            </a:xfrm>
            <a:prstGeom prst="rect">
              <a:avLst/>
            </a:prstGeom>
          </p:spPr>
        </p:pic>
        <p:pic>
          <p:nvPicPr>
            <p:cNvPr id="142" name="グラフィックス 141" descr="ユーザー 単色塗りつぶし">
              <a:extLst>
                <a:ext uri="{FF2B5EF4-FFF2-40B4-BE49-F238E27FC236}">
                  <a16:creationId xmlns:a16="http://schemas.microsoft.com/office/drawing/2014/main" id="{2C352B8D-5B74-6957-5F93-A461779D9FD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3610308"/>
              <a:ext cx="573412" cy="573412"/>
            </a:xfrm>
            <a:prstGeom prst="rect">
              <a:avLst/>
            </a:prstGeom>
          </p:spPr>
        </p:pic>
        <p:pic>
          <p:nvPicPr>
            <p:cNvPr id="144" name="グラフィックス 143" descr="ユーザー 単色塗りつぶし">
              <a:extLst>
                <a:ext uri="{FF2B5EF4-FFF2-40B4-BE49-F238E27FC236}">
                  <a16:creationId xmlns:a16="http://schemas.microsoft.com/office/drawing/2014/main" id="{19B3241E-418F-35CF-B6D3-312036D9CE8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4373429"/>
              <a:ext cx="573412" cy="573412"/>
            </a:xfrm>
            <a:prstGeom prst="rect">
              <a:avLst/>
            </a:prstGeom>
          </p:spPr>
        </p:pic>
        <p:grpSp>
          <p:nvGrpSpPr>
            <p:cNvPr id="151" name="グループ化 150">
              <a:extLst>
                <a:ext uri="{FF2B5EF4-FFF2-40B4-BE49-F238E27FC236}">
                  <a16:creationId xmlns:a16="http://schemas.microsoft.com/office/drawing/2014/main" id="{7D43E35D-F60E-876D-23EF-CD775966823D}"/>
                </a:ext>
              </a:extLst>
            </p:cNvPr>
            <p:cNvGrpSpPr/>
            <p:nvPr/>
          </p:nvGrpSpPr>
          <p:grpSpPr>
            <a:xfrm>
              <a:off x="7548447" y="2084068"/>
              <a:ext cx="573412" cy="2099652"/>
              <a:chOff x="8496202" y="2198366"/>
              <a:chExt cx="573412" cy="2099652"/>
            </a:xfrm>
          </p:grpSpPr>
          <p:pic>
            <p:nvPicPr>
              <p:cNvPr id="146" name="グラフィックス 145" descr="ユーザー 単色塗りつぶし">
                <a:extLst>
                  <a:ext uri="{FF2B5EF4-FFF2-40B4-BE49-F238E27FC236}">
                    <a16:creationId xmlns:a16="http://schemas.microsoft.com/office/drawing/2014/main" id="{0FBE28B8-8A22-ECC0-F8F5-C3083AEE8B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198366"/>
                <a:ext cx="573412" cy="573412"/>
              </a:xfrm>
              <a:prstGeom prst="rect">
                <a:avLst/>
              </a:prstGeom>
            </p:spPr>
          </p:pic>
          <p:pic>
            <p:nvPicPr>
              <p:cNvPr id="148" name="グラフィックス 147" descr="ユーザー 単色塗りつぶし">
                <a:extLst>
                  <a:ext uri="{FF2B5EF4-FFF2-40B4-BE49-F238E27FC236}">
                    <a16:creationId xmlns:a16="http://schemas.microsoft.com/office/drawing/2014/main" id="{EAA249C2-3540-5656-34B6-C066603B31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961486"/>
                <a:ext cx="573412" cy="573412"/>
              </a:xfrm>
              <a:prstGeom prst="rect">
                <a:avLst/>
              </a:prstGeom>
            </p:spPr>
          </p:pic>
          <p:pic>
            <p:nvPicPr>
              <p:cNvPr id="150" name="グラフィックス 149" descr="ユーザー 単色塗りつぶし">
                <a:extLst>
                  <a:ext uri="{FF2B5EF4-FFF2-40B4-BE49-F238E27FC236}">
                    <a16:creationId xmlns:a16="http://schemas.microsoft.com/office/drawing/2014/main" id="{88EA788D-6881-9C06-3574-8FEC6D6C64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3724606"/>
                <a:ext cx="573412" cy="573412"/>
              </a:xfrm>
              <a:prstGeom prst="rect">
                <a:avLst/>
              </a:prstGeom>
            </p:spPr>
          </p:pic>
        </p:grpSp>
      </p:grpSp>
      <p:grpSp>
        <p:nvGrpSpPr>
          <p:cNvPr id="126" name="グループ化 125">
            <a:extLst>
              <a:ext uri="{FF2B5EF4-FFF2-40B4-BE49-F238E27FC236}">
                <a16:creationId xmlns:a16="http://schemas.microsoft.com/office/drawing/2014/main" id="{2AB0A861-76D2-DBD9-05DD-B1F63B326495}"/>
              </a:ext>
            </a:extLst>
          </p:cNvPr>
          <p:cNvGrpSpPr/>
          <p:nvPr/>
        </p:nvGrpSpPr>
        <p:grpSpPr>
          <a:xfrm>
            <a:off x="7931281" y="2432506"/>
            <a:ext cx="1067982" cy="2552378"/>
            <a:chOff x="7931281" y="2432506"/>
            <a:chExt cx="1067982" cy="2552378"/>
          </a:xfrm>
        </p:grpSpPr>
        <p:grpSp>
          <p:nvGrpSpPr>
            <p:cNvPr id="121" name="グループ化 120">
              <a:extLst>
                <a:ext uri="{FF2B5EF4-FFF2-40B4-BE49-F238E27FC236}">
                  <a16:creationId xmlns:a16="http://schemas.microsoft.com/office/drawing/2014/main" id="{B91F81EA-AD11-299B-CA13-6CBB5290BB1E}"/>
                </a:ext>
              </a:extLst>
            </p:cNvPr>
            <p:cNvGrpSpPr/>
            <p:nvPr/>
          </p:nvGrpSpPr>
          <p:grpSpPr>
            <a:xfrm>
              <a:off x="8721870" y="2432506"/>
              <a:ext cx="277393" cy="1794050"/>
              <a:chOff x="8721870" y="2432506"/>
              <a:chExt cx="277393" cy="1794050"/>
            </a:xfrm>
          </p:grpSpPr>
          <p:sp>
            <p:nvSpPr>
              <p:cNvPr id="10" name="楕円 9">
                <a:extLst>
                  <a:ext uri="{FF2B5EF4-FFF2-40B4-BE49-F238E27FC236}">
                    <a16:creationId xmlns:a16="http://schemas.microsoft.com/office/drawing/2014/main" id="{0D9FD2AC-F495-38FA-CFDC-C6155775DFF2}"/>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楕円 56">
                <a:extLst>
                  <a:ext uri="{FF2B5EF4-FFF2-40B4-BE49-F238E27FC236}">
                    <a16:creationId xmlns:a16="http://schemas.microsoft.com/office/drawing/2014/main" id="{E6BC4750-B364-6F74-4024-D34309B72BD2}"/>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EE51FD90-A346-ADAA-BBC3-707CB542F9F6}"/>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20" name="楕円 119">
              <a:extLst>
                <a:ext uri="{FF2B5EF4-FFF2-40B4-BE49-F238E27FC236}">
                  <a16:creationId xmlns:a16="http://schemas.microsoft.com/office/drawing/2014/main" id="{714B9C14-7884-5EF3-E10D-8EB882B246CB}"/>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22" name="グループ化 121">
              <a:extLst>
                <a:ext uri="{FF2B5EF4-FFF2-40B4-BE49-F238E27FC236}">
                  <a16:creationId xmlns:a16="http://schemas.microsoft.com/office/drawing/2014/main" id="{AA30E527-DA79-AD1B-4A6C-D5A1959AC3A6}"/>
                </a:ext>
              </a:extLst>
            </p:cNvPr>
            <p:cNvGrpSpPr/>
            <p:nvPr/>
          </p:nvGrpSpPr>
          <p:grpSpPr>
            <a:xfrm>
              <a:off x="7931281" y="2432506"/>
              <a:ext cx="277393" cy="1794050"/>
              <a:chOff x="8721870" y="2432506"/>
              <a:chExt cx="277393" cy="1794050"/>
            </a:xfrm>
          </p:grpSpPr>
          <p:sp>
            <p:nvSpPr>
              <p:cNvPr id="123" name="楕円 122">
                <a:extLst>
                  <a:ext uri="{FF2B5EF4-FFF2-40B4-BE49-F238E27FC236}">
                    <a16:creationId xmlns:a16="http://schemas.microsoft.com/office/drawing/2014/main" id="{D98430C6-9588-B669-0FFB-674F8031B2DA}"/>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CB803B8C-AB65-A9A2-9CEE-9F57BE8A2895}"/>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5" name="楕円 124">
                <a:extLst>
                  <a:ext uri="{FF2B5EF4-FFF2-40B4-BE49-F238E27FC236}">
                    <a16:creationId xmlns:a16="http://schemas.microsoft.com/office/drawing/2014/main" id="{332212C7-7BDC-66D0-015C-2E792E0D510E}"/>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153" name="グループ化 152">
            <a:extLst>
              <a:ext uri="{FF2B5EF4-FFF2-40B4-BE49-F238E27FC236}">
                <a16:creationId xmlns:a16="http://schemas.microsoft.com/office/drawing/2014/main" id="{0091F9F2-79B3-EFAF-103F-12B7A79449BF}"/>
              </a:ext>
            </a:extLst>
          </p:cNvPr>
          <p:cNvGrpSpPr/>
          <p:nvPr/>
        </p:nvGrpSpPr>
        <p:grpSpPr>
          <a:xfrm>
            <a:off x="9924955" y="2084068"/>
            <a:ext cx="1368767" cy="2862773"/>
            <a:chOff x="7548447" y="2084068"/>
            <a:chExt cx="1368767" cy="2862773"/>
          </a:xfrm>
        </p:grpSpPr>
        <p:pic>
          <p:nvPicPr>
            <p:cNvPr id="154" name="グラフィックス 153">
              <a:extLst>
                <a:ext uri="{FF2B5EF4-FFF2-40B4-BE49-F238E27FC236}">
                  <a16:creationId xmlns:a16="http://schemas.microsoft.com/office/drawing/2014/main" id="{DD0697DA-DB8F-6184-50B8-E00363B1DE8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34276" y="2084068"/>
              <a:ext cx="573412" cy="573412"/>
            </a:xfrm>
            <a:prstGeom prst="rect">
              <a:avLst/>
            </a:prstGeom>
          </p:spPr>
        </p:pic>
        <p:pic>
          <p:nvPicPr>
            <p:cNvPr id="155" name="グラフィックス 154">
              <a:extLst>
                <a:ext uri="{FF2B5EF4-FFF2-40B4-BE49-F238E27FC236}">
                  <a16:creationId xmlns:a16="http://schemas.microsoft.com/office/drawing/2014/main" id="{E8FE54B7-A569-B138-203A-991B9BBE9A5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2847188"/>
              <a:ext cx="573412" cy="573412"/>
            </a:xfrm>
            <a:prstGeom prst="rect">
              <a:avLst/>
            </a:prstGeom>
          </p:spPr>
        </p:pic>
        <p:pic>
          <p:nvPicPr>
            <p:cNvPr id="156" name="グラフィックス 155">
              <a:extLst>
                <a:ext uri="{FF2B5EF4-FFF2-40B4-BE49-F238E27FC236}">
                  <a16:creationId xmlns:a16="http://schemas.microsoft.com/office/drawing/2014/main" id="{B14322CC-FCB4-C65D-6ACB-544A879C305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3610308"/>
              <a:ext cx="573412" cy="573412"/>
            </a:xfrm>
            <a:prstGeom prst="rect">
              <a:avLst/>
            </a:prstGeom>
          </p:spPr>
        </p:pic>
        <p:pic>
          <p:nvPicPr>
            <p:cNvPr id="157" name="グラフィックス 156">
              <a:extLst>
                <a:ext uri="{FF2B5EF4-FFF2-40B4-BE49-F238E27FC236}">
                  <a16:creationId xmlns:a16="http://schemas.microsoft.com/office/drawing/2014/main" id="{4810CBBF-24B8-B386-FE53-1E26B9C79C57}"/>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4373429"/>
              <a:ext cx="573412" cy="573412"/>
            </a:xfrm>
            <a:prstGeom prst="rect">
              <a:avLst/>
            </a:prstGeom>
          </p:spPr>
        </p:pic>
        <p:grpSp>
          <p:nvGrpSpPr>
            <p:cNvPr id="158" name="グループ化 157">
              <a:extLst>
                <a:ext uri="{FF2B5EF4-FFF2-40B4-BE49-F238E27FC236}">
                  <a16:creationId xmlns:a16="http://schemas.microsoft.com/office/drawing/2014/main" id="{2FA18453-F56B-9946-460A-7AB939B71AF1}"/>
                </a:ext>
              </a:extLst>
            </p:cNvPr>
            <p:cNvGrpSpPr/>
            <p:nvPr/>
          </p:nvGrpSpPr>
          <p:grpSpPr>
            <a:xfrm>
              <a:off x="7548447" y="2084068"/>
              <a:ext cx="573412" cy="2099652"/>
              <a:chOff x="8496202" y="2198366"/>
              <a:chExt cx="573412" cy="2099652"/>
            </a:xfrm>
          </p:grpSpPr>
          <p:pic>
            <p:nvPicPr>
              <p:cNvPr id="159" name="グラフィックス 158">
                <a:extLst>
                  <a:ext uri="{FF2B5EF4-FFF2-40B4-BE49-F238E27FC236}">
                    <a16:creationId xmlns:a16="http://schemas.microsoft.com/office/drawing/2014/main" id="{4EFF1F8F-D68B-FB71-9721-149724691EA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2198366"/>
                <a:ext cx="573412" cy="573412"/>
              </a:xfrm>
              <a:prstGeom prst="rect">
                <a:avLst/>
              </a:prstGeom>
            </p:spPr>
          </p:pic>
          <p:pic>
            <p:nvPicPr>
              <p:cNvPr id="160" name="グラフィックス 159">
                <a:extLst>
                  <a:ext uri="{FF2B5EF4-FFF2-40B4-BE49-F238E27FC236}">
                    <a16:creationId xmlns:a16="http://schemas.microsoft.com/office/drawing/2014/main" id="{525C7B9C-2385-FF88-7000-0614B6FA482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2961486"/>
                <a:ext cx="573412" cy="573412"/>
              </a:xfrm>
              <a:prstGeom prst="rect">
                <a:avLst/>
              </a:prstGeom>
            </p:spPr>
          </p:pic>
          <p:pic>
            <p:nvPicPr>
              <p:cNvPr id="161" name="グラフィックス 160">
                <a:extLst>
                  <a:ext uri="{FF2B5EF4-FFF2-40B4-BE49-F238E27FC236}">
                    <a16:creationId xmlns:a16="http://schemas.microsoft.com/office/drawing/2014/main" id="{B7DF8876-A344-EE89-43CC-2604B14366B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3724606"/>
                <a:ext cx="573412" cy="573412"/>
              </a:xfrm>
              <a:prstGeom prst="rect">
                <a:avLst/>
              </a:prstGeom>
            </p:spPr>
          </p:pic>
        </p:grpSp>
      </p:grpSp>
      <p:grpSp>
        <p:nvGrpSpPr>
          <p:cNvPr id="127" name="グループ化 126">
            <a:extLst>
              <a:ext uri="{FF2B5EF4-FFF2-40B4-BE49-F238E27FC236}">
                <a16:creationId xmlns:a16="http://schemas.microsoft.com/office/drawing/2014/main" id="{CA5E70F2-A098-1082-15AE-9994C4412CA0}"/>
              </a:ext>
            </a:extLst>
          </p:cNvPr>
          <p:cNvGrpSpPr/>
          <p:nvPr/>
        </p:nvGrpSpPr>
        <p:grpSpPr>
          <a:xfrm>
            <a:off x="9855342" y="2432506"/>
            <a:ext cx="1067982" cy="2552378"/>
            <a:chOff x="7931281" y="2432506"/>
            <a:chExt cx="1067982" cy="2552378"/>
          </a:xfrm>
        </p:grpSpPr>
        <p:grpSp>
          <p:nvGrpSpPr>
            <p:cNvPr id="128" name="グループ化 127">
              <a:extLst>
                <a:ext uri="{FF2B5EF4-FFF2-40B4-BE49-F238E27FC236}">
                  <a16:creationId xmlns:a16="http://schemas.microsoft.com/office/drawing/2014/main" id="{6A4D27ED-49F8-F7D3-A3C3-6C128D3E10D6}"/>
                </a:ext>
              </a:extLst>
            </p:cNvPr>
            <p:cNvGrpSpPr/>
            <p:nvPr/>
          </p:nvGrpSpPr>
          <p:grpSpPr>
            <a:xfrm>
              <a:off x="8721870" y="2432506"/>
              <a:ext cx="277393" cy="1794050"/>
              <a:chOff x="8721870" y="2432506"/>
              <a:chExt cx="277393" cy="1794050"/>
            </a:xfrm>
          </p:grpSpPr>
          <p:sp>
            <p:nvSpPr>
              <p:cNvPr id="134" name="楕円 133">
                <a:extLst>
                  <a:ext uri="{FF2B5EF4-FFF2-40B4-BE49-F238E27FC236}">
                    <a16:creationId xmlns:a16="http://schemas.microsoft.com/office/drawing/2014/main" id="{384A815B-37FE-DC09-9BCC-D72A7E07A0E6}"/>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5" name="楕円 134">
                <a:extLst>
                  <a:ext uri="{FF2B5EF4-FFF2-40B4-BE49-F238E27FC236}">
                    <a16:creationId xmlns:a16="http://schemas.microsoft.com/office/drawing/2014/main" id="{0A65D93C-849F-0ECE-8F2A-1BB57DBEF427}"/>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4EC6F510-DC76-FD9C-7982-297A7375A05B}"/>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29" name="楕円 128">
              <a:extLst>
                <a:ext uri="{FF2B5EF4-FFF2-40B4-BE49-F238E27FC236}">
                  <a16:creationId xmlns:a16="http://schemas.microsoft.com/office/drawing/2014/main" id="{297A26ED-B172-A9E4-AC84-1B1EF8D4B9FB}"/>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393A49A4-E56B-88CB-8C43-AEE20F4F8C83}"/>
                </a:ext>
              </a:extLst>
            </p:cNvPr>
            <p:cNvGrpSpPr/>
            <p:nvPr/>
          </p:nvGrpSpPr>
          <p:grpSpPr>
            <a:xfrm>
              <a:off x="7931281" y="2432506"/>
              <a:ext cx="277393" cy="1794050"/>
              <a:chOff x="8721870" y="2432506"/>
              <a:chExt cx="277393" cy="1794050"/>
            </a:xfrm>
          </p:grpSpPr>
          <p:sp>
            <p:nvSpPr>
              <p:cNvPr id="131" name="楕円 130">
                <a:extLst>
                  <a:ext uri="{FF2B5EF4-FFF2-40B4-BE49-F238E27FC236}">
                    <a16:creationId xmlns:a16="http://schemas.microsoft.com/office/drawing/2014/main" id="{555437FE-3A3C-F464-F3B9-C8AA33842E58}"/>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2" name="楕円 131">
                <a:extLst>
                  <a:ext uri="{FF2B5EF4-FFF2-40B4-BE49-F238E27FC236}">
                    <a16:creationId xmlns:a16="http://schemas.microsoft.com/office/drawing/2014/main" id="{F5ADF792-0859-728D-48D1-DA3120C4931C}"/>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3" name="楕円 132">
                <a:extLst>
                  <a:ext uri="{FF2B5EF4-FFF2-40B4-BE49-F238E27FC236}">
                    <a16:creationId xmlns:a16="http://schemas.microsoft.com/office/drawing/2014/main" id="{8B4C83C6-B0E7-720F-0B8C-E38EBA2A8C63}"/>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130547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B64B5FB-22BD-5B8D-2F47-9363C9AE90E6}"/>
            </a:ext>
          </a:extLst>
        </p:cNvPr>
        <p:cNvGrpSpPr/>
        <p:nvPr/>
      </p:nvGrpSpPr>
      <p:grpSpPr>
        <a:xfrm>
          <a:off x="0" y="0"/>
          <a:ext cx="0" cy="0"/>
          <a:chOff x="0" y="0"/>
          <a:chExt cx="0" cy="0"/>
        </a:xfrm>
      </p:grpSpPr>
      <p:grpSp>
        <p:nvGrpSpPr>
          <p:cNvPr id="118" name="グループ化 117">
            <a:extLst>
              <a:ext uri="{FF2B5EF4-FFF2-40B4-BE49-F238E27FC236}">
                <a16:creationId xmlns:a16="http://schemas.microsoft.com/office/drawing/2014/main" id="{30CC80EB-607C-B35E-E782-F48E2DC7815D}"/>
              </a:ext>
            </a:extLst>
          </p:cNvPr>
          <p:cNvGrpSpPr/>
          <p:nvPr/>
        </p:nvGrpSpPr>
        <p:grpSpPr>
          <a:xfrm>
            <a:off x="-1756874" y="1485969"/>
            <a:ext cx="9665733" cy="3249762"/>
            <a:chOff x="-2137874" y="1485969"/>
            <a:chExt cx="9665733" cy="3249762"/>
          </a:xfrm>
        </p:grpSpPr>
        <p:cxnSp>
          <p:nvCxnSpPr>
            <p:cNvPr id="77" name="直線コネクタ 76">
              <a:extLst>
                <a:ext uri="{FF2B5EF4-FFF2-40B4-BE49-F238E27FC236}">
                  <a16:creationId xmlns:a16="http://schemas.microsoft.com/office/drawing/2014/main" id="{96F303C7-B355-ACF1-89D3-018076B7C685}"/>
                </a:ext>
              </a:extLst>
            </p:cNvPr>
            <p:cNvCxnSpPr>
              <a:cxnSpLocks/>
              <a:stCxn id="45" idx="6"/>
              <a:endCxn id="48" idx="2"/>
            </p:cNvCxnSpPr>
            <p:nvPr/>
          </p:nvCxnSpPr>
          <p:spPr>
            <a:xfrm>
              <a:off x="4052275" y="2947629"/>
              <a:ext cx="593292"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5A767B5-93CE-7FDD-7A57-AB464BF7452C}"/>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C064E44E-875D-45EA-2E10-52787E884019}"/>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C4386BA-44F5-58B3-01D5-0CF887191CF4}"/>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2E71FA1A-27AB-C4B3-0118-EAAFF51CE81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7CEB6223-57E5-D8EB-35DA-0448F4BB79B3}"/>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FD8BAD17-A02A-C4D3-BFCE-32E3B6E3461A}"/>
                </a:ext>
              </a:extLst>
            </p:cNvPr>
            <p:cNvSpPr/>
            <p:nvPr/>
          </p:nvSpPr>
          <p:spPr>
            <a:xfrm>
              <a:off x="4645567"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1EC5383-2BFA-A899-D0FC-099CEE45FE95}"/>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A205C70-AF14-D276-DF92-50B90C5CEDA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8A3D283B-9E66-CC03-C482-1A1179E715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3D89342-EB8F-1A67-0FE7-83B0777AFE25}"/>
                </a:ext>
              </a:extLst>
            </p:cNvPr>
            <p:cNvCxnSpPr>
              <a:cxnSpLocks/>
              <a:stCxn id="48" idx="6"/>
              <a:endCxn id="31" idx="2"/>
            </p:cNvCxnSpPr>
            <p:nvPr/>
          </p:nvCxnSpPr>
          <p:spPr>
            <a:xfrm flipV="1">
              <a:off x="5808783" y="3373014"/>
              <a:ext cx="555860"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8479F393-0FE1-FAE1-E9D4-EF6A29111FC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016C285B-5A82-B5E5-79C5-AC65D86112E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67327FE9-3160-9E6A-47DB-E69E4CACC8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grpSp>
          <p:nvGrpSpPr>
            <p:cNvPr id="55" name="グループ化 54">
              <a:extLst>
                <a:ext uri="{FF2B5EF4-FFF2-40B4-BE49-F238E27FC236}">
                  <a16:creationId xmlns:a16="http://schemas.microsoft.com/office/drawing/2014/main" id="{16563C7C-0304-E2EA-A31B-0B0E1012A02C}"/>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BD783E37-92E0-BC12-E148-41D5D77A69C6}"/>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ABE219D-DB9A-B9F1-E757-15E0621F14E3}"/>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7E1B3C73-8201-24EE-BC27-7B7CD2E58C5B}"/>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26EE0C7-C333-FC19-CC38-DB28C43FE015}"/>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grpSp>
      <p:sp>
        <p:nvSpPr>
          <p:cNvPr id="78" name="二等辺三角形 77">
            <a:extLst>
              <a:ext uri="{FF2B5EF4-FFF2-40B4-BE49-F238E27FC236}">
                <a16:creationId xmlns:a16="http://schemas.microsoft.com/office/drawing/2014/main" id="{4CE25E3E-30F3-8148-6F22-75069C833895}"/>
              </a:ext>
            </a:extLst>
          </p:cNvPr>
          <p:cNvSpPr/>
          <p:nvPr/>
        </p:nvSpPr>
        <p:spPr>
          <a:xfrm rot="16200000">
            <a:off x="897393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05778F79-3FEB-35C3-EA32-771F1B7CE4F2}"/>
              </a:ext>
            </a:extLst>
          </p:cNvPr>
          <p:cNvSpPr txBox="1"/>
          <p:nvPr/>
        </p:nvSpPr>
        <p:spPr>
          <a:xfrm>
            <a:off x="735298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0EC7B96-97CD-EE52-1288-2CCEDF97D770}"/>
              </a:ext>
            </a:extLst>
          </p:cNvPr>
          <p:cNvSpPr txBox="1"/>
          <p:nvPr/>
        </p:nvSpPr>
        <p:spPr>
          <a:xfrm>
            <a:off x="729878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2E75525B-7B6A-A4FD-803B-3283E8F33C41}"/>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DD2080D3-B260-3905-7A60-E3283F6DF6E3}"/>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60C0483-5BFA-018B-E15E-13A631694713}"/>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FB71A61-CA08-08CD-DD3E-7DF7F9BC4787}"/>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1FF15F32-5327-D279-EB11-E8E983D8F6BB}"/>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3732A082-B4E9-A2C5-1BD2-9BC8C1F10C1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47D52B8-F20C-C4D1-A377-53E4CCEC1827}"/>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CB3A8675-B83F-0ACF-2029-74BA77132A1E}"/>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6056D4B5-0B35-EDA9-C060-9827B143274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7A56F20-2EAB-34BC-AAE8-FFE826654AD8}"/>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F75CDBC-071F-BF3C-CCA7-8DE3A4BC6ADC}"/>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sp>
        <p:nvSpPr>
          <p:cNvPr id="112" name="テキスト ボックス 111">
            <a:extLst>
              <a:ext uri="{FF2B5EF4-FFF2-40B4-BE49-F238E27FC236}">
                <a16:creationId xmlns:a16="http://schemas.microsoft.com/office/drawing/2014/main" id="{0B278F0F-034B-FB11-F591-AF7E06FFB72F}"/>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F02268A-C533-31A9-E05E-5599519BE00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20A6CE7E-BBF7-5F3B-5EBD-B91DEE32746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D100074C-888C-08DF-1FA7-42F7BDA70B3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1221553D-AEAC-A91E-5ECB-345E17B29BD2}"/>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39DC472-25BD-4082-821B-D562E5601F3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2ABAF6F-ED5B-99F9-87FB-D78A10F9A71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A4AEF0A-66AE-8CF0-479E-6E15F8DB2ADC}"/>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ED69FAA0-BE6E-EE97-A93D-FA321E61058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724574BD-65A4-DA9C-096D-292123F3805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50637411-8581-8A0E-161A-1499E4A2F406}"/>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802026A2-3A8F-2963-2745-EF009FDBD80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77F242C-5250-F40F-9893-FEAF9CAF89C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DA1F0B51-096B-CE55-D1BF-CE7815B9D829}"/>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8AB833B8-7F17-047A-7791-D3CA2B0314B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A032CEA-40D0-1F90-FBED-D35C70DCC0D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B0AD8717-4352-4188-3C66-4713BA987F3F}"/>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68CF87F9-0E63-5AB7-65A8-1A784B6A9A6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1DAB35E-BB55-A245-0F12-F85184E9740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8968A69-773E-BBD3-CB74-737F69CC13F3}"/>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0161F93A-86E2-097F-E087-BF182622670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FAD2EF70-6C55-08A1-AD74-5ECADBACCE3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E99BB4A-8CDF-363E-74F1-49624632AC7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732E4E55-8AFA-AB08-23B7-866E8CC2DC72}"/>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71" name="グループ化 70">
            <a:extLst>
              <a:ext uri="{FF2B5EF4-FFF2-40B4-BE49-F238E27FC236}">
                <a16:creationId xmlns:a16="http://schemas.microsoft.com/office/drawing/2014/main" id="{E1537E43-E087-C03C-B0EB-34B0BC21CF1E}"/>
              </a:ext>
            </a:extLst>
          </p:cNvPr>
          <p:cNvGrpSpPr/>
          <p:nvPr/>
        </p:nvGrpSpPr>
        <p:grpSpPr>
          <a:xfrm>
            <a:off x="5786228" y="5723999"/>
            <a:ext cx="658871" cy="645587"/>
            <a:chOff x="5823552" y="5742661"/>
            <a:chExt cx="658871" cy="645587"/>
          </a:xfrm>
        </p:grpSpPr>
        <p:sp>
          <p:nvSpPr>
            <p:cNvPr id="72" name="四角形: 角を丸くする 71">
              <a:extLst>
                <a:ext uri="{FF2B5EF4-FFF2-40B4-BE49-F238E27FC236}">
                  <a16:creationId xmlns:a16="http://schemas.microsoft.com/office/drawing/2014/main" id="{B889245C-ACF8-D2E7-8023-C1D1F5275FBB}"/>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75" name="グラフィックス 74" descr="ユーザー 単色塗りつぶし">
              <a:extLst>
                <a:ext uri="{FF2B5EF4-FFF2-40B4-BE49-F238E27FC236}">
                  <a16:creationId xmlns:a16="http://schemas.microsoft.com/office/drawing/2014/main" id="{EBC74089-68F5-1B42-52DB-E045337B3F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6107" y="5756836"/>
              <a:ext cx="611000" cy="611000"/>
            </a:xfrm>
            <a:prstGeom prst="rect">
              <a:avLst/>
            </a:prstGeom>
          </p:spPr>
        </p:pic>
      </p:grpSp>
      <p:grpSp>
        <p:nvGrpSpPr>
          <p:cNvPr id="144" name="グループ化 143">
            <a:extLst>
              <a:ext uri="{FF2B5EF4-FFF2-40B4-BE49-F238E27FC236}">
                <a16:creationId xmlns:a16="http://schemas.microsoft.com/office/drawing/2014/main" id="{DA43A0A6-1868-B09A-7345-40183354BE10}"/>
              </a:ext>
            </a:extLst>
          </p:cNvPr>
          <p:cNvGrpSpPr/>
          <p:nvPr/>
        </p:nvGrpSpPr>
        <p:grpSpPr>
          <a:xfrm>
            <a:off x="7506271" y="2041200"/>
            <a:ext cx="3824962" cy="2943684"/>
            <a:chOff x="7506271" y="2041200"/>
            <a:chExt cx="3824962" cy="2943684"/>
          </a:xfrm>
        </p:grpSpPr>
        <p:pic>
          <p:nvPicPr>
            <p:cNvPr id="6" name="図 5" descr="ロゴ&#10;&#10;AI 生成コンテンツは誤りを含む可能性があります。">
              <a:extLst>
                <a:ext uri="{FF2B5EF4-FFF2-40B4-BE49-F238E27FC236}">
                  <a16:creationId xmlns:a16="http://schemas.microsoft.com/office/drawing/2014/main" id="{5CABB96F-D5F5-B888-3A34-F46BEEEC5C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29" name="グループ化 28">
              <a:extLst>
                <a:ext uri="{FF2B5EF4-FFF2-40B4-BE49-F238E27FC236}">
                  <a16:creationId xmlns:a16="http://schemas.microsoft.com/office/drawing/2014/main" id="{6252A587-C27F-D7EC-07DD-A95D4F377EB2}"/>
                </a:ext>
              </a:extLst>
            </p:cNvPr>
            <p:cNvGrpSpPr/>
            <p:nvPr/>
          </p:nvGrpSpPr>
          <p:grpSpPr>
            <a:xfrm>
              <a:off x="7506271" y="2041200"/>
              <a:ext cx="1443249" cy="2934324"/>
              <a:chOff x="7506277" y="2003876"/>
              <a:chExt cx="1265547" cy="2573030"/>
            </a:xfrm>
          </p:grpSpPr>
          <p:sp>
            <p:nvSpPr>
              <p:cNvPr id="32" name="四角形: 角を丸くする 31">
                <a:extLst>
                  <a:ext uri="{FF2B5EF4-FFF2-40B4-BE49-F238E27FC236}">
                    <a16:creationId xmlns:a16="http://schemas.microsoft.com/office/drawing/2014/main" id="{4EFF7051-B6B4-2C87-0598-4D2683FA4344}"/>
                  </a:ext>
                </a:extLst>
              </p:cNvPr>
              <p:cNvSpPr/>
              <p:nvPr/>
            </p:nvSpPr>
            <p:spPr>
              <a:xfrm>
                <a:off x="8202006" y="200387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671620B4-DC20-7651-A414-490E65B2C023}"/>
                  </a:ext>
                </a:extLst>
              </p:cNvPr>
              <p:cNvSpPr/>
              <p:nvPr/>
            </p:nvSpPr>
            <p:spPr>
              <a:xfrm>
                <a:off x="8202006" y="267382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19EF549-4F98-56BD-2DBE-8234482D6DF5}"/>
                  </a:ext>
                </a:extLst>
              </p:cNvPr>
              <p:cNvSpPr/>
              <p:nvPr/>
            </p:nvSpPr>
            <p:spPr>
              <a:xfrm>
                <a:off x="8202006" y="3341203"/>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0618B11-215B-67C9-D165-72285456EF3F}"/>
                  </a:ext>
                </a:extLst>
              </p:cNvPr>
              <p:cNvSpPr/>
              <p:nvPr/>
            </p:nvSpPr>
            <p:spPr>
              <a:xfrm>
                <a:off x="8202006" y="4007088"/>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5FC7FC6-7054-7B65-E155-535C286941F1}"/>
                  </a:ext>
                </a:extLst>
              </p:cNvPr>
              <p:cNvSpPr/>
              <p:nvPr/>
            </p:nvSpPr>
            <p:spPr>
              <a:xfrm>
                <a:off x="7506277" y="200387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246F0BA-DBA3-4FA5-EBAC-8F13DE69D25B}"/>
                  </a:ext>
                </a:extLst>
              </p:cNvPr>
              <p:cNvSpPr/>
              <p:nvPr/>
            </p:nvSpPr>
            <p:spPr>
              <a:xfrm>
                <a:off x="7506277" y="267382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98072782-4209-5AA0-9BB8-ECEE5D01B1DF}"/>
                  </a:ext>
                </a:extLst>
              </p:cNvPr>
              <p:cNvSpPr/>
              <p:nvPr/>
            </p:nvSpPr>
            <p:spPr>
              <a:xfrm>
                <a:off x="7506277" y="3341203"/>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07A0A61-2324-9997-3ED6-18F032F4929E}"/>
                  </a:ext>
                </a:extLst>
              </p:cNvPr>
              <p:cNvSpPr/>
              <p:nvPr/>
            </p:nvSpPr>
            <p:spPr>
              <a:xfrm>
                <a:off x="7506277" y="4007088"/>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5D62C669-45C0-8A29-F4C7-11A6B00D77DC}"/>
                </a:ext>
              </a:extLst>
            </p:cNvPr>
            <p:cNvGrpSpPr/>
            <p:nvPr/>
          </p:nvGrpSpPr>
          <p:grpSpPr>
            <a:xfrm flipH="1">
              <a:off x="9887984" y="2041200"/>
              <a:ext cx="1443249" cy="2934324"/>
              <a:chOff x="7506277" y="2003876"/>
              <a:chExt cx="1265547" cy="2573030"/>
            </a:xfrm>
            <a:solidFill>
              <a:schemeClr val="accent6">
                <a:lumMod val="60000"/>
                <a:lumOff val="40000"/>
              </a:schemeClr>
            </a:solidFill>
          </p:grpSpPr>
          <p:sp>
            <p:nvSpPr>
              <p:cNvPr id="56" name="四角形: 角を丸くする 55">
                <a:extLst>
                  <a:ext uri="{FF2B5EF4-FFF2-40B4-BE49-F238E27FC236}">
                    <a16:creationId xmlns:a16="http://schemas.microsoft.com/office/drawing/2014/main" id="{6942CA04-AF8D-61FD-FC5E-4252AF28EC97}"/>
                  </a:ext>
                </a:extLst>
              </p:cNvPr>
              <p:cNvSpPr/>
              <p:nvPr/>
            </p:nvSpPr>
            <p:spPr>
              <a:xfrm>
                <a:off x="8202006" y="200387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56193FE3-BF8D-11EF-C172-46844FF1DBE6}"/>
                  </a:ext>
                </a:extLst>
              </p:cNvPr>
              <p:cNvSpPr/>
              <p:nvPr/>
            </p:nvSpPr>
            <p:spPr>
              <a:xfrm>
                <a:off x="8202006" y="267382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894DDFF7-047D-5FEA-507A-3AE73690E742}"/>
                  </a:ext>
                </a:extLst>
              </p:cNvPr>
              <p:cNvSpPr/>
              <p:nvPr/>
            </p:nvSpPr>
            <p:spPr>
              <a:xfrm>
                <a:off x="8202006" y="3341203"/>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5" name="四角形: 角を丸くする 64">
                <a:extLst>
                  <a:ext uri="{FF2B5EF4-FFF2-40B4-BE49-F238E27FC236}">
                    <a16:creationId xmlns:a16="http://schemas.microsoft.com/office/drawing/2014/main" id="{3A12C839-6BFB-402A-B7E0-87FA8EE30C75}"/>
                  </a:ext>
                </a:extLst>
              </p:cNvPr>
              <p:cNvSpPr/>
              <p:nvPr/>
            </p:nvSpPr>
            <p:spPr>
              <a:xfrm>
                <a:off x="8202006" y="4007088"/>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F0FE533-F759-80AB-A853-F01FD36416D2}"/>
                  </a:ext>
                </a:extLst>
              </p:cNvPr>
              <p:cNvSpPr/>
              <p:nvPr/>
            </p:nvSpPr>
            <p:spPr>
              <a:xfrm>
                <a:off x="7506277" y="200387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6435A04-B4F2-C0D8-7572-BC3149C7288A}"/>
                  </a:ext>
                </a:extLst>
              </p:cNvPr>
              <p:cNvSpPr/>
              <p:nvPr/>
            </p:nvSpPr>
            <p:spPr>
              <a:xfrm>
                <a:off x="7506277" y="267382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0" name="四角形: 角を丸くする 69">
                <a:extLst>
                  <a:ext uri="{FF2B5EF4-FFF2-40B4-BE49-F238E27FC236}">
                    <a16:creationId xmlns:a16="http://schemas.microsoft.com/office/drawing/2014/main" id="{DEACE132-9778-09C5-C406-2905A2F3FA87}"/>
                  </a:ext>
                </a:extLst>
              </p:cNvPr>
              <p:cNvSpPr/>
              <p:nvPr/>
            </p:nvSpPr>
            <p:spPr>
              <a:xfrm>
                <a:off x="7506277" y="3341203"/>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08BADD2E-E58A-FDA5-9EDE-4A0E30B05B86}"/>
                  </a:ext>
                </a:extLst>
              </p:cNvPr>
              <p:cNvSpPr/>
              <p:nvPr/>
            </p:nvSpPr>
            <p:spPr>
              <a:xfrm>
                <a:off x="7506277" y="4007088"/>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1" name="グループ化 80">
              <a:extLst>
                <a:ext uri="{FF2B5EF4-FFF2-40B4-BE49-F238E27FC236}">
                  <a16:creationId xmlns:a16="http://schemas.microsoft.com/office/drawing/2014/main" id="{69875FEF-801A-7300-FBEB-B27A8B061E13}"/>
                </a:ext>
              </a:extLst>
            </p:cNvPr>
            <p:cNvGrpSpPr/>
            <p:nvPr/>
          </p:nvGrpSpPr>
          <p:grpSpPr>
            <a:xfrm>
              <a:off x="7548447" y="2084068"/>
              <a:ext cx="1368767" cy="2862773"/>
              <a:chOff x="7548447" y="2084068"/>
              <a:chExt cx="1368767" cy="2862773"/>
            </a:xfrm>
          </p:grpSpPr>
          <p:pic>
            <p:nvPicPr>
              <p:cNvPr id="82" name="グラフィックス 81" descr="ユーザー 単色塗りつぶし">
                <a:extLst>
                  <a:ext uri="{FF2B5EF4-FFF2-40B4-BE49-F238E27FC236}">
                    <a16:creationId xmlns:a16="http://schemas.microsoft.com/office/drawing/2014/main" id="{8EF27C3E-2DEF-3BFF-CBD6-B41D75D7762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4276" y="2084068"/>
                <a:ext cx="573412" cy="573412"/>
              </a:xfrm>
              <a:prstGeom prst="rect">
                <a:avLst/>
              </a:prstGeom>
            </p:spPr>
          </p:pic>
          <p:pic>
            <p:nvPicPr>
              <p:cNvPr id="84" name="グラフィックス 83" descr="ユーザー 単色塗りつぶし">
                <a:extLst>
                  <a:ext uri="{FF2B5EF4-FFF2-40B4-BE49-F238E27FC236}">
                    <a16:creationId xmlns:a16="http://schemas.microsoft.com/office/drawing/2014/main" id="{FC237A86-F0AE-7378-FBEB-11E3C8425FA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2847188"/>
                <a:ext cx="573412" cy="573412"/>
              </a:xfrm>
              <a:prstGeom prst="rect">
                <a:avLst/>
              </a:prstGeom>
            </p:spPr>
          </p:pic>
          <p:pic>
            <p:nvPicPr>
              <p:cNvPr id="86" name="グラフィックス 85" descr="ユーザー 単色塗りつぶし">
                <a:extLst>
                  <a:ext uri="{FF2B5EF4-FFF2-40B4-BE49-F238E27FC236}">
                    <a16:creationId xmlns:a16="http://schemas.microsoft.com/office/drawing/2014/main" id="{2D4E7399-BCFC-5871-5911-C84ECCCB58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3610308"/>
                <a:ext cx="573412" cy="573412"/>
              </a:xfrm>
              <a:prstGeom prst="rect">
                <a:avLst/>
              </a:prstGeom>
            </p:spPr>
          </p:pic>
          <p:pic>
            <p:nvPicPr>
              <p:cNvPr id="87" name="グラフィックス 86" descr="ユーザー 単色塗りつぶし">
                <a:extLst>
                  <a:ext uri="{FF2B5EF4-FFF2-40B4-BE49-F238E27FC236}">
                    <a16:creationId xmlns:a16="http://schemas.microsoft.com/office/drawing/2014/main" id="{069B2357-7B2A-9E15-E9B3-C0B3C8D9CC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4373429"/>
                <a:ext cx="573412" cy="573412"/>
              </a:xfrm>
              <a:prstGeom prst="rect">
                <a:avLst/>
              </a:prstGeom>
            </p:spPr>
          </p:pic>
          <p:grpSp>
            <p:nvGrpSpPr>
              <p:cNvPr id="89" name="グループ化 88">
                <a:extLst>
                  <a:ext uri="{FF2B5EF4-FFF2-40B4-BE49-F238E27FC236}">
                    <a16:creationId xmlns:a16="http://schemas.microsoft.com/office/drawing/2014/main" id="{45D28205-2247-CA90-F9DA-4BC3133CEC7A}"/>
                  </a:ext>
                </a:extLst>
              </p:cNvPr>
              <p:cNvGrpSpPr/>
              <p:nvPr/>
            </p:nvGrpSpPr>
            <p:grpSpPr>
              <a:xfrm>
                <a:off x="7548447" y="2084068"/>
                <a:ext cx="573412" cy="2099652"/>
                <a:chOff x="8496202" y="2198366"/>
                <a:chExt cx="573412" cy="2099652"/>
              </a:xfrm>
            </p:grpSpPr>
            <p:pic>
              <p:nvPicPr>
                <p:cNvPr id="91" name="グラフィックス 90" descr="ユーザー 単色塗りつぶし">
                  <a:extLst>
                    <a:ext uri="{FF2B5EF4-FFF2-40B4-BE49-F238E27FC236}">
                      <a16:creationId xmlns:a16="http://schemas.microsoft.com/office/drawing/2014/main" id="{3419C4CC-0164-DF73-3E21-0CEF89C566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198366"/>
                  <a:ext cx="573412" cy="573412"/>
                </a:xfrm>
                <a:prstGeom prst="rect">
                  <a:avLst/>
                </a:prstGeom>
              </p:spPr>
            </p:pic>
            <p:pic>
              <p:nvPicPr>
                <p:cNvPr id="94" name="グラフィックス 93" descr="ユーザー 単色塗りつぶし">
                  <a:extLst>
                    <a:ext uri="{FF2B5EF4-FFF2-40B4-BE49-F238E27FC236}">
                      <a16:creationId xmlns:a16="http://schemas.microsoft.com/office/drawing/2014/main" id="{5D604848-7862-BAFC-A0FB-A0537E3D8E5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961486"/>
                  <a:ext cx="573412" cy="573412"/>
                </a:xfrm>
                <a:prstGeom prst="rect">
                  <a:avLst/>
                </a:prstGeom>
              </p:spPr>
            </p:pic>
            <p:pic>
              <p:nvPicPr>
                <p:cNvPr id="95" name="グラフィックス 94" descr="ユーザー 単色塗りつぶし">
                  <a:extLst>
                    <a:ext uri="{FF2B5EF4-FFF2-40B4-BE49-F238E27FC236}">
                      <a16:creationId xmlns:a16="http://schemas.microsoft.com/office/drawing/2014/main" id="{E08016A4-D46D-D654-4000-CAD0D1C6C7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3724606"/>
                  <a:ext cx="573412" cy="573412"/>
                </a:xfrm>
                <a:prstGeom prst="rect">
                  <a:avLst/>
                </a:prstGeom>
              </p:spPr>
            </p:pic>
          </p:grpSp>
        </p:grpSp>
        <p:grpSp>
          <p:nvGrpSpPr>
            <p:cNvPr id="97" name="グループ化 96">
              <a:extLst>
                <a:ext uri="{FF2B5EF4-FFF2-40B4-BE49-F238E27FC236}">
                  <a16:creationId xmlns:a16="http://schemas.microsoft.com/office/drawing/2014/main" id="{36737AA8-9B2A-3DAB-12E3-A86D5D59E3CD}"/>
                </a:ext>
              </a:extLst>
            </p:cNvPr>
            <p:cNvGrpSpPr/>
            <p:nvPr/>
          </p:nvGrpSpPr>
          <p:grpSpPr>
            <a:xfrm>
              <a:off x="7931281" y="2432506"/>
              <a:ext cx="1067982" cy="2552378"/>
              <a:chOff x="7931281" y="2432506"/>
              <a:chExt cx="1067982" cy="2552378"/>
            </a:xfrm>
          </p:grpSpPr>
          <p:grpSp>
            <p:nvGrpSpPr>
              <p:cNvPr id="98" name="グループ化 97">
                <a:extLst>
                  <a:ext uri="{FF2B5EF4-FFF2-40B4-BE49-F238E27FC236}">
                    <a16:creationId xmlns:a16="http://schemas.microsoft.com/office/drawing/2014/main" id="{F4627095-AE5E-65F4-B5F0-B7214433F210}"/>
                  </a:ext>
                </a:extLst>
              </p:cNvPr>
              <p:cNvGrpSpPr/>
              <p:nvPr/>
            </p:nvGrpSpPr>
            <p:grpSpPr>
              <a:xfrm>
                <a:off x="8721870" y="2432506"/>
                <a:ext cx="277393" cy="1794050"/>
                <a:chOff x="8721870" y="2432506"/>
                <a:chExt cx="277393" cy="1794050"/>
              </a:xfrm>
            </p:grpSpPr>
            <p:sp>
              <p:nvSpPr>
                <p:cNvPr id="122" name="楕円 121">
                  <a:extLst>
                    <a:ext uri="{FF2B5EF4-FFF2-40B4-BE49-F238E27FC236}">
                      <a16:creationId xmlns:a16="http://schemas.microsoft.com/office/drawing/2014/main" id="{6541BD4A-CA70-18E5-2161-358809DD380A}"/>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3" name="楕円 122">
                  <a:extLst>
                    <a:ext uri="{FF2B5EF4-FFF2-40B4-BE49-F238E27FC236}">
                      <a16:creationId xmlns:a16="http://schemas.microsoft.com/office/drawing/2014/main" id="{AF244BA8-B0DD-3B03-ECD8-C0984C19AC13}"/>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7F080F18-827C-9A92-1F4F-A3C693A35333}"/>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6" name="楕円 115">
                <a:extLst>
                  <a:ext uri="{FF2B5EF4-FFF2-40B4-BE49-F238E27FC236}">
                    <a16:creationId xmlns:a16="http://schemas.microsoft.com/office/drawing/2014/main" id="{81C7EBC6-4DB4-847A-49C1-21A94A23262D}"/>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65998AD5-7A35-B1EE-890A-5076E314D440}"/>
                  </a:ext>
                </a:extLst>
              </p:cNvPr>
              <p:cNvGrpSpPr/>
              <p:nvPr/>
            </p:nvGrpSpPr>
            <p:grpSpPr>
              <a:xfrm>
                <a:off x="7931281" y="2432506"/>
                <a:ext cx="277393" cy="1794050"/>
                <a:chOff x="8721870" y="2432506"/>
                <a:chExt cx="277393" cy="1794050"/>
              </a:xfrm>
            </p:grpSpPr>
            <p:sp>
              <p:nvSpPr>
                <p:cNvPr id="119" name="楕円 118">
                  <a:extLst>
                    <a:ext uri="{FF2B5EF4-FFF2-40B4-BE49-F238E27FC236}">
                      <a16:creationId xmlns:a16="http://schemas.microsoft.com/office/drawing/2014/main" id="{2CBFF973-9E09-7E9C-FC30-502AEAEC0595}"/>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0" name="楕円 119">
                  <a:extLst>
                    <a:ext uri="{FF2B5EF4-FFF2-40B4-BE49-F238E27FC236}">
                      <a16:creationId xmlns:a16="http://schemas.microsoft.com/office/drawing/2014/main" id="{6DF5DC64-5E09-B52D-D267-E098100A0D88}"/>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1" name="楕円 120">
                  <a:extLst>
                    <a:ext uri="{FF2B5EF4-FFF2-40B4-BE49-F238E27FC236}">
                      <a16:creationId xmlns:a16="http://schemas.microsoft.com/office/drawing/2014/main" id="{32890E08-DCAE-A42D-0EA8-55A1D6D763F6}"/>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125" name="グループ化 124">
              <a:extLst>
                <a:ext uri="{FF2B5EF4-FFF2-40B4-BE49-F238E27FC236}">
                  <a16:creationId xmlns:a16="http://schemas.microsoft.com/office/drawing/2014/main" id="{C205BBAE-6F7B-9CEC-37B2-48EB521C4A22}"/>
                </a:ext>
              </a:extLst>
            </p:cNvPr>
            <p:cNvGrpSpPr/>
            <p:nvPr/>
          </p:nvGrpSpPr>
          <p:grpSpPr>
            <a:xfrm>
              <a:off x="9924955" y="2084068"/>
              <a:ext cx="1368767" cy="2862773"/>
              <a:chOff x="7548447" y="2084068"/>
              <a:chExt cx="1368767" cy="2862773"/>
            </a:xfrm>
          </p:grpSpPr>
          <p:pic>
            <p:nvPicPr>
              <p:cNvPr id="126" name="グラフィックス 153">
                <a:extLst>
                  <a:ext uri="{FF2B5EF4-FFF2-40B4-BE49-F238E27FC236}">
                    <a16:creationId xmlns:a16="http://schemas.microsoft.com/office/drawing/2014/main" id="{F431529D-F84F-1185-DC73-4BA3DE5B7C4D}"/>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34276" y="2084068"/>
                <a:ext cx="573412" cy="573412"/>
              </a:xfrm>
              <a:prstGeom prst="rect">
                <a:avLst/>
              </a:prstGeom>
            </p:spPr>
          </p:pic>
          <p:pic>
            <p:nvPicPr>
              <p:cNvPr id="127" name="グラフィックス 154">
                <a:extLst>
                  <a:ext uri="{FF2B5EF4-FFF2-40B4-BE49-F238E27FC236}">
                    <a16:creationId xmlns:a16="http://schemas.microsoft.com/office/drawing/2014/main" id="{D158198C-DE6D-4E7D-5757-3CA225A17E1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2847188"/>
                <a:ext cx="573412" cy="573412"/>
              </a:xfrm>
              <a:prstGeom prst="rect">
                <a:avLst/>
              </a:prstGeom>
            </p:spPr>
          </p:pic>
          <p:pic>
            <p:nvPicPr>
              <p:cNvPr id="128" name="グラフィックス 155">
                <a:extLst>
                  <a:ext uri="{FF2B5EF4-FFF2-40B4-BE49-F238E27FC236}">
                    <a16:creationId xmlns:a16="http://schemas.microsoft.com/office/drawing/2014/main" id="{01544A08-656A-3C42-35FD-5225BB8C6C8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3610308"/>
                <a:ext cx="573412" cy="573412"/>
              </a:xfrm>
              <a:prstGeom prst="rect">
                <a:avLst/>
              </a:prstGeom>
            </p:spPr>
          </p:pic>
          <p:pic>
            <p:nvPicPr>
              <p:cNvPr id="129" name="グラフィックス 156">
                <a:extLst>
                  <a:ext uri="{FF2B5EF4-FFF2-40B4-BE49-F238E27FC236}">
                    <a16:creationId xmlns:a16="http://schemas.microsoft.com/office/drawing/2014/main" id="{994F9850-E1A8-BC91-C8FE-94915824E0A3}"/>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4373429"/>
                <a:ext cx="573412" cy="573412"/>
              </a:xfrm>
              <a:prstGeom prst="rect">
                <a:avLst/>
              </a:prstGeom>
            </p:spPr>
          </p:pic>
          <p:grpSp>
            <p:nvGrpSpPr>
              <p:cNvPr id="130" name="グループ化 129">
                <a:extLst>
                  <a:ext uri="{FF2B5EF4-FFF2-40B4-BE49-F238E27FC236}">
                    <a16:creationId xmlns:a16="http://schemas.microsoft.com/office/drawing/2014/main" id="{4B1A4123-A581-72AA-1AFA-BFFF90B892AC}"/>
                  </a:ext>
                </a:extLst>
              </p:cNvPr>
              <p:cNvGrpSpPr/>
              <p:nvPr/>
            </p:nvGrpSpPr>
            <p:grpSpPr>
              <a:xfrm>
                <a:off x="7548447" y="2084068"/>
                <a:ext cx="573412" cy="2099652"/>
                <a:chOff x="8496202" y="2198366"/>
                <a:chExt cx="573412" cy="2099652"/>
              </a:xfrm>
            </p:grpSpPr>
            <p:pic>
              <p:nvPicPr>
                <p:cNvPr id="131" name="グラフィックス 158">
                  <a:extLst>
                    <a:ext uri="{FF2B5EF4-FFF2-40B4-BE49-F238E27FC236}">
                      <a16:creationId xmlns:a16="http://schemas.microsoft.com/office/drawing/2014/main" id="{1536A0AA-4E5D-9D06-ABAA-3FA3D3C103F2}"/>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2198366"/>
                  <a:ext cx="573412" cy="573412"/>
                </a:xfrm>
                <a:prstGeom prst="rect">
                  <a:avLst/>
                </a:prstGeom>
              </p:spPr>
            </p:pic>
            <p:pic>
              <p:nvPicPr>
                <p:cNvPr id="132" name="グラフィックス 159">
                  <a:extLst>
                    <a:ext uri="{FF2B5EF4-FFF2-40B4-BE49-F238E27FC236}">
                      <a16:creationId xmlns:a16="http://schemas.microsoft.com/office/drawing/2014/main" id="{616FC4E5-E262-A75C-A621-3AECE1ED01E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2961486"/>
                  <a:ext cx="573412" cy="573412"/>
                </a:xfrm>
                <a:prstGeom prst="rect">
                  <a:avLst/>
                </a:prstGeom>
              </p:spPr>
            </p:pic>
            <p:pic>
              <p:nvPicPr>
                <p:cNvPr id="133" name="グラフィックス 160">
                  <a:extLst>
                    <a:ext uri="{FF2B5EF4-FFF2-40B4-BE49-F238E27FC236}">
                      <a16:creationId xmlns:a16="http://schemas.microsoft.com/office/drawing/2014/main" id="{3AE5F78C-5336-ACD0-9AFD-1D3ED81407AB}"/>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3724606"/>
                  <a:ext cx="573412" cy="573412"/>
                </a:xfrm>
                <a:prstGeom prst="rect">
                  <a:avLst/>
                </a:prstGeom>
              </p:spPr>
            </p:pic>
          </p:grpSp>
        </p:grpSp>
        <p:grpSp>
          <p:nvGrpSpPr>
            <p:cNvPr id="134" name="グループ化 133">
              <a:extLst>
                <a:ext uri="{FF2B5EF4-FFF2-40B4-BE49-F238E27FC236}">
                  <a16:creationId xmlns:a16="http://schemas.microsoft.com/office/drawing/2014/main" id="{800AF0A9-6390-FBEA-F11F-455BD380BE41}"/>
                </a:ext>
              </a:extLst>
            </p:cNvPr>
            <p:cNvGrpSpPr/>
            <p:nvPr/>
          </p:nvGrpSpPr>
          <p:grpSpPr>
            <a:xfrm>
              <a:off x="9855342" y="2432506"/>
              <a:ext cx="1067982" cy="2552378"/>
              <a:chOff x="7931281" y="2432506"/>
              <a:chExt cx="1067982" cy="2552378"/>
            </a:xfrm>
          </p:grpSpPr>
          <p:grpSp>
            <p:nvGrpSpPr>
              <p:cNvPr id="135" name="グループ化 134">
                <a:extLst>
                  <a:ext uri="{FF2B5EF4-FFF2-40B4-BE49-F238E27FC236}">
                    <a16:creationId xmlns:a16="http://schemas.microsoft.com/office/drawing/2014/main" id="{7F123938-5C37-100F-9398-D982A31D01DF}"/>
                  </a:ext>
                </a:extLst>
              </p:cNvPr>
              <p:cNvGrpSpPr/>
              <p:nvPr/>
            </p:nvGrpSpPr>
            <p:grpSpPr>
              <a:xfrm>
                <a:off x="8721870" y="2432506"/>
                <a:ext cx="277393" cy="1794050"/>
                <a:chOff x="8721870" y="2432506"/>
                <a:chExt cx="277393" cy="1794050"/>
              </a:xfrm>
            </p:grpSpPr>
            <p:sp>
              <p:nvSpPr>
                <p:cNvPr id="141" name="楕円 140">
                  <a:extLst>
                    <a:ext uri="{FF2B5EF4-FFF2-40B4-BE49-F238E27FC236}">
                      <a16:creationId xmlns:a16="http://schemas.microsoft.com/office/drawing/2014/main" id="{B5BE0ACB-E427-5796-EC9A-4B0EA9088FF4}"/>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2" name="楕円 141">
                  <a:extLst>
                    <a:ext uri="{FF2B5EF4-FFF2-40B4-BE49-F238E27FC236}">
                      <a16:creationId xmlns:a16="http://schemas.microsoft.com/office/drawing/2014/main" id="{8E4ED757-D82E-F2D4-3693-A8C7ECA5C383}"/>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3" name="楕円 142">
                  <a:extLst>
                    <a:ext uri="{FF2B5EF4-FFF2-40B4-BE49-F238E27FC236}">
                      <a16:creationId xmlns:a16="http://schemas.microsoft.com/office/drawing/2014/main" id="{189FDE5F-BA8A-1F72-C711-71434D078FB6}"/>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36" name="楕円 135">
                <a:extLst>
                  <a:ext uri="{FF2B5EF4-FFF2-40B4-BE49-F238E27FC236}">
                    <a16:creationId xmlns:a16="http://schemas.microsoft.com/office/drawing/2014/main" id="{58B7359C-D2FA-EC28-1B90-F18514B8C642}"/>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D280BB3F-3FA5-CCD4-B998-EF5A277AC53D}"/>
                  </a:ext>
                </a:extLst>
              </p:cNvPr>
              <p:cNvGrpSpPr/>
              <p:nvPr/>
            </p:nvGrpSpPr>
            <p:grpSpPr>
              <a:xfrm>
                <a:off x="7931281" y="2432506"/>
                <a:ext cx="277393" cy="1794050"/>
                <a:chOff x="8721870" y="2432506"/>
                <a:chExt cx="277393" cy="1794050"/>
              </a:xfrm>
            </p:grpSpPr>
            <p:sp>
              <p:nvSpPr>
                <p:cNvPr id="138" name="楕円 137">
                  <a:extLst>
                    <a:ext uri="{FF2B5EF4-FFF2-40B4-BE49-F238E27FC236}">
                      <a16:creationId xmlns:a16="http://schemas.microsoft.com/office/drawing/2014/main" id="{B7471570-1F82-E98E-A248-B2AE86EBEC3C}"/>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9" name="楕円 138">
                  <a:extLst>
                    <a:ext uri="{FF2B5EF4-FFF2-40B4-BE49-F238E27FC236}">
                      <a16:creationId xmlns:a16="http://schemas.microsoft.com/office/drawing/2014/main" id="{F0B4E773-AF34-3881-06B0-FC4BEB813C1B}"/>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0" name="楕円 139">
                  <a:extLst>
                    <a:ext uri="{FF2B5EF4-FFF2-40B4-BE49-F238E27FC236}">
                      <a16:creationId xmlns:a16="http://schemas.microsoft.com/office/drawing/2014/main" id="{117A7593-BE28-3601-2F29-EB70AA330BEC}"/>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979497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grpSp>
        <p:nvGrpSpPr>
          <p:cNvPr id="25" name="グループ化 24">
            <a:extLst>
              <a:ext uri="{FF2B5EF4-FFF2-40B4-BE49-F238E27FC236}">
                <a16:creationId xmlns:a16="http://schemas.microsoft.com/office/drawing/2014/main" id="{D9426F9E-DB60-D86A-7065-112F829D5F5A}"/>
              </a:ext>
            </a:extLst>
          </p:cNvPr>
          <p:cNvGrpSpPr/>
          <p:nvPr/>
        </p:nvGrpSpPr>
        <p:grpSpPr>
          <a:xfrm>
            <a:off x="-1756874" y="1485969"/>
            <a:ext cx="9665733" cy="3249762"/>
            <a:chOff x="-2137874" y="1485969"/>
            <a:chExt cx="9665733" cy="3249762"/>
          </a:xfrm>
        </p:grpSpPr>
        <p:cxnSp>
          <p:nvCxnSpPr>
            <p:cNvPr id="51" name="直線コネクタ 50">
              <a:extLst>
                <a:ext uri="{FF2B5EF4-FFF2-40B4-BE49-F238E27FC236}">
                  <a16:creationId xmlns:a16="http://schemas.microsoft.com/office/drawing/2014/main" id="{7DB252E0-C19A-DCD9-5EBE-5C87455078C7}"/>
                </a:ext>
              </a:extLst>
            </p:cNvPr>
            <p:cNvCxnSpPr>
              <a:cxnSpLocks/>
              <a:stCxn id="67" idx="6"/>
              <a:endCxn id="69" idx="2"/>
            </p:cNvCxnSpPr>
            <p:nvPr/>
          </p:nvCxnSpPr>
          <p:spPr>
            <a:xfrm>
              <a:off x="4052275" y="2947629"/>
              <a:ext cx="593292"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7" name="楕円 56">
              <a:extLst>
                <a:ext uri="{FF2B5EF4-FFF2-40B4-BE49-F238E27FC236}">
                  <a16:creationId xmlns:a16="http://schemas.microsoft.com/office/drawing/2014/main" id="{7A6BFE28-C352-DB4A-9AF6-36DDA8B38B95}"/>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2" name="楕円 61">
              <a:extLst>
                <a:ext uri="{FF2B5EF4-FFF2-40B4-BE49-F238E27FC236}">
                  <a16:creationId xmlns:a16="http://schemas.microsoft.com/office/drawing/2014/main" id="{22CC11FB-D1A7-423C-7F05-1CE92D901356}"/>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4" name="楕円 63">
              <a:extLst>
                <a:ext uri="{FF2B5EF4-FFF2-40B4-BE49-F238E27FC236}">
                  <a16:creationId xmlns:a16="http://schemas.microsoft.com/office/drawing/2014/main" id="{B81445BA-521D-C6A2-7761-C84A0C53F0D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938CE392-C0D5-1E82-A02C-1EC78F0DCC66}"/>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68" name="楕円 67">
              <a:extLst>
                <a:ext uri="{FF2B5EF4-FFF2-40B4-BE49-F238E27FC236}">
                  <a16:creationId xmlns:a16="http://schemas.microsoft.com/office/drawing/2014/main" id="{DF00B96F-7714-D782-E14B-83DCB4143BFC}"/>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69" name="楕円 68">
              <a:extLst>
                <a:ext uri="{FF2B5EF4-FFF2-40B4-BE49-F238E27FC236}">
                  <a16:creationId xmlns:a16="http://schemas.microsoft.com/office/drawing/2014/main" id="{2BE84E6C-7273-BCE1-3FDB-CB6908B820CD}"/>
                </a:ext>
              </a:extLst>
            </p:cNvPr>
            <p:cNvSpPr/>
            <p:nvPr/>
          </p:nvSpPr>
          <p:spPr>
            <a:xfrm>
              <a:off x="4645567"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70" name="直線コネクタ 69">
              <a:extLst>
                <a:ext uri="{FF2B5EF4-FFF2-40B4-BE49-F238E27FC236}">
                  <a16:creationId xmlns:a16="http://schemas.microsoft.com/office/drawing/2014/main" id="{AF03456F-4274-B350-5007-C39188CBAF92}"/>
                </a:ext>
              </a:extLst>
            </p:cNvPr>
            <p:cNvCxnSpPr>
              <a:cxnSpLocks/>
              <a:endCxn id="57"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3D5C15B0-CCCE-4F31-0E2D-6681D05A8CE2}"/>
                </a:ext>
              </a:extLst>
            </p:cNvPr>
            <p:cNvCxnSpPr>
              <a:cxnSpLocks/>
              <a:stCxn id="62" idx="1"/>
              <a:endCxn id="57"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直線コネクタ 71">
              <a:extLst>
                <a:ext uri="{FF2B5EF4-FFF2-40B4-BE49-F238E27FC236}">
                  <a16:creationId xmlns:a16="http://schemas.microsoft.com/office/drawing/2014/main" id="{FB04DDF2-0CC8-FB25-D3CE-80C01267D989}"/>
                </a:ext>
              </a:extLst>
            </p:cNvPr>
            <p:cNvCxnSpPr>
              <a:cxnSpLocks/>
              <a:stCxn id="62" idx="7"/>
              <a:endCxn id="67"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09A5598F-481C-DB42-E500-FA8168E290CA}"/>
                </a:ext>
              </a:extLst>
            </p:cNvPr>
            <p:cNvCxnSpPr>
              <a:cxnSpLocks/>
              <a:stCxn id="69" idx="6"/>
              <a:endCxn id="64" idx="2"/>
            </p:cNvCxnSpPr>
            <p:nvPr/>
          </p:nvCxnSpPr>
          <p:spPr>
            <a:xfrm flipV="1">
              <a:off x="5808783" y="3373014"/>
              <a:ext cx="555860"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1" name="グループ化 80">
              <a:extLst>
                <a:ext uri="{FF2B5EF4-FFF2-40B4-BE49-F238E27FC236}">
                  <a16:creationId xmlns:a16="http://schemas.microsoft.com/office/drawing/2014/main" id="{0896FB9A-ECA2-99BF-EF3B-5F3C50B6C300}"/>
                </a:ext>
              </a:extLst>
            </p:cNvPr>
            <p:cNvGrpSpPr/>
            <p:nvPr/>
          </p:nvGrpSpPr>
          <p:grpSpPr>
            <a:xfrm>
              <a:off x="3050369" y="1485969"/>
              <a:ext cx="840596" cy="833567"/>
              <a:chOff x="1367715" y="1890973"/>
              <a:chExt cx="840596" cy="833567"/>
            </a:xfrm>
          </p:grpSpPr>
          <p:sp>
            <p:nvSpPr>
              <p:cNvPr id="89" name="吹き出し: 円形 88">
                <a:extLst>
                  <a:ext uri="{FF2B5EF4-FFF2-40B4-BE49-F238E27FC236}">
                    <a16:creationId xmlns:a16="http://schemas.microsoft.com/office/drawing/2014/main" id="{D2ECA59A-A389-42BE-67A4-1A6263294A40}"/>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1" name="図 90">
                <a:extLst>
                  <a:ext uri="{FF2B5EF4-FFF2-40B4-BE49-F238E27FC236}">
                    <a16:creationId xmlns:a16="http://schemas.microsoft.com/office/drawing/2014/main" id="{E4C72FF0-1752-DD6E-6B1B-EB77403DD5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grpSp>
          <p:nvGrpSpPr>
            <p:cNvPr id="82" name="グループ化 81">
              <a:extLst>
                <a:ext uri="{FF2B5EF4-FFF2-40B4-BE49-F238E27FC236}">
                  <a16:creationId xmlns:a16="http://schemas.microsoft.com/office/drawing/2014/main" id="{72BEEA30-6550-AEA4-1BD7-7ADD87D71144}"/>
                </a:ext>
              </a:extLst>
            </p:cNvPr>
            <p:cNvGrpSpPr/>
            <p:nvPr/>
          </p:nvGrpSpPr>
          <p:grpSpPr>
            <a:xfrm rot="651301">
              <a:off x="2074985" y="3177201"/>
              <a:ext cx="560995" cy="489333"/>
              <a:chOff x="2420469" y="2760201"/>
              <a:chExt cx="560995" cy="489333"/>
            </a:xfrm>
          </p:grpSpPr>
          <p:sp>
            <p:nvSpPr>
              <p:cNvPr id="86" name="矢印: 山形 85">
                <a:extLst>
                  <a:ext uri="{FF2B5EF4-FFF2-40B4-BE49-F238E27FC236}">
                    <a16:creationId xmlns:a16="http://schemas.microsoft.com/office/drawing/2014/main" id="{1D4FA278-B364-230B-72C9-529759F0B396}"/>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87" name="矢印: 山形 86">
                <a:extLst>
                  <a:ext uri="{FF2B5EF4-FFF2-40B4-BE49-F238E27FC236}">
                    <a16:creationId xmlns:a16="http://schemas.microsoft.com/office/drawing/2014/main" id="{67AEFA91-001A-F3CC-6282-EE215419F02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83" name="楕円 82">
              <a:extLst>
                <a:ext uri="{FF2B5EF4-FFF2-40B4-BE49-F238E27FC236}">
                  <a16:creationId xmlns:a16="http://schemas.microsoft.com/office/drawing/2014/main" id="{E4100C0E-41BB-86E5-5386-AB085BF6B06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84" name="楕円 83">
              <a:extLst>
                <a:ext uri="{FF2B5EF4-FFF2-40B4-BE49-F238E27FC236}">
                  <a16:creationId xmlns:a16="http://schemas.microsoft.com/office/drawing/2014/main" id="{462EB493-3624-5C88-B784-7FFA70EB87FF}"/>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grpSp>
      <p:sp>
        <p:nvSpPr>
          <p:cNvPr id="78" name="二等辺三角形 77">
            <a:extLst>
              <a:ext uri="{FF2B5EF4-FFF2-40B4-BE49-F238E27FC236}">
                <a16:creationId xmlns:a16="http://schemas.microsoft.com/office/drawing/2014/main" id="{55CE8D51-6F0B-61A4-234B-2E0B76946939}"/>
              </a:ext>
            </a:extLst>
          </p:cNvPr>
          <p:cNvSpPr/>
          <p:nvPr/>
        </p:nvSpPr>
        <p:spPr>
          <a:xfrm rot="16200000">
            <a:off x="9024192"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7403240"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7349041"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22" name="グループ化 21">
            <a:extLst>
              <a:ext uri="{FF2B5EF4-FFF2-40B4-BE49-F238E27FC236}">
                <a16:creationId xmlns:a16="http://schemas.microsoft.com/office/drawing/2014/main" id="{C696FB9E-EC64-C644-DB60-481FBBCC7FBC}"/>
              </a:ext>
            </a:extLst>
          </p:cNvPr>
          <p:cNvGrpSpPr/>
          <p:nvPr/>
        </p:nvGrpSpPr>
        <p:grpSpPr>
          <a:xfrm>
            <a:off x="5786228" y="5723999"/>
            <a:ext cx="658871" cy="645587"/>
            <a:chOff x="5823552" y="5742661"/>
            <a:chExt cx="658871" cy="645587"/>
          </a:xfrm>
        </p:grpSpPr>
        <p:sp>
          <p:nvSpPr>
            <p:cNvPr id="23" name="四角形: 角を丸くする 22">
              <a:extLst>
                <a:ext uri="{FF2B5EF4-FFF2-40B4-BE49-F238E27FC236}">
                  <a16:creationId xmlns:a16="http://schemas.microsoft.com/office/drawing/2014/main" id="{A47FEE8B-49DB-75F0-BEB8-065AD1C57A9C}"/>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24" name="グラフィックス 23" descr="ユーザー 単色塗りつぶし">
              <a:extLst>
                <a:ext uri="{FF2B5EF4-FFF2-40B4-BE49-F238E27FC236}">
                  <a16:creationId xmlns:a16="http://schemas.microsoft.com/office/drawing/2014/main" id="{FF147A67-D98D-E19C-5838-D3E58BC63FB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46107" y="5756836"/>
              <a:ext cx="611000" cy="611000"/>
            </a:xfrm>
            <a:prstGeom prst="rect">
              <a:avLst/>
            </a:prstGeom>
          </p:spPr>
        </p:pic>
      </p:grpSp>
    </p:spTree>
    <p:extLst>
      <p:ext uri="{BB962C8B-B14F-4D97-AF65-F5344CB8AC3E}">
        <p14:creationId xmlns:p14="http://schemas.microsoft.com/office/powerpoint/2010/main" val="18411178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grpSp>
        <p:nvGrpSpPr>
          <p:cNvPr id="30" name="グループ化 29">
            <a:extLst>
              <a:ext uri="{FF2B5EF4-FFF2-40B4-BE49-F238E27FC236}">
                <a16:creationId xmlns:a16="http://schemas.microsoft.com/office/drawing/2014/main" id="{89E204E9-AB78-D073-890A-43CE35DB617C}"/>
              </a:ext>
            </a:extLst>
          </p:cNvPr>
          <p:cNvGrpSpPr/>
          <p:nvPr/>
        </p:nvGrpSpPr>
        <p:grpSpPr>
          <a:xfrm>
            <a:off x="-1756874" y="1485969"/>
            <a:ext cx="9665733" cy="3249762"/>
            <a:chOff x="-2137874" y="1485969"/>
            <a:chExt cx="9665733" cy="3249762"/>
          </a:xfrm>
        </p:grpSpPr>
        <p:cxnSp>
          <p:nvCxnSpPr>
            <p:cNvPr id="57" name="直線コネクタ 56">
              <a:extLst>
                <a:ext uri="{FF2B5EF4-FFF2-40B4-BE49-F238E27FC236}">
                  <a16:creationId xmlns:a16="http://schemas.microsoft.com/office/drawing/2014/main" id="{36486AB8-8BC1-BA0A-A6B1-510A51CC026A}"/>
                </a:ext>
              </a:extLst>
            </p:cNvPr>
            <p:cNvCxnSpPr>
              <a:cxnSpLocks/>
              <a:stCxn id="69" idx="6"/>
              <a:endCxn id="71" idx="2"/>
            </p:cNvCxnSpPr>
            <p:nvPr/>
          </p:nvCxnSpPr>
          <p:spPr>
            <a:xfrm>
              <a:off x="4052275" y="2947629"/>
              <a:ext cx="593292"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76A067A4-CB8E-E3D3-E54E-4AE4A9D2CB3E}"/>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4" name="楕円 63">
              <a:extLst>
                <a:ext uri="{FF2B5EF4-FFF2-40B4-BE49-F238E27FC236}">
                  <a16:creationId xmlns:a16="http://schemas.microsoft.com/office/drawing/2014/main" id="{82549217-F46B-6CDB-4964-5C0869C3702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20D8A39D-35FF-02EC-A5FE-8C663E65FC24}"/>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9" name="楕円 68">
              <a:extLst>
                <a:ext uri="{FF2B5EF4-FFF2-40B4-BE49-F238E27FC236}">
                  <a16:creationId xmlns:a16="http://schemas.microsoft.com/office/drawing/2014/main" id="{A5124B87-4184-A3CE-06EE-3CBB05D91071}"/>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95E3A80-C28C-4114-F2F8-7AC692AECCC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92166F79-4A75-148B-3090-64D34768247B}"/>
                </a:ext>
              </a:extLst>
            </p:cNvPr>
            <p:cNvSpPr/>
            <p:nvPr/>
          </p:nvSpPr>
          <p:spPr>
            <a:xfrm>
              <a:off x="4645567"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72" name="直線コネクタ 71">
              <a:extLst>
                <a:ext uri="{FF2B5EF4-FFF2-40B4-BE49-F238E27FC236}">
                  <a16:creationId xmlns:a16="http://schemas.microsoft.com/office/drawing/2014/main" id="{4D50F310-66A1-F056-2378-8E885DED193F}"/>
                </a:ext>
              </a:extLst>
            </p:cNvPr>
            <p:cNvCxnSpPr>
              <a:cxnSpLocks/>
              <a:endCxn id="62"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3" name="直線コネクタ 72">
              <a:extLst>
                <a:ext uri="{FF2B5EF4-FFF2-40B4-BE49-F238E27FC236}">
                  <a16:creationId xmlns:a16="http://schemas.microsoft.com/office/drawing/2014/main" id="{50EE46D3-3930-54D2-D498-0092FC3D058F}"/>
                </a:ext>
              </a:extLst>
            </p:cNvPr>
            <p:cNvCxnSpPr>
              <a:cxnSpLocks/>
              <a:stCxn id="64" idx="1"/>
              <a:endCxn id="62"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F4C5C1D7-B770-C2CB-830A-6C5E89C55F72}"/>
                </a:ext>
              </a:extLst>
            </p:cNvPr>
            <p:cNvCxnSpPr>
              <a:cxnSpLocks/>
              <a:stCxn id="64" idx="7"/>
              <a:endCxn id="69"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1" name="直線コネクタ 80">
              <a:extLst>
                <a:ext uri="{FF2B5EF4-FFF2-40B4-BE49-F238E27FC236}">
                  <a16:creationId xmlns:a16="http://schemas.microsoft.com/office/drawing/2014/main" id="{9BFC01EB-D98B-3A61-D08D-71D483DD5AEE}"/>
                </a:ext>
              </a:extLst>
            </p:cNvPr>
            <p:cNvCxnSpPr>
              <a:cxnSpLocks/>
              <a:stCxn id="71" idx="6"/>
              <a:endCxn id="67" idx="2"/>
            </p:cNvCxnSpPr>
            <p:nvPr/>
          </p:nvCxnSpPr>
          <p:spPr>
            <a:xfrm flipV="1">
              <a:off x="5808783" y="3373014"/>
              <a:ext cx="555860"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2" name="グループ化 81">
              <a:extLst>
                <a:ext uri="{FF2B5EF4-FFF2-40B4-BE49-F238E27FC236}">
                  <a16:creationId xmlns:a16="http://schemas.microsoft.com/office/drawing/2014/main" id="{F6352FC7-1229-77EA-6472-2386583E3792}"/>
                </a:ext>
              </a:extLst>
            </p:cNvPr>
            <p:cNvGrpSpPr/>
            <p:nvPr/>
          </p:nvGrpSpPr>
          <p:grpSpPr>
            <a:xfrm>
              <a:off x="3050369" y="1485969"/>
              <a:ext cx="840596" cy="833567"/>
              <a:chOff x="1367715" y="1890973"/>
              <a:chExt cx="840596" cy="833567"/>
            </a:xfrm>
          </p:grpSpPr>
          <p:sp>
            <p:nvSpPr>
              <p:cNvPr id="91" name="吹き出し: 円形 90">
                <a:extLst>
                  <a:ext uri="{FF2B5EF4-FFF2-40B4-BE49-F238E27FC236}">
                    <a16:creationId xmlns:a16="http://schemas.microsoft.com/office/drawing/2014/main" id="{5C96AE84-29F3-6D35-EA08-1DB4FA08F87C}"/>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1E863A46-0968-75B3-FC08-39884458A5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grpSp>
          <p:nvGrpSpPr>
            <p:cNvPr id="83" name="グループ化 82">
              <a:extLst>
                <a:ext uri="{FF2B5EF4-FFF2-40B4-BE49-F238E27FC236}">
                  <a16:creationId xmlns:a16="http://schemas.microsoft.com/office/drawing/2014/main" id="{378DDBCA-4083-33D5-06B4-7934053CB5C1}"/>
                </a:ext>
              </a:extLst>
            </p:cNvPr>
            <p:cNvGrpSpPr/>
            <p:nvPr/>
          </p:nvGrpSpPr>
          <p:grpSpPr>
            <a:xfrm rot="651301">
              <a:off x="2074985" y="3177201"/>
              <a:ext cx="560995" cy="489333"/>
              <a:chOff x="2420469" y="2760201"/>
              <a:chExt cx="560995" cy="489333"/>
            </a:xfrm>
          </p:grpSpPr>
          <p:sp>
            <p:nvSpPr>
              <p:cNvPr id="87" name="矢印: 山形 86">
                <a:extLst>
                  <a:ext uri="{FF2B5EF4-FFF2-40B4-BE49-F238E27FC236}">
                    <a16:creationId xmlns:a16="http://schemas.microsoft.com/office/drawing/2014/main" id="{9479CE2A-7C3B-9B5E-7B72-5F93D05300B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89" name="矢印: 山形 88">
                <a:extLst>
                  <a:ext uri="{FF2B5EF4-FFF2-40B4-BE49-F238E27FC236}">
                    <a16:creationId xmlns:a16="http://schemas.microsoft.com/office/drawing/2014/main" id="{D74D58B5-B8D2-298A-5FC3-ADEB92A43D9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84" name="楕円 83">
              <a:extLst>
                <a:ext uri="{FF2B5EF4-FFF2-40B4-BE49-F238E27FC236}">
                  <a16:creationId xmlns:a16="http://schemas.microsoft.com/office/drawing/2014/main" id="{D802F360-898B-92FA-95DF-580AD402C626}"/>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A90A676D-0B5A-2A08-8097-794F742818B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grpSp>
      <p:sp>
        <p:nvSpPr>
          <p:cNvPr id="78" name="二等辺三角形 77">
            <a:extLst>
              <a:ext uri="{FF2B5EF4-FFF2-40B4-BE49-F238E27FC236}">
                <a16:creationId xmlns:a16="http://schemas.microsoft.com/office/drawing/2014/main" id="{E9A65C4C-A638-78F6-2EC2-C28D54E1B0DF}"/>
              </a:ext>
            </a:extLst>
          </p:cNvPr>
          <p:cNvSpPr/>
          <p:nvPr/>
        </p:nvSpPr>
        <p:spPr>
          <a:xfrm rot="16200000">
            <a:off x="9071807"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7432193"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7396656"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3" name="グループ化 22">
            <a:extLst>
              <a:ext uri="{FF2B5EF4-FFF2-40B4-BE49-F238E27FC236}">
                <a16:creationId xmlns:a16="http://schemas.microsoft.com/office/drawing/2014/main" id="{54D65FC0-F287-7841-B3CD-C1D7A2DE7EBD}"/>
              </a:ext>
            </a:extLst>
          </p:cNvPr>
          <p:cNvGrpSpPr/>
          <p:nvPr/>
        </p:nvGrpSpPr>
        <p:grpSpPr>
          <a:xfrm>
            <a:off x="5786228" y="5723999"/>
            <a:ext cx="658871" cy="645587"/>
            <a:chOff x="5823552" y="5742661"/>
            <a:chExt cx="658871" cy="645587"/>
          </a:xfrm>
        </p:grpSpPr>
        <p:sp>
          <p:nvSpPr>
            <p:cNvPr id="24" name="四角形: 角を丸くする 23">
              <a:extLst>
                <a:ext uri="{FF2B5EF4-FFF2-40B4-BE49-F238E27FC236}">
                  <a16:creationId xmlns:a16="http://schemas.microsoft.com/office/drawing/2014/main" id="{B64A1414-20D1-8415-0BBF-722BC1FC3EA0}"/>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25" name="グラフィックス 24" descr="ユーザー 単色塗りつぶし">
              <a:extLst>
                <a:ext uri="{FF2B5EF4-FFF2-40B4-BE49-F238E27FC236}">
                  <a16:creationId xmlns:a16="http://schemas.microsoft.com/office/drawing/2014/main" id="{0ADD77BC-4BF6-4C18-0819-8731692A89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46107" y="5756836"/>
              <a:ext cx="611000" cy="611000"/>
            </a:xfrm>
            <a:prstGeom prst="rect">
              <a:avLst/>
            </a:prstGeom>
          </p:spPr>
        </p:pic>
      </p:grpSp>
    </p:spTree>
    <p:extLst>
      <p:ext uri="{BB962C8B-B14F-4D97-AF65-F5344CB8AC3E}">
        <p14:creationId xmlns:p14="http://schemas.microsoft.com/office/powerpoint/2010/main" val="3326657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902417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740322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736280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1410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145155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331113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552583"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110697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244442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347244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249706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144517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8697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7" name="楕円 56">
            <a:extLst>
              <a:ext uri="{FF2B5EF4-FFF2-40B4-BE49-F238E27FC236}">
                <a16:creationId xmlns:a16="http://schemas.microsoft.com/office/drawing/2014/main" id="{96A7B35D-1F85-087C-95E8-8C0310BA0B7F}"/>
              </a:ext>
            </a:extLst>
          </p:cNvPr>
          <p:cNvSpPr/>
          <p:nvPr/>
        </p:nvSpPr>
        <p:spPr>
          <a:xfrm>
            <a:off x="-153188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155901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AEC4E57D-738D-FDF8-6544-874C1EEBE97E}"/>
              </a:ext>
            </a:extLst>
          </p:cNvPr>
          <p:cNvGrpSpPr/>
          <p:nvPr/>
        </p:nvGrpSpPr>
        <p:grpSpPr>
          <a:xfrm>
            <a:off x="5786228" y="5723999"/>
            <a:ext cx="658871" cy="645587"/>
            <a:chOff x="5823552" y="5742661"/>
            <a:chExt cx="658871" cy="645587"/>
          </a:xfrm>
        </p:grpSpPr>
        <p:sp>
          <p:nvSpPr>
            <p:cNvPr id="6" name="四角形: 角を丸くする 5">
              <a:extLst>
                <a:ext uri="{FF2B5EF4-FFF2-40B4-BE49-F238E27FC236}">
                  <a16:creationId xmlns:a16="http://schemas.microsoft.com/office/drawing/2014/main" id="{E9A596F3-351E-81F2-980A-1A1528B3BD54}"/>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8" name="グラフィックス 67" descr="ユーザー 単色塗りつぶし">
              <a:extLst>
                <a:ext uri="{FF2B5EF4-FFF2-40B4-BE49-F238E27FC236}">
                  <a16:creationId xmlns:a16="http://schemas.microsoft.com/office/drawing/2014/main" id="{9B2A61CF-0FCC-782A-D69B-688D9A2612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6107" y="5756836"/>
              <a:ext cx="611000" cy="611000"/>
            </a:xfrm>
            <a:prstGeom prst="rect">
              <a:avLst/>
            </a:prstGeom>
          </p:spPr>
        </p:pic>
      </p:grpSp>
      <p:grpSp>
        <p:nvGrpSpPr>
          <p:cNvPr id="37" name="グループ化 36">
            <a:extLst>
              <a:ext uri="{FF2B5EF4-FFF2-40B4-BE49-F238E27FC236}">
                <a16:creationId xmlns:a16="http://schemas.microsoft.com/office/drawing/2014/main" id="{C5D0D54D-1EC9-D5FC-A38C-AA86EBA892E9}"/>
              </a:ext>
            </a:extLst>
          </p:cNvPr>
          <p:cNvGrpSpPr/>
          <p:nvPr/>
        </p:nvGrpSpPr>
        <p:grpSpPr>
          <a:xfrm>
            <a:off x="7506271" y="2041200"/>
            <a:ext cx="3824962" cy="2943684"/>
            <a:chOff x="7506271" y="2041200"/>
            <a:chExt cx="3824962" cy="2943684"/>
          </a:xfrm>
        </p:grpSpPr>
        <p:pic>
          <p:nvPicPr>
            <p:cNvPr id="48" name="図 47" descr="ロゴ&#10;&#10;AI 生成コンテンツは誤りを含む可能性があります。">
              <a:extLst>
                <a:ext uri="{FF2B5EF4-FFF2-40B4-BE49-F238E27FC236}">
                  <a16:creationId xmlns:a16="http://schemas.microsoft.com/office/drawing/2014/main" id="{1F606985-4A9F-D01F-5CCF-11BB2A1589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56" name="グループ化 55">
              <a:extLst>
                <a:ext uri="{FF2B5EF4-FFF2-40B4-BE49-F238E27FC236}">
                  <a16:creationId xmlns:a16="http://schemas.microsoft.com/office/drawing/2014/main" id="{422F1595-5B24-B52B-05D4-B5B682DFC2F6}"/>
                </a:ext>
              </a:extLst>
            </p:cNvPr>
            <p:cNvGrpSpPr/>
            <p:nvPr/>
          </p:nvGrpSpPr>
          <p:grpSpPr>
            <a:xfrm>
              <a:off x="7506271" y="2041200"/>
              <a:ext cx="1443249" cy="2934324"/>
              <a:chOff x="7506277" y="2003876"/>
              <a:chExt cx="1265547" cy="2573030"/>
            </a:xfrm>
          </p:grpSpPr>
          <p:sp>
            <p:nvSpPr>
              <p:cNvPr id="150" name="四角形: 角を丸くする 149">
                <a:extLst>
                  <a:ext uri="{FF2B5EF4-FFF2-40B4-BE49-F238E27FC236}">
                    <a16:creationId xmlns:a16="http://schemas.microsoft.com/office/drawing/2014/main" id="{5434CFF4-59D8-EF50-C598-173B2E291CA6}"/>
                  </a:ext>
                </a:extLst>
              </p:cNvPr>
              <p:cNvSpPr/>
              <p:nvPr/>
            </p:nvSpPr>
            <p:spPr>
              <a:xfrm>
                <a:off x="8202006" y="200387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1" name="四角形: 角を丸くする 150">
                <a:extLst>
                  <a:ext uri="{FF2B5EF4-FFF2-40B4-BE49-F238E27FC236}">
                    <a16:creationId xmlns:a16="http://schemas.microsoft.com/office/drawing/2014/main" id="{C0D7A767-7FA3-7A71-A7E4-FE7845A15D85}"/>
                  </a:ext>
                </a:extLst>
              </p:cNvPr>
              <p:cNvSpPr/>
              <p:nvPr/>
            </p:nvSpPr>
            <p:spPr>
              <a:xfrm>
                <a:off x="8202006" y="2673826"/>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2" name="四角形: 角を丸くする 151">
                <a:extLst>
                  <a:ext uri="{FF2B5EF4-FFF2-40B4-BE49-F238E27FC236}">
                    <a16:creationId xmlns:a16="http://schemas.microsoft.com/office/drawing/2014/main" id="{336125CA-16EA-6715-0CE2-CAB715C0FB05}"/>
                  </a:ext>
                </a:extLst>
              </p:cNvPr>
              <p:cNvSpPr/>
              <p:nvPr/>
            </p:nvSpPr>
            <p:spPr>
              <a:xfrm>
                <a:off x="8202006" y="3341203"/>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3" name="四角形: 角を丸くする 152">
                <a:extLst>
                  <a:ext uri="{FF2B5EF4-FFF2-40B4-BE49-F238E27FC236}">
                    <a16:creationId xmlns:a16="http://schemas.microsoft.com/office/drawing/2014/main" id="{55AA8F69-C8F3-6EE0-5D0D-64AED065DF5F}"/>
                  </a:ext>
                </a:extLst>
              </p:cNvPr>
              <p:cNvSpPr/>
              <p:nvPr/>
            </p:nvSpPr>
            <p:spPr>
              <a:xfrm>
                <a:off x="8202006" y="4007088"/>
                <a:ext cx="569818" cy="569818"/>
              </a:xfrm>
              <a:prstGeom prst="roundRect">
                <a:avLst/>
              </a:prstGeom>
              <a:solidFill>
                <a:schemeClr val="tx2">
                  <a:lumMod val="40000"/>
                  <a:lumOff val="6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4" name="四角形: 角を丸くする 153">
                <a:extLst>
                  <a:ext uri="{FF2B5EF4-FFF2-40B4-BE49-F238E27FC236}">
                    <a16:creationId xmlns:a16="http://schemas.microsoft.com/office/drawing/2014/main" id="{16607A53-C398-5383-B887-DFE138CE61C4}"/>
                  </a:ext>
                </a:extLst>
              </p:cNvPr>
              <p:cNvSpPr/>
              <p:nvPr/>
            </p:nvSpPr>
            <p:spPr>
              <a:xfrm>
                <a:off x="7506277" y="200387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5" name="四角形: 角を丸くする 154">
                <a:extLst>
                  <a:ext uri="{FF2B5EF4-FFF2-40B4-BE49-F238E27FC236}">
                    <a16:creationId xmlns:a16="http://schemas.microsoft.com/office/drawing/2014/main" id="{39E72B5C-E979-C62E-219A-3544D808DF1C}"/>
                  </a:ext>
                </a:extLst>
              </p:cNvPr>
              <p:cNvSpPr/>
              <p:nvPr/>
            </p:nvSpPr>
            <p:spPr>
              <a:xfrm>
                <a:off x="7506277" y="2673826"/>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6" name="四角形: 角を丸くする 155">
                <a:extLst>
                  <a:ext uri="{FF2B5EF4-FFF2-40B4-BE49-F238E27FC236}">
                    <a16:creationId xmlns:a16="http://schemas.microsoft.com/office/drawing/2014/main" id="{DD999F7D-A950-3D15-6AF6-2D539D465CA7}"/>
                  </a:ext>
                </a:extLst>
              </p:cNvPr>
              <p:cNvSpPr/>
              <p:nvPr/>
            </p:nvSpPr>
            <p:spPr>
              <a:xfrm>
                <a:off x="7506277" y="3341203"/>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7" name="四角形: 角を丸くする 156">
                <a:extLst>
                  <a:ext uri="{FF2B5EF4-FFF2-40B4-BE49-F238E27FC236}">
                    <a16:creationId xmlns:a16="http://schemas.microsoft.com/office/drawing/2014/main" id="{40F73474-8A8E-D7D1-4903-947092DA79F0}"/>
                  </a:ext>
                </a:extLst>
              </p:cNvPr>
              <p:cNvSpPr/>
              <p:nvPr/>
            </p:nvSpPr>
            <p:spPr>
              <a:xfrm>
                <a:off x="7506277" y="4007088"/>
                <a:ext cx="569818" cy="569818"/>
              </a:xfrm>
              <a:prstGeom prst="roundRect">
                <a:avLst/>
              </a:prstGeom>
              <a:solidFill>
                <a:schemeClr val="tx2">
                  <a:lumMod val="40000"/>
                  <a:lumOff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EB0C253E-3292-1720-F275-57617C903DF6}"/>
                </a:ext>
              </a:extLst>
            </p:cNvPr>
            <p:cNvGrpSpPr/>
            <p:nvPr/>
          </p:nvGrpSpPr>
          <p:grpSpPr>
            <a:xfrm flipH="1">
              <a:off x="9887984" y="2041200"/>
              <a:ext cx="1443249" cy="2934324"/>
              <a:chOff x="7506277" y="2003876"/>
              <a:chExt cx="1265547" cy="2573030"/>
            </a:xfrm>
            <a:solidFill>
              <a:schemeClr val="accent6">
                <a:lumMod val="60000"/>
                <a:lumOff val="40000"/>
              </a:schemeClr>
            </a:solidFill>
          </p:grpSpPr>
          <p:sp>
            <p:nvSpPr>
              <p:cNvPr id="142" name="四角形: 角を丸くする 141">
                <a:extLst>
                  <a:ext uri="{FF2B5EF4-FFF2-40B4-BE49-F238E27FC236}">
                    <a16:creationId xmlns:a16="http://schemas.microsoft.com/office/drawing/2014/main" id="{D04AF145-2FF9-486B-BD77-E17F929ABC54}"/>
                  </a:ext>
                </a:extLst>
              </p:cNvPr>
              <p:cNvSpPr/>
              <p:nvPr/>
            </p:nvSpPr>
            <p:spPr>
              <a:xfrm>
                <a:off x="8202006" y="200387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A4843D3-A6E9-4099-B076-3C35816725EC}"/>
                  </a:ext>
                </a:extLst>
              </p:cNvPr>
              <p:cNvSpPr/>
              <p:nvPr/>
            </p:nvSpPr>
            <p:spPr>
              <a:xfrm>
                <a:off x="8202006" y="2673826"/>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10E8F213-CA2D-DFB8-9383-7C9375B0D995}"/>
                  </a:ext>
                </a:extLst>
              </p:cNvPr>
              <p:cNvSpPr/>
              <p:nvPr/>
            </p:nvSpPr>
            <p:spPr>
              <a:xfrm>
                <a:off x="8202006" y="3341203"/>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5" name="四角形: 角を丸くする 144">
                <a:extLst>
                  <a:ext uri="{FF2B5EF4-FFF2-40B4-BE49-F238E27FC236}">
                    <a16:creationId xmlns:a16="http://schemas.microsoft.com/office/drawing/2014/main" id="{224268D8-193A-3A27-D1F4-4316720D4CCB}"/>
                  </a:ext>
                </a:extLst>
              </p:cNvPr>
              <p:cNvSpPr/>
              <p:nvPr/>
            </p:nvSpPr>
            <p:spPr>
              <a:xfrm>
                <a:off x="8202006" y="4007088"/>
                <a:ext cx="569818" cy="569818"/>
              </a:xfrm>
              <a:prstGeom prst="roundRect">
                <a:avLst/>
              </a:prstGeom>
              <a:grp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0C56F84-031C-5C6B-A392-B757A6667B88}"/>
                  </a:ext>
                </a:extLst>
              </p:cNvPr>
              <p:cNvSpPr/>
              <p:nvPr/>
            </p:nvSpPr>
            <p:spPr>
              <a:xfrm>
                <a:off x="7506277" y="200387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CBD4E001-86CA-E7B0-D28C-C5891C8B9F8F}"/>
                  </a:ext>
                </a:extLst>
              </p:cNvPr>
              <p:cNvSpPr/>
              <p:nvPr/>
            </p:nvSpPr>
            <p:spPr>
              <a:xfrm>
                <a:off x="7506277" y="2673826"/>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EE991E0C-E4EF-9B3C-2DC6-D855232CDEC5}"/>
                  </a:ext>
                </a:extLst>
              </p:cNvPr>
              <p:cNvSpPr/>
              <p:nvPr/>
            </p:nvSpPr>
            <p:spPr>
              <a:xfrm>
                <a:off x="7506277" y="3341203"/>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0B68DE7A-3A8C-5150-36F9-E5E518D2FE54}"/>
                  </a:ext>
                </a:extLst>
              </p:cNvPr>
              <p:cNvSpPr/>
              <p:nvPr/>
            </p:nvSpPr>
            <p:spPr>
              <a:xfrm>
                <a:off x="7506277" y="4007088"/>
                <a:ext cx="569818" cy="569818"/>
              </a:xfrm>
              <a:prstGeom prst="roundRect">
                <a:avLst/>
              </a:prstGeom>
              <a:grp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C8BA3333-4B3A-1D04-D913-1614D15F4A57}"/>
                </a:ext>
              </a:extLst>
            </p:cNvPr>
            <p:cNvGrpSpPr/>
            <p:nvPr/>
          </p:nvGrpSpPr>
          <p:grpSpPr>
            <a:xfrm>
              <a:off x="7548447" y="2084068"/>
              <a:ext cx="1368767" cy="2862773"/>
              <a:chOff x="7548447" y="2084068"/>
              <a:chExt cx="1368767" cy="2862773"/>
            </a:xfrm>
          </p:grpSpPr>
          <p:pic>
            <p:nvPicPr>
              <p:cNvPr id="134" name="グラフィックス 133" descr="ユーザー 単色塗りつぶし">
                <a:extLst>
                  <a:ext uri="{FF2B5EF4-FFF2-40B4-BE49-F238E27FC236}">
                    <a16:creationId xmlns:a16="http://schemas.microsoft.com/office/drawing/2014/main" id="{3EA75D6B-630E-6C6F-C7B0-39A1B27539C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4276" y="2084068"/>
                <a:ext cx="573412" cy="573412"/>
              </a:xfrm>
              <a:prstGeom prst="rect">
                <a:avLst/>
              </a:prstGeom>
            </p:spPr>
          </p:pic>
          <p:pic>
            <p:nvPicPr>
              <p:cNvPr id="135" name="グラフィックス 134" descr="ユーザー 単色塗りつぶし">
                <a:extLst>
                  <a:ext uri="{FF2B5EF4-FFF2-40B4-BE49-F238E27FC236}">
                    <a16:creationId xmlns:a16="http://schemas.microsoft.com/office/drawing/2014/main" id="{177C88D2-052E-2B64-FB42-FC5E23D5A8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2847188"/>
                <a:ext cx="573412" cy="573412"/>
              </a:xfrm>
              <a:prstGeom prst="rect">
                <a:avLst/>
              </a:prstGeom>
            </p:spPr>
          </p:pic>
          <p:pic>
            <p:nvPicPr>
              <p:cNvPr id="136" name="グラフィックス 135" descr="ユーザー 単色塗りつぶし">
                <a:extLst>
                  <a:ext uri="{FF2B5EF4-FFF2-40B4-BE49-F238E27FC236}">
                    <a16:creationId xmlns:a16="http://schemas.microsoft.com/office/drawing/2014/main" id="{1263C71D-F9DF-2AD5-705C-3797EDCE267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3610308"/>
                <a:ext cx="573412" cy="573412"/>
              </a:xfrm>
              <a:prstGeom prst="rect">
                <a:avLst/>
              </a:prstGeom>
            </p:spPr>
          </p:pic>
          <p:pic>
            <p:nvPicPr>
              <p:cNvPr id="137" name="グラフィックス 136" descr="ユーザー 単色塗りつぶし">
                <a:extLst>
                  <a:ext uri="{FF2B5EF4-FFF2-40B4-BE49-F238E27FC236}">
                    <a16:creationId xmlns:a16="http://schemas.microsoft.com/office/drawing/2014/main" id="{44F10E1B-6D1D-7FEC-B5E0-EF03C11212E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43802" y="4373429"/>
                <a:ext cx="573412" cy="573412"/>
              </a:xfrm>
              <a:prstGeom prst="rect">
                <a:avLst/>
              </a:prstGeom>
            </p:spPr>
          </p:pic>
          <p:grpSp>
            <p:nvGrpSpPr>
              <p:cNvPr id="138" name="グループ化 137">
                <a:extLst>
                  <a:ext uri="{FF2B5EF4-FFF2-40B4-BE49-F238E27FC236}">
                    <a16:creationId xmlns:a16="http://schemas.microsoft.com/office/drawing/2014/main" id="{F81D8F3B-6550-A1FF-95E4-D7DA81DA301C}"/>
                  </a:ext>
                </a:extLst>
              </p:cNvPr>
              <p:cNvGrpSpPr/>
              <p:nvPr/>
            </p:nvGrpSpPr>
            <p:grpSpPr>
              <a:xfrm>
                <a:off x="7548447" y="2084068"/>
                <a:ext cx="573412" cy="2099652"/>
                <a:chOff x="8496202" y="2198366"/>
                <a:chExt cx="573412" cy="2099652"/>
              </a:xfrm>
            </p:grpSpPr>
            <p:pic>
              <p:nvPicPr>
                <p:cNvPr id="139" name="グラフィックス 138" descr="ユーザー 単色塗りつぶし">
                  <a:extLst>
                    <a:ext uri="{FF2B5EF4-FFF2-40B4-BE49-F238E27FC236}">
                      <a16:creationId xmlns:a16="http://schemas.microsoft.com/office/drawing/2014/main" id="{D5EF6D2B-0F0C-C19E-E655-50FC3F81330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198366"/>
                  <a:ext cx="573412" cy="573412"/>
                </a:xfrm>
                <a:prstGeom prst="rect">
                  <a:avLst/>
                </a:prstGeom>
              </p:spPr>
            </p:pic>
            <p:pic>
              <p:nvPicPr>
                <p:cNvPr id="140" name="グラフィックス 139" descr="ユーザー 単色塗りつぶし">
                  <a:extLst>
                    <a:ext uri="{FF2B5EF4-FFF2-40B4-BE49-F238E27FC236}">
                      <a16:creationId xmlns:a16="http://schemas.microsoft.com/office/drawing/2014/main" id="{391D9360-C583-5050-19D1-73F71A41B4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2961486"/>
                  <a:ext cx="573412" cy="573412"/>
                </a:xfrm>
                <a:prstGeom prst="rect">
                  <a:avLst/>
                </a:prstGeom>
              </p:spPr>
            </p:pic>
            <p:pic>
              <p:nvPicPr>
                <p:cNvPr id="141" name="グラフィックス 140" descr="ユーザー 単色塗りつぶし">
                  <a:extLst>
                    <a:ext uri="{FF2B5EF4-FFF2-40B4-BE49-F238E27FC236}">
                      <a16:creationId xmlns:a16="http://schemas.microsoft.com/office/drawing/2014/main" id="{6EE38FA8-481B-73D9-A4E9-FD5C61701B3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6202" y="3724606"/>
                  <a:ext cx="573412" cy="573412"/>
                </a:xfrm>
                <a:prstGeom prst="rect">
                  <a:avLst/>
                </a:prstGeom>
              </p:spPr>
            </p:pic>
          </p:grpSp>
        </p:grpSp>
        <p:grpSp>
          <p:nvGrpSpPr>
            <p:cNvPr id="65" name="グループ化 64">
              <a:extLst>
                <a:ext uri="{FF2B5EF4-FFF2-40B4-BE49-F238E27FC236}">
                  <a16:creationId xmlns:a16="http://schemas.microsoft.com/office/drawing/2014/main" id="{528295FB-09D9-1288-2F30-AADBED2067E7}"/>
                </a:ext>
              </a:extLst>
            </p:cNvPr>
            <p:cNvGrpSpPr/>
            <p:nvPr/>
          </p:nvGrpSpPr>
          <p:grpSpPr>
            <a:xfrm>
              <a:off x="7931281" y="2432506"/>
              <a:ext cx="1067982" cy="2552378"/>
              <a:chOff x="7931281" y="2432506"/>
              <a:chExt cx="1067982" cy="2552378"/>
            </a:xfrm>
          </p:grpSpPr>
          <p:grpSp>
            <p:nvGrpSpPr>
              <p:cNvPr id="125" name="グループ化 124">
                <a:extLst>
                  <a:ext uri="{FF2B5EF4-FFF2-40B4-BE49-F238E27FC236}">
                    <a16:creationId xmlns:a16="http://schemas.microsoft.com/office/drawing/2014/main" id="{2EEB1DE5-2639-1A08-D073-636AB943D86E}"/>
                  </a:ext>
                </a:extLst>
              </p:cNvPr>
              <p:cNvGrpSpPr/>
              <p:nvPr/>
            </p:nvGrpSpPr>
            <p:grpSpPr>
              <a:xfrm>
                <a:off x="8721870" y="2432506"/>
                <a:ext cx="277393" cy="1794050"/>
                <a:chOff x="8721870" y="2432506"/>
                <a:chExt cx="277393" cy="1794050"/>
              </a:xfrm>
            </p:grpSpPr>
            <p:sp>
              <p:nvSpPr>
                <p:cNvPr id="131" name="楕円 130">
                  <a:extLst>
                    <a:ext uri="{FF2B5EF4-FFF2-40B4-BE49-F238E27FC236}">
                      <a16:creationId xmlns:a16="http://schemas.microsoft.com/office/drawing/2014/main" id="{439D1918-0A4B-5DEA-1B1F-2B4C2E996A49}"/>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2" name="楕円 131">
                  <a:extLst>
                    <a:ext uri="{FF2B5EF4-FFF2-40B4-BE49-F238E27FC236}">
                      <a16:creationId xmlns:a16="http://schemas.microsoft.com/office/drawing/2014/main" id="{41AB9EFE-8D31-E034-D262-058B25BE0443}"/>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3" name="楕円 132">
                  <a:extLst>
                    <a:ext uri="{FF2B5EF4-FFF2-40B4-BE49-F238E27FC236}">
                      <a16:creationId xmlns:a16="http://schemas.microsoft.com/office/drawing/2014/main" id="{8AAD5488-7567-8169-A4D2-2245E036CCD0}"/>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26" name="楕円 125">
                <a:extLst>
                  <a:ext uri="{FF2B5EF4-FFF2-40B4-BE49-F238E27FC236}">
                    <a16:creationId xmlns:a16="http://schemas.microsoft.com/office/drawing/2014/main" id="{666B8718-CA3C-98FA-B6E9-6D440AB0EFD9}"/>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86A96838-B5F2-2C0C-CE9C-C145FD6174A6}"/>
                  </a:ext>
                </a:extLst>
              </p:cNvPr>
              <p:cNvGrpSpPr/>
              <p:nvPr/>
            </p:nvGrpSpPr>
            <p:grpSpPr>
              <a:xfrm>
                <a:off x="7931281" y="2432506"/>
                <a:ext cx="277393" cy="1794050"/>
                <a:chOff x="8721870" y="2432506"/>
                <a:chExt cx="277393" cy="1794050"/>
              </a:xfrm>
            </p:grpSpPr>
            <p:sp>
              <p:nvSpPr>
                <p:cNvPr id="128" name="楕円 127">
                  <a:extLst>
                    <a:ext uri="{FF2B5EF4-FFF2-40B4-BE49-F238E27FC236}">
                      <a16:creationId xmlns:a16="http://schemas.microsoft.com/office/drawing/2014/main" id="{38D418D5-515E-21F4-926E-D11332D3B72C}"/>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9" name="楕円 128">
                  <a:extLst>
                    <a:ext uri="{FF2B5EF4-FFF2-40B4-BE49-F238E27FC236}">
                      <a16:creationId xmlns:a16="http://schemas.microsoft.com/office/drawing/2014/main" id="{CC6ED4FC-4E3D-34F5-A7B3-630C26156DCE}"/>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30" name="楕円 129">
                  <a:extLst>
                    <a:ext uri="{FF2B5EF4-FFF2-40B4-BE49-F238E27FC236}">
                      <a16:creationId xmlns:a16="http://schemas.microsoft.com/office/drawing/2014/main" id="{E1B3A096-F73C-59FC-0D6C-EB8613108AB6}"/>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69" name="グループ化 68">
              <a:extLst>
                <a:ext uri="{FF2B5EF4-FFF2-40B4-BE49-F238E27FC236}">
                  <a16:creationId xmlns:a16="http://schemas.microsoft.com/office/drawing/2014/main" id="{D09B96CD-F5D4-EA14-46F3-4D588BE16684}"/>
                </a:ext>
              </a:extLst>
            </p:cNvPr>
            <p:cNvGrpSpPr/>
            <p:nvPr/>
          </p:nvGrpSpPr>
          <p:grpSpPr>
            <a:xfrm>
              <a:off x="9924955" y="2084068"/>
              <a:ext cx="1368767" cy="2862773"/>
              <a:chOff x="7548447" y="2084068"/>
              <a:chExt cx="1368767" cy="2862773"/>
            </a:xfrm>
          </p:grpSpPr>
          <p:pic>
            <p:nvPicPr>
              <p:cNvPr id="107" name="グラフィックス 153">
                <a:extLst>
                  <a:ext uri="{FF2B5EF4-FFF2-40B4-BE49-F238E27FC236}">
                    <a16:creationId xmlns:a16="http://schemas.microsoft.com/office/drawing/2014/main" id="{55D168BB-633A-0808-CC96-BC017B8BA9FD}"/>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34276" y="2084068"/>
                <a:ext cx="573412" cy="573412"/>
              </a:xfrm>
              <a:prstGeom prst="rect">
                <a:avLst/>
              </a:prstGeom>
            </p:spPr>
          </p:pic>
          <p:pic>
            <p:nvPicPr>
              <p:cNvPr id="118" name="グラフィックス 154">
                <a:extLst>
                  <a:ext uri="{FF2B5EF4-FFF2-40B4-BE49-F238E27FC236}">
                    <a16:creationId xmlns:a16="http://schemas.microsoft.com/office/drawing/2014/main" id="{28919D24-0F93-5DB5-DC66-EC90BF4ACA8B}"/>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2847188"/>
                <a:ext cx="573412" cy="573412"/>
              </a:xfrm>
              <a:prstGeom prst="rect">
                <a:avLst/>
              </a:prstGeom>
            </p:spPr>
          </p:pic>
          <p:pic>
            <p:nvPicPr>
              <p:cNvPr id="119" name="グラフィックス 155">
                <a:extLst>
                  <a:ext uri="{FF2B5EF4-FFF2-40B4-BE49-F238E27FC236}">
                    <a16:creationId xmlns:a16="http://schemas.microsoft.com/office/drawing/2014/main" id="{A0DA2B5C-E30E-29AE-12A0-53A5532AE95A}"/>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3610308"/>
                <a:ext cx="573412" cy="573412"/>
              </a:xfrm>
              <a:prstGeom prst="rect">
                <a:avLst/>
              </a:prstGeom>
            </p:spPr>
          </p:pic>
          <p:pic>
            <p:nvPicPr>
              <p:cNvPr id="120" name="グラフィックス 156">
                <a:extLst>
                  <a:ext uri="{FF2B5EF4-FFF2-40B4-BE49-F238E27FC236}">
                    <a16:creationId xmlns:a16="http://schemas.microsoft.com/office/drawing/2014/main" id="{B483BB02-C19A-9851-26B9-A4C6E188A2B2}"/>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343802" y="4373429"/>
                <a:ext cx="573412" cy="573412"/>
              </a:xfrm>
              <a:prstGeom prst="rect">
                <a:avLst/>
              </a:prstGeom>
            </p:spPr>
          </p:pic>
          <p:grpSp>
            <p:nvGrpSpPr>
              <p:cNvPr id="121" name="グループ化 120">
                <a:extLst>
                  <a:ext uri="{FF2B5EF4-FFF2-40B4-BE49-F238E27FC236}">
                    <a16:creationId xmlns:a16="http://schemas.microsoft.com/office/drawing/2014/main" id="{EAE41CCF-E7D8-B212-4D88-86606856321B}"/>
                  </a:ext>
                </a:extLst>
              </p:cNvPr>
              <p:cNvGrpSpPr/>
              <p:nvPr/>
            </p:nvGrpSpPr>
            <p:grpSpPr>
              <a:xfrm>
                <a:off x="7548447" y="2084068"/>
                <a:ext cx="573412" cy="2099652"/>
                <a:chOff x="8496202" y="2198366"/>
                <a:chExt cx="573412" cy="2099652"/>
              </a:xfrm>
            </p:grpSpPr>
            <p:pic>
              <p:nvPicPr>
                <p:cNvPr id="122" name="グラフィックス 158">
                  <a:extLst>
                    <a:ext uri="{FF2B5EF4-FFF2-40B4-BE49-F238E27FC236}">
                      <a16:creationId xmlns:a16="http://schemas.microsoft.com/office/drawing/2014/main" id="{CADBA000-EA30-0634-BE41-D983466B09C7}"/>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2198366"/>
                  <a:ext cx="573412" cy="573412"/>
                </a:xfrm>
                <a:prstGeom prst="rect">
                  <a:avLst/>
                </a:prstGeom>
              </p:spPr>
            </p:pic>
            <p:pic>
              <p:nvPicPr>
                <p:cNvPr id="123" name="グラフィックス 159">
                  <a:extLst>
                    <a:ext uri="{FF2B5EF4-FFF2-40B4-BE49-F238E27FC236}">
                      <a16:creationId xmlns:a16="http://schemas.microsoft.com/office/drawing/2014/main" id="{C1AD847C-A4D0-2626-6DA9-1776B8B8E9F0}"/>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496202" y="3045591"/>
                  <a:ext cx="573412" cy="405202"/>
                </a:xfrm>
                <a:prstGeom prst="rect">
                  <a:avLst/>
                </a:prstGeom>
              </p:spPr>
            </p:pic>
            <p:pic>
              <p:nvPicPr>
                <p:cNvPr id="124" name="グラフィックス 160">
                  <a:extLst>
                    <a:ext uri="{FF2B5EF4-FFF2-40B4-BE49-F238E27FC236}">
                      <a16:creationId xmlns:a16="http://schemas.microsoft.com/office/drawing/2014/main" id="{F704992D-2583-F4CC-37BF-2EB169DEF72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496202" y="3724606"/>
                  <a:ext cx="573412" cy="573412"/>
                </a:xfrm>
                <a:prstGeom prst="rect">
                  <a:avLst/>
                </a:prstGeom>
              </p:spPr>
            </p:pic>
          </p:grpSp>
        </p:grpSp>
        <p:grpSp>
          <p:nvGrpSpPr>
            <p:cNvPr id="70" name="グループ化 69">
              <a:extLst>
                <a:ext uri="{FF2B5EF4-FFF2-40B4-BE49-F238E27FC236}">
                  <a16:creationId xmlns:a16="http://schemas.microsoft.com/office/drawing/2014/main" id="{FF211D45-0AE1-C4B3-0BE6-4D3C52EF3313}"/>
                </a:ext>
              </a:extLst>
            </p:cNvPr>
            <p:cNvGrpSpPr/>
            <p:nvPr/>
          </p:nvGrpSpPr>
          <p:grpSpPr>
            <a:xfrm>
              <a:off x="9855342" y="2432506"/>
              <a:ext cx="1067982" cy="2552378"/>
              <a:chOff x="7931281" y="2432506"/>
              <a:chExt cx="1067982" cy="2552378"/>
            </a:xfrm>
          </p:grpSpPr>
          <p:grpSp>
            <p:nvGrpSpPr>
              <p:cNvPr id="71" name="グループ化 70">
                <a:extLst>
                  <a:ext uri="{FF2B5EF4-FFF2-40B4-BE49-F238E27FC236}">
                    <a16:creationId xmlns:a16="http://schemas.microsoft.com/office/drawing/2014/main" id="{5B4A776B-FDFD-1A08-CC6C-315A1807A271}"/>
                  </a:ext>
                </a:extLst>
              </p:cNvPr>
              <p:cNvGrpSpPr/>
              <p:nvPr/>
            </p:nvGrpSpPr>
            <p:grpSpPr>
              <a:xfrm>
                <a:off x="8721870" y="2432506"/>
                <a:ext cx="277393" cy="1794050"/>
                <a:chOff x="8721870" y="2432506"/>
                <a:chExt cx="277393" cy="1794050"/>
              </a:xfrm>
            </p:grpSpPr>
            <p:sp>
              <p:nvSpPr>
                <p:cNvPr id="85" name="楕円 84">
                  <a:extLst>
                    <a:ext uri="{FF2B5EF4-FFF2-40B4-BE49-F238E27FC236}">
                      <a16:creationId xmlns:a16="http://schemas.microsoft.com/office/drawing/2014/main" id="{194A3921-F7C6-60C0-B0A0-2CC94F7EDCA7}"/>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8E87F795-50AA-BF3B-3558-DD8C9D10BDEA}"/>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7A08E577-579F-CC32-1756-B0683105E0E4}"/>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72" name="楕円 71">
                <a:extLst>
                  <a:ext uri="{FF2B5EF4-FFF2-40B4-BE49-F238E27FC236}">
                    <a16:creationId xmlns:a16="http://schemas.microsoft.com/office/drawing/2014/main" id="{92D22F04-39B5-14ED-961A-A17819C672D2}"/>
                  </a:ext>
                </a:extLst>
              </p:cNvPr>
              <p:cNvSpPr/>
              <p:nvPr/>
            </p:nvSpPr>
            <p:spPr>
              <a:xfrm>
                <a:off x="8721870" y="4712950"/>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530EE40-F43A-9597-BBC8-6778D78214CC}"/>
                  </a:ext>
                </a:extLst>
              </p:cNvPr>
              <p:cNvGrpSpPr/>
              <p:nvPr/>
            </p:nvGrpSpPr>
            <p:grpSpPr>
              <a:xfrm>
                <a:off x="7931281" y="2432506"/>
                <a:ext cx="277393" cy="1794050"/>
                <a:chOff x="8721870" y="2432506"/>
                <a:chExt cx="277393" cy="1794050"/>
              </a:xfrm>
            </p:grpSpPr>
            <p:sp>
              <p:nvSpPr>
                <p:cNvPr id="77" name="楕円 76">
                  <a:extLst>
                    <a:ext uri="{FF2B5EF4-FFF2-40B4-BE49-F238E27FC236}">
                      <a16:creationId xmlns:a16="http://schemas.microsoft.com/office/drawing/2014/main" id="{A530029A-93D0-3163-91C4-26B3C5094350}"/>
                    </a:ext>
                  </a:extLst>
                </p:cNvPr>
                <p:cNvSpPr/>
                <p:nvPr/>
              </p:nvSpPr>
              <p:spPr>
                <a:xfrm>
                  <a:off x="8721870" y="2432506"/>
                  <a:ext cx="277393" cy="277393"/>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1" name="楕円 80">
                  <a:extLst>
                    <a:ext uri="{FF2B5EF4-FFF2-40B4-BE49-F238E27FC236}">
                      <a16:creationId xmlns:a16="http://schemas.microsoft.com/office/drawing/2014/main" id="{483B8B5F-A1EB-0AB3-AC0B-689F44FF33CB}"/>
                    </a:ext>
                  </a:extLst>
                </p:cNvPr>
                <p:cNvSpPr/>
                <p:nvPr/>
              </p:nvSpPr>
              <p:spPr>
                <a:xfrm>
                  <a:off x="8721870" y="3196294"/>
                  <a:ext cx="271934" cy="271934"/>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楕円 82">
                  <a:extLst>
                    <a:ext uri="{FF2B5EF4-FFF2-40B4-BE49-F238E27FC236}">
                      <a16:creationId xmlns:a16="http://schemas.microsoft.com/office/drawing/2014/main" id="{793DA4BB-CC6E-1A99-2A97-5F8B0C98FD55}"/>
                    </a:ext>
                  </a:extLst>
                </p:cNvPr>
                <p:cNvSpPr/>
                <p:nvPr/>
              </p:nvSpPr>
              <p:spPr>
                <a:xfrm>
                  <a:off x="8721870" y="3954622"/>
                  <a:ext cx="271934" cy="271934"/>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sz="1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11139"/>
            <a:ext cx="496849" cy="233117"/>
            <a:chOff x="9966073" y="1872477"/>
            <a:chExt cx="836714" cy="320889"/>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10012977" y="1872477"/>
              <a:ext cx="742908" cy="273578"/>
            </a:xfrm>
            <a:prstGeom prst="rect">
              <a:avLst/>
            </a:prstGeom>
            <a:noFill/>
          </p:spPr>
          <p:txBody>
            <a:bodyPr wrap="none" rtlCol="0">
              <a:spAutoFit/>
            </a:bodyPr>
            <a:lstStyle/>
            <a:p>
              <a:pPr algn="ctr"/>
              <a:r>
                <a:rPr lang="en-US" altLang="ja-JP" sz="10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3187129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7661754-C83A-F94B-4254-346B634F1403}"/>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C85EC4E-38CB-69A5-48CE-47269B91DD16}"/>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47F1E572-A556-09B1-18B9-99270659747D}"/>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1BCFBA1-2275-54B9-4743-D6798B4412B1}"/>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EE366DC-3DA7-4BD6-6988-DC9E42C2B6FA}"/>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5306DC9-380E-1178-2118-0ABBF08683CD}"/>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35B9A10-EF56-08E5-E59F-278A791DD642}"/>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14FED0-4F03-F073-6F81-C89F9CDCD693}"/>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A1B4877-CBD7-661F-80A2-09361FD22BEF}"/>
              </a:ext>
            </a:extLst>
          </p:cNvPr>
          <p:cNvSpPr txBox="1"/>
          <p:nvPr/>
        </p:nvSpPr>
        <p:spPr>
          <a:xfrm>
            <a:off x="1206202" y="3668155"/>
            <a:ext cx="4185761" cy="584775"/>
          </a:xfrm>
          <a:prstGeom prst="rect">
            <a:avLst/>
          </a:prstGeom>
          <a:noFill/>
        </p:spPr>
        <p:txBody>
          <a:bodyPr wrap="none" rtlCol="0">
            <a:spAutoFit/>
          </a:bodyPr>
          <a:lstStyle/>
          <a:p>
            <a:r>
              <a:rPr lang="ja-JP" altLang="en-US" sz="32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3533DB8-81B4-9667-454A-11ABB64DC65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6E47A830-E5D9-95CA-D090-22D868C7A77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513DACDD-4F24-F96B-CDD5-BAAD8A2CC5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7694495-127E-3AE2-30A6-B28D8549BCA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FA32296D-2721-FF9F-A859-40085D7D41C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5A37239-6EB0-F7C3-B905-852DF2E323AC}"/>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3BA905-1417-45F8-04EF-A29CB3639990}"/>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849CDC02-0766-AD2B-0F5B-6251AC2098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412898-BB7C-293A-45A4-EEC679D79C9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3A47681-035F-F44F-2D37-40B5EB48AD8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C5C37D-3FC9-F4AA-6B87-F54F43A9EDD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79ED27CE-F989-18DD-8481-8E1FB274B5AA}"/>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8861789-5725-AB40-BCA3-CC3B7D56719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B92007E-F9C1-270A-41DD-C81A17A9110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1A0AEAD-03F1-85AE-6B36-34C72EDE824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76125D4-796F-2244-5451-DE7573F2E03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8AB9EB20-8442-A53F-1A8A-14B9835E24CA}"/>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0A8DCEC-1F84-6A1F-09B4-721A011A9C68}"/>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7EF8D476-DC6F-D93A-96BD-C6F22F92DBFB}"/>
                </a:ext>
              </a:extLst>
            </p:cNvPr>
            <p:cNvSpPr txBox="1"/>
            <p:nvPr/>
          </p:nvSpPr>
          <p:spPr>
            <a:xfrm>
              <a:off x="6506544" y="1130817"/>
              <a:ext cx="1249893" cy="369332"/>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16A1CCB3-2D3C-A17E-D11B-ACF626ACC86F}"/>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B3594A8C-1B0A-0902-9E5E-CA13354A1F09}"/>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F5939766-FF1B-CF2C-4901-1A9F7213BCAB}"/>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CACB8028-BF7C-37CD-4D25-AB2647B5112C}"/>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3347C59-CCD7-8DDE-8424-3E92C69D3AF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1ECDB745-D504-A515-62D7-E9110C82488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0625DB1F-EB27-2B53-BC11-AC01A24FB8BC}"/>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8B4768C-3CA1-4BCA-E9CF-B704AF6D21A2}"/>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8B497E3-DE0C-1E68-3A42-3C65C16C904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AD4BBF6E-26A0-1DE0-B618-EC440CE9E6E3}"/>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6FFE7BF-3733-6D68-490D-F7BE7BC5F49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C77609A-94A7-DA48-2995-0D2111D760B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B63684B-CF7B-2B59-25AB-8367EB4C2185}"/>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9D660B7-F296-A7AA-80B8-4E11E2CEB6C0}"/>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FF23D82D-D66A-8C52-D66F-FE0B5C601C0E}"/>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9068958-2B82-9CB1-EE8A-4E788225EE4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4DF43E80-3FE8-4B77-A802-F52DBDA8D38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4B36CC2A-204F-52E6-D243-B561DCE75B28}"/>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87" name="グループ化 186">
            <a:extLst>
              <a:ext uri="{FF2B5EF4-FFF2-40B4-BE49-F238E27FC236}">
                <a16:creationId xmlns:a16="http://schemas.microsoft.com/office/drawing/2014/main" id="{7994D689-7371-EA23-422E-2AF50B84C50B}"/>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1636D415-42B6-2E95-0E1B-6EC103B7FE94}"/>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DE7E43B-AD8E-0289-33A0-ACD64CD286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F68A750E-E6CD-220C-7E02-087188DC37F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BCD78485-131B-8BC1-44BE-9C08FE2B7C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6D6088FE-0730-224B-FEE4-6C5BA91FC743}"/>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AE97B926-51D5-0A17-F49E-B5C62218A2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1BC51174-0527-D53C-A71D-6559E13D8A71}"/>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370C262B-C000-902C-CEBF-49340D57D0A0}"/>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B482CD6A-EEDF-5367-6C23-3E97BE4FCBE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7AB9565-F1F0-3AEF-AC6D-ECADC27A939D}"/>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C47316BD-B7E1-FB3E-CF3D-E5649BFC1F87}"/>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00E38310-7B4A-DDB6-A5B7-43D9ADEFE16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6C62B86-57B7-63A9-9BBC-33075D6BD04D}"/>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123C9B7F-8403-48AA-7292-980F5D5AA791}"/>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BDDAC7F-9B6E-5E0C-E4F8-205DF01CFAE1}"/>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030D7E4-F4D4-435B-253C-0FD1D1D83E44}"/>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96AD8E37-9187-DAD1-8B24-1C37B2CDF3A5}"/>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8FE03021-C340-59D0-FA0F-099337E2F2F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6" name="四角形: 角を丸くする 245">
            <a:extLst>
              <a:ext uri="{FF2B5EF4-FFF2-40B4-BE49-F238E27FC236}">
                <a16:creationId xmlns:a16="http://schemas.microsoft.com/office/drawing/2014/main" id="{72610C6A-3F6F-C9D7-31E8-DC1C416EA9DB}"/>
              </a:ext>
            </a:extLst>
          </p:cNvPr>
          <p:cNvSpPr/>
          <p:nvPr/>
        </p:nvSpPr>
        <p:spPr>
          <a:xfrm>
            <a:off x="6524980" y="1814112"/>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7" name="テキスト ボックス 246">
            <a:extLst>
              <a:ext uri="{FF2B5EF4-FFF2-40B4-BE49-F238E27FC236}">
                <a16:creationId xmlns:a16="http://schemas.microsoft.com/office/drawing/2014/main" id="{7AAA0353-9C53-9760-4C97-3DBDF8CD3DE7}"/>
              </a:ext>
            </a:extLst>
          </p:cNvPr>
          <p:cNvSpPr txBox="1"/>
          <p:nvPr/>
        </p:nvSpPr>
        <p:spPr>
          <a:xfrm>
            <a:off x="7536448" y="1937262"/>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5296995A-D867-57FE-456D-EC9CE71E0852}"/>
              </a:ext>
            </a:extLst>
          </p:cNvPr>
          <p:cNvSpPr txBox="1"/>
          <p:nvPr/>
        </p:nvSpPr>
        <p:spPr>
          <a:xfrm>
            <a:off x="6766204" y="2901995"/>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53" name="テキスト ボックス 252">
            <a:extLst>
              <a:ext uri="{FF2B5EF4-FFF2-40B4-BE49-F238E27FC236}">
                <a16:creationId xmlns:a16="http://schemas.microsoft.com/office/drawing/2014/main" id="{1F65B1DE-82D1-A016-81C0-882FB9204802}"/>
              </a:ext>
            </a:extLst>
          </p:cNvPr>
          <p:cNvSpPr txBox="1"/>
          <p:nvPr/>
        </p:nvSpPr>
        <p:spPr>
          <a:xfrm>
            <a:off x="7524323" y="2361469"/>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257" name="グループ化 256">
            <a:extLst>
              <a:ext uri="{FF2B5EF4-FFF2-40B4-BE49-F238E27FC236}">
                <a16:creationId xmlns:a16="http://schemas.microsoft.com/office/drawing/2014/main" id="{3A2F3105-9AA2-82CA-AAA7-5776070EF3BD}"/>
              </a:ext>
            </a:extLst>
          </p:cNvPr>
          <p:cNvGrpSpPr/>
          <p:nvPr/>
        </p:nvGrpSpPr>
        <p:grpSpPr>
          <a:xfrm>
            <a:off x="6524981" y="3822438"/>
            <a:ext cx="4259443" cy="1524004"/>
            <a:chOff x="6524981" y="3822437"/>
            <a:chExt cx="4259443" cy="1789993"/>
          </a:xfrm>
        </p:grpSpPr>
        <p:sp>
          <p:nvSpPr>
            <p:cNvPr id="248" name="四角形: 角を丸くする 247">
              <a:extLst>
                <a:ext uri="{FF2B5EF4-FFF2-40B4-BE49-F238E27FC236}">
                  <a16:creationId xmlns:a16="http://schemas.microsoft.com/office/drawing/2014/main" id="{8D7ACD33-DE22-26C6-24BD-32E017EA64AE}"/>
                </a:ext>
              </a:extLst>
            </p:cNvPr>
            <p:cNvSpPr/>
            <p:nvPr/>
          </p:nvSpPr>
          <p:spPr>
            <a:xfrm>
              <a:off x="6524981"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DAFB34C5-A7A1-D89A-DCEF-1866DE005D3E}"/>
                </a:ext>
              </a:extLst>
            </p:cNvPr>
            <p:cNvSpPr txBox="1"/>
            <p:nvPr/>
          </p:nvSpPr>
          <p:spPr>
            <a:xfrm>
              <a:off x="6964963" y="3968469"/>
              <a:ext cx="1210588" cy="365126"/>
            </a:xfrm>
            <a:prstGeom prst="rect">
              <a:avLst/>
            </a:prstGeom>
            <a:noFill/>
          </p:spPr>
          <p:txBody>
            <a:bodyPr wrap="none" rtlCol="0">
              <a:spAutoFit/>
            </a:bodyPr>
            <a:lstStyle/>
            <a:p>
              <a:pPr algn="ct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0" name="テキスト ボックス 249">
              <a:extLst>
                <a:ext uri="{FF2B5EF4-FFF2-40B4-BE49-F238E27FC236}">
                  <a16:creationId xmlns:a16="http://schemas.microsoft.com/office/drawing/2014/main" id="{C3F7F18E-D997-E917-E13E-02A55C0BD3A4}"/>
                </a:ext>
              </a:extLst>
            </p:cNvPr>
            <p:cNvSpPr txBox="1"/>
            <p:nvPr/>
          </p:nvSpPr>
          <p:spPr>
            <a:xfrm>
              <a:off x="7170147" y="4418346"/>
              <a:ext cx="800219" cy="896220"/>
            </a:xfrm>
            <a:prstGeom prst="rect">
              <a:avLst/>
            </a:prstGeom>
            <a:noFill/>
          </p:spPr>
          <p:txBody>
            <a:bodyPr wrap="none" rtlCol="0">
              <a:spAutoFit/>
            </a:bodyPr>
            <a:lstStyle/>
            <a:p>
              <a:pPr algn="ctr"/>
              <a:r>
                <a:rPr lang="en-US" altLang="ja-JP" sz="48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1" name="四角形: 角を丸くする 250">
              <a:extLst>
                <a:ext uri="{FF2B5EF4-FFF2-40B4-BE49-F238E27FC236}">
                  <a16:creationId xmlns:a16="http://schemas.microsoft.com/office/drawing/2014/main" id="{FF7FBB0F-DDC2-2E66-D11E-6258C097BDC1}"/>
                </a:ext>
              </a:extLst>
            </p:cNvPr>
            <p:cNvSpPr/>
            <p:nvPr/>
          </p:nvSpPr>
          <p:spPr>
            <a:xfrm>
              <a:off x="8693872" y="3822437"/>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grpSp>
          <p:nvGrpSpPr>
            <p:cNvPr id="254" name="グループ化 253">
              <a:extLst>
                <a:ext uri="{FF2B5EF4-FFF2-40B4-BE49-F238E27FC236}">
                  <a16:creationId xmlns:a16="http://schemas.microsoft.com/office/drawing/2014/main" id="{BB8DA788-FD21-1D6B-D4A2-C05A4FF66280}"/>
                </a:ext>
              </a:extLst>
            </p:cNvPr>
            <p:cNvGrpSpPr/>
            <p:nvPr/>
          </p:nvGrpSpPr>
          <p:grpSpPr>
            <a:xfrm>
              <a:off x="9339038" y="3968469"/>
              <a:ext cx="800221" cy="1346097"/>
              <a:chOff x="7792698" y="3672865"/>
              <a:chExt cx="800221" cy="1346097"/>
            </a:xfrm>
          </p:grpSpPr>
          <p:sp>
            <p:nvSpPr>
              <p:cNvPr id="255" name="テキスト ボックス 254">
                <a:extLst>
                  <a:ext uri="{FF2B5EF4-FFF2-40B4-BE49-F238E27FC236}">
                    <a16:creationId xmlns:a16="http://schemas.microsoft.com/office/drawing/2014/main" id="{3BC2EB01-7BCB-B87F-989D-2E65885519A2}"/>
                  </a:ext>
                </a:extLst>
              </p:cNvPr>
              <p:cNvSpPr txBox="1"/>
              <p:nvPr/>
            </p:nvSpPr>
            <p:spPr>
              <a:xfrm>
                <a:off x="7792700" y="3672865"/>
                <a:ext cx="800219" cy="365126"/>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56" name="テキスト ボックス 255">
                <a:extLst>
                  <a:ext uri="{FF2B5EF4-FFF2-40B4-BE49-F238E27FC236}">
                    <a16:creationId xmlns:a16="http://schemas.microsoft.com/office/drawing/2014/main" id="{9AF508C3-AECD-C475-C217-B743D08B0C16}"/>
                  </a:ext>
                </a:extLst>
              </p:cNvPr>
              <p:cNvSpPr txBox="1"/>
              <p:nvPr/>
            </p:nvSpPr>
            <p:spPr>
              <a:xfrm>
                <a:off x="7792698" y="4122742"/>
                <a:ext cx="800219" cy="896220"/>
              </a:xfrm>
              <a:prstGeom prst="rect">
                <a:avLst/>
              </a:prstGeom>
              <a:noFill/>
            </p:spPr>
            <p:txBody>
              <a:bodyPr wrap="none" rtlCol="0">
                <a:spAutoFit/>
              </a:bodyPr>
              <a:lstStyle/>
              <a:p>
                <a:pPr algn="ctr"/>
                <a:r>
                  <a:rPr lang="ja-JP" altLang="en-US" sz="48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4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sp>
        <p:nvSpPr>
          <p:cNvPr id="259" name="四角形: 角を丸くする 258">
            <a:extLst>
              <a:ext uri="{FF2B5EF4-FFF2-40B4-BE49-F238E27FC236}">
                <a16:creationId xmlns:a16="http://schemas.microsoft.com/office/drawing/2014/main" id="{0696A6BA-0229-E8D1-A880-BEAB93E62E8B}"/>
              </a:ext>
            </a:extLst>
          </p:cNvPr>
          <p:cNvSpPr/>
          <p:nvPr/>
        </p:nvSpPr>
        <p:spPr>
          <a:xfrm>
            <a:off x="6536304" y="5434179"/>
            <a:ext cx="4259444" cy="688803"/>
          </a:xfrm>
          <a:prstGeom prst="roundRect">
            <a:avLst>
              <a:gd name="adj" fmla="val 6896"/>
            </a:avLst>
          </a:prstGeom>
          <a:solidFill>
            <a:schemeClr val="tx2">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57F4526E-1F7D-682F-65E9-75B9CC3C3CF0}"/>
              </a:ext>
            </a:extLst>
          </p:cNvPr>
          <p:cNvSpPr txBox="1"/>
          <p:nvPr/>
        </p:nvSpPr>
        <p:spPr>
          <a:xfrm>
            <a:off x="7034810" y="5547748"/>
            <a:ext cx="3262432" cy="461665"/>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現在のノード進行度</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69221799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9D4FCB1-54EB-93D7-3DD0-C301574AAB12}"/>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4ABB11B-EE85-9699-F0E5-4A603058BC42}"/>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D8FF9D3-896C-95C5-CAFF-B0B9A437F252}"/>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8427B49C-32CF-1CA0-1243-8080ECA92AC4}"/>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D1F3AC-1467-395D-5235-7BCC04AD83D4}"/>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7703C7E-CCA7-BEC2-58EF-4DB7B54CE265}"/>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9D12927-80C6-B541-2F87-4B70D828C789}"/>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8E15E065-79B5-B697-BABB-095BE708066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5FC6179-91E5-2F60-7899-340E356DE89C}"/>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274CCB46-5E96-3156-5E32-1C7AC57290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407FA76-A7B7-6D37-27E4-84FE7AD3782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5FB67CD-E038-21C4-10FC-A65A49D401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630D4D32-56F2-1AA1-721B-89B30E51A8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0EA71391-305B-7444-D183-24DA5834D95B}"/>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0C0295C0-F818-9310-6D7E-96748827157B}"/>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EF92D18F-EE43-F395-C2B7-66928B53BF1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52EC536-02F4-EE66-1106-426F04D428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F40B2C06-684D-C1BD-E2DF-79D0E621DFB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6D14F4B-D93A-00DD-40D9-E68479794C3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523FE46-DCEB-900E-13F1-935CD201352D}"/>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CC994937-EACF-E4F0-94EC-FB1A82E3AE6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9A0FBDB-4102-353E-4A3F-62453943F1D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4E4F153-2194-2E54-DDFC-A680438EF53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6FFAFE71-3184-A6A4-64AE-46D541D0F0E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D0AEAA49-33D6-CF09-7BDE-046D6C62E36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46525F4-97AF-B7C6-231D-A2C4DB799D83}"/>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867CF8D9-DC08-56F5-8DFC-96DF79CF4DB2}"/>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3970AD3-D722-CF7B-1C64-5692E187D06D}"/>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174623-7EC3-343A-9221-900B4DF525BB}"/>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22A96B1-C130-0D2C-EFAD-6115C78F05F0}"/>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26C6AA28-B853-901A-5A36-F3A9AB7C9146}"/>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D7254854-FA5C-FA58-7AD1-E24382CE68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A352DD2-EBB0-ECB3-9C3A-BEB51EE6512F}"/>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440C2172-1E0D-706B-8970-6C9615DE3D9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0D87246-CA23-6B10-0334-8A807C90F82D}"/>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D470FEB-EE24-6E02-514F-8BFF27BBE3BC}"/>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4878088-F874-8B4B-A366-331EECA7C0F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AD7B17C7-7D15-19A7-35AE-94525F01DF8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F8BD63B4-4C98-B427-34A2-26BD80E4349A}"/>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32316ECC-7543-1607-BBAE-03C63A0E651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9F9C476-BA8C-27DC-A9FC-01CECCA4CF92}"/>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49D887AE-ED36-D615-EBC2-DA588C3F6E8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45433712-0DE3-E110-7911-8C88793D9B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DE48E4CB-0DEC-CA64-FB20-E06DCB422B0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D81B5C1-9F35-CC03-3621-5AA3CF1706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35609D4-7B42-A4A9-1853-124008363FE7}"/>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187" name="グループ化 186">
            <a:extLst>
              <a:ext uri="{FF2B5EF4-FFF2-40B4-BE49-F238E27FC236}">
                <a16:creationId xmlns:a16="http://schemas.microsoft.com/office/drawing/2014/main" id="{8C209096-29DF-EC03-A67F-7C3CF1C4D27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33C5823-C73F-7AAE-5C62-6470B87F90B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E4A9CA2-FE03-9432-4A37-5BDCEDC93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86CBA3A4-52F8-6331-418D-9F037DFEA7E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ECC6B07E-AF00-29AB-AB80-79DC9B37C8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B6800CC3-0C9D-0B7C-1C48-C02BE4C93F76}"/>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892EB291-A887-CDF4-9F80-576525B66A8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8D0DE0D-3F10-3DE9-4656-47A232D615D1}"/>
                </a:ext>
              </a:extLst>
            </p:cNvPr>
            <p:cNvSpPr/>
            <p:nvPr/>
          </p:nvSpPr>
          <p:spPr>
            <a:xfrm>
              <a:off x="6497359" y="1068436"/>
              <a:ext cx="1273542" cy="601610"/>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EAA2B162-E86E-CFDC-6C2B-B761608EA4CC}"/>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A5C86237-5F21-371F-86EB-19045668F8EC}"/>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78071B40-00FD-1AA7-5D78-001F623CD8C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5A5DFD72-A9A8-9DB8-224D-9EBBF223BA1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FAF053FA-5A9E-DB83-ACE1-6100F739C4F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B9261B9C-DF38-D3AD-39DE-A74BA4F9CCDF}"/>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C1F5201-0F9D-37DA-F439-33C36E694AC2}"/>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47CB7BD4-33D1-2836-FD10-D737D822C12A}"/>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DC21007-ECAC-1171-E80E-7D0AF8EC5F8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9C7C1B3-2C06-C56D-0897-D2DC4285BDA3}"/>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F54B6551-79C0-2514-AE6A-AD3246109AC2}"/>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5F80817-8CD3-054E-3B56-91F8B1E4216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5BB9AE07-7F50-C341-BA80-E1A7E6488A26}"/>
              </a:ext>
            </a:extLst>
          </p:cNvPr>
          <p:cNvGrpSpPr/>
          <p:nvPr/>
        </p:nvGrpSpPr>
        <p:grpSpPr>
          <a:xfrm>
            <a:off x="6717194" y="4956076"/>
            <a:ext cx="1273542" cy="1061217"/>
            <a:chOff x="6892103" y="4612222"/>
            <a:chExt cx="1160990" cy="967430"/>
          </a:xfrm>
        </p:grpSpPr>
        <p:grpSp>
          <p:nvGrpSpPr>
            <p:cNvPr id="43" name="グループ化 42">
              <a:extLst>
                <a:ext uri="{FF2B5EF4-FFF2-40B4-BE49-F238E27FC236}">
                  <a16:creationId xmlns:a16="http://schemas.microsoft.com/office/drawing/2014/main" id="{145D8B4E-71FF-C3A7-4868-528EAF9CBEB4}"/>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AD7CBDBE-CE80-FAB9-BECC-11E71BC76AEB}"/>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5F052140-B470-4768-E416-F1A3FB020319}"/>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BB6B00ED-C4C2-B70C-69CE-EF76AFBAE054}"/>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FF61C30-C361-B75D-C959-FA6500C62431}"/>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91B3B370-1114-74EA-64D2-4D3DAF2E281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70535A1C-AA52-95FA-72A6-D14D454EDD5A}"/>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893F04AE-55E2-2FC2-4BAA-D7C1F696C528}"/>
              </a:ext>
            </a:extLst>
          </p:cNvPr>
          <p:cNvGrpSpPr/>
          <p:nvPr/>
        </p:nvGrpSpPr>
        <p:grpSpPr>
          <a:xfrm>
            <a:off x="8158626" y="4895102"/>
            <a:ext cx="2426488" cy="1151178"/>
            <a:chOff x="8172787" y="4556636"/>
            <a:chExt cx="2049758" cy="1049440"/>
          </a:xfrm>
        </p:grpSpPr>
        <p:pic>
          <p:nvPicPr>
            <p:cNvPr id="42" name="図 41">
              <a:extLst>
                <a:ext uri="{FF2B5EF4-FFF2-40B4-BE49-F238E27FC236}">
                  <a16:creationId xmlns:a16="http://schemas.microsoft.com/office/drawing/2014/main" id="{88CD11F9-CDD8-CB31-6EE9-47F269FBF56B}"/>
                </a:ext>
              </a:extLst>
            </p:cNvPr>
            <p:cNvPicPr>
              <a:picLocks noChangeAspect="1"/>
            </p:cNvPicPr>
            <p:nvPr/>
          </p:nvPicPr>
          <p:blipFill>
            <a:blip r:embed="rId6">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0CAB0400-BADE-3CED-96CC-D65D112B8A0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B195E34-0393-EE22-26A8-D134A3E06083}"/>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A0329CBC-607A-8030-F881-845678746F95}"/>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C0A5669-7FB2-0F3A-9E56-116FF7427C26}"/>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29E6814F-E1DC-5620-26DD-3BAEEEA7F853}"/>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D028F14-EB16-A47F-ABE5-FACD07631AD7}"/>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A8208944-84C0-254E-7301-DEEC56CCB387}"/>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5DC1A7E3-C0CA-4191-2DAE-70E773F316BC}"/>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F58DD095-AA9A-4A53-EAC7-C530D120A993}"/>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EF2421BB-8B7C-3B85-43C2-6378B5114635}"/>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32AEB75D-40B8-7636-2E4A-3A03DCF33647}"/>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BFA30F21-40BB-668C-C625-EC32EAFC31F0}"/>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6" name="グループ化 185">
            <a:extLst>
              <a:ext uri="{FF2B5EF4-FFF2-40B4-BE49-F238E27FC236}">
                <a16:creationId xmlns:a16="http://schemas.microsoft.com/office/drawing/2014/main" id="{98202430-A928-A53C-18C6-C91DD9C260BC}"/>
              </a:ext>
            </a:extLst>
          </p:cNvPr>
          <p:cNvGrpSpPr/>
          <p:nvPr/>
        </p:nvGrpSpPr>
        <p:grpSpPr>
          <a:xfrm>
            <a:off x="8055984" y="2434237"/>
            <a:ext cx="2726612" cy="2170554"/>
            <a:chOff x="8055984" y="2562747"/>
            <a:chExt cx="2365918" cy="1883419"/>
          </a:xfrm>
        </p:grpSpPr>
        <p:grpSp>
          <p:nvGrpSpPr>
            <p:cNvPr id="244" name="グループ化 243">
              <a:extLst>
                <a:ext uri="{FF2B5EF4-FFF2-40B4-BE49-F238E27FC236}">
                  <a16:creationId xmlns:a16="http://schemas.microsoft.com/office/drawing/2014/main" id="{D7CC4FF0-98FF-038A-FE08-C21656549FD0}"/>
                </a:ext>
              </a:extLst>
            </p:cNvPr>
            <p:cNvGrpSpPr/>
            <p:nvPr/>
          </p:nvGrpSpPr>
          <p:grpSpPr>
            <a:xfrm>
              <a:off x="8055984" y="2562747"/>
              <a:ext cx="2365918" cy="1883419"/>
              <a:chOff x="8261266" y="2319887"/>
              <a:chExt cx="2365918" cy="1775213"/>
            </a:xfrm>
          </p:grpSpPr>
          <p:pic>
            <p:nvPicPr>
              <p:cNvPr id="57" name="図 56">
                <a:extLst>
                  <a:ext uri="{FF2B5EF4-FFF2-40B4-BE49-F238E27FC236}">
                    <a16:creationId xmlns:a16="http://schemas.microsoft.com/office/drawing/2014/main" id="{216CAE21-0EB2-BF88-BC57-5B9AF75DA965}"/>
                  </a:ext>
                </a:extLst>
              </p:cNvPr>
              <p:cNvPicPr>
                <a:picLocks noChangeAspect="1"/>
              </p:cNvPicPr>
              <p:nvPr/>
            </p:nvPicPr>
            <p:blipFill>
              <a:blip r:embed="rId6">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8AB8C46-4CFA-78C7-ED82-7F909E8D819D}"/>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C0490D3D-B2B5-0D7A-2AFC-B6E972503CF8}"/>
                  </a:ext>
                </a:extLst>
              </p:cNvPr>
              <p:cNvSpPr/>
              <p:nvPr/>
            </p:nvSpPr>
            <p:spPr>
              <a:xfrm rot="5400000">
                <a:off x="9028770" y="2860649"/>
                <a:ext cx="177943" cy="284425"/>
              </a:xfrm>
              <a:prstGeom prst="roundRect">
                <a:avLst>
                  <a:gd name="adj" fmla="val 9570"/>
                </a:avLst>
              </a:prstGeom>
              <a:solidFill>
                <a:schemeClr val="bg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1C205FCF-954F-E6A7-5CCC-C1541E92090C}"/>
                </a:ext>
              </a:extLst>
            </p:cNvPr>
            <p:cNvGrpSpPr/>
            <p:nvPr/>
          </p:nvGrpSpPr>
          <p:grpSpPr>
            <a:xfrm>
              <a:off x="9359049" y="2589966"/>
              <a:ext cx="966781" cy="1742605"/>
              <a:chOff x="9993616" y="2066911"/>
              <a:chExt cx="1080193" cy="1703395"/>
            </a:xfrm>
          </p:grpSpPr>
          <p:sp>
            <p:nvSpPr>
              <p:cNvPr id="59" name="楕円 58">
                <a:extLst>
                  <a:ext uri="{FF2B5EF4-FFF2-40B4-BE49-F238E27FC236}">
                    <a16:creationId xmlns:a16="http://schemas.microsoft.com/office/drawing/2014/main" id="{B32386A3-0105-C880-0287-DD300D58E381}"/>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2668A7D4-13BA-779E-F065-5534BAB8894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E7A6D53-D845-E2AE-768A-CF25A23E95DB}"/>
                  </a:ext>
                </a:extLst>
              </p:cNvPr>
              <p:cNvSpPr txBox="1"/>
              <p:nvPr/>
            </p:nvSpPr>
            <p:spPr>
              <a:xfrm>
                <a:off x="10002948" y="2066911"/>
                <a:ext cx="1062446" cy="234948"/>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AB711AD4-E6FE-1BE4-2694-88FE6F4B4DF8}"/>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D04BA37D-5513-46A1-E121-77312A6158EB}"/>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86B12946-FA51-70F5-B1E5-E5D59C6154E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C399264E-A4DE-ED38-EE5F-064C58C2EEDA}"/>
                  </a:ext>
                </a:extLst>
              </p:cNvPr>
              <p:cNvSpPr txBox="1"/>
              <p:nvPr/>
            </p:nvSpPr>
            <p:spPr>
              <a:xfrm>
                <a:off x="104102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9272FC34-46DA-3EAF-B011-7E3B4B0BCEE5}"/>
                  </a:ext>
                </a:extLst>
              </p:cNvPr>
              <p:cNvSpPr txBox="1"/>
              <p:nvPr/>
            </p:nvSpPr>
            <p:spPr>
              <a:xfrm>
                <a:off x="10797542" y="2389384"/>
                <a:ext cx="253632" cy="234948"/>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4C7E2008-D8AC-39FD-C804-8C7826EC0247}"/>
                  </a:ext>
                </a:extLst>
              </p:cNvPr>
              <p:cNvSpPr txBox="1"/>
              <p:nvPr/>
            </p:nvSpPr>
            <p:spPr>
              <a:xfrm>
                <a:off x="10041603" y="2389384"/>
                <a:ext cx="253632" cy="234948"/>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2259DDE-7E87-52F2-E15E-B3A3743657F3}"/>
                  </a:ext>
                </a:extLst>
              </p:cNvPr>
              <p:cNvSpPr txBox="1"/>
              <p:nvPr/>
            </p:nvSpPr>
            <p:spPr>
              <a:xfrm>
                <a:off x="10031427" y="2681875"/>
                <a:ext cx="676352" cy="20884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2689747F-0802-9433-2716-5325DFBF0E63}"/>
                  </a:ext>
                </a:extLst>
              </p:cNvPr>
              <p:cNvSpPr txBox="1"/>
              <p:nvPr/>
            </p:nvSpPr>
            <p:spPr>
              <a:xfrm>
                <a:off x="10034534" y="2862270"/>
                <a:ext cx="962309" cy="489474"/>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BA45244D-E16E-6E24-E0E7-206230DB5F55}"/>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F7A4717F-406D-66AE-C143-9A1A6C82D0DA}"/>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349286B0-4D0F-AFBB-82D9-C0790C385362}"/>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51D2599A-6A69-16E3-DAFD-D8ECEDD3B08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BA80291D-8041-012C-361B-85AFFD912864}"/>
                </a:ext>
              </a:extLst>
            </p:cNvPr>
            <p:cNvGrpSpPr/>
            <p:nvPr/>
          </p:nvGrpSpPr>
          <p:grpSpPr>
            <a:xfrm>
              <a:off x="9496810" y="3953487"/>
              <a:ext cx="698442" cy="307777"/>
              <a:chOff x="10130793" y="3296675"/>
              <a:chExt cx="696970" cy="366793"/>
            </a:xfrm>
          </p:grpSpPr>
          <p:sp>
            <p:nvSpPr>
              <p:cNvPr id="180" name="四角形: 角を丸くする 179">
                <a:extLst>
                  <a:ext uri="{FF2B5EF4-FFF2-40B4-BE49-F238E27FC236}">
                    <a16:creationId xmlns:a16="http://schemas.microsoft.com/office/drawing/2014/main" id="{8908D45A-FE9B-5C36-37B1-73B73F54FB48}"/>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16A31317-CE13-FE9A-65BF-039B03216AB9}"/>
                  </a:ext>
                </a:extLst>
              </p:cNvPr>
              <p:cNvSpPr txBox="1"/>
              <p:nvPr/>
            </p:nvSpPr>
            <p:spPr>
              <a:xfrm>
                <a:off x="10163561" y="3313445"/>
                <a:ext cx="644969" cy="330113"/>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45" name="グループ化 144">
            <a:extLst>
              <a:ext uri="{FF2B5EF4-FFF2-40B4-BE49-F238E27FC236}">
                <a16:creationId xmlns:a16="http://schemas.microsoft.com/office/drawing/2014/main" id="{FC321C0B-D980-10F8-4B3B-660C178D7075}"/>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F21E8A4F-8438-AC08-836D-435514D5A856}"/>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F73C732D-7406-335E-BD35-0DAD7258376D}"/>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A8E6544B-4B98-BC9C-488E-BFBFC914B6A0}"/>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A0B5DE4-8968-FF23-4918-3DC531264029}"/>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51EC55FF-3DD0-C213-2D07-18CA3B56125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grpSp>
        <p:nvGrpSpPr>
          <p:cNvPr id="3" name="グループ化 2">
            <a:extLst>
              <a:ext uri="{FF2B5EF4-FFF2-40B4-BE49-F238E27FC236}">
                <a16:creationId xmlns:a16="http://schemas.microsoft.com/office/drawing/2014/main" id="{4A928ABA-8348-0CBB-FBB7-E31A1861EAE9}"/>
              </a:ext>
            </a:extLst>
          </p:cNvPr>
          <p:cNvGrpSpPr/>
          <p:nvPr/>
        </p:nvGrpSpPr>
        <p:grpSpPr>
          <a:xfrm>
            <a:off x="1333051" y="1959931"/>
            <a:ext cx="800219" cy="612648"/>
            <a:chOff x="981599" y="1624031"/>
            <a:chExt cx="800219" cy="612648"/>
          </a:xfrm>
        </p:grpSpPr>
        <p:sp>
          <p:nvSpPr>
            <p:cNvPr id="4" name="四角形: 角を丸くする 3">
              <a:extLst>
                <a:ext uri="{FF2B5EF4-FFF2-40B4-BE49-F238E27FC236}">
                  <a16:creationId xmlns:a16="http://schemas.microsoft.com/office/drawing/2014/main" id="{60F31D7E-DEE5-2C1D-A8FB-F5B03080D8F4}"/>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CB838637-1B78-7307-B939-1E069D3C11FC}"/>
                </a:ext>
              </a:extLst>
            </p:cNvPr>
            <p:cNvSpPr txBox="1"/>
            <p:nvPr/>
          </p:nvSpPr>
          <p:spPr>
            <a:xfrm>
              <a:off x="981599" y="176107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4" name="テキスト ボックス 143">
            <a:extLst>
              <a:ext uri="{FF2B5EF4-FFF2-40B4-BE49-F238E27FC236}">
                <a16:creationId xmlns:a16="http://schemas.microsoft.com/office/drawing/2014/main" id="{E1D9C5B8-465E-A95D-B813-49BB7549E2EE}"/>
              </a:ext>
            </a:extLst>
          </p:cNvPr>
          <p:cNvSpPr txBox="1"/>
          <p:nvPr/>
        </p:nvSpPr>
        <p:spPr>
          <a:xfrm>
            <a:off x="1206202" y="3668155"/>
            <a:ext cx="4185761" cy="584775"/>
          </a:xfrm>
          <a:prstGeom prst="rect">
            <a:avLst/>
          </a:prstGeom>
          <a:noFill/>
        </p:spPr>
        <p:txBody>
          <a:bodyPr wrap="none" rtlCol="0">
            <a:spAutoFit/>
          </a:bodyPr>
          <a:lstStyle/>
          <a:p>
            <a:r>
              <a:rPr lang="ja-JP" altLang="en-US" sz="32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55764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78933D1-6FBB-4E9F-B9E8-7FC44EAD30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DE69807-7DFF-A77A-54EF-3402BAB864A1}"/>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F5BF19E8-7053-346A-CFDD-8272F9EE239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92EBDD8-D97E-7063-8F1F-C2CDBE8D7DE3}"/>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7563787-BF85-000F-72B7-D2D0C85AFF37}"/>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B44A26F-9540-8D40-8480-CBCD50701520}"/>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01D8DE0-36D0-EB92-02A8-2ADFE3F89BE6}"/>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A9B458D7-66C1-D797-1068-7AD1E56A221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1F82933-9C5F-6950-97B9-F1E3AA35B3E6}"/>
              </a:ext>
            </a:extLst>
          </p:cNvPr>
          <p:cNvSpPr txBox="1"/>
          <p:nvPr/>
        </p:nvSpPr>
        <p:spPr>
          <a:xfrm>
            <a:off x="1206202" y="3668155"/>
            <a:ext cx="4185761" cy="584775"/>
          </a:xfrm>
          <a:prstGeom prst="rect">
            <a:avLst/>
          </a:prstGeom>
          <a:noFill/>
        </p:spPr>
        <p:txBody>
          <a:bodyPr wrap="none" rtlCol="0">
            <a:spAutoFit/>
          </a:bodyPr>
          <a:lstStyle/>
          <a:p>
            <a:r>
              <a:rPr lang="ja-JP" altLang="en-US" sz="32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1D3460B-E936-0971-4C5E-89AB70C92E84}"/>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4B60773-E579-BE2A-AC8E-1B87830661A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04582E56-4669-B553-6511-E51002575D6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941D529C-0072-DE6E-1DE5-8E8146C5A74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EBD8FDD6-5DF7-1116-2B43-5DB5667C0B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2BA0A888-D6E5-C742-9C14-DD9E0CD03ED5}"/>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89ABBAF-665D-6011-671F-2026D55A27D6}"/>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020553A4-8D12-706B-EFA1-61BDC139713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FC2FEDD-2A20-0A7D-735F-16A411E1D6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25B713C-8F22-7C18-4271-1995ACF580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186602C0-EBD9-D6F0-2896-D6D2AC74C3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5FA93F6-575D-8F90-A23E-1B17A081DB85}"/>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23E3842-E0FE-6FDF-9C4F-82416671D5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89429AB-CB83-2680-8F20-D774DF922F3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1FC4BBD-D10B-125B-6872-E58283DC6BB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F8E4A88F-4CC5-3D2C-21A5-9B5D076DBE4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768DC2C6-07BD-FF10-DCBD-782E4358F3C6}"/>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BE030110-81DD-02E8-D923-C33B0257282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C952B0-A76E-9750-E477-D39F1720F4DA}"/>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A16DEE9-6E1C-F5DB-C17C-B49E15B189FC}"/>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A735999-37F5-516B-7C2B-B31114C2EB7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69F694E1-7037-143C-6A79-44B1DD6043A3}"/>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32B4C7F0-E7BB-468A-2D4A-DB5E8FD1F4C4}"/>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7E6A3A79-6DA3-BA1D-2A8D-2F01FC17D5D3}"/>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8C7C912B-8050-15AC-9EF4-DAB59CB341D6}"/>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E61C990B-D867-B028-92EC-B88F1AA1DAD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69E8276-3522-1BB8-11DB-6D034812E521}"/>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95C6125E-E12F-C7E6-4660-45461706A738}"/>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6E384A5C-1D0E-1D5F-0ADD-7AC730642BF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3AB5A0D1-F13B-C45B-4614-14EBF98F3F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4CE4F6C1-6E3F-BF45-8718-6D0761EE60B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0500453-A580-A6A1-556D-00651F5EA0E1}"/>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C77D7F03-849F-5D7B-E4C3-CFE3B16FBA1E}"/>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806C867-F67F-854C-45A9-0F46147A6150}"/>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66CB2780-DC6E-D38B-6BBC-E0D31D73656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99F25B01-F979-75AC-80DB-4D3BD24B64E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FB2DFDA5-85F3-A0CE-0C73-B7DF11BA07EB}"/>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87" name="グループ化 186">
            <a:extLst>
              <a:ext uri="{FF2B5EF4-FFF2-40B4-BE49-F238E27FC236}">
                <a16:creationId xmlns:a16="http://schemas.microsoft.com/office/drawing/2014/main" id="{017D93E8-45C5-8163-1899-BDAEA48B70A2}"/>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7DC898CE-9492-A6CE-E21C-332DF41B001E}"/>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7D06561-FCBE-5995-33F8-AF0C1F247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718FA21B-2209-166E-9EC9-782120BF98A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9CEEBBF-EA3A-903D-1E6A-546C394003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AD79F29C-8770-EA16-D327-2F5264F5D569}"/>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2A48F1A-3C15-7425-A5D8-FB1BB8BF14DE}"/>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BD63BCEE-793C-8986-C2FA-3059195D954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F69020E7-871E-529F-C838-D9A143C1DC2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4DFE2CF-20D2-BA63-E1A3-85BE1B5075A2}"/>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BCD23AD5-91B9-3699-2851-465DDE4BD3C2}"/>
                </a:ext>
              </a:extLst>
            </p:cNvPr>
            <p:cNvSpPr/>
            <p:nvPr/>
          </p:nvSpPr>
          <p:spPr>
            <a:xfrm>
              <a:off x="6497359" y="1068435"/>
              <a:ext cx="1273542" cy="1305019"/>
            </a:xfrm>
            <a:prstGeom prst="roundRect">
              <a:avLst>
                <a:gd name="adj" fmla="val 4721"/>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E78A525E-FC37-2F16-2114-9001AB382642}"/>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429B83A-7EE7-F6BC-3795-FA36C526A5C2}"/>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4CA5853D-83A9-EA86-FD52-58CE59BEC90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FF779F5-E12E-36F1-9F3C-A68EABA368F9}"/>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AC77CA2-C99E-0840-11B8-6B31B1CF26B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A7538266-7727-30F5-D53E-C07FCD7A665A}"/>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0C2AE286-3CCC-E5F1-0911-44E1DF6107B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76DA5A00-ECA9-E6DA-61E8-C649C666897B}"/>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D1E6EEF-11D2-5948-EFFD-0FD53E1F4354}"/>
              </a:ext>
            </a:extLst>
          </p:cNvPr>
          <p:cNvSpPr/>
          <p:nvPr/>
        </p:nvSpPr>
        <p:spPr>
          <a:xfrm>
            <a:off x="6662728" y="2073968"/>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 name="グループ化 3">
            <a:extLst>
              <a:ext uri="{FF2B5EF4-FFF2-40B4-BE49-F238E27FC236}">
                <a16:creationId xmlns:a16="http://schemas.microsoft.com/office/drawing/2014/main" id="{A0909883-7CB5-B5FF-22F0-0D0D8E5507F3}"/>
              </a:ext>
            </a:extLst>
          </p:cNvPr>
          <p:cNvGrpSpPr/>
          <p:nvPr/>
        </p:nvGrpSpPr>
        <p:grpSpPr>
          <a:xfrm>
            <a:off x="6736168" y="4357765"/>
            <a:ext cx="1133594" cy="1104484"/>
            <a:chOff x="7726816" y="3269363"/>
            <a:chExt cx="1349421" cy="1314768"/>
          </a:xfrm>
        </p:grpSpPr>
        <p:sp>
          <p:nvSpPr>
            <p:cNvPr id="6" name="四角形: 角を丸くする 5">
              <a:extLst>
                <a:ext uri="{FF2B5EF4-FFF2-40B4-BE49-F238E27FC236}">
                  <a16:creationId xmlns:a16="http://schemas.microsoft.com/office/drawing/2014/main" id="{6F68E4C7-B90D-3CB9-4D84-C1559D7E907B}"/>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948691EB-1097-8DAB-7567-EA57F45DCC69}"/>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BD0FB38-D2CD-1F6F-A27A-431B6E6948B5}"/>
              </a:ext>
            </a:extLst>
          </p:cNvPr>
          <p:cNvGrpSpPr/>
          <p:nvPr/>
        </p:nvGrpSpPr>
        <p:grpSpPr>
          <a:xfrm>
            <a:off x="8141638" y="4357765"/>
            <a:ext cx="1133594" cy="1104484"/>
            <a:chOff x="7726816" y="3269363"/>
            <a:chExt cx="1349421" cy="1314768"/>
          </a:xfrm>
        </p:grpSpPr>
        <p:sp>
          <p:nvSpPr>
            <p:cNvPr id="10" name="四角形: 角を丸くする 9">
              <a:extLst>
                <a:ext uri="{FF2B5EF4-FFF2-40B4-BE49-F238E27FC236}">
                  <a16:creationId xmlns:a16="http://schemas.microsoft.com/office/drawing/2014/main" id="{226A343A-B087-7532-4CE3-7805229D28F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3" name="図 32">
              <a:extLst>
                <a:ext uri="{FF2B5EF4-FFF2-40B4-BE49-F238E27FC236}">
                  <a16:creationId xmlns:a16="http://schemas.microsoft.com/office/drawing/2014/main" id="{C852D314-845D-C7CD-776C-3AD57BDE1FCA}"/>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144" name="グループ化 143">
            <a:extLst>
              <a:ext uri="{FF2B5EF4-FFF2-40B4-BE49-F238E27FC236}">
                <a16:creationId xmlns:a16="http://schemas.microsoft.com/office/drawing/2014/main" id="{3C19A731-5DC1-DA3B-A843-83D63DDC44F7}"/>
              </a:ext>
            </a:extLst>
          </p:cNvPr>
          <p:cNvGrpSpPr/>
          <p:nvPr/>
        </p:nvGrpSpPr>
        <p:grpSpPr>
          <a:xfrm>
            <a:off x="9547109" y="4357765"/>
            <a:ext cx="1133594" cy="1104484"/>
            <a:chOff x="7726816" y="3269363"/>
            <a:chExt cx="1349421" cy="1314768"/>
          </a:xfrm>
        </p:grpSpPr>
        <p:sp>
          <p:nvSpPr>
            <p:cNvPr id="178" name="四角形: 角を丸くする 177">
              <a:extLst>
                <a:ext uri="{FF2B5EF4-FFF2-40B4-BE49-F238E27FC236}">
                  <a16:creationId xmlns:a16="http://schemas.microsoft.com/office/drawing/2014/main" id="{687DB00C-E6EF-741B-660B-A867B30F079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81" name="図 180">
              <a:extLst>
                <a:ext uri="{FF2B5EF4-FFF2-40B4-BE49-F238E27FC236}">
                  <a16:creationId xmlns:a16="http://schemas.microsoft.com/office/drawing/2014/main" id="{3EB3566B-8EF7-6F92-5283-35640CA01964}"/>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92" name="二等辺三角形 191">
            <a:extLst>
              <a:ext uri="{FF2B5EF4-FFF2-40B4-BE49-F238E27FC236}">
                <a16:creationId xmlns:a16="http://schemas.microsoft.com/office/drawing/2014/main" id="{10DDCDC3-4ABB-74E1-5DF7-B546819C1B74}"/>
              </a:ext>
            </a:extLst>
          </p:cNvPr>
          <p:cNvSpPr/>
          <p:nvPr/>
        </p:nvSpPr>
        <p:spPr>
          <a:xfrm>
            <a:off x="7013018" y="5384404"/>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3" name="テキスト ボックス 192">
            <a:extLst>
              <a:ext uri="{FF2B5EF4-FFF2-40B4-BE49-F238E27FC236}">
                <a16:creationId xmlns:a16="http://schemas.microsoft.com/office/drawing/2014/main" id="{12F4362E-8E55-8DDF-CE7A-4BFD747E7757}"/>
              </a:ext>
            </a:extLst>
          </p:cNvPr>
          <p:cNvSpPr txBox="1"/>
          <p:nvPr/>
        </p:nvSpPr>
        <p:spPr>
          <a:xfrm>
            <a:off x="8073929" y="2135052"/>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4" name="テキスト ボックス 193">
            <a:extLst>
              <a:ext uri="{FF2B5EF4-FFF2-40B4-BE49-F238E27FC236}">
                <a16:creationId xmlns:a16="http://schemas.microsoft.com/office/drawing/2014/main" id="{E6A8DE8D-1A16-3E06-5412-DED4EDD4C45E}"/>
              </a:ext>
            </a:extLst>
          </p:cNvPr>
          <p:cNvSpPr txBox="1"/>
          <p:nvPr/>
        </p:nvSpPr>
        <p:spPr>
          <a:xfrm>
            <a:off x="8073929" y="2404551"/>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195" name="図 194">
            <a:extLst>
              <a:ext uri="{FF2B5EF4-FFF2-40B4-BE49-F238E27FC236}">
                <a16:creationId xmlns:a16="http://schemas.microsoft.com/office/drawing/2014/main" id="{B5675455-9943-9EA0-5C65-CC4647EFC057}"/>
              </a:ext>
            </a:extLst>
          </p:cNvPr>
          <p:cNvPicPr>
            <a:picLocks noChangeAspect="1"/>
          </p:cNvPicPr>
          <p:nvPr/>
        </p:nvPicPr>
        <p:blipFill>
          <a:blip r:embed="rId5">
            <a:biLevel thresh="50000"/>
            <a:extLst>
              <a:ext uri="{28A0092B-C50C-407E-A947-70E740481C1C}">
                <a14:useLocalDpi xmlns:a14="http://schemas.microsoft.com/office/drawing/2010/main" val="0"/>
              </a:ext>
            </a:extLst>
          </a:blip>
          <a:srcRect l="14083" t="10604" r="55105" b="45782"/>
          <a:stretch>
            <a:fillRect/>
          </a:stretch>
        </p:blipFill>
        <p:spPr>
          <a:xfrm>
            <a:off x="6950007" y="2207766"/>
            <a:ext cx="1059999" cy="1125304"/>
          </a:xfrm>
          <a:prstGeom prst="rect">
            <a:avLst/>
          </a:prstGeom>
        </p:spPr>
      </p:pic>
      <p:sp>
        <p:nvSpPr>
          <p:cNvPr id="196" name="楕円 195">
            <a:extLst>
              <a:ext uri="{FF2B5EF4-FFF2-40B4-BE49-F238E27FC236}">
                <a16:creationId xmlns:a16="http://schemas.microsoft.com/office/drawing/2014/main" id="{2042D435-9B33-DA12-5835-730CD382FD27}"/>
              </a:ext>
            </a:extLst>
          </p:cNvPr>
          <p:cNvSpPr/>
          <p:nvPr/>
        </p:nvSpPr>
        <p:spPr>
          <a:xfrm>
            <a:off x="6829006" y="2903428"/>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7" name="テキスト ボックス 196">
            <a:extLst>
              <a:ext uri="{FF2B5EF4-FFF2-40B4-BE49-F238E27FC236}">
                <a16:creationId xmlns:a16="http://schemas.microsoft.com/office/drawing/2014/main" id="{4F0D68BC-D190-9622-6779-EE4617A2F3CA}"/>
              </a:ext>
            </a:extLst>
          </p:cNvPr>
          <p:cNvSpPr txBox="1"/>
          <p:nvPr/>
        </p:nvSpPr>
        <p:spPr>
          <a:xfrm>
            <a:off x="9467867" y="2135052"/>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98" name="楕円 197">
            <a:extLst>
              <a:ext uri="{FF2B5EF4-FFF2-40B4-BE49-F238E27FC236}">
                <a16:creationId xmlns:a16="http://schemas.microsoft.com/office/drawing/2014/main" id="{B69410E7-7737-00D7-5D0C-30179FEEA4DB}"/>
              </a:ext>
            </a:extLst>
          </p:cNvPr>
          <p:cNvSpPr/>
          <p:nvPr/>
        </p:nvSpPr>
        <p:spPr>
          <a:xfrm>
            <a:off x="6582407" y="398886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9" name="楕円 198">
            <a:extLst>
              <a:ext uri="{FF2B5EF4-FFF2-40B4-BE49-F238E27FC236}">
                <a16:creationId xmlns:a16="http://schemas.microsoft.com/office/drawing/2014/main" id="{3F22F3F0-FFC6-23C3-2076-AC482B19349B}"/>
              </a:ext>
            </a:extLst>
          </p:cNvPr>
          <p:cNvSpPr/>
          <p:nvPr/>
        </p:nvSpPr>
        <p:spPr>
          <a:xfrm>
            <a:off x="7991153" y="3988867"/>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0" name="楕円 199">
            <a:extLst>
              <a:ext uri="{FF2B5EF4-FFF2-40B4-BE49-F238E27FC236}">
                <a16:creationId xmlns:a16="http://schemas.microsoft.com/office/drawing/2014/main" id="{D38F7717-B1FC-5599-7D1C-1A35C6DF59B4}"/>
              </a:ext>
            </a:extLst>
          </p:cNvPr>
          <p:cNvSpPr/>
          <p:nvPr/>
        </p:nvSpPr>
        <p:spPr>
          <a:xfrm>
            <a:off x="9399900" y="3988867"/>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66DD0FE6-84F8-A3C3-B88B-E7059B2B5F6A}"/>
              </a:ext>
            </a:extLst>
          </p:cNvPr>
          <p:cNvGrpSpPr/>
          <p:nvPr/>
        </p:nvGrpSpPr>
        <p:grpSpPr>
          <a:xfrm>
            <a:off x="9555929" y="2566404"/>
            <a:ext cx="836714" cy="307777"/>
            <a:chOff x="9966073" y="1885589"/>
            <a:chExt cx="836714" cy="307777"/>
          </a:xfrm>
        </p:grpSpPr>
        <p:sp>
          <p:nvSpPr>
            <p:cNvPr id="202" name="四角形: 角を丸くする 201">
              <a:extLst>
                <a:ext uri="{FF2B5EF4-FFF2-40B4-BE49-F238E27FC236}">
                  <a16:creationId xmlns:a16="http://schemas.microsoft.com/office/drawing/2014/main" id="{8E4040FF-909E-35A3-E59A-6B3F35A41B27}"/>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1A0DD9A8-346F-5C1D-9E63-8EB218D15B1F}"/>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04" name="楕円 203">
            <a:extLst>
              <a:ext uri="{FF2B5EF4-FFF2-40B4-BE49-F238E27FC236}">
                <a16:creationId xmlns:a16="http://schemas.microsoft.com/office/drawing/2014/main" id="{BB8C842C-4B84-C8C2-2146-22861A21F76A}"/>
              </a:ext>
            </a:extLst>
          </p:cNvPr>
          <p:cNvSpPr/>
          <p:nvPr/>
        </p:nvSpPr>
        <p:spPr>
          <a:xfrm>
            <a:off x="6585083" y="5367940"/>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EC9E593-52BB-D956-28D4-519186BDD1BA}"/>
              </a:ext>
            </a:extLst>
          </p:cNvPr>
          <p:cNvSpPr txBox="1"/>
          <p:nvPr/>
        </p:nvSpPr>
        <p:spPr>
          <a:xfrm>
            <a:off x="7018271"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6" name="テキスト ボックス 205">
            <a:extLst>
              <a:ext uri="{FF2B5EF4-FFF2-40B4-BE49-F238E27FC236}">
                <a16:creationId xmlns:a16="http://schemas.microsoft.com/office/drawing/2014/main" id="{90827727-424D-79CF-5BB5-E7B1EB056687}"/>
              </a:ext>
            </a:extLst>
          </p:cNvPr>
          <p:cNvSpPr txBox="1"/>
          <p:nvPr/>
        </p:nvSpPr>
        <p:spPr>
          <a:xfrm>
            <a:off x="8487862" y="3949455"/>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207" name="テキスト ボックス 206">
            <a:extLst>
              <a:ext uri="{FF2B5EF4-FFF2-40B4-BE49-F238E27FC236}">
                <a16:creationId xmlns:a16="http://schemas.microsoft.com/office/drawing/2014/main" id="{B4DE948D-7275-34E5-7743-C6C277D5ADA6}"/>
              </a:ext>
            </a:extLst>
          </p:cNvPr>
          <p:cNvSpPr txBox="1"/>
          <p:nvPr/>
        </p:nvSpPr>
        <p:spPr>
          <a:xfrm>
            <a:off x="9829212" y="3949455"/>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208" name="グループ化 207">
            <a:extLst>
              <a:ext uri="{FF2B5EF4-FFF2-40B4-BE49-F238E27FC236}">
                <a16:creationId xmlns:a16="http://schemas.microsoft.com/office/drawing/2014/main" id="{BD0E8227-F4AC-6B88-548E-A1AC4DE5E2A9}"/>
              </a:ext>
            </a:extLst>
          </p:cNvPr>
          <p:cNvGrpSpPr/>
          <p:nvPr/>
        </p:nvGrpSpPr>
        <p:grpSpPr>
          <a:xfrm>
            <a:off x="9555929" y="3020091"/>
            <a:ext cx="836714" cy="307777"/>
            <a:chOff x="9966073" y="1885589"/>
            <a:chExt cx="836714" cy="307777"/>
          </a:xfrm>
        </p:grpSpPr>
        <p:sp>
          <p:nvSpPr>
            <p:cNvPr id="209" name="四角形: 角を丸くする 208">
              <a:extLst>
                <a:ext uri="{FF2B5EF4-FFF2-40B4-BE49-F238E27FC236}">
                  <a16:creationId xmlns:a16="http://schemas.microsoft.com/office/drawing/2014/main" id="{6D256326-881B-B66B-AC36-229ACBB62C17}"/>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0" name="テキスト ボックス 209">
              <a:extLst>
                <a:ext uri="{FF2B5EF4-FFF2-40B4-BE49-F238E27FC236}">
                  <a16:creationId xmlns:a16="http://schemas.microsoft.com/office/drawing/2014/main" id="{520367C9-F443-279B-B1F2-1A3FF2063993}"/>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4E858FC-D2B4-EFED-DDAC-C6F1D6921D3A}"/>
              </a:ext>
            </a:extLst>
          </p:cNvPr>
          <p:cNvGrpSpPr/>
          <p:nvPr/>
        </p:nvGrpSpPr>
        <p:grpSpPr>
          <a:xfrm>
            <a:off x="1176552" y="2872918"/>
            <a:ext cx="1110450" cy="567580"/>
            <a:chOff x="811147" y="2633455"/>
            <a:chExt cx="1213092" cy="597883"/>
          </a:xfrm>
        </p:grpSpPr>
        <p:sp>
          <p:nvSpPr>
            <p:cNvPr id="41" name="四角形: 角を丸くする 40">
              <a:extLst>
                <a:ext uri="{FF2B5EF4-FFF2-40B4-BE49-F238E27FC236}">
                  <a16:creationId xmlns:a16="http://schemas.microsoft.com/office/drawing/2014/main" id="{B8271D05-06C8-98EE-1E1D-A3D938C764E0}"/>
                </a:ext>
              </a:extLst>
            </p:cNvPr>
            <p:cNvSpPr/>
            <p:nvPr/>
          </p:nvSpPr>
          <p:spPr>
            <a:xfrm>
              <a:off x="811147" y="2633455"/>
              <a:ext cx="1213092" cy="597883"/>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8CEE2CF2-19C4-B6CD-6B5C-E513F958C314}"/>
                </a:ext>
              </a:extLst>
            </p:cNvPr>
            <p:cNvGrpSpPr/>
            <p:nvPr/>
          </p:nvGrpSpPr>
          <p:grpSpPr>
            <a:xfrm>
              <a:off x="1014105" y="2707696"/>
              <a:ext cx="790129" cy="471673"/>
              <a:chOff x="991792" y="1624031"/>
              <a:chExt cx="790129" cy="612648"/>
            </a:xfrm>
          </p:grpSpPr>
          <p:sp>
            <p:nvSpPr>
              <p:cNvPr id="43" name="四角形: 角を丸くする 42">
                <a:extLst>
                  <a:ext uri="{FF2B5EF4-FFF2-40B4-BE49-F238E27FC236}">
                    <a16:creationId xmlns:a16="http://schemas.microsoft.com/office/drawing/2014/main" id="{D87FB0C3-7B0D-1F41-ABED-2B3402CF4C55}"/>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56396071-E929-BCAF-DE73-B538F86B6777}"/>
                  </a:ext>
                </a:extLst>
              </p:cNvPr>
              <p:cNvSpPr txBox="1"/>
              <p:nvPr/>
            </p:nvSpPr>
            <p:spPr>
              <a:xfrm>
                <a:off x="991792" y="1698238"/>
                <a:ext cx="790129" cy="436719"/>
              </a:xfrm>
              <a:prstGeom prst="rect">
                <a:avLst/>
              </a:prstGeom>
              <a:noFill/>
            </p:spPr>
            <p:txBody>
              <a:bodyPr wrap="none" rtlCol="0">
                <a:spAutoFit/>
              </a:bodyPr>
              <a:lstStyle/>
              <a:p>
                <a:pPr algn="ct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41585278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21931D4-C1FE-D9F9-C344-AF132095BF69}"/>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A5B4AFF1-1822-640B-C8CA-A9A52809A38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50606EC-DDBC-E4AB-59E8-711A8AA8614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7350A7EA-BBDD-0FDE-AFF1-59D2A0A9F9AA}"/>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9B43A55-80D0-570C-16E3-3E65949300D0}"/>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548FAC7-9D01-94B6-1DE5-439AB242A3EF}"/>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0E59F67-0A82-6B6E-4427-ABADA00C6DE3}"/>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E54D1179-0C32-89D8-3EDD-47DDF4B06C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9C4BB874-18AE-B59C-1CF5-A00781B847E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0DB3DABF-A305-2B44-C5B4-FCBA8F5F5D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DA4DDA5-0E84-7266-DC0D-94097651B2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D9755E6C-BF87-1B62-FFAA-F704F1BAA38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974717-E5D3-CA57-D3E4-47EE781A473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915405F3-3D90-1E36-13D9-23B3712D2FA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AFC737F-655B-CE8B-307E-4AA6844F51A5}"/>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1B152422-7CE4-B282-022C-2EE1FB5FB39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2C0752F1-AEFA-1B8D-0097-18C71BA0052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B6C8581-99AB-C2BB-54BD-4546E265A0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74FDF8D-7670-28CB-B539-E3F63775B18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825EA0E3-BDE9-A8CD-6780-FF3FC52A3D28}"/>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6A2EE028-48A0-D9F4-3B6D-1A6A21A6233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9C373580-299C-9254-8C8E-1BEA9E502B6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D6D89595-005A-722F-CE62-992EE46B5DC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5A0521-6B8B-C756-43E0-6658A9B157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ED9A2A1F-2676-9D86-A182-597716B339B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5DF56F50-48F9-B2E0-A0F5-9D4A7C34A06C}"/>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1E32183D-CED0-59F9-3CA0-010F0F9D4EA0}"/>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4937C6DC-F73A-12E6-E271-5C7BE28CB7EA}"/>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217BF731-B620-7CEF-2774-A6C78D7579E3}"/>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0B958EC-7CF0-624F-2AE5-69A840527CB4}"/>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870C240-4777-6329-19D7-3117C5C560A8}"/>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4EC88F5A-76B7-1AD2-189F-BFB59EE4B546}"/>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9C5D1547-6B32-8C50-F656-BB42A236D90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A93C99D9-3ED4-3FBC-C2BD-B329FEB59208}"/>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97671FE2-18AC-A133-500B-B2DF07A5F688}"/>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33B2B31D-5BAB-3DB1-05EB-DADD9C33AD9A}"/>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C91F27F-97EA-CC19-0E61-69A17377FB46}"/>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05D9CE5-B1EA-EF08-F509-7C3402467E1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01E3E62-82C4-BC73-DECA-C8C75D8E27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EA80FBE4-CA65-EC69-2F58-B8778F29633C}"/>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359FF7ED-B050-1B47-7A0A-B7C633060AAA}"/>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29E689F2-500A-63D6-C643-721E2403889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AC00D47-D1DA-C075-5110-9744108E05A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C78E2C5-6A7B-D817-B273-907A4D81157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5C3E0328-1AE8-0364-8518-8F992F94181A}"/>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EB453A58-8719-9B30-C17A-059B4DE8760D}"/>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187" name="グループ化 186">
            <a:extLst>
              <a:ext uri="{FF2B5EF4-FFF2-40B4-BE49-F238E27FC236}">
                <a16:creationId xmlns:a16="http://schemas.microsoft.com/office/drawing/2014/main" id="{DE26D3DA-6BD5-761F-B5A3-0823B2D7EA09}"/>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9102614E-901A-BABC-B949-1112E66E1CC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F5A787D2-A10C-5177-2AF5-75F372A3C5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0A9B065-E302-1185-9053-AD88DE8F118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6E967EA-0D16-8EAD-1547-6E2CD8738F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4D16A8A-F9BF-0740-5B6A-A756DC2F0CA0}"/>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1F353C68-20E7-6A48-88C6-428B0FABD011}"/>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1E52F2E-6644-1E92-7B6F-BE4AF98F21A0}"/>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68F53CE2-C183-5077-36FA-1CC579CC3294}"/>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502A76AA-73EB-8002-3454-5FDB81E2334B}"/>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54EFCB4F-CFD6-B46F-A07F-741B0DC7361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6157A4B-A045-BF93-8654-B0415EEE68B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D9287162-68CE-820C-E98C-54A0B329C17B}"/>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9B648DB3-592D-107A-AD66-2F7F81265350}"/>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2FD82343-883E-B59E-CEEA-A1A5C1C0460D}"/>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26E6D469-0716-BEFF-6813-BE16A5FB851B}"/>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C8D3D6BA-7416-1A5A-449D-5300EAC267F5}"/>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465B03A-D169-E057-1058-7B5666D61A84}"/>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D22F608-EC79-ADEE-C786-8F9F30A680F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77ACA"/>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2AF968CC-60A3-C4E7-6071-191A33ADE12D}"/>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9158C79-B699-A6AF-E28D-F18D77D74118}"/>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5DB55193-3DAB-6D77-FEBB-E9B0F4910C6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E83C0632-950F-4B71-C34C-C2868A7E837C}"/>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8515DBC-865C-FF7E-7364-D89497FF4A33}"/>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E88DB39A-42B5-102E-8D98-5B1AE854E5B4}"/>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2A2E6199-9FE6-991F-B42A-3E79F567661B}"/>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DC919D6C-AFC8-CBE0-3AE4-75637B96F62B}"/>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3607CCAC-6DC7-D71E-C449-37449CFAC423}"/>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147F03C2-8748-9FBA-00A9-2DEA9C3A45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grpSp>
        <p:nvGrpSpPr>
          <p:cNvPr id="194" name="グループ化 193">
            <a:extLst>
              <a:ext uri="{FF2B5EF4-FFF2-40B4-BE49-F238E27FC236}">
                <a16:creationId xmlns:a16="http://schemas.microsoft.com/office/drawing/2014/main" id="{08722A9F-57DE-8855-F539-74214FF1A21C}"/>
              </a:ext>
            </a:extLst>
          </p:cNvPr>
          <p:cNvGrpSpPr/>
          <p:nvPr/>
        </p:nvGrpSpPr>
        <p:grpSpPr>
          <a:xfrm>
            <a:off x="6568460" y="5041470"/>
            <a:ext cx="4186052" cy="937378"/>
            <a:chOff x="1184988" y="4282728"/>
            <a:chExt cx="7598296" cy="1701477"/>
          </a:xfrm>
        </p:grpSpPr>
        <p:sp>
          <p:nvSpPr>
            <p:cNvPr id="4" name="四角形: 角を丸くする 3">
              <a:extLst>
                <a:ext uri="{FF2B5EF4-FFF2-40B4-BE49-F238E27FC236}">
                  <a16:creationId xmlns:a16="http://schemas.microsoft.com/office/drawing/2014/main" id="{F1EEAFF4-72D4-2130-CEEC-155380A62BBD}"/>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F29EECF4-D272-0B69-AEF1-20D659FF1F8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10" name="テキスト ボックス 9">
              <a:extLst>
                <a:ext uri="{FF2B5EF4-FFF2-40B4-BE49-F238E27FC236}">
                  <a16:creationId xmlns:a16="http://schemas.microsoft.com/office/drawing/2014/main" id="{9630E3A1-60C7-AE29-A393-FCEA936549A7}"/>
                </a:ext>
              </a:extLst>
            </p:cNvPr>
            <p:cNvSpPr txBox="1"/>
            <p:nvPr/>
          </p:nvSpPr>
          <p:spPr>
            <a:xfrm>
              <a:off x="2037475" y="5030882"/>
              <a:ext cx="1222209" cy="837991"/>
            </a:xfrm>
            <a:prstGeom prst="rect">
              <a:avLst/>
            </a:prstGeom>
            <a:noFill/>
          </p:spPr>
          <p:txBody>
            <a:bodyPr wrap="square">
              <a:spAutoFit/>
            </a:bodyPr>
            <a:lstStyle/>
            <a:p>
              <a:r>
                <a:rPr lang="en-US" altLang="ja-JP" sz="1600" b="1" dirty="0">
                  <a:latin typeface="原稿用標準書体" panose="03000503000000000000" pitchFamily="66" charset="-128"/>
                  <a:ea typeface="原稿用標準書体" panose="03000503000000000000" pitchFamily="66" charset="-128"/>
                </a:rPr>
                <a:t>×</a:t>
              </a:r>
              <a:r>
                <a:rPr lang="en-US" altLang="ja-JP" sz="2400" b="1" dirty="0">
                  <a:latin typeface="原稿用標準書体" panose="03000503000000000000" pitchFamily="66" charset="-128"/>
                  <a:ea typeface="原稿用標準書体" panose="03000503000000000000" pitchFamily="66" charset="-128"/>
                </a:rPr>
                <a:t>3</a:t>
              </a:r>
              <a:endParaRPr lang="ja-JP" altLang="en-US" sz="1200" b="1" dirty="0">
                <a:latin typeface="原稿用標準書体" panose="03000503000000000000" pitchFamily="66" charset="-128"/>
                <a:ea typeface="原稿用標準書体" panose="03000503000000000000" pitchFamily="66" charset="-128"/>
              </a:endParaRPr>
            </a:p>
          </p:txBody>
        </p:sp>
        <p:sp>
          <p:nvSpPr>
            <p:cNvPr id="144" name="フローチャート: 端子 143">
              <a:extLst>
                <a:ext uri="{FF2B5EF4-FFF2-40B4-BE49-F238E27FC236}">
                  <a16:creationId xmlns:a16="http://schemas.microsoft.com/office/drawing/2014/main" id="{B8B6C34D-93D3-F5FB-4F40-A11A702052C0}"/>
                </a:ext>
              </a:extLst>
            </p:cNvPr>
            <p:cNvSpPr/>
            <p:nvPr/>
          </p:nvSpPr>
          <p:spPr>
            <a:xfrm>
              <a:off x="5784412" y="4662073"/>
              <a:ext cx="2619521" cy="949720"/>
            </a:xfrm>
            <a:prstGeom prst="flowChartTerminator">
              <a:avLst/>
            </a:prstGeom>
            <a:solidFill>
              <a:schemeClr val="tx2"/>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回復する</a:t>
              </a:r>
            </a:p>
          </p:txBody>
        </p:sp>
        <p:sp>
          <p:nvSpPr>
            <p:cNvPr id="181" name="テキスト ボックス 180">
              <a:extLst>
                <a:ext uri="{FF2B5EF4-FFF2-40B4-BE49-F238E27FC236}">
                  <a16:creationId xmlns:a16="http://schemas.microsoft.com/office/drawing/2014/main" id="{543E8892-55D6-0ACB-EA2D-DDA616A66B72}"/>
                </a:ext>
              </a:extLst>
            </p:cNvPr>
            <p:cNvSpPr txBox="1"/>
            <p:nvPr/>
          </p:nvSpPr>
          <p:spPr>
            <a:xfrm>
              <a:off x="3315968" y="4379495"/>
              <a:ext cx="1824953" cy="614525"/>
            </a:xfrm>
            <a:prstGeom prst="rect">
              <a:avLst/>
            </a:prstGeom>
            <a:noFill/>
          </p:spPr>
          <p:txBody>
            <a:bodyPr wrap="none" rtlCol="0">
              <a:spAutoFit/>
            </a:bodyPr>
            <a:lstStyle/>
            <a:p>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3" name="テキスト ボックス 192">
              <a:extLst>
                <a:ext uri="{FF2B5EF4-FFF2-40B4-BE49-F238E27FC236}">
                  <a16:creationId xmlns:a16="http://schemas.microsoft.com/office/drawing/2014/main" id="{51CC71E6-C235-D0D4-2296-46699BAD835A}"/>
                </a:ext>
              </a:extLst>
            </p:cNvPr>
            <p:cNvSpPr txBox="1"/>
            <p:nvPr/>
          </p:nvSpPr>
          <p:spPr>
            <a:xfrm>
              <a:off x="3315968" y="4935409"/>
              <a:ext cx="2383614" cy="949720"/>
            </a:xfrm>
            <a:prstGeom prst="rect">
              <a:avLst/>
            </a:prstGeom>
            <a:noFill/>
          </p:spPr>
          <p:txBody>
            <a:bodyPr wrap="none" rtlCol="0">
              <a:spAutoFit/>
            </a:bodyPr>
            <a:lstStyle/>
            <a:p>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grpSp>
        <p:nvGrpSpPr>
          <p:cNvPr id="197" name="グループ化 196">
            <a:extLst>
              <a:ext uri="{FF2B5EF4-FFF2-40B4-BE49-F238E27FC236}">
                <a16:creationId xmlns:a16="http://schemas.microsoft.com/office/drawing/2014/main" id="{22797649-60BA-189E-BAB6-C60EA2A4826D}"/>
              </a:ext>
            </a:extLst>
          </p:cNvPr>
          <p:cNvGrpSpPr/>
          <p:nvPr/>
        </p:nvGrpSpPr>
        <p:grpSpPr>
          <a:xfrm>
            <a:off x="8252191" y="2261778"/>
            <a:ext cx="2203358" cy="1072058"/>
            <a:chOff x="4977105" y="868518"/>
            <a:chExt cx="3961622" cy="2505110"/>
          </a:xfrm>
        </p:grpSpPr>
        <p:sp>
          <p:nvSpPr>
            <p:cNvPr id="207" name="四角形: 角を丸くする 206">
              <a:extLst>
                <a:ext uri="{FF2B5EF4-FFF2-40B4-BE49-F238E27FC236}">
                  <a16:creationId xmlns:a16="http://schemas.microsoft.com/office/drawing/2014/main" id="{8D45D876-2508-FFFB-3F2D-FDD56CE18209}"/>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8" name="四角形: 角を丸くする 207">
              <a:extLst>
                <a:ext uri="{FF2B5EF4-FFF2-40B4-BE49-F238E27FC236}">
                  <a16:creationId xmlns:a16="http://schemas.microsoft.com/office/drawing/2014/main" id="{1B51572D-9952-07E0-CB41-439B3ABA2590}"/>
                </a:ext>
              </a:extLst>
            </p:cNvPr>
            <p:cNvSpPr/>
            <p:nvPr/>
          </p:nvSpPr>
          <p:spPr>
            <a:xfrm>
              <a:off x="5328387" y="868518"/>
              <a:ext cx="3294263" cy="642872"/>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rPr>
                <a:t>現状</a:t>
              </a:r>
              <a:r>
                <a:rPr kumimoji="1"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3" name="グループ化 212">
            <a:extLst>
              <a:ext uri="{FF2B5EF4-FFF2-40B4-BE49-F238E27FC236}">
                <a16:creationId xmlns:a16="http://schemas.microsoft.com/office/drawing/2014/main" id="{98889825-2993-EBC7-5FD4-3AA98BB49940}"/>
              </a:ext>
            </a:extLst>
          </p:cNvPr>
          <p:cNvGrpSpPr/>
          <p:nvPr/>
        </p:nvGrpSpPr>
        <p:grpSpPr>
          <a:xfrm>
            <a:off x="8425204" y="2613455"/>
            <a:ext cx="1869741" cy="601469"/>
            <a:chOff x="8316178" y="2741968"/>
            <a:chExt cx="2304952" cy="741471"/>
          </a:xfrm>
        </p:grpSpPr>
        <p:grpSp>
          <p:nvGrpSpPr>
            <p:cNvPr id="199" name="グループ化 198">
              <a:extLst>
                <a:ext uri="{FF2B5EF4-FFF2-40B4-BE49-F238E27FC236}">
                  <a16:creationId xmlns:a16="http://schemas.microsoft.com/office/drawing/2014/main" id="{81B21010-F3DF-DB9B-7305-909E446C1689}"/>
                </a:ext>
              </a:extLst>
            </p:cNvPr>
            <p:cNvGrpSpPr/>
            <p:nvPr/>
          </p:nvGrpSpPr>
          <p:grpSpPr>
            <a:xfrm>
              <a:off x="8316178" y="2741968"/>
              <a:ext cx="2304952" cy="741471"/>
              <a:chOff x="5227712" y="1484774"/>
              <a:chExt cx="1747806" cy="741471"/>
            </a:xfrm>
          </p:grpSpPr>
          <p:sp>
            <p:nvSpPr>
              <p:cNvPr id="203" name="テキスト ボックス 202">
                <a:extLst>
                  <a:ext uri="{FF2B5EF4-FFF2-40B4-BE49-F238E27FC236}">
                    <a16:creationId xmlns:a16="http://schemas.microsoft.com/office/drawing/2014/main" id="{E9C887D9-E733-507F-F8B5-27080F680959}"/>
                  </a:ext>
                </a:extLst>
              </p:cNvPr>
              <p:cNvSpPr txBox="1"/>
              <p:nvPr/>
            </p:nvSpPr>
            <p:spPr>
              <a:xfrm>
                <a:off x="5227712" y="1484774"/>
                <a:ext cx="811229" cy="392996"/>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bg1">
                        <a:lumMod val="95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accent2"/>
                  </a:solidFill>
                  <a:latin typeface="原稿用標準書体" panose="03000503000000000000" pitchFamily="66" charset="-128"/>
                  <a:ea typeface="原稿用標準書体" panose="03000503000000000000" pitchFamily="66" charset="-128"/>
                </a:endParaRPr>
              </a:p>
            </p:txBody>
          </p:sp>
          <p:sp>
            <p:nvSpPr>
              <p:cNvPr id="204" name="四角形: 角を丸くする 203">
                <a:extLst>
                  <a:ext uri="{FF2B5EF4-FFF2-40B4-BE49-F238E27FC236}">
                    <a16:creationId xmlns:a16="http://schemas.microsoft.com/office/drawing/2014/main" id="{5C94E2D0-46F1-FDBC-7764-9840B243A8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00" name="四角形: 角を丸くする 199">
              <a:extLst>
                <a:ext uri="{FF2B5EF4-FFF2-40B4-BE49-F238E27FC236}">
                  <a16:creationId xmlns:a16="http://schemas.microsoft.com/office/drawing/2014/main" id="{581309EB-5F10-8B77-FE88-4D2ED972DA6B}"/>
                </a:ext>
              </a:extLst>
            </p:cNvPr>
            <p:cNvSpPr/>
            <p:nvPr/>
          </p:nvSpPr>
          <p:spPr>
            <a:xfrm rot="5400000">
              <a:off x="10181484" y="3043793"/>
              <a:ext cx="283112" cy="596180"/>
            </a:xfrm>
            <a:prstGeom prst="roundRect">
              <a:avLst>
                <a:gd name="adj" fmla="val 9570"/>
              </a:avLst>
            </a:prstGeom>
            <a:solidFill>
              <a:schemeClr val="bg2">
                <a:lumMod val="9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33" name="グループ化 232">
            <a:extLst>
              <a:ext uri="{FF2B5EF4-FFF2-40B4-BE49-F238E27FC236}">
                <a16:creationId xmlns:a16="http://schemas.microsoft.com/office/drawing/2014/main" id="{57D8863F-A5B9-EF9F-9D9B-98E7D90A8105}"/>
              </a:ext>
            </a:extLst>
          </p:cNvPr>
          <p:cNvGrpSpPr/>
          <p:nvPr/>
        </p:nvGrpSpPr>
        <p:grpSpPr>
          <a:xfrm>
            <a:off x="8252191" y="3795114"/>
            <a:ext cx="2203358" cy="1072058"/>
            <a:chOff x="8102894" y="2261777"/>
            <a:chExt cx="2716224" cy="1321597"/>
          </a:xfrm>
        </p:grpSpPr>
        <p:grpSp>
          <p:nvGrpSpPr>
            <p:cNvPr id="234" name="グループ化 233">
              <a:extLst>
                <a:ext uri="{FF2B5EF4-FFF2-40B4-BE49-F238E27FC236}">
                  <a16:creationId xmlns:a16="http://schemas.microsoft.com/office/drawing/2014/main" id="{6D46F349-71EA-3EDF-1A2F-49034C9C3E08}"/>
                </a:ext>
              </a:extLst>
            </p:cNvPr>
            <p:cNvGrpSpPr/>
            <p:nvPr/>
          </p:nvGrpSpPr>
          <p:grpSpPr>
            <a:xfrm>
              <a:off x="8102894" y="2261777"/>
              <a:ext cx="2716224" cy="1321597"/>
              <a:chOff x="4977105" y="868518"/>
              <a:chExt cx="3961622" cy="2505110"/>
            </a:xfrm>
          </p:grpSpPr>
          <p:sp>
            <p:nvSpPr>
              <p:cNvPr id="241" name="四角形: 角を丸くする 240">
                <a:extLst>
                  <a:ext uri="{FF2B5EF4-FFF2-40B4-BE49-F238E27FC236}">
                    <a16:creationId xmlns:a16="http://schemas.microsoft.com/office/drawing/2014/main" id="{82FCC7A1-65AC-48C6-D1E1-1E4F3A451C22}"/>
                  </a:ext>
                </a:extLst>
              </p:cNvPr>
              <p:cNvSpPr/>
              <p:nvPr/>
            </p:nvSpPr>
            <p:spPr>
              <a:xfrm>
                <a:off x="4977105" y="1551503"/>
                <a:ext cx="3961622" cy="1822125"/>
              </a:xfrm>
              <a:prstGeom prst="roundRect">
                <a:avLst>
                  <a:gd name="adj" fmla="val 5178"/>
                </a:avLst>
              </a:prstGeom>
              <a:solidFill>
                <a:schemeClr val="bg1">
                  <a:lumMod val="95000"/>
                  <a:alpha val="20000"/>
                </a:schemeClr>
              </a:solidFill>
              <a:ln w="38100">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2" name="四角形: 角を丸くする 241">
                <a:extLst>
                  <a:ext uri="{FF2B5EF4-FFF2-40B4-BE49-F238E27FC236}">
                    <a16:creationId xmlns:a16="http://schemas.microsoft.com/office/drawing/2014/main" id="{CB30F323-C50F-BDB3-C7FF-6AEA1E618629}"/>
                  </a:ext>
                </a:extLst>
              </p:cNvPr>
              <p:cNvSpPr/>
              <p:nvPr/>
            </p:nvSpPr>
            <p:spPr>
              <a:xfrm>
                <a:off x="5328387" y="868518"/>
                <a:ext cx="3294263" cy="642872"/>
              </a:xfrm>
              <a:prstGeom prst="roundRect">
                <a:avLst/>
              </a:prstGeom>
              <a:solidFill>
                <a:schemeClr val="tx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tx2"/>
                    </a:solidFill>
                    <a:latin typeface="原稿用標準書体" panose="03000503000000000000" pitchFamily="66" charset="-128"/>
                    <a:ea typeface="原稿用標準書体" panose="03000503000000000000" pitchFamily="66" charset="-128"/>
                  </a:rPr>
                  <a:t>回復後</a:t>
                </a:r>
                <a:r>
                  <a:rPr kumimoji="1" lang="en-US" altLang="ja-JP" sz="1200">
                    <a:solidFill>
                      <a:schemeClr val="tx2"/>
                    </a:solidFill>
                    <a:latin typeface="原稿用標準書体" panose="03000503000000000000" pitchFamily="66" charset="-128"/>
                    <a:ea typeface="原稿用標準書体" panose="03000503000000000000" pitchFamily="66" charset="-128"/>
                  </a:rPr>
                  <a:t>HP</a:t>
                </a:r>
                <a:endParaRPr kumimoji="1" lang="ja-JP" altLang="en-US" sz="1200" dirty="0">
                  <a:solidFill>
                    <a:schemeClr val="tx2"/>
                  </a:solidFill>
                  <a:latin typeface="原稿用標準書体" panose="03000503000000000000" pitchFamily="66" charset="-128"/>
                  <a:ea typeface="原稿用標準書体" panose="03000503000000000000" pitchFamily="66" charset="-128"/>
                </a:endParaRPr>
              </a:p>
            </p:txBody>
          </p:sp>
        </p:grpSp>
        <p:grpSp>
          <p:nvGrpSpPr>
            <p:cNvPr id="235" name="グループ化 234">
              <a:extLst>
                <a:ext uri="{FF2B5EF4-FFF2-40B4-BE49-F238E27FC236}">
                  <a16:creationId xmlns:a16="http://schemas.microsoft.com/office/drawing/2014/main" id="{23F2AF23-0641-786F-5D90-462EA2AC34D5}"/>
                </a:ext>
              </a:extLst>
            </p:cNvPr>
            <p:cNvGrpSpPr/>
            <p:nvPr/>
          </p:nvGrpSpPr>
          <p:grpSpPr>
            <a:xfrm>
              <a:off x="8316178" y="2695313"/>
              <a:ext cx="2304952" cy="741471"/>
              <a:chOff x="8316178" y="2741968"/>
              <a:chExt cx="2304952" cy="741471"/>
            </a:xfrm>
          </p:grpSpPr>
          <p:grpSp>
            <p:nvGrpSpPr>
              <p:cNvPr id="236" name="グループ化 235">
                <a:extLst>
                  <a:ext uri="{FF2B5EF4-FFF2-40B4-BE49-F238E27FC236}">
                    <a16:creationId xmlns:a16="http://schemas.microsoft.com/office/drawing/2014/main" id="{D0CD98A1-F6AE-F680-C6DD-508E2D794BDB}"/>
                  </a:ext>
                </a:extLst>
              </p:cNvPr>
              <p:cNvGrpSpPr/>
              <p:nvPr/>
            </p:nvGrpSpPr>
            <p:grpSpPr>
              <a:xfrm>
                <a:off x="8316178" y="2741968"/>
                <a:ext cx="2304952" cy="741471"/>
                <a:chOff x="5227712" y="1484774"/>
                <a:chExt cx="1747806" cy="741471"/>
              </a:xfrm>
            </p:grpSpPr>
            <p:sp>
              <p:nvSpPr>
                <p:cNvPr id="238" name="テキスト ボックス 237">
                  <a:extLst>
                    <a:ext uri="{FF2B5EF4-FFF2-40B4-BE49-F238E27FC236}">
                      <a16:creationId xmlns:a16="http://schemas.microsoft.com/office/drawing/2014/main" id="{AEFFA7B8-250B-0D14-14A8-554479F52A22}"/>
                    </a:ext>
                  </a:extLst>
                </p:cNvPr>
                <p:cNvSpPr txBox="1"/>
                <p:nvPr/>
              </p:nvSpPr>
              <p:spPr>
                <a:xfrm>
                  <a:off x="5227712" y="1484774"/>
                  <a:ext cx="939836" cy="455300"/>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tx2">
                          <a:lumMod val="20000"/>
                          <a:lumOff val="80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tx2">
                        <a:lumMod val="20000"/>
                        <a:lumOff val="80000"/>
                      </a:schemeClr>
                    </a:solidFill>
                    <a:latin typeface="原稿用標準書体" panose="03000503000000000000" pitchFamily="66" charset="-128"/>
                    <a:ea typeface="原稿用標準書体" panose="03000503000000000000" pitchFamily="66" charset="-128"/>
                  </a:endParaRPr>
                </a:p>
              </p:txBody>
            </p:sp>
            <p:sp>
              <p:nvSpPr>
                <p:cNvPr id="240" name="四角形: 角を丸くする 239">
                  <a:extLst>
                    <a:ext uri="{FF2B5EF4-FFF2-40B4-BE49-F238E27FC236}">
                      <a16:creationId xmlns:a16="http://schemas.microsoft.com/office/drawing/2014/main" id="{7F9D401F-487F-308C-19B7-93A42D59D49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37" name="四角形: 角を丸くする 236">
                <a:extLst>
                  <a:ext uri="{FF2B5EF4-FFF2-40B4-BE49-F238E27FC236}">
                    <a16:creationId xmlns:a16="http://schemas.microsoft.com/office/drawing/2014/main" id="{24D418A2-E6B6-F464-4A6E-6973EF9B7EAC}"/>
                  </a:ext>
                </a:extLst>
              </p:cNvPr>
              <p:cNvSpPr/>
              <p:nvPr/>
            </p:nvSpPr>
            <p:spPr>
              <a:xfrm rot="5400000">
                <a:off x="10181484" y="3043793"/>
                <a:ext cx="283112" cy="59618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245" name="二等辺三角形 244">
            <a:extLst>
              <a:ext uri="{FF2B5EF4-FFF2-40B4-BE49-F238E27FC236}">
                <a16:creationId xmlns:a16="http://schemas.microsoft.com/office/drawing/2014/main" id="{F9C33356-98D4-D379-07D9-814671122E15}"/>
              </a:ext>
            </a:extLst>
          </p:cNvPr>
          <p:cNvSpPr/>
          <p:nvPr/>
        </p:nvSpPr>
        <p:spPr>
          <a:xfrm flipV="1">
            <a:off x="8989402" y="3470808"/>
            <a:ext cx="728937" cy="246887"/>
          </a:xfrm>
          <a:prstGeom prst="triangle">
            <a:avLst/>
          </a:prstGeom>
          <a:solidFill>
            <a:schemeClr val="tx2"/>
          </a:solidFill>
          <a:ln w="12700">
            <a:noFill/>
          </a:ln>
          <a:effectLst>
            <a:glow rad="381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27B1B727-08E7-F444-A7E3-52C7596EC945}"/>
              </a:ext>
            </a:extLst>
          </p:cNvPr>
          <p:cNvGrpSpPr/>
          <p:nvPr/>
        </p:nvGrpSpPr>
        <p:grpSpPr>
          <a:xfrm>
            <a:off x="1333051" y="1959931"/>
            <a:ext cx="800219" cy="612648"/>
            <a:chOff x="981599" y="1624031"/>
            <a:chExt cx="800219" cy="612648"/>
          </a:xfrm>
        </p:grpSpPr>
        <p:sp>
          <p:nvSpPr>
            <p:cNvPr id="6" name="四角形: 角を丸くする 5">
              <a:extLst>
                <a:ext uri="{FF2B5EF4-FFF2-40B4-BE49-F238E27FC236}">
                  <a16:creationId xmlns:a16="http://schemas.microsoft.com/office/drawing/2014/main" id="{23AA6665-E661-1826-4CFF-ACA5A08D5E1B}"/>
                </a:ext>
              </a:extLst>
            </p:cNvPr>
            <p:cNvSpPr/>
            <p:nvPr/>
          </p:nvSpPr>
          <p:spPr>
            <a:xfrm>
              <a:off x="1002683" y="1624031"/>
              <a:ext cx="758051" cy="612648"/>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EA16F82-556B-AAAB-2B7F-E3347884A096}"/>
                </a:ext>
              </a:extLst>
            </p:cNvPr>
            <p:cNvSpPr txBox="1"/>
            <p:nvPr/>
          </p:nvSpPr>
          <p:spPr>
            <a:xfrm>
              <a:off x="981599" y="1761078"/>
              <a:ext cx="800219"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2" name="テキスト ボックス 41">
            <a:extLst>
              <a:ext uri="{FF2B5EF4-FFF2-40B4-BE49-F238E27FC236}">
                <a16:creationId xmlns:a16="http://schemas.microsoft.com/office/drawing/2014/main" id="{B9202282-B0F3-D102-7930-00E01AA89E42}"/>
              </a:ext>
            </a:extLst>
          </p:cNvPr>
          <p:cNvSpPr txBox="1"/>
          <p:nvPr/>
        </p:nvSpPr>
        <p:spPr>
          <a:xfrm>
            <a:off x="1206202" y="3668155"/>
            <a:ext cx="4185761" cy="584775"/>
          </a:xfrm>
          <a:prstGeom prst="rect">
            <a:avLst/>
          </a:prstGeom>
          <a:noFill/>
        </p:spPr>
        <p:txBody>
          <a:bodyPr wrap="none" rtlCol="0">
            <a:spAutoFit/>
          </a:bodyPr>
          <a:lstStyle/>
          <a:p>
            <a:r>
              <a:rPr lang="ja-JP" altLang="en-US" sz="32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337722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F5FFD9FA-3AFA-39D2-3835-91E455475274}"/>
              </a:ext>
            </a:extLst>
          </p:cNvPr>
          <p:cNvGrpSpPr/>
          <p:nvPr/>
        </p:nvGrpSpPr>
        <p:grpSpPr>
          <a:xfrm>
            <a:off x="0" y="-1"/>
            <a:ext cx="12192000" cy="6858001"/>
            <a:chOff x="0" y="-1"/>
            <a:chExt cx="12192000" cy="6858001"/>
          </a:xfrm>
        </p:grpSpPr>
        <p:grpSp>
          <p:nvGrpSpPr>
            <p:cNvPr id="15" name="グループ化 14">
              <a:extLst>
                <a:ext uri="{FF2B5EF4-FFF2-40B4-BE49-F238E27FC236}">
                  <a16:creationId xmlns:a16="http://schemas.microsoft.com/office/drawing/2014/main" id="{5B33FAEE-2312-03EC-140C-A09058B5FCA9}"/>
                </a:ext>
              </a:extLst>
            </p:cNvPr>
            <p:cNvGrpSpPr/>
            <p:nvPr/>
          </p:nvGrpSpPr>
          <p:grpSpPr>
            <a:xfrm>
              <a:off x="0" y="-1"/>
              <a:ext cx="12192000" cy="6858001"/>
              <a:chOff x="0" y="-1"/>
              <a:chExt cx="12192000" cy="6858001"/>
            </a:xfrm>
          </p:grpSpPr>
          <p:grpSp>
            <p:nvGrpSpPr>
              <p:cNvPr id="34" name="グループ化 33">
                <a:extLst>
                  <a:ext uri="{FF2B5EF4-FFF2-40B4-BE49-F238E27FC236}">
                    <a16:creationId xmlns:a16="http://schemas.microsoft.com/office/drawing/2014/main" id="{222BFD43-BCFA-05A4-FC99-B64C50C39894}"/>
                  </a:ext>
                </a:extLst>
              </p:cNvPr>
              <p:cNvGrpSpPr/>
              <p:nvPr/>
            </p:nvGrpSpPr>
            <p:grpSpPr>
              <a:xfrm>
                <a:off x="0" y="-1"/>
                <a:ext cx="12192000" cy="6858001"/>
                <a:chOff x="0" y="-1"/>
                <a:chExt cx="12192000" cy="6858001"/>
              </a:xfrm>
            </p:grpSpPr>
            <p:grpSp>
              <p:nvGrpSpPr>
                <p:cNvPr id="37" name="グループ化 36">
                  <a:extLst>
                    <a:ext uri="{FF2B5EF4-FFF2-40B4-BE49-F238E27FC236}">
                      <a16:creationId xmlns:a16="http://schemas.microsoft.com/office/drawing/2014/main" id="{E5612807-D373-FE94-D416-5469C8D08F57}"/>
                    </a:ext>
                  </a:extLst>
                </p:cNvPr>
                <p:cNvGrpSpPr/>
                <p:nvPr/>
              </p:nvGrpSpPr>
              <p:grpSpPr>
                <a:xfrm>
                  <a:off x="0" y="-1"/>
                  <a:ext cx="12192000" cy="6858001"/>
                  <a:chOff x="0" y="-1"/>
                  <a:chExt cx="12192000" cy="6858001"/>
                </a:xfrm>
              </p:grpSpPr>
              <p:sp>
                <p:nvSpPr>
                  <p:cNvPr id="39" name="正方形/長方形 38">
                    <a:extLst>
                      <a:ext uri="{FF2B5EF4-FFF2-40B4-BE49-F238E27FC236}">
                        <a16:creationId xmlns:a16="http://schemas.microsoft.com/office/drawing/2014/main" id="{D0060700-1B80-CD07-5B7A-E72F79C6860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BD79D480-9917-8B94-F309-943729BD9AF2}"/>
                      </a:ext>
                    </a:extLst>
                  </p:cNvPr>
                  <p:cNvGrpSpPr/>
                  <p:nvPr/>
                </p:nvGrpSpPr>
                <p:grpSpPr>
                  <a:xfrm>
                    <a:off x="2616038" y="1823170"/>
                    <a:ext cx="6959925" cy="3211661"/>
                    <a:chOff x="2616038" y="1823170"/>
                    <a:chExt cx="6959925" cy="3211661"/>
                  </a:xfrm>
                </p:grpSpPr>
                <p:sp>
                  <p:nvSpPr>
                    <p:cNvPr id="41" name="四角形: 角を丸くする 40">
                      <a:extLst>
                        <a:ext uri="{FF2B5EF4-FFF2-40B4-BE49-F238E27FC236}">
                          <a16:creationId xmlns:a16="http://schemas.microsoft.com/office/drawing/2014/main" id="{EAB5CDEA-6DFB-C0FD-667F-57F9DC6D7843}"/>
                        </a:ext>
                      </a:extLst>
                    </p:cNvPr>
                    <p:cNvSpPr/>
                    <p:nvPr/>
                  </p:nvSpPr>
                  <p:spPr>
                    <a:xfrm>
                      <a:off x="2616038" y="1823170"/>
                      <a:ext cx="6959925" cy="3211661"/>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248836E-EF10-674B-1F05-DE880813DDB5}"/>
                        </a:ext>
                      </a:extLst>
                    </p:cNvPr>
                    <p:cNvSpPr txBox="1"/>
                    <p:nvPr/>
                  </p:nvSpPr>
                  <p:spPr>
                    <a:xfrm>
                      <a:off x="5182943"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回復成功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38" name="四角形: 角を丸くする 37">
                  <a:extLst>
                    <a:ext uri="{FF2B5EF4-FFF2-40B4-BE49-F238E27FC236}">
                      <a16:creationId xmlns:a16="http://schemas.microsoft.com/office/drawing/2014/main" id="{D7134B0C-A415-2CB0-1A5F-3C4F7CC1B0E3}"/>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35" name="正方形/長方形 34">
                <a:extLst>
                  <a:ext uri="{FF2B5EF4-FFF2-40B4-BE49-F238E27FC236}">
                    <a16:creationId xmlns:a16="http://schemas.microsoft.com/office/drawing/2014/main" id="{03EB6DBB-DBB9-AD3D-2EF1-59B3535A429C}"/>
                  </a:ext>
                </a:extLst>
              </p:cNvPr>
              <p:cNvSpPr/>
              <p:nvPr/>
            </p:nvSpPr>
            <p:spPr>
              <a:xfrm>
                <a:off x="2606705" y="2988139"/>
                <a:ext cx="6976165" cy="734622"/>
              </a:xfrm>
              <a:prstGeom prst="rect">
                <a:avLst/>
              </a:prstGeom>
              <a:solidFill>
                <a:srgbClr val="7030A0">
                  <a:alpha val="9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C0C6148-9363-CCD7-19A0-94BF41AAE4A2}"/>
                  </a:ext>
                </a:extLst>
              </p:cNvPr>
              <p:cNvSpPr/>
              <p:nvPr/>
            </p:nvSpPr>
            <p:spPr>
              <a:xfrm rot="5400000">
                <a:off x="5968187" y="3166673"/>
                <a:ext cx="431983" cy="372399"/>
              </a:xfrm>
              <a:prstGeom prst="triangl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 name="グループ化 15">
              <a:extLst>
                <a:ext uri="{FF2B5EF4-FFF2-40B4-BE49-F238E27FC236}">
                  <a16:creationId xmlns:a16="http://schemas.microsoft.com/office/drawing/2014/main" id="{C36CFED9-51B8-B8F8-EEF0-3FD315F4F6E4}"/>
                </a:ext>
              </a:extLst>
            </p:cNvPr>
            <p:cNvGrpSpPr/>
            <p:nvPr/>
          </p:nvGrpSpPr>
          <p:grpSpPr>
            <a:xfrm>
              <a:off x="3147056" y="2999564"/>
              <a:ext cx="2550520" cy="611063"/>
              <a:chOff x="3147056" y="2998475"/>
              <a:chExt cx="2550520" cy="611063"/>
            </a:xfrm>
          </p:grpSpPr>
          <p:grpSp>
            <p:nvGrpSpPr>
              <p:cNvPr id="26" name="グループ化 25">
                <a:extLst>
                  <a:ext uri="{FF2B5EF4-FFF2-40B4-BE49-F238E27FC236}">
                    <a16:creationId xmlns:a16="http://schemas.microsoft.com/office/drawing/2014/main" id="{D345C516-8601-CCEC-472B-A3C30D85D991}"/>
                  </a:ext>
                </a:extLst>
              </p:cNvPr>
              <p:cNvGrpSpPr/>
              <p:nvPr/>
            </p:nvGrpSpPr>
            <p:grpSpPr>
              <a:xfrm>
                <a:off x="3147056" y="3091631"/>
                <a:ext cx="517907" cy="517907"/>
                <a:chOff x="7889163" y="4826545"/>
                <a:chExt cx="1014592" cy="1014592"/>
              </a:xfrm>
            </p:grpSpPr>
            <p:sp>
              <p:nvSpPr>
                <p:cNvPr id="32" name="楕円 31">
                  <a:extLst>
                    <a:ext uri="{FF2B5EF4-FFF2-40B4-BE49-F238E27FC236}">
                      <a16:creationId xmlns:a16="http://schemas.microsoft.com/office/drawing/2014/main" id="{90A8514E-137B-2C0F-7D48-87D53E063A5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33" name="グラフィックス 32" descr="ユーザー 単色塗りつぶし">
                  <a:extLst>
                    <a:ext uri="{FF2B5EF4-FFF2-40B4-BE49-F238E27FC236}">
                      <a16:creationId xmlns:a16="http://schemas.microsoft.com/office/drawing/2014/main" id="{1BC51194-9926-A362-EABB-64D42AFB534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68192" y="4905574"/>
                  <a:ext cx="856534" cy="856534"/>
                </a:xfrm>
                <a:prstGeom prst="rect">
                  <a:avLst/>
                </a:prstGeom>
              </p:spPr>
            </p:pic>
          </p:grpSp>
          <p:grpSp>
            <p:nvGrpSpPr>
              <p:cNvPr id="27" name="グループ化 26">
                <a:extLst>
                  <a:ext uri="{FF2B5EF4-FFF2-40B4-BE49-F238E27FC236}">
                    <a16:creationId xmlns:a16="http://schemas.microsoft.com/office/drawing/2014/main" id="{01287FF8-3A4A-2BBC-675E-2848A64B7102}"/>
                  </a:ext>
                </a:extLst>
              </p:cNvPr>
              <p:cNvGrpSpPr/>
              <p:nvPr/>
            </p:nvGrpSpPr>
            <p:grpSpPr>
              <a:xfrm>
                <a:off x="3827835" y="2998475"/>
                <a:ext cx="1869741" cy="601469"/>
                <a:chOff x="8316178" y="2741968"/>
                <a:chExt cx="2304952" cy="741471"/>
              </a:xfrm>
            </p:grpSpPr>
            <p:grpSp>
              <p:nvGrpSpPr>
                <p:cNvPr id="28" name="グループ化 27">
                  <a:extLst>
                    <a:ext uri="{FF2B5EF4-FFF2-40B4-BE49-F238E27FC236}">
                      <a16:creationId xmlns:a16="http://schemas.microsoft.com/office/drawing/2014/main" id="{7C39AA82-103E-749E-81E7-5A1EFFF884F6}"/>
                    </a:ext>
                  </a:extLst>
                </p:cNvPr>
                <p:cNvGrpSpPr/>
                <p:nvPr/>
              </p:nvGrpSpPr>
              <p:grpSpPr>
                <a:xfrm>
                  <a:off x="8316178" y="2741968"/>
                  <a:ext cx="2304952" cy="741471"/>
                  <a:chOff x="5227712" y="1484774"/>
                  <a:chExt cx="1747806" cy="741471"/>
                </a:xfrm>
              </p:grpSpPr>
              <p:sp>
                <p:nvSpPr>
                  <p:cNvPr id="30" name="テキスト ボックス 29">
                    <a:extLst>
                      <a:ext uri="{FF2B5EF4-FFF2-40B4-BE49-F238E27FC236}">
                        <a16:creationId xmlns:a16="http://schemas.microsoft.com/office/drawing/2014/main" id="{9C02F4CC-AFBD-5CF3-5280-89073D5AD580}"/>
                      </a:ext>
                    </a:extLst>
                  </p:cNvPr>
                  <p:cNvSpPr txBox="1"/>
                  <p:nvPr/>
                </p:nvSpPr>
                <p:spPr>
                  <a:xfrm>
                    <a:off x="5227712" y="1484774"/>
                    <a:ext cx="811229" cy="392996"/>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bg1">
                            <a:lumMod val="95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accent2"/>
                      </a:solidFill>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6B793C0-FDDE-AA14-35F2-14281F29B58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9" name="四角形: 角を丸くする 28">
                  <a:extLst>
                    <a:ext uri="{FF2B5EF4-FFF2-40B4-BE49-F238E27FC236}">
                      <a16:creationId xmlns:a16="http://schemas.microsoft.com/office/drawing/2014/main" id="{AD6A783E-C285-9ADE-F806-1039400DAD9C}"/>
                    </a:ext>
                  </a:extLst>
                </p:cNvPr>
                <p:cNvSpPr/>
                <p:nvPr/>
              </p:nvSpPr>
              <p:spPr>
                <a:xfrm rot="5400000">
                  <a:off x="10181484" y="3043793"/>
                  <a:ext cx="283112" cy="596180"/>
                </a:xfrm>
                <a:prstGeom prst="roundRect">
                  <a:avLst>
                    <a:gd name="adj" fmla="val 9570"/>
                  </a:avLst>
                </a:prstGeom>
                <a:solidFill>
                  <a:schemeClr val="bg2">
                    <a:lumMod val="9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DA6ECA00-EC03-1487-0B04-10D29DFEF4F8}"/>
                </a:ext>
              </a:extLst>
            </p:cNvPr>
            <p:cNvGrpSpPr/>
            <p:nvPr/>
          </p:nvGrpSpPr>
          <p:grpSpPr>
            <a:xfrm>
              <a:off x="6602426" y="2999564"/>
              <a:ext cx="2550520" cy="611063"/>
              <a:chOff x="3147056" y="2998475"/>
              <a:chExt cx="2550520" cy="611063"/>
            </a:xfrm>
          </p:grpSpPr>
          <p:grpSp>
            <p:nvGrpSpPr>
              <p:cNvPr id="18" name="グループ化 17">
                <a:extLst>
                  <a:ext uri="{FF2B5EF4-FFF2-40B4-BE49-F238E27FC236}">
                    <a16:creationId xmlns:a16="http://schemas.microsoft.com/office/drawing/2014/main" id="{C1FD84A3-2D49-CFAB-1253-247C55027DD4}"/>
                  </a:ext>
                </a:extLst>
              </p:cNvPr>
              <p:cNvGrpSpPr/>
              <p:nvPr/>
            </p:nvGrpSpPr>
            <p:grpSpPr>
              <a:xfrm>
                <a:off x="3147056" y="3091631"/>
                <a:ext cx="517907" cy="517907"/>
                <a:chOff x="7889163" y="4826545"/>
                <a:chExt cx="1014592" cy="1014592"/>
              </a:xfrm>
            </p:grpSpPr>
            <p:sp>
              <p:nvSpPr>
                <p:cNvPr id="24" name="楕円 23">
                  <a:extLst>
                    <a:ext uri="{FF2B5EF4-FFF2-40B4-BE49-F238E27FC236}">
                      <a16:creationId xmlns:a16="http://schemas.microsoft.com/office/drawing/2014/main" id="{BB5F9D7F-C85F-39D2-D9B4-0EDCB7F4C029}"/>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25" name="グラフィックス 24" descr="ユーザー 単色塗りつぶし">
                  <a:extLst>
                    <a:ext uri="{FF2B5EF4-FFF2-40B4-BE49-F238E27FC236}">
                      <a16:creationId xmlns:a16="http://schemas.microsoft.com/office/drawing/2014/main" id="{3151D740-D36D-A038-6A02-57175C370B5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68192" y="4905574"/>
                  <a:ext cx="856534" cy="856534"/>
                </a:xfrm>
                <a:prstGeom prst="rect">
                  <a:avLst/>
                </a:prstGeom>
              </p:spPr>
            </p:pic>
          </p:grpSp>
          <p:grpSp>
            <p:nvGrpSpPr>
              <p:cNvPr id="19" name="グループ化 18">
                <a:extLst>
                  <a:ext uri="{FF2B5EF4-FFF2-40B4-BE49-F238E27FC236}">
                    <a16:creationId xmlns:a16="http://schemas.microsoft.com/office/drawing/2014/main" id="{1B0422C0-3F41-6DCC-A1D3-88C9E2BF7CE7}"/>
                  </a:ext>
                </a:extLst>
              </p:cNvPr>
              <p:cNvGrpSpPr/>
              <p:nvPr/>
            </p:nvGrpSpPr>
            <p:grpSpPr>
              <a:xfrm>
                <a:off x="3827835" y="2998475"/>
                <a:ext cx="1869741" cy="601469"/>
                <a:chOff x="8316178" y="2741968"/>
                <a:chExt cx="2304952" cy="741471"/>
              </a:xfrm>
            </p:grpSpPr>
            <p:grpSp>
              <p:nvGrpSpPr>
                <p:cNvPr id="20" name="グループ化 19">
                  <a:extLst>
                    <a:ext uri="{FF2B5EF4-FFF2-40B4-BE49-F238E27FC236}">
                      <a16:creationId xmlns:a16="http://schemas.microsoft.com/office/drawing/2014/main" id="{E480B631-02CB-605B-419A-293F14473CE5}"/>
                    </a:ext>
                  </a:extLst>
                </p:cNvPr>
                <p:cNvGrpSpPr/>
                <p:nvPr/>
              </p:nvGrpSpPr>
              <p:grpSpPr>
                <a:xfrm>
                  <a:off x="8316178" y="2741968"/>
                  <a:ext cx="2304952" cy="741471"/>
                  <a:chOff x="5227712" y="1484774"/>
                  <a:chExt cx="1747806" cy="741471"/>
                </a:xfrm>
              </p:grpSpPr>
              <p:sp>
                <p:nvSpPr>
                  <p:cNvPr id="22" name="テキスト ボックス 21">
                    <a:extLst>
                      <a:ext uri="{FF2B5EF4-FFF2-40B4-BE49-F238E27FC236}">
                        <a16:creationId xmlns:a16="http://schemas.microsoft.com/office/drawing/2014/main" id="{E9C463EF-6424-0891-3985-04C3E7ADFEF9}"/>
                      </a:ext>
                    </a:extLst>
                  </p:cNvPr>
                  <p:cNvSpPr txBox="1"/>
                  <p:nvPr/>
                </p:nvSpPr>
                <p:spPr>
                  <a:xfrm>
                    <a:off x="5227712" y="1484774"/>
                    <a:ext cx="811229" cy="392996"/>
                  </a:xfrm>
                  <a:prstGeom prst="rect">
                    <a:avLst/>
                  </a:prstGeom>
                  <a:noFill/>
                </p:spPr>
                <p:txBody>
                  <a:bodyPr wrap="none" rtlCol="0">
                    <a:spAutoFit/>
                  </a:bodyPr>
                  <a:lstStyle/>
                  <a:p>
                    <a:r>
                      <a:rPr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b="1">
                        <a:solidFill>
                          <a:schemeClr val="bg1">
                            <a:lumMod val="95000"/>
                          </a:schemeClr>
                        </a:solidFill>
                        <a:latin typeface="原稿用標準書体" panose="03000503000000000000" pitchFamily="66" charset="-128"/>
                        <a:ea typeface="原稿用標準書体" panose="03000503000000000000" pitchFamily="66" charset="-128"/>
                      </a:rPr>
                      <a:t>0000</a:t>
                    </a:r>
                    <a:endParaRPr lang="en-US" altLang="ja-JP" sz="1400" b="1" dirty="0">
                      <a:solidFill>
                        <a:schemeClr val="accent2"/>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ECDDF15-A62C-6EE7-3F7B-F925B3622EA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308B4627-C699-5C72-3BED-BFCD011C0B32}"/>
                    </a:ext>
                  </a:extLst>
                </p:cNvPr>
                <p:cNvSpPr/>
                <p:nvPr/>
              </p:nvSpPr>
              <p:spPr>
                <a:xfrm rot="5400000">
                  <a:off x="10181484" y="3043793"/>
                  <a:ext cx="283112" cy="59618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3204981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グループ化 3">
            <a:extLst>
              <a:ext uri="{FF2B5EF4-FFF2-40B4-BE49-F238E27FC236}">
                <a16:creationId xmlns:a16="http://schemas.microsoft.com/office/drawing/2014/main" id="{5EEF3C95-4369-08B6-D7C1-B8FC889411F3}"/>
              </a:ext>
            </a:extLst>
          </p:cNvPr>
          <p:cNvGrpSpPr/>
          <p:nvPr/>
        </p:nvGrpSpPr>
        <p:grpSpPr>
          <a:xfrm>
            <a:off x="0" y="-1"/>
            <a:ext cx="12192000" cy="6858001"/>
            <a:chOff x="0" y="-1"/>
            <a:chExt cx="12192000" cy="6858001"/>
          </a:xfrm>
        </p:grpSpPr>
        <p:grpSp>
          <p:nvGrpSpPr>
            <p:cNvPr id="5" name="グループ化 4">
              <a:extLst>
                <a:ext uri="{FF2B5EF4-FFF2-40B4-BE49-F238E27FC236}">
                  <a16:creationId xmlns:a16="http://schemas.microsoft.com/office/drawing/2014/main" id="{A2862CF8-E76C-7122-231C-01FBE5717A66}"/>
                </a:ext>
              </a:extLst>
            </p:cNvPr>
            <p:cNvGrpSpPr/>
            <p:nvPr/>
          </p:nvGrpSpPr>
          <p:grpSpPr>
            <a:xfrm>
              <a:off x="0" y="-1"/>
              <a:ext cx="12192000" cy="6858001"/>
              <a:chOff x="0" y="-1"/>
              <a:chExt cx="12192000" cy="6858001"/>
            </a:xfrm>
          </p:grpSpPr>
          <p:sp>
            <p:nvSpPr>
              <p:cNvPr id="7" name="正方形/長方形 6">
                <a:extLst>
                  <a:ext uri="{FF2B5EF4-FFF2-40B4-BE49-F238E27FC236}">
                    <a16:creationId xmlns:a16="http://schemas.microsoft.com/office/drawing/2014/main" id="{1C5182A2-B257-F097-07A1-605E21042EE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E1A8A65-EDFA-4E30-9915-7292A2C481B6}"/>
                  </a:ext>
                </a:extLst>
              </p:cNvPr>
              <p:cNvGrpSpPr/>
              <p:nvPr/>
            </p:nvGrpSpPr>
            <p:grpSpPr>
              <a:xfrm>
                <a:off x="2616038" y="1823170"/>
                <a:ext cx="6959925" cy="3211661"/>
                <a:chOff x="2616038" y="1823170"/>
                <a:chExt cx="6959925" cy="3211661"/>
              </a:xfrm>
            </p:grpSpPr>
            <p:sp>
              <p:nvSpPr>
                <p:cNvPr id="9" name="四角形: 角を丸くする 8">
                  <a:extLst>
                    <a:ext uri="{FF2B5EF4-FFF2-40B4-BE49-F238E27FC236}">
                      <a16:creationId xmlns:a16="http://schemas.microsoft.com/office/drawing/2014/main" id="{B8415B40-5893-9361-A8A5-972D2029123A}"/>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92EBD13C-4644-94F2-40D4-1310145BA0D3}"/>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8ECC493-9300-2AFD-B910-9A5B272E2F4A}"/>
                    </a:ext>
                  </a:extLst>
                </p:cNvPr>
                <p:cNvSpPr txBox="1"/>
                <p:nvPr/>
              </p:nvSpPr>
              <p:spPr>
                <a:xfrm>
                  <a:off x="4618682"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lang="ja-JP" altLang="en-US">
                      <a:solidFill>
                        <a:srgbClr val="C00000"/>
                      </a:solidFill>
                      <a:latin typeface="原稿用標準書体" panose="03000503000000000000" pitchFamily="66" charset="-128"/>
                      <a:ea typeface="原稿用標準書体" panose="03000503000000000000" pitchFamily="66" charset="-128"/>
                    </a:rPr>
                    <a:t>いのちだいじに戦おう！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6" name="四角形: 角を丸くする 5">
              <a:extLst>
                <a:ext uri="{FF2B5EF4-FFF2-40B4-BE49-F238E27FC236}">
                  <a16:creationId xmlns:a16="http://schemas.microsoft.com/office/drawing/2014/main" id="{7A496B90-AA8A-90B1-4FC3-3A2204DC5B4D}"/>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13" name="図 12">
            <a:extLst>
              <a:ext uri="{FF2B5EF4-FFF2-40B4-BE49-F238E27FC236}">
                <a16:creationId xmlns:a16="http://schemas.microsoft.com/office/drawing/2014/main" id="{039C89F8-5C02-8755-765C-B1C4AE6C1B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5895" y="2298090"/>
            <a:ext cx="746870" cy="746870"/>
          </a:xfrm>
          <a:prstGeom prst="rect">
            <a:avLst/>
          </a:prstGeom>
        </p:spPr>
      </p:pic>
    </p:spTree>
    <p:extLst>
      <p:ext uri="{BB962C8B-B14F-4D97-AF65-F5344CB8AC3E}">
        <p14:creationId xmlns:p14="http://schemas.microsoft.com/office/powerpoint/2010/main" val="16578803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9913DD4-3DEC-9788-54DC-5F4010DE6816}"/>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C1F4A80-58DA-3884-034B-475D4CB304BE}"/>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7FBA4507-BA6F-1854-5FFF-CAC1218F4BB4}"/>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28B55C5-0A71-3152-A585-9B7664EF5E07}"/>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B06B6658-7BED-C80D-642E-DA378D984F26}"/>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94A4C994-8FC9-931E-83B6-1A4C48261017}"/>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C687C58-031A-164F-7981-47DA2A23D084}"/>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ACC6E03-593C-6E83-561B-B36639F00FF6}"/>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AECC4D1-1493-1C7B-9192-6DC08FE23CD6}"/>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9580BFC1-4B51-B49A-0699-E5187BEF52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B399AFA-F911-27B9-30AA-5C4B3E5C12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BBCD7A5-C377-EBB3-35EF-3F420237F5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740E62A0-0A4D-CBF6-17B7-6B7B723EF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48B0B62-38DB-D0C3-35AD-E2A5154C7F69}"/>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50955E-80B8-E8AE-29E1-51D2AE97543E}"/>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B135FAB2-8194-D7D6-AE1D-FC43BA9BA51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EAA86074-B09D-C4D6-A64D-C36ECBC31B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EA68B97-4D00-2C75-AB33-652EC703D43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AC704E7F-EE27-F16C-EFE0-4DED41D7F1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129F35E3-95E7-51AE-1A07-365A9C400D03}"/>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A9A54DB3-94DB-5F4D-A686-CFE3663A69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FC7BD735-67AF-26AA-C0E2-08CFA842959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8B056B6-38CE-27FD-28F1-09C1070D52D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D9658C2A-2A61-0713-32C5-D0503ADB851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FE60745A-4E17-DDC9-C8C4-267DC3FF4990}"/>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C525FF41-699A-15EE-0C63-B4C534567B1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733C2C9-7BD8-5A04-69A8-BD7467B17695}"/>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639181E1-C01C-DE30-A3C7-20C4C0776B86}"/>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4AE38225-8856-4E2C-BEDC-3C5CCE0A403E}"/>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024321A1-0CB7-F718-3536-13CF84DEC632}"/>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FDF9738-EB34-CFB2-64D2-537455B281F7}"/>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CFF80D4-910F-859B-8B46-E3DD6DABD23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D86F83F9-0E72-732E-4063-448E35669B9D}"/>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8B468F67-1E9E-478C-E728-B4EC4AC9C2B5}"/>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63CE154-CC17-F266-5968-30759A4D06A7}"/>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6B85F46D-BC83-E97C-7AFF-BE28E7A6EB42}"/>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C056CBD8-FB21-A817-C921-F0691C83EECB}"/>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88C0AE0-6189-CDCC-766A-2223D47765FB}"/>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ED1658FE-73AC-F68E-A875-654D875B164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C749F54-B6F0-4EC7-7230-0A57F2281F3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E52918C0-6D10-7D1B-143A-301F3851A309}"/>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0EA4A0C0-5594-58EB-B3EA-3431EA534EEC}"/>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EF538A8-CF0E-5B92-5CAC-25CF35798A5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3CE713E6-AC80-6289-4F4E-004C095CE8BF}"/>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933BA988-04E9-2402-6D16-5D0AF1E5DAEF}"/>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87" name="グループ化 186">
            <a:extLst>
              <a:ext uri="{FF2B5EF4-FFF2-40B4-BE49-F238E27FC236}">
                <a16:creationId xmlns:a16="http://schemas.microsoft.com/office/drawing/2014/main" id="{1CFB0D59-3C2A-FA20-C68E-7B139788AE64}"/>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7AA85F6-E3C3-33DF-D428-D39F984C59C1}"/>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333568A7-7EC2-8783-B54E-8910A10F29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DED684E7-F123-2EC6-7BDE-42CEFD908BB3}"/>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BBBB239-888D-C040-EE94-845A9E552F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ECEB1CE5-1FE3-E442-9A11-F387AB783F5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2AA7C12A-C141-D45C-FCD5-AA5BB610B4C2}"/>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FD3F7565-375C-06E4-BD0A-45F5D1F8F83D}"/>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41ED5200-1673-EE98-BA4E-862E6F3C0A8B}"/>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22E125-152D-0011-FE95-DD6B71137B83}"/>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08264A9B-2588-66AB-B365-647640C28350}"/>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9095AC7-7835-BC12-25C5-113C5C729991}"/>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B294DE1A-B7E2-BC9E-C84B-3F04C4B2259D}"/>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3AD9C82C-7CCF-69DD-F7AF-9B62C9274879}"/>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8E42060-05E8-692F-E934-F975CF31E4CF}"/>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384E6E4B-54BE-46F4-A930-E08EBE4D9A3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7273D38D-0180-D89C-6D05-5357F4DC3E7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5E22D986-5BB0-CDA0-BC31-DA73EFE04B90}"/>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61648B65-4249-C1EE-F054-2FE80E66DB6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69F8E6EA-4B2D-61AD-D8F8-832C37A7E833}"/>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29116996-3535-D178-6A30-032EF7D44095}"/>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18DC0E2D-1EBC-6473-3EF7-28DCBDF9C174}"/>
              </a:ext>
            </a:extLst>
          </p:cNvPr>
          <p:cNvSpPr/>
          <p:nvPr/>
        </p:nvSpPr>
        <p:spPr>
          <a:xfrm>
            <a:off x="6655794" y="5395178"/>
            <a:ext cx="4011384" cy="488870"/>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54BE5117-3BA6-58BF-1864-723DF7E0280E}"/>
              </a:ext>
            </a:extLst>
          </p:cNvPr>
          <p:cNvSpPr txBox="1"/>
          <p:nvPr/>
        </p:nvSpPr>
        <p:spPr>
          <a:xfrm>
            <a:off x="6703617" y="5463428"/>
            <a:ext cx="1647222" cy="33898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19FF205-E048-E00A-E35C-B6844219F3B2}"/>
              </a:ext>
            </a:extLst>
          </p:cNvPr>
          <p:cNvGrpSpPr/>
          <p:nvPr/>
        </p:nvGrpSpPr>
        <p:grpSpPr>
          <a:xfrm>
            <a:off x="7689384" y="5450868"/>
            <a:ext cx="377488" cy="377488"/>
            <a:chOff x="7889163" y="4826545"/>
            <a:chExt cx="1014592" cy="1014592"/>
          </a:xfrm>
        </p:grpSpPr>
        <p:sp>
          <p:nvSpPr>
            <p:cNvPr id="128" name="楕円 127">
              <a:extLst>
                <a:ext uri="{FF2B5EF4-FFF2-40B4-BE49-F238E27FC236}">
                  <a16:creationId xmlns:a16="http://schemas.microsoft.com/office/drawing/2014/main" id="{91DF9AEB-4F1D-EE36-F38C-C212F59A0B6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7E4E850E-CE60-3A1B-F2DC-C67FEFD097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8D71AB3-5AFC-A031-15FB-61821DEBFAA2}"/>
              </a:ext>
            </a:extLst>
          </p:cNvPr>
          <p:cNvGrpSpPr/>
          <p:nvPr/>
        </p:nvGrpSpPr>
        <p:grpSpPr>
          <a:xfrm>
            <a:off x="8104180" y="5450868"/>
            <a:ext cx="377488" cy="377488"/>
            <a:chOff x="7889163" y="4826545"/>
            <a:chExt cx="1014592" cy="1014592"/>
          </a:xfrm>
        </p:grpSpPr>
        <p:sp>
          <p:nvSpPr>
            <p:cNvPr id="133" name="楕円 132">
              <a:extLst>
                <a:ext uri="{FF2B5EF4-FFF2-40B4-BE49-F238E27FC236}">
                  <a16:creationId xmlns:a16="http://schemas.microsoft.com/office/drawing/2014/main" id="{F67ACFA2-A8AD-8D87-07FE-1C5A904FDD9B}"/>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E5D1271B-9FDA-B09E-B37C-13438A1924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BBF9D97-F81E-7AC1-65DA-D2793A685AAA}"/>
              </a:ext>
            </a:extLst>
          </p:cNvPr>
          <p:cNvGrpSpPr/>
          <p:nvPr/>
        </p:nvGrpSpPr>
        <p:grpSpPr>
          <a:xfrm>
            <a:off x="8518977" y="5450868"/>
            <a:ext cx="377488" cy="377488"/>
            <a:chOff x="7889163" y="4826545"/>
            <a:chExt cx="1014592" cy="1014592"/>
          </a:xfrm>
        </p:grpSpPr>
        <p:sp>
          <p:nvSpPr>
            <p:cNvPr id="136" name="楕円 135">
              <a:extLst>
                <a:ext uri="{FF2B5EF4-FFF2-40B4-BE49-F238E27FC236}">
                  <a16:creationId xmlns:a16="http://schemas.microsoft.com/office/drawing/2014/main" id="{5B57EFAD-37E6-B444-67DD-3EE6AE388418}"/>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1E74B7D4-F117-FAFF-9B53-4EFADE0E3AD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367C8DC2-5B51-616A-7408-D4D00C61EF17}"/>
              </a:ext>
            </a:extLst>
          </p:cNvPr>
          <p:cNvGrpSpPr/>
          <p:nvPr/>
        </p:nvGrpSpPr>
        <p:grpSpPr>
          <a:xfrm>
            <a:off x="8933773" y="5450868"/>
            <a:ext cx="377488" cy="377488"/>
            <a:chOff x="7889163" y="4826545"/>
            <a:chExt cx="1014592" cy="1014592"/>
          </a:xfrm>
        </p:grpSpPr>
        <p:sp>
          <p:nvSpPr>
            <p:cNvPr id="146" name="楕円 145">
              <a:extLst>
                <a:ext uri="{FF2B5EF4-FFF2-40B4-BE49-F238E27FC236}">
                  <a16:creationId xmlns:a16="http://schemas.microsoft.com/office/drawing/2014/main" id="{6453CFB2-4D53-C3E9-9536-1705B309475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4572FF9F-40F5-9D41-C602-6B479ACC486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9181B987-C442-3DE0-D3A2-72839DBB96FA}"/>
              </a:ext>
            </a:extLst>
          </p:cNvPr>
          <p:cNvGrpSpPr/>
          <p:nvPr/>
        </p:nvGrpSpPr>
        <p:grpSpPr>
          <a:xfrm>
            <a:off x="9348569" y="5450868"/>
            <a:ext cx="377488" cy="377488"/>
            <a:chOff x="7889163" y="4826545"/>
            <a:chExt cx="1014592" cy="1014592"/>
          </a:xfrm>
        </p:grpSpPr>
        <p:sp>
          <p:nvSpPr>
            <p:cNvPr id="149" name="楕円 148">
              <a:extLst>
                <a:ext uri="{FF2B5EF4-FFF2-40B4-BE49-F238E27FC236}">
                  <a16:creationId xmlns:a16="http://schemas.microsoft.com/office/drawing/2014/main" id="{764B9BAC-8D3B-49D1-369D-6315C9B072A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406FF343-9346-1E2F-6573-8D5BFC0F7F0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6A32136D-4539-40DB-4889-59A3D269174C}"/>
              </a:ext>
            </a:extLst>
          </p:cNvPr>
          <p:cNvGrpSpPr/>
          <p:nvPr/>
        </p:nvGrpSpPr>
        <p:grpSpPr>
          <a:xfrm>
            <a:off x="9763365" y="5450868"/>
            <a:ext cx="377488" cy="377488"/>
            <a:chOff x="7889163" y="4826545"/>
            <a:chExt cx="1014592" cy="1014592"/>
          </a:xfrm>
        </p:grpSpPr>
        <p:sp>
          <p:nvSpPr>
            <p:cNvPr id="152" name="楕円 151">
              <a:extLst>
                <a:ext uri="{FF2B5EF4-FFF2-40B4-BE49-F238E27FC236}">
                  <a16:creationId xmlns:a16="http://schemas.microsoft.com/office/drawing/2014/main" id="{0722AB06-D0CB-5F29-E5D2-7A36358425CF}"/>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1BD5CF08-EE06-68BA-FBFC-7923DC0DB93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0B66C4C5-109E-2414-CC3D-968E0900502B}"/>
              </a:ext>
            </a:extLst>
          </p:cNvPr>
          <p:cNvGrpSpPr/>
          <p:nvPr/>
        </p:nvGrpSpPr>
        <p:grpSpPr>
          <a:xfrm>
            <a:off x="10178158" y="5450868"/>
            <a:ext cx="377488" cy="377488"/>
            <a:chOff x="7889163" y="4826545"/>
            <a:chExt cx="1014592" cy="1014592"/>
          </a:xfrm>
        </p:grpSpPr>
        <p:sp>
          <p:nvSpPr>
            <p:cNvPr id="180" name="楕円 179">
              <a:extLst>
                <a:ext uri="{FF2B5EF4-FFF2-40B4-BE49-F238E27FC236}">
                  <a16:creationId xmlns:a16="http://schemas.microsoft.com/office/drawing/2014/main" id="{0070AFA8-B5D1-E9A7-20DF-77A59CCE88E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19AA0CF1-6F2D-98AA-B20C-970C995C13F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sp>
        <p:nvSpPr>
          <p:cNvPr id="4" name="正方形/長方形 3">
            <a:extLst>
              <a:ext uri="{FF2B5EF4-FFF2-40B4-BE49-F238E27FC236}">
                <a16:creationId xmlns:a16="http://schemas.microsoft.com/office/drawing/2014/main" id="{8A55D74B-148A-9919-55E3-7423C7B4E434}"/>
              </a:ext>
            </a:extLst>
          </p:cNvPr>
          <p:cNvSpPr/>
          <p:nvPr/>
        </p:nvSpPr>
        <p:spPr>
          <a:xfrm>
            <a:off x="6284496" y="2227799"/>
            <a:ext cx="4754963" cy="186398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13485571-AAE4-4D02-2127-EFA38DEB0FD5}"/>
              </a:ext>
            </a:extLst>
          </p:cNvPr>
          <p:cNvGrpSpPr/>
          <p:nvPr/>
        </p:nvGrpSpPr>
        <p:grpSpPr>
          <a:xfrm>
            <a:off x="8125651" y="2527240"/>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FCC7033C-DB5A-1BC8-F095-6EF150A9883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F8AFA2C8-56EA-780C-D640-CD2E92666263}"/>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B217B685-9657-97ED-B78C-8B7936B19F11}"/>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A9A19EBD-B825-A06B-4127-653C6B5EF91C}"/>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E43FB0B9-501E-6E4F-28DF-B05386866CB1}"/>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7" name="テキスト ボックス 6">
            <a:extLst>
              <a:ext uri="{FF2B5EF4-FFF2-40B4-BE49-F238E27FC236}">
                <a16:creationId xmlns:a16="http://schemas.microsoft.com/office/drawing/2014/main" id="{E8E1D317-2376-8548-251C-3A7431A752FF}"/>
              </a:ext>
            </a:extLst>
          </p:cNvPr>
          <p:cNvSpPr txBox="1"/>
          <p:nvPr/>
        </p:nvSpPr>
        <p:spPr>
          <a:xfrm>
            <a:off x="8248553" y="3595091"/>
            <a:ext cx="82586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1" name="グループ化 40">
            <a:extLst>
              <a:ext uri="{FF2B5EF4-FFF2-40B4-BE49-F238E27FC236}">
                <a16:creationId xmlns:a16="http://schemas.microsoft.com/office/drawing/2014/main" id="{4CC3DE4C-5F88-A904-81C2-64D4EE07D427}"/>
              </a:ext>
            </a:extLst>
          </p:cNvPr>
          <p:cNvGrpSpPr/>
          <p:nvPr/>
        </p:nvGrpSpPr>
        <p:grpSpPr>
          <a:xfrm>
            <a:off x="7421822" y="2782197"/>
            <a:ext cx="2480311" cy="755192"/>
            <a:chOff x="7444066" y="2782197"/>
            <a:chExt cx="2480311" cy="755192"/>
          </a:xfrm>
        </p:grpSpPr>
        <p:sp>
          <p:nvSpPr>
            <p:cNvPr id="9" name="二等辺三角形 8">
              <a:extLst>
                <a:ext uri="{FF2B5EF4-FFF2-40B4-BE49-F238E27FC236}">
                  <a16:creationId xmlns:a16="http://schemas.microsoft.com/office/drawing/2014/main" id="{30D1C420-F9C0-533B-7D2C-82F9DC760A1C}"/>
                </a:ext>
              </a:extLst>
            </p:cNvPr>
            <p:cNvSpPr/>
            <p:nvPr/>
          </p:nvSpPr>
          <p:spPr>
            <a:xfrm rot="16200000">
              <a:off x="726048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二等辺三角形 32">
              <a:extLst>
                <a:ext uri="{FF2B5EF4-FFF2-40B4-BE49-F238E27FC236}">
                  <a16:creationId xmlns:a16="http://schemas.microsoft.com/office/drawing/2014/main" id="{89E4C48A-587D-6F7E-02B1-32476618B8B2}"/>
                </a:ext>
              </a:extLst>
            </p:cNvPr>
            <p:cNvSpPr/>
            <p:nvPr/>
          </p:nvSpPr>
          <p:spPr>
            <a:xfrm rot="5400000" flipH="1">
              <a:off x="9352771" y="2965782"/>
              <a:ext cx="755192" cy="388021"/>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4" name="図 53">
            <a:extLst>
              <a:ext uri="{FF2B5EF4-FFF2-40B4-BE49-F238E27FC236}">
                <a16:creationId xmlns:a16="http://schemas.microsoft.com/office/drawing/2014/main" id="{BF5F6931-16DA-30EA-7305-270F9BA22545}"/>
              </a:ext>
            </a:extLst>
          </p:cNvPr>
          <p:cNvPicPr>
            <a:picLocks noChangeAspect="1"/>
          </p:cNvPicPr>
          <p:nvPr/>
        </p:nvPicPr>
        <p:blipFill>
          <a:blip r:embed="rId7">
            <a:extLst>
              <a:ext uri="{28A0092B-C50C-407E-A947-70E740481C1C}">
                <a14:useLocalDpi xmlns:a14="http://schemas.microsoft.com/office/drawing/2010/main" val="0"/>
              </a:ext>
            </a:extLst>
          </a:blip>
          <a:srcRect r="16746"/>
          <a:stretch>
            <a:fillRect/>
          </a:stretch>
        </p:blipFill>
        <p:spPr>
          <a:xfrm>
            <a:off x="10145700" y="2526898"/>
            <a:ext cx="892774" cy="1072352"/>
          </a:xfrm>
          <a:prstGeom prst="rect">
            <a:avLst/>
          </a:prstGeom>
        </p:spPr>
      </p:pic>
      <p:pic>
        <p:nvPicPr>
          <p:cNvPr id="129" name="図 128">
            <a:extLst>
              <a:ext uri="{FF2B5EF4-FFF2-40B4-BE49-F238E27FC236}">
                <a16:creationId xmlns:a16="http://schemas.microsoft.com/office/drawing/2014/main" id="{7F90EC3E-4CBF-5EC3-B65D-268B34D66D24}"/>
              </a:ext>
            </a:extLst>
          </p:cNvPr>
          <p:cNvPicPr>
            <a:picLocks noChangeAspect="1"/>
          </p:cNvPicPr>
          <p:nvPr/>
        </p:nvPicPr>
        <p:blipFill>
          <a:blip r:embed="rId7">
            <a:extLst>
              <a:ext uri="{28A0092B-C50C-407E-A947-70E740481C1C}">
                <a14:useLocalDpi xmlns:a14="http://schemas.microsoft.com/office/drawing/2010/main" val="0"/>
              </a:ext>
            </a:extLst>
          </a:blip>
          <a:srcRect l="18567"/>
          <a:stretch>
            <a:fillRect/>
          </a:stretch>
        </p:blipFill>
        <p:spPr>
          <a:xfrm>
            <a:off x="6289642" y="2526898"/>
            <a:ext cx="873247" cy="1072352"/>
          </a:xfrm>
          <a:prstGeom prst="rect">
            <a:avLst/>
          </a:prstGeom>
        </p:spPr>
      </p:pic>
      <p:sp>
        <p:nvSpPr>
          <p:cNvPr id="10" name="テキスト ボックス 9">
            <a:extLst>
              <a:ext uri="{FF2B5EF4-FFF2-40B4-BE49-F238E27FC236}">
                <a16:creationId xmlns:a16="http://schemas.microsoft.com/office/drawing/2014/main" id="{D0462273-574F-9F80-0CBB-681124712ED7}"/>
              </a:ext>
            </a:extLst>
          </p:cNvPr>
          <p:cNvSpPr txBox="1"/>
          <p:nvPr/>
        </p:nvSpPr>
        <p:spPr>
          <a:xfrm>
            <a:off x="1206202" y="3668155"/>
            <a:ext cx="4185761" cy="584775"/>
          </a:xfrm>
          <a:prstGeom prst="rect">
            <a:avLst/>
          </a:prstGeom>
          <a:noFill/>
        </p:spPr>
        <p:txBody>
          <a:bodyPr wrap="none" rtlCol="0">
            <a:spAutoFit/>
          </a:bodyPr>
          <a:lstStyle/>
          <a:p>
            <a:r>
              <a:rPr lang="ja-JP" altLang="en-US" sz="3200">
                <a:solidFill>
                  <a:schemeClr val="bg1">
                    <a:lumMod val="95000"/>
                  </a:schemeClr>
                </a:solidFill>
                <a:latin typeface="原稿用標準書体" panose="03000503000000000000" pitchFamily="66" charset="-128"/>
                <a:ea typeface="原稿用標準書体" panose="03000503000000000000" pitchFamily="66" charset="-128"/>
              </a:rPr>
              <a:t>支援</a:t>
            </a: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833185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46D70F4A-B476-5481-CE57-8942FF33EAFC}"/>
              </a:ext>
            </a:extLst>
          </p:cNvPr>
          <p:cNvGrpSpPr/>
          <p:nvPr/>
        </p:nvGrpSpPr>
        <p:grpSpPr>
          <a:xfrm>
            <a:off x="11277600" y="-1"/>
            <a:ext cx="914400" cy="6857999"/>
            <a:chOff x="11277600" y="-1"/>
            <a:chExt cx="914400" cy="6857999"/>
          </a:xfrm>
        </p:grpSpPr>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grpSp>
        <p:nvGrpSpPr>
          <p:cNvPr id="2" name="グループ化 1">
            <a:extLst>
              <a:ext uri="{FF2B5EF4-FFF2-40B4-BE49-F238E27FC236}">
                <a16:creationId xmlns:a16="http://schemas.microsoft.com/office/drawing/2014/main" id="{66E652C2-8F87-62A8-CCA2-DE93C0057F5B}"/>
              </a:ext>
            </a:extLst>
          </p:cNvPr>
          <p:cNvGrpSpPr/>
          <p:nvPr/>
        </p:nvGrpSpPr>
        <p:grpSpPr>
          <a:xfrm>
            <a:off x="74" y="-1"/>
            <a:ext cx="914400" cy="6857999"/>
            <a:chOff x="74" y="-1"/>
            <a:chExt cx="914400" cy="6857999"/>
          </a:xfrm>
        </p:grpSpPr>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116185"/>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13" name="テキスト ボックス 12">
            <a:extLst>
              <a:ext uri="{FF2B5EF4-FFF2-40B4-BE49-F238E27FC236}">
                <a16:creationId xmlns:a16="http://schemas.microsoft.com/office/drawing/2014/main" id="{40A27325-0FD9-1BAE-8AB8-78D56389ACB5}"/>
              </a:ext>
            </a:extLst>
          </p:cNvPr>
          <p:cNvSpPr txBox="1"/>
          <p:nvPr/>
        </p:nvSpPr>
        <p:spPr>
          <a:xfrm>
            <a:off x="8527528" y="2902761"/>
            <a:ext cx="1716258" cy="584775"/>
          </a:xfrm>
          <a:prstGeom prst="rect">
            <a:avLst/>
          </a:prstGeom>
          <a:noFill/>
        </p:spPr>
        <p:txBody>
          <a:bodyPr wrap="square">
            <a:spAutoFit/>
          </a:bodyPr>
          <a:lstStyle/>
          <a:p>
            <a:pPr algn="ctr"/>
            <a:r>
              <a:rPr lang="en-US" altLang="ja-JP" sz="3200">
                <a:solidFill>
                  <a:schemeClr val="accent6"/>
                </a:solidFill>
                <a:latin typeface="原稿用標準書体" panose="03000503000000000000" pitchFamily="66" charset="-128"/>
                <a:ea typeface="原稿用標準書体" panose="03000503000000000000" pitchFamily="66" charset="-128"/>
              </a:rPr>
              <a:t>0/3</a:t>
            </a:r>
            <a:endParaRPr kumimoji="1" lang="ja-JP" altLang="en-US" sz="3200">
              <a:solidFill>
                <a:schemeClr val="accent6"/>
              </a:solidFill>
              <a:latin typeface="原稿用標準書体" panose="03000503000000000000" pitchFamily="66" charset="-128"/>
              <a:ea typeface="原稿用標準書体" panose="03000503000000000000" pitchFamily="66" charset="-128"/>
            </a:endParaRPr>
          </a:p>
        </p:txBody>
      </p:sp>
      <p:sp>
        <p:nvSpPr>
          <p:cNvPr id="21" name="二等辺三角形 20">
            <a:extLst>
              <a:ext uri="{FF2B5EF4-FFF2-40B4-BE49-F238E27FC236}">
                <a16:creationId xmlns:a16="http://schemas.microsoft.com/office/drawing/2014/main" id="{A7BD75C3-84DD-8D41-4F3D-2EB36D233F4A}"/>
              </a:ext>
            </a:extLst>
          </p:cNvPr>
          <p:cNvSpPr/>
          <p:nvPr/>
        </p:nvSpPr>
        <p:spPr>
          <a:xfrm rot="5400000">
            <a:off x="9868335" y="3003680"/>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D8D765E2-9168-1550-3650-0290A3F10D6A}"/>
              </a:ext>
            </a:extLst>
          </p:cNvPr>
          <p:cNvSpPr/>
          <p:nvPr/>
        </p:nvSpPr>
        <p:spPr>
          <a:xfrm rot="16200000" flipH="1">
            <a:off x="8378235" y="3003679"/>
            <a:ext cx="538679" cy="464378"/>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08542625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2" name="グループ化 1">
            <a:extLst>
              <a:ext uri="{FF2B5EF4-FFF2-40B4-BE49-F238E27FC236}">
                <a16:creationId xmlns:a16="http://schemas.microsoft.com/office/drawing/2014/main" id="{4539EA84-C601-2A0D-4F4B-EDEA1A5C9FD4}"/>
              </a:ext>
            </a:extLst>
          </p:cNvPr>
          <p:cNvGrpSpPr/>
          <p:nvPr/>
        </p:nvGrpSpPr>
        <p:grpSpPr>
          <a:xfrm>
            <a:off x="74" y="-1"/>
            <a:ext cx="914400" cy="6857999"/>
            <a:chOff x="74" y="-1"/>
            <a:chExt cx="914400" cy="6857999"/>
          </a:xfrm>
        </p:grpSpPr>
        <p:sp>
          <p:nvSpPr>
            <p:cNvPr id="3" name="正方形/長方形 2">
              <a:extLst>
                <a:ext uri="{FF2B5EF4-FFF2-40B4-BE49-F238E27FC236}">
                  <a16:creationId xmlns:a16="http://schemas.microsoft.com/office/drawing/2014/main" id="{EEFE7A61-52FD-A8B5-FB05-A0FFF9FA069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3AD39982-4337-A24E-8E2F-9724BA7E04CF}"/>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F5F3A-2DBC-5C99-8A72-AA5A9746511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18ABB9F-75D0-FA1D-4D04-D22C3C6328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A17979B4-6356-5CE5-72CB-125A558990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25E36BA-7C43-77B4-ACFA-177B79368F4C}"/>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346184" y="5894111"/>
            <a:ext cx="540271" cy="540271"/>
          </a:xfrm>
          <a:prstGeom prst="rect">
            <a:avLst/>
          </a:prstGeom>
        </p:spPr>
      </p:pic>
      <p:pic>
        <p:nvPicPr>
          <p:cNvPr id="10" name="図 9">
            <a:extLst>
              <a:ext uri="{FF2B5EF4-FFF2-40B4-BE49-F238E27FC236}">
                <a16:creationId xmlns:a16="http://schemas.microsoft.com/office/drawing/2014/main" id="{30800752-47A1-97D0-C621-45E747D8707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0281936" y="5894111"/>
            <a:ext cx="540271" cy="540271"/>
          </a:xfrm>
          <a:prstGeom prst="rect">
            <a:avLst/>
          </a:prstGeom>
        </p:spPr>
      </p:pic>
      <p:grpSp>
        <p:nvGrpSpPr>
          <p:cNvPr id="25" name="グループ化 24">
            <a:extLst>
              <a:ext uri="{FF2B5EF4-FFF2-40B4-BE49-F238E27FC236}">
                <a16:creationId xmlns:a16="http://schemas.microsoft.com/office/drawing/2014/main" id="{592C9681-20D3-4D2B-6B1A-908B13ECCBF4}"/>
              </a:ext>
            </a:extLst>
          </p:cNvPr>
          <p:cNvGrpSpPr/>
          <p:nvPr/>
        </p:nvGrpSpPr>
        <p:grpSpPr>
          <a:xfrm>
            <a:off x="8327105" y="5850990"/>
            <a:ext cx="623599" cy="626513"/>
            <a:chOff x="8005096" y="5813476"/>
            <a:chExt cx="623599" cy="626513"/>
          </a:xfrm>
        </p:grpSpPr>
        <p:sp>
          <p:nvSpPr>
            <p:cNvPr id="12" name="正方形/長方形 11">
              <a:extLst>
                <a:ext uri="{FF2B5EF4-FFF2-40B4-BE49-F238E27FC236}">
                  <a16:creationId xmlns:a16="http://schemas.microsoft.com/office/drawing/2014/main" id="{D8434F31-5919-E9A2-8146-44A51BDE5D0D}"/>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210686F4-A8C7-F07F-7CB8-BB550F311F29}"/>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424CB4E9-6905-659F-9CB7-5B3CC4B9618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00C625E6-11C3-2DD1-5305-A352481D2F51}"/>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F2B00A3B-5DD7-CB77-8437-878F20E15B70}"/>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grpSp>
        <p:nvGrpSpPr>
          <p:cNvPr id="7" name="グループ化 6">
            <a:extLst>
              <a:ext uri="{FF2B5EF4-FFF2-40B4-BE49-F238E27FC236}">
                <a16:creationId xmlns:a16="http://schemas.microsoft.com/office/drawing/2014/main" id="{4E39F743-5D59-A2C1-B7C0-E51EAE914EE3}"/>
              </a:ext>
            </a:extLst>
          </p:cNvPr>
          <p:cNvGrpSpPr/>
          <p:nvPr/>
        </p:nvGrpSpPr>
        <p:grpSpPr>
          <a:xfrm>
            <a:off x="11277600" y="-1"/>
            <a:ext cx="914400" cy="6857999"/>
            <a:chOff x="11277600" y="-1"/>
            <a:chExt cx="914400" cy="6857999"/>
          </a:xfrm>
        </p:grpSpPr>
        <p:sp>
          <p:nvSpPr>
            <p:cNvPr id="9" name="正方形/長方形 8">
              <a:extLst>
                <a:ext uri="{FF2B5EF4-FFF2-40B4-BE49-F238E27FC236}">
                  <a16:creationId xmlns:a16="http://schemas.microsoft.com/office/drawing/2014/main" id="{CB250313-8708-4E9C-3AF7-68AD1EE93094}"/>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二等辺三角形 10">
              <a:extLst>
                <a:ext uri="{FF2B5EF4-FFF2-40B4-BE49-F238E27FC236}">
                  <a16:creationId xmlns:a16="http://schemas.microsoft.com/office/drawing/2014/main" id="{0D2C094C-4CF5-C038-B796-FC7BE8A22876}"/>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4263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5AD76432-9115-53BB-C7B2-9D101C03A629}"/>
              </a:ext>
            </a:extLst>
          </p:cNvPr>
          <p:cNvGrpSpPr/>
          <p:nvPr/>
        </p:nvGrpSpPr>
        <p:grpSpPr>
          <a:xfrm>
            <a:off x="7200867" y="575834"/>
            <a:ext cx="5125458" cy="408821"/>
            <a:chOff x="7200867" y="600326"/>
            <a:chExt cx="5125458" cy="408821"/>
          </a:xfrm>
        </p:grpSpPr>
        <p:sp>
          <p:nvSpPr>
            <p:cNvPr id="32" name="正方形/長方形 31">
              <a:extLst>
                <a:ext uri="{FF2B5EF4-FFF2-40B4-BE49-F238E27FC236}">
                  <a16:creationId xmlns:a16="http://schemas.microsoft.com/office/drawing/2014/main" id="{97063E22-28A4-03D4-90BB-3F3F33966A9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A9DEA80D-8E3E-74E6-4F4C-B36BB1A154D3}"/>
                </a:ext>
              </a:extLst>
            </p:cNvPr>
            <p:cNvGrpSpPr/>
            <p:nvPr/>
          </p:nvGrpSpPr>
          <p:grpSpPr>
            <a:xfrm>
              <a:off x="8648051" y="650848"/>
              <a:ext cx="1231006" cy="307777"/>
              <a:chOff x="7108497" y="887611"/>
              <a:chExt cx="1231006" cy="307777"/>
            </a:xfrm>
          </p:grpSpPr>
          <p:pic>
            <p:nvPicPr>
              <p:cNvPr id="37" name="図 36">
                <a:extLst>
                  <a:ext uri="{FF2B5EF4-FFF2-40B4-BE49-F238E27FC236}">
                    <a16:creationId xmlns:a16="http://schemas.microsoft.com/office/drawing/2014/main" id="{C72E7462-4D06-D595-1616-43DD16529E60}"/>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40" name="テキスト ボックス 39">
                <a:extLst>
                  <a:ext uri="{FF2B5EF4-FFF2-40B4-BE49-F238E27FC236}">
                    <a16:creationId xmlns:a16="http://schemas.microsoft.com/office/drawing/2014/main" id="{C14C034B-8532-3A35-4640-30AF3A33AF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4" name="グループ化 33">
              <a:extLst>
                <a:ext uri="{FF2B5EF4-FFF2-40B4-BE49-F238E27FC236}">
                  <a16:creationId xmlns:a16="http://schemas.microsoft.com/office/drawing/2014/main" id="{CA92B2EF-E2E4-F910-8BAF-A704A2C7925C}"/>
                </a:ext>
              </a:extLst>
            </p:cNvPr>
            <p:cNvGrpSpPr/>
            <p:nvPr/>
          </p:nvGrpSpPr>
          <p:grpSpPr>
            <a:xfrm>
              <a:off x="10177914" y="650848"/>
              <a:ext cx="1263752" cy="307777"/>
              <a:chOff x="9272844" y="887611"/>
              <a:chExt cx="1263752" cy="307777"/>
            </a:xfrm>
          </p:grpSpPr>
          <p:pic>
            <p:nvPicPr>
              <p:cNvPr id="35" name="図 34">
                <a:extLst>
                  <a:ext uri="{FF2B5EF4-FFF2-40B4-BE49-F238E27FC236}">
                    <a16:creationId xmlns:a16="http://schemas.microsoft.com/office/drawing/2014/main" id="{7FA90771-B1A3-D786-B95A-00900F839A39}"/>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6" name="テキスト ボックス 35">
                <a:extLst>
                  <a:ext uri="{FF2B5EF4-FFF2-40B4-BE49-F238E27FC236}">
                    <a16:creationId xmlns:a16="http://schemas.microsoft.com/office/drawing/2014/main" id="{50F8D9EC-1D7B-2E0B-6158-9EC19D9EC5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45" name="図 44">
            <a:extLst>
              <a:ext uri="{FF2B5EF4-FFF2-40B4-BE49-F238E27FC236}">
                <a16:creationId xmlns:a16="http://schemas.microsoft.com/office/drawing/2014/main" id="{33923D9C-D686-DF79-6034-F14CF5A05AF7}"/>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48" name="テキスト ボックス 47">
            <a:extLst>
              <a:ext uri="{FF2B5EF4-FFF2-40B4-BE49-F238E27FC236}">
                <a16:creationId xmlns:a16="http://schemas.microsoft.com/office/drawing/2014/main" id="{1EB00335-CCC4-DE52-53D4-7807F7CB60C7}"/>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EE81AF20-52DA-25DF-5EEF-5448EE01A12D}"/>
              </a:ext>
            </a:extLst>
          </p:cNvPr>
          <p:cNvGrpSpPr/>
          <p:nvPr/>
        </p:nvGrpSpPr>
        <p:grpSpPr>
          <a:xfrm>
            <a:off x="7200867" y="575834"/>
            <a:ext cx="5125458" cy="408821"/>
            <a:chOff x="7200867" y="600326"/>
            <a:chExt cx="5125458" cy="408821"/>
          </a:xfrm>
        </p:grpSpPr>
        <p:sp>
          <p:nvSpPr>
            <p:cNvPr id="11" name="正方形/長方形 10">
              <a:extLst>
                <a:ext uri="{FF2B5EF4-FFF2-40B4-BE49-F238E27FC236}">
                  <a16:creationId xmlns:a16="http://schemas.microsoft.com/office/drawing/2014/main" id="{702148D9-9790-9367-EB0E-B0B68F357201}"/>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7" name="グループ化 16">
              <a:extLst>
                <a:ext uri="{FF2B5EF4-FFF2-40B4-BE49-F238E27FC236}">
                  <a16:creationId xmlns:a16="http://schemas.microsoft.com/office/drawing/2014/main" id="{EB9C19E5-D1CB-123F-C958-2A6A2D454C1C}"/>
                </a:ext>
              </a:extLst>
            </p:cNvPr>
            <p:cNvGrpSpPr/>
            <p:nvPr/>
          </p:nvGrpSpPr>
          <p:grpSpPr>
            <a:xfrm>
              <a:off x="8648051" y="650848"/>
              <a:ext cx="1231006" cy="307777"/>
              <a:chOff x="7108497" y="887611"/>
              <a:chExt cx="1231006" cy="307777"/>
            </a:xfrm>
          </p:grpSpPr>
          <p:pic>
            <p:nvPicPr>
              <p:cNvPr id="34" name="図 33">
                <a:extLst>
                  <a:ext uri="{FF2B5EF4-FFF2-40B4-BE49-F238E27FC236}">
                    <a16:creationId xmlns:a16="http://schemas.microsoft.com/office/drawing/2014/main" id="{7866212B-FD1A-0C2B-9D2F-758B7FA7197D}"/>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45" name="テキスト ボックス 44">
                <a:extLst>
                  <a:ext uri="{FF2B5EF4-FFF2-40B4-BE49-F238E27FC236}">
                    <a16:creationId xmlns:a16="http://schemas.microsoft.com/office/drawing/2014/main" id="{BCDC2915-2952-DCF7-F6F4-175BF0EA45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20616736-3FF0-6582-569D-08BA11B1D82D}"/>
                </a:ext>
              </a:extLst>
            </p:cNvPr>
            <p:cNvGrpSpPr/>
            <p:nvPr/>
          </p:nvGrpSpPr>
          <p:grpSpPr>
            <a:xfrm>
              <a:off x="10177914" y="650848"/>
              <a:ext cx="1263752" cy="307777"/>
              <a:chOff x="9272844" y="887611"/>
              <a:chExt cx="1263752" cy="307777"/>
            </a:xfrm>
          </p:grpSpPr>
          <p:pic>
            <p:nvPicPr>
              <p:cNvPr id="32" name="図 31">
                <a:extLst>
                  <a:ext uri="{FF2B5EF4-FFF2-40B4-BE49-F238E27FC236}">
                    <a16:creationId xmlns:a16="http://schemas.microsoft.com/office/drawing/2014/main" id="{2FE1E391-EC4C-ECDC-5929-56B5183A43EF}"/>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3" name="テキスト ボックス 32">
                <a:extLst>
                  <a:ext uri="{FF2B5EF4-FFF2-40B4-BE49-F238E27FC236}">
                    <a16:creationId xmlns:a16="http://schemas.microsoft.com/office/drawing/2014/main" id="{E07BDE83-2E50-56A5-0E51-63AE408541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46" name="図 45">
            <a:extLst>
              <a:ext uri="{FF2B5EF4-FFF2-40B4-BE49-F238E27FC236}">
                <a16:creationId xmlns:a16="http://schemas.microsoft.com/office/drawing/2014/main" id="{8C34C7ED-9E4D-5085-4E4D-1808E463D3C3}"/>
              </a:ext>
            </a:extLst>
          </p:cNvPr>
          <p:cNvPicPr>
            <a:picLocks noChangeAspect="1"/>
          </p:cNvPicPr>
          <p:nvPr/>
        </p:nvPicPr>
        <p:blipFill>
          <a:blip r:embed="rId10">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48" name="テキスト ボックス 47">
            <a:extLst>
              <a:ext uri="{FF2B5EF4-FFF2-40B4-BE49-F238E27FC236}">
                <a16:creationId xmlns:a16="http://schemas.microsoft.com/office/drawing/2014/main" id="{0C0806D5-99E8-32CE-F233-1AEE7599BDA7}"/>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AF1BF351-1D9B-9BE1-EE30-F553B391B7A5}"/>
              </a:ext>
            </a:extLst>
          </p:cNvPr>
          <p:cNvGrpSpPr/>
          <p:nvPr/>
        </p:nvGrpSpPr>
        <p:grpSpPr>
          <a:xfrm>
            <a:off x="7200867" y="575834"/>
            <a:ext cx="5125458" cy="408821"/>
            <a:chOff x="7200867" y="600326"/>
            <a:chExt cx="5125458" cy="408821"/>
          </a:xfrm>
        </p:grpSpPr>
        <p:sp>
          <p:nvSpPr>
            <p:cNvPr id="11" name="正方形/長方形 10">
              <a:extLst>
                <a:ext uri="{FF2B5EF4-FFF2-40B4-BE49-F238E27FC236}">
                  <a16:creationId xmlns:a16="http://schemas.microsoft.com/office/drawing/2014/main" id="{704FAA2E-358B-711E-84E7-8E591F67C5B6}"/>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7" name="グループ化 16">
              <a:extLst>
                <a:ext uri="{FF2B5EF4-FFF2-40B4-BE49-F238E27FC236}">
                  <a16:creationId xmlns:a16="http://schemas.microsoft.com/office/drawing/2014/main" id="{C4A9C42B-6D93-D55F-BD1F-F14F3A65A862}"/>
                </a:ext>
              </a:extLst>
            </p:cNvPr>
            <p:cNvGrpSpPr/>
            <p:nvPr/>
          </p:nvGrpSpPr>
          <p:grpSpPr>
            <a:xfrm>
              <a:off x="8648051" y="650848"/>
              <a:ext cx="1231006" cy="307777"/>
              <a:chOff x="7108497" y="887611"/>
              <a:chExt cx="1231006" cy="307777"/>
            </a:xfrm>
          </p:grpSpPr>
          <p:pic>
            <p:nvPicPr>
              <p:cNvPr id="34" name="図 33">
                <a:extLst>
                  <a:ext uri="{FF2B5EF4-FFF2-40B4-BE49-F238E27FC236}">
                    <a16:creationId xmlns:a16="http://schemas.microsoft.com/office/drawing/2014/main" id="{AA0DED05-8A80-9B10-46E5-7902B346F01B}"/>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0" name="テキスト ボックス 69">
                <a:extLst>
                  <a:ext uri="{FF2B5EF4-FFF2-40B4-BE49-F238E27FC236}">
                    <a16:creationId xmlns:a16="http://schemas.microsoft.com/office/drawing/2014/main" id="{EFA565A4-F7AA-0AD6-1393-EA2020501DB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E06E589F-55F5-C205-DFA7-846C54044F94}"/>
                </a:ext>
              </a:extLst>
            </p:cNvPr>
            <p:cNvGrpSpPr/>
            <p:nvPr/>
          </p:nvGrpSpPr>
          <p:grpSpPr>
            <a:xfrm>
              <a:off x="10177914" y="650848"/>
              <a:ext cx="1263752" cy="307777"/>
              <a:chOff x="9272844" y="887611"/>
              <a:chExt cx="1263752" cy="307777"/>
            </a:xfrm>
          </p:grpSpPr>
          <p:pic>
            <p:nvPicPr>
              <p:cNvPr id="32" name="図 31">
                <a:extLst>
                  <a:ext uri="{FF2B5EF4-FFF2-40B4-BE49-F238E27FC236}">
                    <a16:creationId xmlns:a16="http://schemas.microsoft.com/office/drawing/2014/main" id="{82FD5191-FBA1-9797-CE2C-845E626E43DF}"/>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33" name="テキスト ボックス 32">
                <a:extLst>
                  <a:ext uri="{FF2B5EF4-FFF2-40B4-BE49-F238E27FC236}">
                    <a16:creationId xmlns:a16="http://schemas.microsoft.com/office/drawing/2014/main" id="{72E3F184-8B50-F83A-E879-370F1AF13F83}"/>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1" name="図 70">
            <a:extLst>
              <a:ext uri="{FF2B5EF4-FFF2-40B4-BE49-F238E27FC236}">
                <a16:creationId xmlns:a16="http://schemas.microsoft.com/office/drawing/2014/main" id="{2F27B466-0A27-9099-040D-A12B6E0B78E1}"/>
              </a:ext>
            </a:extLst>
          </p:cNvPr>
          <p:cNvPicPr>
            <a:picLocks noChangeAspect="1"/>
          </p:cNvPicPr>
          <p:nvPr/>
        </p:nvPicPr>
        <p:blipFill>
          <a:blip r:embed="rId10">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2" name="テキスト ボックス 71">
            <a:extLst>
              <a:ext uri="{FF2B5EF4-FFF2-40B4-BE49-F238E27FC236}">
                <a16:creationId xmlns:a16="http://schemas.microsoft.com/office/drawing/2014/main" id="{069F3D33-C3B6-43C6-3AA2-ABDE993B3F09}"/>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75ECA8DF-F235-6B72-3302-37FDC2FEDA2F}"/>
              </a:ext>
            </a:extLst>
          </p:cNvPr>
          <p:cNvGrpSpPr/>
          <p:nvPr/>
        </p:nvGrpSpPr>
        <p:grpSpPr>
          <a:xfrm>
            <a:off x="6881823" y="5549756"/>
            <a:ext cx="1454884" cy="668771"/>
            <a:chOff x="6881823" y="5549756"/>
            <a:chExt cx="1454884" cy="668771"/>
          </a:xfrm>
        </p:grpSpPr>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grpSp>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6">
              <a:lumMod val="20000"/>
              <a:lumOff val="8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AA5CA4CB-4DB0-EA77-B36C-036E4095B3C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0A277D8-9E71-4A02-3E49-08876D1DC0A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529B00AD-2121-619F-3B6A-A295DB43597F}"/>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9F27198-63E8-067C-2B78-010D98645A3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F62B23D-4A9D-7FA0-78D0-D2EC13D927B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D74E5B74-2029-0261-C2F8-6D05AAA5DBE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2334DB8-431D-81AC-2F4E-D0B011EA7B1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8C47D26-551F-C31A-46EA-A01772003E16}"/>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E1275E36-CB4F-90F9-ADEF-C1B2DA3DE9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6404E75-0F7D-A26E-3691-F3BF190B61A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8D702B49-E302-CE40-55B1-F52000A956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C4BEDC20-637C-FB25-52A5-EC8FFF054D7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3021CEE0-C5AE-827A-2194-72D1BA9C1E33}"/>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4A8DB645-CBA5-8F52-D00D-D4A51F3129E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ACF9704-5B2A-10C8-CC59-DEC92D8574F5}"/>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ABBF638-3763-2089-2798-0A2863602FC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08BE0F6B-F62C-A6F0-3B09-00DACF3C164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6D4601A-452C-E105-ED72-AE9DEEEADBA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FF3030E-D977-4B69-9861-6E445ADBEFFF}"/>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2E4A9478-3C0E-F253-8EAC-7CB288532FEC}"/>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43AFED-79E6-07D8-D35C-1C81ECF39F00}"/>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25DCC1D9-08D6-B73B-E4A7-FA8CAA9C2857}"/>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6183B0D-B523-3F22-452B-CE3327108E2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C79D5335-C461-8E8B-E5F1-F5A1283AAA9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04065CCA-2ED5-BBA1-2A58-93B9EF57108A}"/>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11FA980-948B-0416-AD02-2AC5198FC22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F4A4DBF-9FCD-A2CC-F3BB-3F38CEBE539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203790D7-B2E4-3ECD-4B97-703A617FC03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268F0BC-6006-9CB4-D026-D768109E39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CF7E695C-D62F-FC1C-DA46-24C316DC6B7C}"/>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6818145D-9D0B-5F76-DFAF-D3E11E31C55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1F15F165-F253-20F4-9086-FD6AE88CE4F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0BB1EBF9-4561-A0E3-9AD4-EF498B3E77C6}"/>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266FE92A-B855-AF7F-548E-0EE74FC0CD1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0ECA0819-E547-430C-3743-623F705BF8E2}"/>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7F1383D-FD58-C4F8-65F5-CB78DF6A3A4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26E5116-FFB9-0A20-88F2-890205304F2F}"/>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29D4FBB-2AD1-D025-A735-5105D2DD4F84}"/>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350FFBC-69BF-AEA5-AE44-D50AA997ABD6}"/>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C05972E4-CA43-D02B-B5F0-0364CA38C65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6B7A4D90-354A-B610-0B13-F21288DD628E}"/>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B53D0508-DE15-D5AE-701E-13C8B0FA2A1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77595287-DEAB-9638-DC7E-D2CEF411712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41D3C2FD-D0B3-8215-D603-317EF0F9D7C2}"/>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35804F6-42DD-F072-2F09-A3AFAC62F004}"/>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A1F09A93-C905-C207-9491-9D3AFA258AAE}"/>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C4D6DF01-A641-ACD1-B6EE-E240054D6A56}"/>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727BF36C-C51D-6A1A-C07C-1497C8A53D28}"/>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DB10BFF-C6DA-42BB-6E7C-D8594EACBD27}"/>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9BA3F7BF-90F3-AD75-48EE-CE57E7BAB8F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42" name="グループ化 41">
            <a:extLst>
              <a:ext uri="{FF2B5EF4-FFF2-40B4-BE49-F238E27FC236}">
                <a16:creationId xmlns:a16="http://schemas.microsoft.com/office/drawing/2014/main" id="{A9EF4AEC-8812-E417-ADEE-3F6D61C43DBB}"/>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BB1E11C5-9C00-0064-4DF8-741795F45DE1}"/>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12E084D6-E3BE-7177-62B2-860D8C6EF399}"/>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ABF62160-835A-3F59-88F0-9D0309A4262E}"/>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ACC06CD-D8F1-1586-F39A-81370C7B749C}"/>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493477FA-9F24-6084-7E52-C785C99BA505}"/>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8C1038A-7220-E97B-CC78-7A8C7ADF84A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24526C82-2CFC-F9F7-953C-F525B9138894}"/>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822656B6-2640-97BE-2061-313B5F209EA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FE8427EF-04B6-AB25-47A2-76CA57D4167B}"/>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68B7BD7-0FDD-9EEF-DD22-3EF4ACEB29E9}"/>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34D52831-CA65-8DEB-0F40-13F2DC3DFA85}"/>
              </a:ext>
            </a:extLst>
          </p:cNvPr>
          <p:cNvGrpSpPr/>
          <p:nvPr/>
        </p:nvGrpSpPr>
        <p:grpSpPr>
          <a:xfrm>
            <a:off x="6881823" y="5549756"/>
            <a:ext cx="1454884" cy="668771"/>
            <a:chOff x="6881823" y="5549756"/>
            <a:chExt cx="1454884" cy="668771"/>
          </a:xfrm>
        </p:grpSpPr>
        <p:sp>
          <p:nvSpPr>
            <p:cNvPr id="80" name="四角形: 角を丸くする 79">
              <a:extLst>
                <a:ext uri="{FF2B5EF4-FFF2-40B4-BE49-F238E27FC236}">
                  <a16:creationId xmlns:a16="http://schemas.microsoft.com/office/drawing/2014/main" id="{A2A0F717-05FD-EDF3-C40D-1DEB18F48371}"/>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7B9C6F64-DC84-4E87-D676-14BABB45BA28}"/>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0A01C5C5-FE2F-7765-2320-0F399958683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grpSp>
      <p:sp>
        <p:nvSpPr>
          <p:cNvPr id="19" name="四角形: 角を丸くする 18">
            <a:extLst>
              <a:ext uri="{FF2B5EF4-FFF2-40B4-BE49-F238E27FC236}">
                <a16:creationId xmlns:a16="http://schemas.microsoft.com/office/drawing/2014/main" id="{42DF2D93-3CD7-31FA-7584-DEF2C6D0E722}"/>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4D9A2C97-5D15-7EFC-0870-B04ED294B28D}"/>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B7D3D4E5-57EE-0DA7-EDBA-47DF22924A4D}"/>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E6721FC3-5E4F-4BB9-3727-AEC298C254C9}"/>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B0FA56E-0DC8-3FF1-6751-CDDB74184166}"/>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370769A1-571C-5F88-B544-94DA31E9E0B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476A4038-58FC-89E9-B2AC-4839CB4B752A}"/>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64273A9C-74D1-E27A-317C-A7CA352685DD}"/>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4C29836F-5BB4-2A17-194F-F714EED5A2C9}"/>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009AABDD-D750-790A-64B8-7373C16EE3D3}"/>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7D035B9A-371C-9F6E-4E63-75384953582D}"/>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0EE18794-6B0E-F05F-4161-1772A026991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9DB81A86-DEC9-36AB-666A-8E40F2C1030A}"/>
              </a:ext>
            </a:extLst>
          </p:cNvPr>
          <p:cNvSpPr/>
          <p:nvPr/>
        </p:nvSpPr>
        <p:spPr>
          <a:xfrm>
            <a:off x="9003798" y="2148172"/>
            <a:ext cx="877218" cy="426944"/>
          </a:xfrm>
          <a:prstGeom prst="roundRect">
            <a:avLst/>
          </a:prstGeom>
          <a:solidFill>
            <a:schemeClr val="accent6">
              <a:lumMod val="20000"/>
              <a:lumOff val="8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C3685509-FBC5-C21A-E45E-82521AE8073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5F0F7E42-1729-DECD-43C2-15F9CBC08F84}"/>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AA83AF4F-35A1-D0A8-1144-E10FE1B49B12}"/>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6D8C0EA5-971D-6A92-ACC9-42F89EB2A059}"/>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E569786A-A250-2B1C-2997-D23E62477AD7}"/>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E3130414-F00A-0D88-191A-413A34F8FFCC}"/>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88220649-073F-FF15-3890-41D152C41325}"/>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B3BBB2B0-0197-7163-5B28-3ED561A18BC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DB8B1903-0452-4C04-04B3-38DB6BF950A9}"/>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048305E5-5C54-24D8-6560-AC28BF90A734}"/>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C8020F22-820A-2B02-7BCF-242516579510}"/>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FA85695A-E677-09B8-8A82-067FBC0794F9}"/>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9F97F97-323F-3F42-4012-65DF7A310902}"/>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 name="グループ化 16">
            <a:extLst>
              <a:ext uri="{FF2B5EF4-FFF2-40B4-BE49-F238E27FC236}">
                <a16:creationId xmlns:a16="http://schemas.microsoft.com/office/drawing/2014/main" id="{874D3DD8-AE20-B1B8-ABB9-0690F3B4A1F6}"/>
              </a:ext>
            </a:extLst>
          </p:cNvPr>
          <p:cNvGrpSpPr/>
          <p:nvPr/>
        </p:nvGrpSpPr>
        <p:grpSpPr>
          <a:xfrm>
            <a:off x="0" y="-1"/>
            <a:ext cx="12192000" cy="6858001"/>
            <a:chOff x="0" y="-1"/>
            <a:chExt cx="12192000" cy="6858001"/>
          </a:xfrm>
        </p:grpSpPr>
        <p:grpSp>
          <p:nvGrpSpPr>
            <p:cNvPr id="50" name="グループ化 49">
              <a:extLst>
                <a:ext uri="{FF2B5EF4-FFF2-40B4-BE49-F238E27FC236}">
                  <a16:creationId xmlns:a16="http://schemas.microsoft.com/office/drawing/2014/main" id="{1D819939-22A3-04AB-10ED-82D5FF0E3321}"/>
                </a:ext>
              </a:extLst>
            </p:cNvPr>
            <p:cNvGrpSpPr/>
            <p:nvPr/>
          </p:nvGrpSpPr>
          <p:grpSpPr>
            <a:xfrm>
              <a:off x="0" y="-1"/>
              <a:ext cx="12192000" cy="6858001"/>
              <a:chOff x="0" y="-1"/>
              <a:chExt cx="12192000" cy="6858001"/>
            </a:xfrm>
          </p:grpSpPr>
          <p:sp>
            <p:nvSpPr>
              <p:cNvPr id="55" name="正方形/長方形 54">
                <a:extLst>
                  <a:ext uri="{FF2B5EF4-FFF2-40B4-BE49-F238E27FC236}">
                    <a16:creationId xmlns:a16="http://schemas.microsoft.com/office/drawing/2014/main" id="{A630FE90-FFCB-98CF-D083-10F753E44FC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5F9494C6-526A-E332-AD7E-BEF41BAB88A7}"/>
                  </a:ext>
                </a:extLst>
              </p:cNvPr>
              <p:cNvGrpSpPr/>
              <p:nvPr/>
            </p:nvGrpSpPr>
            <p:grpSpPr>
              <a:xfrm>
                <a:off x="2616038" y="1823170"/>
                <a:ext cx="6959925" cy="3211661"/>
                <a:chOff x="2616038" y="1823170"/>
                <a:chExt cx="6959925" cy="3211661"/>
              </a:xfrm>
            </p:grpSpPr>
            <p:sp>
              <p:nvSpPr>
                <p:cNvPr id="59" name="四角形: 角を丸くする 58">
                  <a:extLst>
                    <a:ext uri="{FF2B5EF4-FFF2-40B4-BE49-F238E27FC236}">
                      <a16:creationId xmlns:a16="http://schemas.microsoft.com/office/drawing/2014/main" id="{64616AF2-ED7A-0FF2-4C85-A926211E7D53}"/>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8F82805E-1623-01FD-A182-B711D5E1E357}"/>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68F5C0C4-E99A-27DD-EC7C-A9088E0E1FF6}"/>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lang="ja-JP" altLang="en-US">
                      <a:solidFill>
                        <a:srgbClr val="C00000"/>
                      </a:solidFill>
                      <a:latin typeface="原稿用標準書体" panose="03000503000000000000" pitchFamily="66" charset="-128"/>
                      <a:ea typeface="原稿用標準書体" panose="03000503000000000000" pitchFamily="66" charset="-128"/>
                    </a:rPr>
                    <a:t>ミッションを進行</a:t>
                  </a:r>
                  <a:r>
                    <a:rPr kumimoji="1" lang="ja-JP" altLang="en-US">
                      <a:solidFill>
                        <a:srgbClr val="C00000"/>
                      </a:solidFill>
                      <a:latin typeface="原稿用標準書体" panose="03000503000000000000" pitchFamily="66" charset="-128"/>
                      <a:ea typeface="原稿用標準書体" panose="03000503000000000000" pitchFamily="66" charset="-128"/>
                    </a:rPr>
                    <a:t>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1" name="四角形: 角を丸くする 50">
              <a:extLst>
                <a:ext uri="{FF2B5EF4-FFF2-40B4-BE49-F238E27FC236}">
                  <a16:creationId xmlns:a16="http://schemas.microsoft.com/office/drawing/2014/main" id="{EBD6DA97-63BD-B9DB-A1B7-0AF0F9F3288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77" name="図 76">
            <a:extLst>
              <a:ext uri="{FF2B5EF4-FFF2-40B4-BE49-F238E27FC236}">
                <a16:creationId xmlns:a16="http://schemas.microsoft.com/office/drawing/2014/main" id="{4AF2C61C-1F32-965C-A79B-1EE9CE7D1EF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53974" y="2258109"/>
            <a:ext cx="818879" cy="818879"/>
          </a:xfrm>
          <a:prstGeom prst="rect">
            <a:avLst/>
          </a:prstGeom>
        </p:spPr>
      </p:pic>
    </p:spTree>
    <p:extLst>
      <p:ext uri="{BB962C8B-B14F-4D97-AF65-F5344CB8AC3E}">
        <p14:creationId xmlns:p14="http://schemas.microsoft.com/office/powerpoint/2010/main" val="1834879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1A53756-ED85-E5E2-D43C-D99AD8BCC8A9}"/>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B9EEB879-D382-06F5-E2AF-E9B5820A402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669E3F94-7BD3-7075-21EE-13F2F88804FB}"/>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BE037C36-8458-5599-F066-C82C798084E7}"/>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04C801F-C3D1-B180-7978-2267C6BA375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4369E74-110C-8B4F-32BC-93F4C1F3C3A8}"/>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E56CA7B0-2FF5-22E1-7549-BA6C6DBF560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84F1741-DF60-A546-21D9-5938F948A26E}"/>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E46CEE02-185F-5FBC-34DC-FFA5A5BFF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6E3F044-26CC-196D-9507-19E4C176BF5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D56028-A6E0-3C9C-51D0-B520B60D7D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00D10A0-AFBD-77C2-C8E6-B66A0AB4AD2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78138D93-4DD9-BA6C-CEE2-D605593BF43F}"/>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4C8718C3-21D3-1589-07A2-9BFF2E89DF3B}"/>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B5CD61EF-2693-A05F-3AEB-601F395C6405}"/>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5373528-E34A-2CEC-E1FD-6BC4A30E985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B6531AE-6F9A-EDA9-121D-B9C59D03A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89117C7-E31D-2A1C-16BE-E6510ABB7A7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DC99EB36-7406-A7A7-13AE-F205A10140FC}"/>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151DDE1C-0C8E-001B-DA4E-E9A27AF8D56F}"/>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26C86B6A-0DFD-DD2C-B0CA-CB29D4CF8818}"/>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7CABB492-7BEF-2991-FFF6-B45642506B5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A3E6E4CD-D541-478F-8F86-1337B29FED1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038876F-A33F-9D92-CD61-3ACFBB41FD95}"/>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B13B3CEF-AE21-5ACC-90E7-15C3469C2EAC}"/>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DCCDB9D-BB54-855B-E00E-D0FE07E6B50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8A8F0CD3-A48D-CE62-4408-5558B4270CAD}"/>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DAEEFE68-223F-91E9-25A2-A7B21686EE6D}"/>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0F61E84-6E95-58B7-0BC7-4E0F7584F0E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F095D2E8-C016-E328-418F-1E7C2D695CF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BAA46CC9-3B61-BE72-D586-F3CE1095478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43DDD506-126C-7A69-261B-52CD0DEA34C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FAB8D23-9041-D956-58ED-EC464D3A4BD9}"/>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5A0426FA-219D-734E-0716-C73B5A816DA7}"/>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D656817D-B2E4-11C7-6687-9CC347D1DAE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C46EF045-3F7D-E1BE-0915-1DC028A136DE}"/>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F7DECEBE-E50C-FD86-7383-F9352BD2F44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4220785B-F02B-033D-FAFA-81A185F694D8}"/>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23C17FA3-AEA4-7A2F-7A24-2B6EE743B01C}"/>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1F5A9E-389F-BCA0-9E69-072E5B8705F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302F8B92-35C1-D5F8-8A5A-BB9A266F6B1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CE09D913-335F-9C68-B0E0-2128AF22E55C}"/>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35A1426B-51F1-82BE-91F3-357D615BB660}"/>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E6B52A81-0CBE-D185-CAD0-86EB87CC06EB}"/>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38334348-1A26-2D9C-DB75-AAE90A1CDC26}"/>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FA80E1D5-5108-0A60-D4DA-EBFB1FA26A1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49E91B3-4598-DFDC-B8C1-5F8C63F1273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BFDEF75-ED9F-DFC1-BAA5-62C62B84452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13EE84E-3ABF-4EE3-B31D-17DF8797D31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BE4C4AD8-B156-3473-9CF3-932A8FCFC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D6D9D3E6-BAA5-6248-1B58-C13DF509F668}"/>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CFF7478-BDC7-C87D-942C-4F0463A43A1E}"/>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F15A779A-3FD7-09C7-4CEB-0B94424D2024}"/>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5E9ED1A6-78AF-EB0A-51B2-6EB8A4DC445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4AA8482E-3E00-A1F8-4353-8A0338CE6155}"/>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1FF043B5-380A-38F4-2138-5A6FF132027B}"/>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796CBE4C-1978-556D-AFEC-6103A13C6E21}"/>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F1D39FC1-9072-4409-3E79-57955E690A1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338D6F1-5D43-AC52-9622-28316170D40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8A1ADD3A-6B31-1081-FE68-80B6C16E5FA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F833AFB5-64EE-0270-5449-8BD81A5FF0C7}"/>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B1F48FAD-06DE-550B-26D2-976F86C3D5F3}"/>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F7D5508-B4B2-DE9C-2F99-9A0D5A81EE5C}"/>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5C057604-71DC-B3AE-1F4B-22943C98BC2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19EBA999-DC4C-6F18-8203-77265B2865D2}"/>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2F2E38B9-ADC0-3B3D-E496-A91CDD0AC608}"/>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38068BF1-FF25-52D7-A1E1-1FF5B9AA57D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22FB6BB6-03B1-9039-2D17-89D8B6AAC26A}"/>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CF1E681C-9321-36E7-83BD-BEA4B66D7FA1}"/>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80EE158C-B1B4-06B8-1A0C-D128629EF3B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ACCB339-4EF5-6848-C62F-4A53265EF3AF}"/>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C5B7F65F-5AF8-A711-35C5-590641005ACA}"/>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0D3720CA-F80B-C192-7E0F-DAFB2D914EC3}"/>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664A79F6-6CC7-A6BA-F03E-9FC55845C1D5}"/>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6A0BBC83-63A6-044E-70A7-8D3295E16481}"/>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8CEF7BCD-34F7-F4EE-336D-BDC5FBC522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0BCD71EC-9231-50B0-3B73-42D6747F5403}"/>
              </a:ext>
            </a:extLst>
          </p:cNvPr>
          <p:cNvSpPr/>
          <p:nvPr/>
        </p:nvSpPr>
        <p:spPr>
          <a:xfrm>
            <a:off x="9003798" y="2148172"/>
            <a:ext cx="877218" cy="426944"/>
          </a:xfrm>
          <a:prstGeom prst="roundRect">
            <a:avLst/>
          </a:prstGeom>
          <a:solidFill>
            <a:schemeClr val="accent6">
              <a:lumMod val="20000"/>
              <a:lumOff val="8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063EBD2-DAE2-FAB1-30B4-60F89BD00FB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97875B5D-8950-65A8-B3A3-3AACCC0651BE}"/>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CC9944D8-DAC8-0644-0AF1-2F404B0607EF}"/>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C33C8F4D-7105-C7DD-957F-7AD6D70BC74A}"/>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CC343035-EC53-8F51-5455-B9B1CD494E9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A245FFA5-AD33-E406-4517-E8967DC8E6E1}"/>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E4B434E7-549B-0A4E-ED6D-328CBBAF0C40}"/>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B99D473A-342E-8A8E-0991-247EEFEB13B1}"/>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60EFA3F4-130F-B1B7-6281-F2D029D2FB28}"/>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8BBC1A46-9725-C849-838A-AB5A3BAFABA1}"/>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DBB8644A-2FF5-D45C-8F02-7A909CF44A1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5857C21B-A2F2-9117-0BB2-6EDB5966A24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B33A04AB-7022-9CB9-19AA-0C22BBA237E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 name="正方形/長方形 2">
            <a:extLst>
              <a:ext uri="{FF2B5EF4-FFF2-40B4-BE49-F238E27FC236}">
                <a16:creationId xmlns:a16="http://schemas.microsoft.com/office/drawing/2014/main" id="{F134159B-91BF-40BC-1B01-54DF235B90B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7" name="グループ化 16">
            <a:extLst>
              <a:ext uri="{FF2B5EF4-FFF2-40B4-BE49-F238E27FC236}">
                <a16:creationId xmlns:a16="http://schemas.microsoft.com/office/drawing/2014/main" id="{FDD98554-591A-2808-ED57-EF1526008E36}"/>
              </a:ext>
            </a:extLst>
          </p:cNvPr>
          <p:cNvGrpSpPr/>
          <p:nvPr/>
        </p:nvGrpSpPr>
        <p:grpSpPr>
          <a:xfrm>
            <a:off x="2616038" y="1055728"/>
            <a:ext cx="6959925" cy="4781737"/>
            <a:chOff x="2616038" y="1823170"/>
            <a:chExt cx="6959925" cy="4781737"/>
          </a:xfrm>
        </p:grpSpPr>
        <p:sp>
          <p:nvSpPr>
            <p:cNvPr id="50" name="四角形: 角を丸くする 49">
              <a:extLst>
                <a:ext uri="{FF2B5EF4-FFF2-40B4-BE49-F238E27FC236}">
                  <a16:creationId xmlns:a16="http://schemas.microsoft.com/office/drawing/2014/main" id="{62DAE244-2AF3-FC9D-BCFA-2BF814F5A58C}"/>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13688DCC-C738-D778-249D-80EFA7A14850}"/>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7" name="正方形/長方形 56">
            <a:extLst>
              <a:ext uri="{FF2B5EF4-FFF2-40B4-BE49-F238E27FC236}">
                <a16:creationId xmlns:a16="http://schemas.microsoft.com/office/drawing/2014/main" id="{70AE7FE0-B142-32CE-B5FF-CDE783C67B9E}"/>
              </a:ext>
            </a:extLst>
          </p:cNvPr>
          <p:cNvSpPr/>
          <p:nvPr/>
        </p:nvSpPr>
        <p:spPr>
          <a:xfrm>
            <a:off x="2606705" y="216354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図 76">
            <a:extLst>
              <a:ext uri="{FF2B5EF4-FFF2-40B4-BE49-F238E27FC236}">
                <a16:creationId xmlns:a16="http://schemas.microsoft.com/office/drawing/2014/main" id="{22540573-E27B-D9FC-F923-B5616EC1E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79" name="グループ化 78">
            <a:extLst>
              <a:ext uri="{FF2B5EF4-FFF2-40B4-BE49-F238E27FC236}">
                <a16:creationId xmlns:a16="http://schemas.microsoft.com/office/drawing/2014/main" id="{BAAD97E1-33F9-739E-694A-0B4B3A47C7B9}"/>
              </a:ext>
            </a:extLst>
          </p:cNvPr>
          <p:cNvGrpSpPr/>
          <p:nvPr/>
        </p:nvGrpSpPr>
        <p:grpSpPr>
          <a:xfrm>
            <a:off x="4878165" y="2968928"/>
            <a:ext cx="2435670" cy="2615800"/>
            <a:chOff x="6277096" y="2699962"/>
            <a:chExt cx="2177531" cy="2338570"/>
          </a:xfrm>
        </p:grpSpPr>
        <p:grpSp>
          <p:nvGrpSpPr>
            <p:cNvPr id="84" name="グループ化 83">
              <a:extLst>
                <a:ext uri="{FF2B5EF4-FFF2-40B4-BE49-F238E27FC236}">
                  <a16:creationId xmlns:a16="http://schemas.microsoft.com/office/drawing/2014/main" id="{012ABE14-70A3-FCB1-99B5-73A1E656B0DE}"/>
                </a:ext>
              </a:extLst>
            </p:cNvPr>
            <p:cNvGrpSpPr/>
            <p:nvPr/>
          </p:nvGrpSpPr>
          <p:grpSpPr>
            <a:xfrm>
              <a:off x="6277097" y="4298965"/>
              <a:ext cx="2177529" cy="739567"/>
              <a:chOff x="5227712" y="3336557"/>
              <a:chExt cx="1747806" cy="739567"/>
            </a:xfrm>
          </p:grpSpPr>
          <p:sp>
            <p:nvSpPr>
              <p:cNvPr id="97" name="テキスト ボックス 96">
                <a:extLst>
                  <a:ext uri="{FF2B5EF4-FFF2-40B4-BE49-F238E27FC236}">
                    <a16:creationId xmlns:a16="http://schemas.microsoft.com/office/drawing/2014/main" id="{B60FE480-445A-2780-B2FB-6104FABBA82F}"/>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4449F82-499A-AF44-7D32-E757FDF600C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5" name="グループ化 84">
              <a:extLst>
                <a:ext uri="{FF2B5EF4-FFF2-40B4-BE49-F238E27FC236}">
                  <a16:creationId xmlns:a16="http://schemas.microsoft.com/office/drawing/2014/main" id="{26DC4FA8-357F-E5A1-89D5-45B09CDBB68D}"/>
                </a:ext>
              </a:extLst>
            </p:cNvPr>
            <p:cNvGrpSpPr/>
            <p:nvPr/>
          </p:nvGrpSpPr>
          <p:grpSpPr>
            <a:xfrm>
              <a:off x="6277096" y="3501117"/>
              <a:ext cx="2177531" cy="738164"/>
              <a:chOff x="5227711" y="2418059"/>
              <a:chExt cx="1747807" cy="738164"/>
            </a:xfrm>
          </p:grpSpPr>
          <p:sp>
            <p:nvSpPr>
              <p:cNvPr id="91" name="テキスト ボックス 90">
                <a:extLst>
                  <a:ext uri="{FF2B5EF4-FFF2-40B4-BE49-F238E27FC236}">
                    <a16:creationId xmlns:a16="http://schemas.microsoft.com/office/drawing/2014/main" id="{04D3223F-3687-564B-BEB9-F844FFCF1136}"/>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2"/>
                    </a:solidFill>
                    <a:latin typeface="原稿用標準書体" panose="03000503000000000000" pitchFamily="66" charset="-128"/>
                    <a:ea typeface="原稿用標準書体" panose="03000503000000000000" pitchFamily="66" charset="-128"/>
                  </a:rPr>
                  <a:t>0000</a:t>
                </a:r>
                <a:endParaRPr lang="en-US" altLang="ja-JP" b="1" dirty="0">
                  <a:solidFill>
                    <a:schemeClr val="tx2"/>
                  </a:solidFill>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6DA11CC6-C4B8-3A67-63BD-083AFFC3BC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E9D4EADB-32EA-F8BB-86E6-EBC2E8B8B698}"/>
                </a:ext>
              </a:extLst>
            </p:cNvPr>
            <p:cNvGrpSpPr/>
            <p:nvPr/>
          </p:nvGrpSpPr>
          <p:grpSpPr>
            <a:xfrm>
              <a:off x="6277096" y="2699962"/>
              <a:ext cx="2177529" cy="741471"/>
              <a:chOff x="5227712" y="1484774"/>
              <a:chExt cx="1747806" cy="741471"/>
            </a:xfrm>
          </p:grpSpPr>
          <p:sp>
            <p:nvSpPr>
              <p:cNvPr id="88" name="テキスト ボックス 87">
                <a:extLst>
                  <a:ext uri="{FF2B5EF4-FFF2-40B4-BE49-F238E27FC236}">
                    <a16:creationId xmlns:a16="http://schemas.microsoft.com/office/drawing/2014/main" id="{C705155A-09C3-60E4-DD6B-630187FEC80B}"/>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90" name="四角形: 角を丸くする 89">
                <a:extLst>
                  <a:ext uri="{FF2B5EF4-FFF2-40B4-BE49-F238E27FC236}">
                    <a16:creationId xmlns:a16="http://schemas.microsoft.com/office/drawing/2014/main" id="{F69F8A1E-ABB4-7DA4-CAB4-08852E7095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99" name="グループ化 98">
            <a:extLst>
              <a:ext uri="{FF2B5EF4-FFF2-40B4-BE49-F238E27FC236}">
                <a16:creationId xmlns:a16="http://schemas.microsoft.com/office/drawing/2014/main" id="{54ABD644-9639-9A42-180F-51F89B920F4E}"/>
              </a:ext>
            </a:extLst>
          </p:cNvPr>
          <p:cNvGrpSpPr/>
          <p:nvPr/>
        </p:nvGrpSpPr>
        <p:grpSpPr>
          <a:xfrm>
            <a:off x="5426984" y="2229302"/>
            <a:ext cx="1335607" cy="603117"/>
            <a:chOff x="6881823" y="5549756"/>
            <a:chExt cx="1454884" cy="656979"/>
          </a:xfrm>
        </p:grpSpPr>
        <p:sp>
          <p:nvSpPr>
            <p:cNvPr id="100" name="四角形: 角を丸くする 99">
              <a:extLst>
                <a:ext uri="{FF2B5EF4-FFF2-40B4-BE49-F238E27FC236}">
                  <a16:creationId xmlns:a16="http://schemas.microsoft.com/office/drawing/2014/main" id="{7618D13E-92BE-40FD-A862-822DED9013AA}"/>
                </a:ext>
              </a:extLst>
            </p:cNvPr>
            <p:cNvSpPr/>
            <p:nvPr/>
          </p:nvSpPr>
          <p:spPr>
            <a:xfrm>
              <a:off x="6933983" y="5561459"/>
              <a:ext cx="1392927" cy="63916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テキスト ボックス 100">
              <a:extLst>
                <a:ext uri="{FF2B5EF4-FFF2-40B4-BE49-F238E27FC236}">
                  <a16:creationId xmlns:a16="http://schemas.microsoft.com/office/drawing/2014/main" id="{B5818E99-3C31-E6E2-12AE-AA8003F59A50}"/>
                </a:ext>
              </a:extLst>
            </p:cNvPr>
            <p:cNvSpPr txBox="1"/>
            <p:nvPr/>
          </p:nvSpPr>
          <p:spPr>
            <a:xfrm>
              <a:off x="7223403" y="5718861"/>
              <a:ext cx="1113304" cy="36878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02" name="図 101">
              <a:extLst>
                <a:ext uri="{FF2B5EF4-FFF2-40B4-BE49-F238E27FC236}">
                  <a16:creationId xmlns:a16="http://schemas.microsoft.com/office/drawing/2014/main" id="{4EB2115F-79FA-0868-6616-9AB2F447230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grpSp>
      <p:sp>
        <p:nvSpPr>
          <p:cNvPr id="106" name="四角形: 角を丸くする 105">
            <a:extLst>
              <a:ext uri="{FF2B5EF4-FFF2-40B4-BE49-F238E27FC236}">
                <a16:creationId xmlns:a16="http://schemas.microsoft.com/office/drawing/2014/main" id="{83EA92E4-4D03-BEB7-872F-30884FD9D53C}"/>
              </a:ext>
            </a:extLst>
          </p:cNvPr>
          <p:cNvSpPr/>
          <p:nvPr/>
        </p:nvSpPr>
        <p:spPr>
          <a:xfrm rot="5400000">
            <a:off x="7039843" y="3525192"/>
            <a:ext cx="3114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3" name="四角形: 角を丸くする 122">
            <a:extLst>
              <a:ext uri="{FF2B5EF4-FFF2-40B4-BE49-F238E27FC236}">
                <a16:creationId xmlns:a16="http://schemas.microsoft.com/office/drawing/2014/main" id="{F3FF74F6-19B8-3040-E77F-CF800C4E4B83}"/>
              </a:ext>
            </a:extLst>
          </p:cNvPr>
          <p:cNvSpPr/>
          <p:nvPr/>
        </p:nvSpPr>
        <p:spPr>
          <a:xfrm rot="5400000">
            <a:off x="7039843" y="4420174"/>
            <a:ext cx="3114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5" name="四角形: 角を丸くする 124">
            <a:extLst>
              <a:ext uri="{FF2B5EF4-FFF2-40B4-BE49-F238E27FC236}">
                <a16:creationId xmlns:a16="http://schemas.microsoft.com/office/drawing/2014/main" id="{2320A14D-5329-CBD3-85E3-4A2A6B073613}"/>
              </a:ext>
            </a:extLst>
          </p:cNvPr>
          <p:cNvSpPr/>
          <p:nvPr/>
        </p:nvSpPr>
        <p:spPr>
          <a:xfrm rot="5400000">
            <a:off x="7039843" y="5315155"/>
            <a:ext cx="3114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273366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2B1FCC2-B466-282E-A537-80F752DB8EAA}"/>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D46B86D8-E951-22D1-4116-05066070376D}"/>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77B6986-597A-42B6-FAE8-609940BEA989}"/>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365E414E-2C9B-657B-94E0-BDC75CE21F5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16F4A2C-D8A1-ABA7-D129-63504459FE8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5C646E27-7913-ABD9-8FA6-5DF2EBFF05B9}"/>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654B16FD-A6A9-35FA-B5E4-1CEAA98D1E0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C8418A5C-AB7E-BFC4-3412-04FA7411D83F}"/>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1FB1D367-4E19-379D-7856-A01F34CAA64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BF5B9915-E915-E986-9D74-4ECF18BEC67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6FF61CE4-D7CB-1279-4345-429A95C5B7A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5ED3D914-CE01-06C0-5DD4-D2E4A780286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3781AA-F7C6-9035-ECD6-232FAF1B689F}"/>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D6DC66EF-4775-8DAD-C448-B436541EF6BA}"/>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2EBB6418-7C0F-8E49-1D61-C7E5358D88C0}"/>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5D9438CE-ACA9-E07E-533D-D25B47E911B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A25EF306-B3A6-6CFD-9611-448E1DE336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A60533EB-63AB-42D2-DF1C-881361C30BAD}"/>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B33AD095-AB8F-9157-D510-A17B9A6E1F0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DC73807D-5D06-209C-A94C-2C606C164BA6}"/>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5284A89C-9A22-121D-00CC-4DBF6884632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DB7E8E2-FF76-0FA7-8091-12D094966D34}"/>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5749393C-3768-B037-4487-EFED4DCCE70E}"/>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8CCD75D0-3EFC-69C7-AF4E-F348AB27D66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66BB42DD-5498-FFF0-EDB1-D55842E9C7DF}"/>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52236B74-8924-26F4-7519-0FD6F2343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58F79FBC-C53F-D8F1-9BA4-29BF35C75B90}"/>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D6E066F7-D5BD-3E61-D987-EBC407FB644B}"/>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78B20587-B0D0-F5D3-8384-15F1114CFD9A}"/>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CF56501D-CE23-7CFE-CA7A-D9908B10DB5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092BC5F-6907-3E68-609A-BF21B41C8DA7}"/>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6CB82D0-5DE4-1013-43F1-513B80C92416}"/>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75769BB9-6793-4865-959D-057122058E0C}"/>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307C6AAC-0922-B421-B9C5-EEC6AB074150}"/>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A48EAEC7-43FE-0BC4-D8FA-2A8061B4D68B}"/>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74698107-A124-B0BC-1011-65D45F44A7A7}"/>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7FA703F2-3DD2-76ED-47C4-F278AE1796E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FC9E85A-0158-CDB9-7F94-209605423484}"/>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16B8B895-9BC1-003E-EAE4-50CDCA0D33D4}"/>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8B6DF1C0-54E0-20B2-8F76-A0CF36A6AD2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513BADCF-C5AE-D285-4339-1D8F3CAC42F2}"/>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F1853791-B6E3-B5E7-99D3-D6BCB6B4530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FB39B05F-BCBB-B647-5F26-60396184CB41}"/>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5C8194F9-6A1E-F360-F409-910DA163DEFA}"/>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79CF2DE0-70F7-E277-1864-C0863092FE9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16FDE9-1AC8-0DDF-8944-CB2271B5933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AAD6D0F-91B5-6BDB-AB45-9A79D6232E3C}"/>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37126A28-45F9-7AC8-BD2C-19EA9CDAB23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5491BE9-FF77-1F6B-2E08-A9FBD99F030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A89CEC68-5CFC-B3D6-42BE-43C917B80D55}"/>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4373510F-D8CC-7894-CA40-19A6E83248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8821161-E813-4901-227D-1E804B1D314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AD1C431-E1A4-C7E3-B781-18973FB33176}"/>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347FCF27-478D-7FAD-D9F8-8CA51E29FAE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73255AA-FE5D-BA45-CBDB-AE736F1E766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ECE35A04-7AF6-DEAD-9434-A0DD4B54A5D0}"/>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12181D8-1FBE-9BBC-F57E-8D724B56ED0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D9421E92-A2D0-66E7-A08E-7A3A80DAD90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8DA79C00-FC77-7772-8296-027E8E3DDE1D}"/>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D74301ED-CDE8-5542-B409-AF64D69CBC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F1724A01-D096-DBE8-A74D-00EE95FA4C3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A09D3C4-4C45-53F3-F717-C57E19B0851A}"/>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7814217A-0896-9D8C-7BC2-6F3BD2D86B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C2ACE5C1-448A-1E1F-5D24-AC9530D2CB77}"/>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8F9C859F-3C2A-1B21-0811-48FA36F638D6}"/>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8" name="四角形: 角を丸くする 17">
            <a:extLst>
              <a:ext uri="{FF2B5EF4-FFF2-40B4-BE49-F238E27FC236}">
                <a16:creationId xmlns:a16="http://schemas.microsoft.com/office/drawing/2014/main" id="{4F846421-06FC-DBAD-F22F-4F19CC3601BD}"/>
              </a:ext>
            </a:extLst>
          </p:cNvPr>
          <p:cNvSpPr/>
          <p:nvPr/>
        </p:nvSpPr>
        <p:spPr>
          <a:xfrm>
            <a:off x="152141" y="5365476"/>
            <a:ext cx="6715189" cy="1371226"/>
          </a:xfrm>
          <a:prstGeom prst="roundRect">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C8B36624-A5F8-B3B4-42F5-7D1F443586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278972" y="5511418"/>
            <a:ext cx="1056839" cy="1056839"/>
          </a:xfrm>
          <a:prstGeom prst="rect">
            <a:avLst/>
          </a:prstGeom>
        </p:spPr>
      </p:pic>
      <p:pic>
        <p:nvPicPr>
          <p:cNvPr id="23" name="図 22">
            <a:extLst>
              <a:ext uri="{FF2B5EF4-FFF2-40B4-BE49-F238E27FC236}">
                <a16:creationId xmlns:a16="http://schemas.microsoft.com/office/drawing/2014/main" id="{10686C3D-4B09-79AC-5DF4-B4CE46E67F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075931" y="6120510"/>
            <a:ext cx="1056839" cy="1056839"/>
          </a:xfrm>
          <a:prstGeom prst="rect">
            <a:avLst/>
          </a:prstGeom>
        </p:spPr>
      </p:pic>
      <p:pic>
        <p:nvPicPr>
          <p:cNvPr id="25" name="図 24">
            <a:extLst>
              <a:ext uri="{FF2B5EF4-FFF2-40B4-BE49-F238E27FC236}">
                <a16:creationId xmlns:a16="http://schemas.microsoft.com/office/drawing/2014/main" id="{B18D63D6-1C77-4D4C-8188-02890FD35D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787109" y="5828791"/>
            <a:ext cx="1056839" cy="1056839"/>
          </a:xfrm>
          <a:prstGeom prst="rect">
            <a:avLst/>
          </a:prstGeom>
        </p:spPr>
      </p:pic>
    </p:spTree>
    <p:extLst>
      <p:ext uri="{BB962C8B-B14F-4D97-AF65-F5344CB8AC3E}">
        <p14:creationId xmlns:p14="http://schemas.microsoft.com/office/powerpoint/2010/main" val="35157061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1C337-1404-13DF-B78A-2A0C35061C98}"/>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43E560B-C744-B6A9-509B-8181FF5D59D0}"/>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701853C3-59EB-67C5-78F1-5730541DE997}"/>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4CFE959-4C69-17B8-0807-7B1306D979A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8F09197E-D423-CD59-9093-0AAA6960D9D1}"/>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638B071E-2EED-870A-A09A-A757E0E717E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A997F567-DCB6-707C-396A-C4A1A47C0195}"/>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F81EBA02-9D93-35D2-7092-C28D3BB504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D1EE93BA-D5F8-A559-9512-E613D976A876}"/>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E3F7E3A7-B705-C935-6A07-8B69706C6CAF}"/>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AE8B1052-51D0-A839-9F37-4BA523B0D846}"/>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D419F41-B38E-91FA-69DE-79B64184E5A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77AD0D3-FC05-85AA-C4BF-4D89776F6AB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B9CCE8DC-8778-8CBD-303E-D3DBFFD8C1D4}"/>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3536B7E-F7DE-2AB4-C5B3-8A5A8A19582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6A92FA6D-AF39-482F-BCD1-152A8F4BC729}"/>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8A71C251-9C30-A0A8-FCE1-699D17D2849C}"/>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8F225D4D-B807-8C55-83B0-F58FDA0316A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CA98E61-F220-00EB-D1A3-1BC526FC95D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D28CBA85-747F-138B-9F87-56DBC7D62A5A}"/>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D12DF360-164D-19D2-1997-A1A6ED2269F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C9E642B-D5D2-8D38-DD5A-8EF984B6746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4741EF1D-295C-559E-43B8-21DEAC48C36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0A9E11B1-F49F-9007-42EE-069EABDBE4D6}"/>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19232F0D-4F62-05EA-1EDC-B16E00C3F3B0}"/>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88DCECE1-6B03-47B5-69CB-4279DD51A5B5}"/>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E9B66850-2740-D6B8-A12A-E460029C8CF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8F92B329-DD83-3C82-8D7E-15ABB8A39075}"/>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0412A1F8-E589-F9A2-DD24-D40D19A5DE93}"/>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15033A4-28DB-D34E-F4E5-6B1E58BF86ED}"/>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270EA679-7C1C-8550-64EA-E8A68FAB04FA}"/>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621BC466-3A66-3DE1-8ABA-F3DA6D85FA4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5EA161CC-5A68-2B1C-2806-DD3CD576E42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AF92440-01A5-2B50-1696-EE45DFDA657A}"/>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A4AE1178-FC6E-4CC4-A8C4-620A68D8AFD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84DDBBB-10F6-9A2F-B1AE-3ECC07D216E1}"/>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CD285890-6161-7476-4CDB-DDF78132CDD5}"/>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C09436C3-2ACC-774C-784E-ECDBDA0BB04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8637839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8C033-48F6-2D3D-BE13-0208A5F3D50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DBAAFC54-4DD2-9C97-EC31-B482FC725ECC}"/>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5B51C253-7462-3126-4947-5D5A7DC3C8E7}"/>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4D786F66-6B23-BC90-927B-E3C6CEC7C127}"/>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F6C99199-F186-3595-E1DF-71568C406625}"/>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F732255E-CE0C-F3B2-C58D-86FDBC30B0E1}"/>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9DFAE3D1-D80E-5C84-E6C4-654AC230CF3C}"/>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49A6BD69-3BF5-B67F-B61A-90024046DE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EBC70EFD-BAF9-8F7D-4938-67D79E37AFA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1DDD9E1C-27B2-5E07-8552-337917479633}"/>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B30CD77-157F-65AE-1BF7-BDB0A5082AB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B849A0B-71ED-DC38-CB95-C3DC4ED02BB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EACDEBD8-0125-F81A-8A6A-004256506EE8}"/>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EEC9ED4-260C-C671-E523-0C81A2F89782}"/>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32D7739-28B8-EA91-8879-C551BDD14B0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EF3F9179-7736-6B50-853C-1DF87CA9E15C}"/>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6C5076BB-978B-447C-603D-57011F5C0217}"/>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7387D9F-2C91-A7D3-7B4F-8B3B00EE527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89208D67-4A7A-BD58-79C3-A63F840288B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3BCB6B9F-3DA9-0344-2701-20A3822E99B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D13D0BA-1FC1-AE39-120B-CE163EB0962F}"/>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27197D87-395E-E369-9C52-AEB23FD22B4B}"/>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63EBF363-87E2-50C5-B14F-6AFB098C4C7D}"/>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14C2D77-0D7E-88D7-C314-D7CDB3A0772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8C0004B-E22D-69CE-F9B9-D5460FDD122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A2AE52C-2AF4-7565-1909-94FCAE67F3F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A908859D-265D-83CE-CB2E-7349862299E9}"/>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1D9C8FC3-A39F-50ED-EECD-1768ED269FC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D451ADE-9276-20DB-EC45-5A4E45EB6DDA}"/>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F83D456-1703-D4C9-DF4D-7D2F19BC3452}"/>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E9E0FC7-E231-123C-A194-5AD2B0D2CD11}"/>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5BD78-5D18-5C34-E788-D02BFBAF5E9A}"/>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20417AFD-F348-CD8C-7E9C-6C67D6C21AB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AAA222E-D897-1B8A-2922-01738B947730}"/>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C1221399-F711-0A6E-0DD4-CC2B7B11E92F}"/>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67371A95-E386-DFF1-C8D9-81F8A08C2C4D}"/>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A37C6E53-4D1F-AE88-4A2F-E89F11B0327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AA486538-6C88-E8EA-F5AF-DFF8E149687D}"/>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71064CD6-3861-C5EA-516E-C5D7073D8C63}"/>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51205132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5D3627-5F0B-8639-3A25-76DE890C0994}"/>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538A9FEB-6824-3BEB-58E4-B0FAD9A39B54}"/>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DA0CE27-99DE-9B17-0138-6D7E970D4C36}"/>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B9819646-A039-65E7-BB68-A46D77D35605}"/>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DDCBFF39-BEAC-E9BE-FF4E-4ABD3C1CC12B}"/>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BF3CB79-ECB7-7A83-745C-040D23BD1AE9}"/>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1E167D6-0D6E-F086-5670-36B6EA538C0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D815EA87-E739-A95F-4271-BAFE0C50D629}"/>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6B2D4A59-647C-C079-F8C0-9CD14D8D7077}"/>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5471BAA3-EAA1-AC82-2783-77CD454B51B5}"/>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5A94B3D-0745-F04D-1FCE-99A2EF6A80C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27F11C30-CC0A-8636-6C4A-56596C5F59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3C73C7E2-4CA8-691C-1440-AC6374B062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4D0B643E-66E4-532F-7A7B-C9B821E135F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DEFA8694-6ED1-FDFC-3E7D-D8536F9BB09F}"/>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919ACE1-AD8C-337D-8FF6-3901A964FBD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6B6C90A8-A787-BC5E-60E3-829BEB9E93E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4E966AF4-4899-3D77-C9E8-F408AF79EB6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EC551DAE-68C2-9AE3-345F-9174F0034FB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B24C17-B226-F4D3-1A29-9038803C8EC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8237F3-4CF5-DC82-9398-A23A52ECF229}"/>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99AA350C-D812-4C6B-FF0A-3702AD94663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C0B06C9-A155-6C42-5BEA-EB170D55085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0291375B-30F1-6B10-4556-938A438A8DC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182DBEA7-151A-9C5E-02F9-684C08B4B75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606C949-9F59-AF6E-CF4F-7C32CE04389F}"/>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4E4E2E21-1C80-8183-EBCB-DD0EDDF96686}"/>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CDC97838-5BCA-152A-4512-29F905DE9CE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8722CA0A-2BC0-4352-1B7F-14DE2555C20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EA562C03-F937-74FF-0637-C7D41FBB071F}"/>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5311A0FB-88AB-3ABF-327C-B25B9B83651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03C1A2C0-A973-1759-5BBE-7AA1CBACF573}"/>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FDE5724F-C5E4-516B-98F5-B7F2B6D0BBC4}"/>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F10E1B10-366E-8CAC-A9BF-2CB1E71925AB}"/>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5D703573-0C5F-D3FF-898F-4694D694A193}"/>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0871D257-2314-DB44-5B60-70A357D2F8BA}"/>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92C193D-8A8A-DB45-9BE2-0E7A4ACFE503}"/>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0962FC19-636A-6627-37DF-0BCF8CA863C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921E25AE-DED1-258D-5DAC-2C681A29C6F8}"/>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CF134867-8EDF-B0C3-2E72-CF47D385B9B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2DB3E66-44FC-E101-5D28-729389EB9908}"/>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21106F2-F625-2DD1-B93F-B53B64242E86}"/>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57BB87EA-235E-9488-9B1D-1F89DD16ED04}"/>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E308183C-30B5-3CB1-D881-F8A5B1652E7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2B8F78AF-E73D-59C1-475C-814721FFA8B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8F6EE0F7-63F1-CDBA-11B5-6F1027CD1773}"/>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BA683D64-B345-689B-7ECF-5829FF15960A}"/>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313E880-3B2D-0FF7-A6F1-E28AA88617E7}"/>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4CFC2792-FB98-B8AF-05C4-34601FDFAA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6FBD903D-389C-C98C-C454-363BFE92E51F}"/>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7CCE42FC-C98B-E673-A2F6-3B0B43F9149E}"/>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E454557B-5808-FB1D-0E23-3F814562EA22}"/>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10C9C80C-E4B4-24F0-2C21-76E3C975B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C0E2B6C4-7CC5-72E6-6359-E6CA531CFB5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A7AFDAEE-1F87-016C-C7D2-9FB983494E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976E6AB8-2252-97EE-38A7-32F7989A1EAF}"/>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0DE059E8-FC66-A5A3-9AD2-4F7C401DAD98}"/>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46BEC362-DE39-D6FF-4ECB-DDDB78CE2D7B}"/>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AA92305-BAC2-D1EE-9530-AE727F40B386}"/>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05FD6C6C-B154-923D-09C6-6F8C9770A2F5}"/>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C525C453-867B-FC37-7AAC-58EB5C2CEC87}"/>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DB0177C4-4C98-4777-0A94-8C87B723FB94}"/>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20706A8B-DD76-A4F9-EA94-6B280CC5AC7F}"/>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6E6AF18-91B6-8506-5455-54C2FACC08B4}"/>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36EF10C3-BAC4-7284-550B-F6F1DC36DD06}"/>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06BAC2A8-B2DE-282D-FD57-3D07A9ECF9D3}"/>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676927E8-11A6-B06E-7161-C86249E6EDEC}"/>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2A0EE272-160E-E0FD-7E00-1EE3CFC1199A}"/>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E5DBC96-7FDC-743D-4E40-93DF3C4AC87E}"/>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88E37592-DDD9-36C7-AA68-A6BF30C65868}"/>
              </a:ext>
            </a:extLst>
          </p:cNvPr>
          <p:cNvSpPr txBox="1"/>
          <p:nvPr/>
        </p:nvSpPr>
        <p:spPr>
          <a:xfrm>
            <a:off x="6851708" y="461127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9C32CD74-2A8E-96B3-FCBA-F96488567CB9}"/>
              </a:ext>
            </a:extLst>
          </p:cNvPr>
          <p:cNvSpPr txBox="1"/>
          <p:nvPr/>
        </p:nvSpPr>
        <p:spPr>
          <a:xfrm>
            <a:off x="6851708" y="427840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5" name="グループ化 44">
            <a:extLst>
              <a:ext uri="{FF2B5EF4-FFF2-40B4-BE49-F238E27FC236}">
                <a16:creationId xmlns:a16="http://schemas.microsoft.com/office/drawing/2014/main" id="{78874534-A654-E864-1F81-FE064FED0B13}"/>
              </a:ext>
            </a:extLst>
          </p:cNvPr>
          <p:cNvGrpSpPr/>
          <p:nvPr/>
        </p:nvGrpSpPr>
        <p:grpSpPr>
          <a:xfrm>
            <a:off x="6959348" y="3843828"/>
            <a:ext cx="3404276" cy="261665"/>
            <a:chOff x="8367658" y="4562868"/>
            <a:chExt cx="2129276" cy="261665"/>
          </a:xfrm>
        </p:grpSpPr>
        <p:sp>
          <p:nvSpPr>
            <p:cNvPr id="46" name="四角形: 角を丸くする 45">
              <a:extLst>
                <a:ext uri="{FF2B5EF4-FFF2-40B4-BE49-F238E27FC236}">
                  <a16:creationId xmlns:a16="http://schemas.microsoft.com/office/drawing/2014/main" id="{AC33F2FD-09E0-DCD7-0901-920D98B1DA1C}"/>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F932EB4F-1155-0DC7-B527-FD40301E8620}"/>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1038AA53-29E4-A565-4C1E-DF26FA99F609}"/>
              </a:ext>
            </a:extLst>
          </p:cNvPr>
          <p:cNvGrpSpPr/>
          <p:nvPr/>
        </p:nvGrpSpPr>
        <p:grpSpPr>
          <a:xfrm>
            <a:off x="6655794" y="5395178"/>
            <a:ext cx="4011384" cy="488870"/>
            <a:chOff x="6840453" y="5476946"/>
            <a:chExt cx="3642066" cy="443861"/>
          </a:xfrm>
        </p:grpSpPr>
        <p:sp>
          <p:nvSpPr>
            <p:cNvPr id="60" name="四角形: 角を丸くする 59">
              <a:extLst>
                <a:ext uri="{FF2B5EF4-FFF2-40B4-BE49-F238E27FC236}">
                  <a16:creationId xmlns:a16="http://schemas.microsoft.com/office/drawing/2014/main" id="{25CDEBB3-7B98-E2B1-6581-3FAD558C0452}"/>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734B47D8-4DFB-2ED9-CE3B-53CB7CC259EF}"/>
                </a:ext>
              </a:extLst>
            </p:cNvPr>
            <p:cNvSpPr txBox="1"/>
            <p:nvPr/>
          </p:nvSpPr>
          <p:spPr>
            <a:xfrm>
              <a:off x="6883873" y="5538912"/>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D1FE8C62-B1DD-3AA8-D182-B4BF06B31B4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19CC67CE-8204-E6E3-F50F-C61618380AC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A051B252-217D-F510-B509-BE7A19FD269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3BBD23B8-353C-B41B-8E9A-2C4962756549}"/>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6C82BF0D-E645-476F-C7AA-D54ACC07934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27177028-9740-C7FD-BFB7-DD8E5EF0410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0DC10E33-3633-43EC-4EFC-905EF5730F4D}"/>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2EE3C5AF-168C-0D3E-D7A3-417D4F882AA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98F6C498-A2E9-2AA3-2EA7-91566994F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6BF0C68A-555E-40F2-72C8-BA3349CDD177}"/>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EA8B5FE1-AB19-0AE7-ECD4-57794B13AC37}"/>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15E4D220-D96D-1F4C-5324-4B58C6A1E93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B7F8FF37-2CB3-D467-D211-D4606068720D}"/>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B86D845D-A3A0-0088-1F19-29820A77135A}"/>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9760D267-56FB-702D-CEA8-551BCCC19A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6B44439-35D3-23FA-4090-E9645597DF1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4E0C731D-CE84-5B83-7270-0D887660466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4D7D0925-E33A-428B-0723-D3848762C5F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99638AEB-5AAE-938F-C283-181B6CF07A9E}"/>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BE9B364B-5839-C95A-90E7-BAA76C0C48D5}"/>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9A43CC1-3510-DDA3-3017-2A300CA72D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sp>
        <p:nvSpPr>
          <p:cNvPr id="4" name="正方形/長方形 3">
            <a:extLst>
              <a:ext uri="{FF2B5EF4-FFF2-40B4-BE49-F238E27FC236}">
                <a16:creationId xmlns:a16="http://schemas.microsoft.com/office/drawing/2014/main" id="{A43E4AA6-478A-D0E1-CFE7-11DC635B4AE9}"/>
              </a:ext>
            </a:extLst>
          </p:cNvPr>
          <p:cNvSpPr/>
          <p:nvPr/>
        </p:nvSpPr>
        <p:spPr>
          <a:xfrm>
            <a:off x="6284496" y="2209137"/>
            <a:ext cx="4754963" cy="1436267"/>
          </a:xfrm>
          <a:prstGeom prst="rect">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0" name="グループ化 199">
            <a:extLst>
              <a:ext uri="{FF2B5EF4-FFF2-40B4-BE49-F238E27FC236}">
                <a16:creationId xmlns:a16="http://schemas.microsoft.com/office/drawing/2014/main" id="{B3F145E0-D01F-45C1-60E4-C85260BC558C}"/>
              </a:ext>
            </a:extLst>
          </p:cNvPr>
          <p:cNvGrpSpPr/>
          <p:nvPr/>
        </p:nvGrpSpPr>
        <p:grpSpPr>
          <a:xfrm>
            <a:off x="8125651" y="239176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4E0DAF22-68D2-B25F-99C1-72B12C1AE58A}"/>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140D2E-94AC-97C3-3A99-C447DBFC73F8}"/>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A845A4-B051-0351-BA86-363F4C73CDEA}"/>
              </a:ext>
            </a:extLst>
          </p:cNvPr>
          <p:cNvGrpSpPr/>
          <p:nvPr/>
        </p:nvGrpSpPr>
        <p:grpSpPr>
          <a:xfrm>
            <a:off x="6752309" y="2391761"/>
            <a:ext cx="1071668" cy="1071668"/>
            <a:chOff x="8374620" y="5203596"/>
            <a:chExt cx="914400" cy="914400"/>
          </a:xfrm>
          <a:effectLst/>
        </p:grpSpPr>
        <p:sp>
          <p:nvSpPr>
            <p:cNvPr id="49" name="楕円 48">
              <a:extLst>
                <a:ext uri="{FF2B5EF4-FFF2-40B4-BE49-F238E27FC236}">
                  <a16:creationId xmlns:a16="http://schemas.microsoft.com/office/drawing/2014/main" id="{AE59D08D-A897-E5D6-4102-D4F66F0C5567}"/>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5E955132-3E2C-9FC4-E7F6-7875EE2222B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98B7E6BC-E43D-C449-714A-C2EA94A50F91}"/>
              </a:ext>
            </a:extLst>
          </p:cNvPr>
          <p:cNvGrpSpPr/>
          <p:nvPr/>
        </p:nvGrpSpPr>
        <p:grpSpPr>
          <a:xfrm>
            <a:off x="9498993" y="2391761"/>
            <a:ext cx="1071668" cy="1071668"/>
            <a:chOff x="8374620" y="5203596"/>
            <a:chExt cx="914400" cy="914400"/>
          </a:xfrm>
          <a:effectLst/>
        </p:grpSpPr>
        <p:sp>
          <p:nvSpPr>
            <p:cNvPr id="57" name="楕円 56">
              <a:extLst>
                <a:ext uri="{FF2B5EF4-FFF2-40B4-BE49-F238E27FC236}">
                  <a16:creationId xmlns:a16="http://schemas.microsoft.com/office/drawing/2014/main" id="{846627D6-C03F-C726-6FCF-D8BFA9E55573}"/>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06A01125-B7F1-5769-168A-6DD4C793160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FDE0EC34-5E6C-B9DD-4F67-A19C11DD7157}"/>
              </a:ext>
            </a:extLst>
          </p:cNvPr>
          <p:cNvGrpSpPr/>
          <p:nvPr/>
        </p:nvGrpSpPr>
        <p:grpSpPr>
          <a:xfrm>
            <a:off x="8299848" y="188384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C36CDF9F-7CF8-8BF8-ED5C-DCDD7AB60BBB}"/>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FA4B7870-E4C6-89C4-832A-19D16B13A9FA}"/>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6798646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A51103D-7812-0041-22A2-0A0A26E6C600}"/>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0CEE3D6-D746-6A60-C233-0B043442A1DD}"/>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D6356EFF-9D69-A880-4DE7-56485F42F969}"/>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B576137-9B1F-B299-59BA-094E3321966C}"/>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0B82B2D-5DEE-14DD-A0AB-D62C194DD1ED}"/>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8B057E5-3961-8007-0048-F9174B3C5043}"/>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C3D736C-3541-129E-B442-E885143F3ECF}"/>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C5A3E880-B504-0EF2-5DCE-744FC46BA2A7}"/>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F0259ED0-946B-D7D1-32F9-8BCFC27E8976}"/>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FDA97FB-E847-7117-66D4-00B475DED42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BDF122EB-9316-BD76-102B-14FC3B7DB6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EBDFE654-8574-AE23-7D8F-DA7BC14424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87120D21-3A19-7FA3-B3FE-3A8F7D083E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CD0FE1EB-B694-9D91-DF14-F29B6775170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FE2CA9CF-B02A-EC74-3A27-D6100EC1E732}"/>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E51D767-7E92-FFC0-50AF-CB241D8DA8E8}"/>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F8998968-7987-2C9C-4E3A-0546E6B701E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01F9A702-99A1-291A-B1A8-FAF7BEFB3BA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F6068D6-300A-9688-D29A-042BDC183A3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35F5EDB7-9A25-79A4-E461-6FF805A820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494897ED-2E9E-A34E-21C7-F02D71736691}"/>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E982C6BE-E37A-3E55-5ABC-5B5A61A2543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63051A07-68A6-F9CD-C64C-2934D2FC56F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7F004F0-C128-A332-FAE9-A601854CEF9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2D43F0A1-5EEA-A67A-A2F5-11F1F7CAF4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5E459AE4-2C6B-F376-8CBB-6286E6806679}"/>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EDA3BA90-73A3-65CA-11F8-7A20B9CAC13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4BA3A7B-F2CD-F1C3-C483-E80CC039A7F8}"/>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93E6E61E-A980-0DCD-C2AD-478A4AD9FC5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6B575E94-7AE6-319B-0BE4-06987484E985}"/>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4B38AA9-4D4F-ACC0-0CF2-93CB1F4D314D}"/>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7F25CCB6-7F33-0F02-1DE1-D40FC397A61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A960F07B-6549-6000-929A-CB9DF5BF3410}"/>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50359B6C-5EB2-1D0E-A062-793A64BC8AA5}"/>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6691CBF-E072-68D4-C7AD-57AFFDC6A63E}"/>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01AFF49-078A-8CA0-4967-D2CE3761A220}"/>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50945FD-B9E7-ADD7-0A44-D36F5C70DA3F}"/>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47A974FD-56CB-3F52-143D-2297C60D736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2B0E3B0B-1BDD-6124-D613-7D4F9F848071}"/>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8475A903-26D7-B875-589B-212B8BD107EC}"/>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AA1DF8C8-7AE0-6980-D0F7-539736CB82D7}"/>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A2C6C3AB-74CE-F78B-F76F-6839BD097645}"/>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48EDE66-59DE-C779-37CC-612BB5C2BBF9}"/>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A9B4CC8B-3FCA-AB11-AEE4-DE3976571FF5}"/>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05A7255D-07C7-FF28-E95A-942DEE3A80FB}"/>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C4629C2F-8AAA-3DC8-4014-24DD437D34D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D8AACA5C-000D-2310-4617-8BDA11E3CAA3}"/>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126974EF-5DD3-1C3E-FBB5-5ACA09065CAF}"/>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B12019E2-DD89-201B-263A-208C5C06DE8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FD711FA3-1420-7015-8367-632718F106FE}"/>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BA143DD1-79EA-ED6A-0F1F-C105C911B87A}"/>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BCF4E1ED-A09D-6FF0-3DA8-CE09A83DCB90}"/>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C1913254-5803-E8D4-CB6A-E6CF48BD7D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F5E65C4-A4C8-6F3C-C1CB-4345E504889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D3A74A41-0A88-D89E-A473-3DEAE1ECE2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FFC8EC2D-CE5D-5C7E-6D61-0B3DDA035C0E}"/>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E280D15E-5533-D3E7-CDA3-B4BB7A6C1BFF}"/>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DD7B22D3-B694-7038-D6EC-5205614647D5}"/>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09E5C966-92B8-5871-8A51-61258197F62F}"/>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EE54855D-65C6-9E23-CFCD-6FD8CA249747}"/>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9D144D9A-D77F-186A-6B81-3290110401F1}"/>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4452060C-1470-CA8B-FF32-39C3C868D2B9}"/>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458FA410-8B23-7ECF-954A-B5C628853DB4}"/>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C5C1B2A1-5589-5218-F68C-D13F486DC316}"/>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62813EC2-D7F6-624D-929D-23CC209EA7BC}"/>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E7C7B6F6-A883-8125-DB77-1306CDDA122C}"/>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FC185063-A54F-0EF9-4931-8B3D0032A411}"/>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FE3F7C25-52D8-FF7F-5064-D5A471C14F0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0705FB73-B9E1-A5CD-2165-14AE34391060}"/>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CEB73DF4-8A0B-89CD-B576-2EB1DE4C0BBC}"/>
              </a:ext>
            </a:extLst>
          </p:cNvPr>
          <p:cNvSpPr/>
          <p:nvPr/>
        </p:nvSpPr>
        <p:spPr>
          <a:xfrm>
            <a:off x="7788602" y="1893538"/>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01B25DE9-6FC6-E939-FD02-17085F0924D6}"/>
              </a:ext>
            </a:extLst>
          </p:cNvPr>
          <p:cNvSpPr/>
          <p:nvPr/>
        </p:nvSpPr>
        <p:spPr>
          <a:xfrm>
            <a:off x="6681336" y="2262228"/>
            <a:ext cx="3960301" cy="3781852"/>
          </a:xfrm>
          <a:prstGeom prst="roundRect">
            <a:avLst>
              <a:gd name="adj" fmla="val 5440"/>
            </a:avLst>
          </a:prstGeom>
          <a:solidFill>
            <a:schemeClr val="tx1">
              <a:lumMod val="85000"/>
              <a:lumOff val="15000"/>
              <a:alpha val="2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3" name="テキスト ボックス 202">
            <a:extLst>
              <a:ext uri="{FF2B5EF4-FFF2-40B4-BE49-F238E27FC236}">
                <a16:creationId xmlns:a16="http://schemas.microsoft.com/office/drawing/2014/main" id="{0C79D191-472A-FE3F-C104-7A3107EFEE44}"/>
              </a:ext>
            </a:extLst>
          </p:cNvPr>
          <p:cNvSpPr txBox="1"/>
          <p:nvPr/>
        </p:nvSpPr>
        <p:spPr>
          <a:xfrm>
            <a:off x="6851708" y="489616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835AEED6-8E38-653E-8855-DC35DAA10CF7}"/>
              </a:ext>
            </a:extLst>
          </p:cNvPr>
          <p:cNvSpPr txBox="1"/>
          <p:nvPr/>
        </p:nvSpPr>
        <p:spPr>
          <a:xfrm>
            <a:off x="6851708" y="456329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621F6890-47A4-DEE4-57D5-9BB9D005E681}"/>
              </a:ext>
            </a:extLst>
          </p:cNvPr>
          <p:cNvGrpSpPr/>
          <p:nvPr/>
        </p:nvGrpSpPr>
        <p:grpSpPr>
          <a:xfrm>
            <a:off x="8125651" y="2998301"/>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CAD676C3-5421-59B4-9CF8-094702AE0196}"/>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660AC315-FF1A-AF3E-9EAB-FF8CA5C4C145}"/>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16" name="グループ化 215">
            <a:extLst>
              <a:ext uri="{FF2B5EF4-FFF2-40B4-BE49-F238E27FC236}">
                <a16:creationId xmlns:a16="http://schemas.microsoft.com/office/drawing/2014/main" id="{1395C85D-1CE5-4EAB-9739-6C67BED0A8CB}"/>
              </a:ext>
            </a:extLst>
          </p:cNvPr>
          <p:cNvGrpSpPr/>
          <p:nvPr/>
        </p:nvGrpSpPr>
        <p:grpSpPr>
          <a:xfrm>
            <a:off x="8299848" y="2490388"/>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6AA942B8-4658-4D4F-B7BD-68B686904F44}"/>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B31D1BAC-F07E-8510-DB6C-6B877BB6DF69}"/>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5" name="グループ化 44">
            <a:extLst>
              <a:ext uri="{FF2B5EF4-FFF2-40B4-BE49-F238E27FC236}">
                <a16:creationId xmlns:a16="http://schemas.microsoft.com/office/drawing/2014/main" id="{55E136AB-CCF5-5808-5620-78EFDB884ACA}"/>
              </a:ext>
            </a:extLst>
          </p:cNvPr>
          <p:cNvGrpSpPr/>
          <p:nvPr/>
        </p:nvGrpSpPr>
        <p:grpSpPr>
          <a:xfrm>
            <a:off x="7596848" y="4253139"/>
            <a:ext cx="2129276" cy="261665"/>
            <a:chOff x="8367658" y="4562868"/>
            <a:chExt cx="2129276" cy="261665"/>
          </a:xfrm>
        </p:grpSpPr>
        <p:sp>
          <p:nvSpPr>
            <p:cNvPr id="46" name="四角形: 角を丸くする 45">
              <a:extLst>
                <a:ext uri="{FF2B5EF4-FFF2-40B4-BE49-F238E27FC236}">
                  <a16:creationId xmlns:a16="http://schemas.microsoft.com/office/drawing/2014/main" id="{A1A36D63-5E91-31EE-80EC-2D2DDA9BE4C8}"/>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6BEA024-AE2C-0078-E17C-1BFC5DA5CA37}"/>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8" name="グループ化 47">
            <a:extLst>
              <a:ext uri="{FF2B5EF4-FFF2-40B4-BE49-F238E27FC236}">
                <a16:creationId xmlns:a16="http://schemas.microsoft.com/office/drawing/2014/main" id="{0CD3FBC4-BC14-3F65-EF0B-BDB76929C954}"/>
              </a:ext>
            </a:extLst>
          </p:cNvPr>
          <p:cNvGrpSpPr/>
          <p:nvPr/>
        </p:nvGrpSpPr>
        <p:grpSpPr>
          <a:xfrm>
            <a:off x="6752309" y="2998301"/>
            <a:ext cx="1071668" cy="1071668"/>
            <a:chOff x="8374620" y="5203596"/>
            <a:chExt cx="914400" cy="914400"/>
          </a:xfrm>
          <a:effectLst/>
        </p:grpSpPr>
        <p:sp>
          <p:nvSpPr>
            <p:cNvPr id="49" name="楕円 48">
              <a:extLst>
                <a:ext uri="{FF2B5EF4-FFF2-40B4-BE49-F238E27FC236}">
                  <a16:creationId xmlns:a16="http://schemas.microsoft.com/office/drawing/2014/main" id="{C2E9401A-2D17-BB24-5EC7-277F09839218}"/>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0" name="矢印: 下 49">
              <a:extLst>
                <a:ext uri="{FF2B5EF4-FFF2-40B4-BE49-F238E27FC236}">
                  <a16:creationId xmlns:a16="http://schemas.microsoft.com/office/drawing/2014/main" id="{81AAAADF-763D-3D9E-7753-C6487B791E40}"/>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1" name="グループ化 50">
            <a:extLst>
              <a:ext uri="{FF2B5EF4-FFF2-40B4-BE49-F238E27FC236}">
                <a16:creationId xmlns:a16="http://schemas.microsoft.com/office/drawing/2014/main" id="{BE3E01F7-96AD-BFBA-B70F-67968B5A7012}"/>
              </a:ext>
            </a:extLst>
          </p:cNvPr>
          <p:cNvGrpSpPr/>
          <p:nvPr/>
        </p:nvGrpSpPr>
        <p:grpSpPr>
          <a:xfrm>
            <a:off x="9498993" y="2998301"/>
            <a:ext cx="1071668" cy="1071668"/>
            <a:chOff x="8374620" y="5203596"/>
            <a:chExt cx="914400" cy="914400"/>
          </a:xfrm>
          <a:effectLst/>
        </p:grpSpPr>
        <p:sp>
          <p:nvSpPr>
            <p:cNvPr id="57" name="楕円 56">
              <a:extLst>
                <a:ext uri="{FF2B5EF4-FFF2-40B4-BE49-F238E27FC236}">
                  <a16:creationId xmlns:a16="http://schemas.microsoft.com/office/drawing/2014/main" id="{BEE84C3A-1041-1BC6-B35B-9244C21EC902}"/>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8" name="矢印: 下 57">
              <a:extLst>
                <a:ext uri="{FF2B5EF4-FFF2-40B4-BE49-F238E27FC236}">
                  <a16:creationId xmlns:a16="http://schemas.microsoft.com/office/drawing/2014/main" id="{D3D0D43F-D7E3-C2CD-6CFF-BE9B2EFABC74}"/>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0" name="四角形: 角を丸くする 59">
            <a:extLst>
              <a:ext uri="{FF2B5EF4-FFF2-40B4-BE49-F238E27FC236}">
                <a16:creationId xmlns:a16="http://schemas.microsoft.com/office/drawing/2014/main" id="{3C107780-F694-EB27-DE72-8456CF2DF80B}"/>
              </a:ext>
            </a:extLst>
          </p:cNvPr>
          <p:cNvSpPr/>
          <p:nvPr/>
        </p:nvSpPr>
        <p:spPr>
          <a:xfrm>
            <a:off x="6840453" y="5476946"/>
            <a:ext cx="3642066" cy="443861"/>
          </a:xfrm>
          <a:prstGeom prst="roundRect">
            <a:avLst>
              <a:gd name="adj" fmla="val 42708"/>
            </a:avLst>
          </a:prstGeom>
          <a:solidFill>
            <a:schemeClr val="tx2">
              <a:lumMod val="60000"/>
              <a:lumOff val="40000"/>
              <a:alpha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2" name="テキスト ボックス 61">
            <a:extLst>
              <a:ext uri="{FF2B5EF4-FFF2-40B4-BE49-F238E27FC236}">
                <a16:creationId xmlns:a16="http://schemas.microsoft.com/office/drawing/2014/main" id="{80D0C18E-BCA6-359A-57C4-BEC0CBD35DE0}"/>
              </a:ext>
            </a:extLst>
          </p:cNvPr>
          <p:cNvSpPr txBox="1"/>
          <p:nvPr/>
        </p:nvSpPr>
        <p:spPr>
          <a:xfrm>
            <a:off x="6883873" y="5530568"/>
            <a:ext cx="1495566" cy="307777"/>
          </a:xfrm>
          <a:prstGeom prst="rect">
            <a:avLst/>
          </a:prstGeom>
          <a:noFill/>
        </p:spPr>
        <p:txBody>
          <a:bodyPr wrap="square">
            <a:spAutoFit/>
          </a:bodyPr>
          <a:lstStyle/>
          <a:p>
            <a:r>
              <a:rPr lang="ja-JP" altLang="en-US" sz="1400" b="1">
                <a:solidFill>
                  <a:schemeClr val="accent2">
                    <a:lumMod val="60000"/>
                    <a:lumOff val="40000"/>
                  </a:schemeClr>
                </a:solidFill>
                <a:latin typeface="原稿用標準書体" panose="03000503000000000000" pitchFamily="66" charset="-128"/>
                <a:ea typeface="原稿用標準書体" panose="03000503000000000000" pitchFamily="66" charset="-128"/>
              </a:rPr>
              <a:t>バフ対象</a:t>
            </a:r>
            <a:endParaRPr lang="ja-JP" altLang="en-US" sz="14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3F290838-5F51-9201-2D12-9AEBC53C348A}"/>
              </a:ext>
            </a:extLst>
          </p:cNvPr>
          <p:cNvGrpSpPr/>
          <p:nvPr/>
        </p:nvGrpSpPr>
        <p:grpSpPr>
          <a:xfrm>
            <a:off x="7778883" y="5527509"/>
            <a:ext cx="342734" cy="342734"/>
            <a:chOff x="7889163" y="4826545"/>
            <a:chExt cx="1014592" cy="1014592"/>
          </a:xfrm>
        </p:grpSpPr>
        <p:sp>
          <p:nvSpPr>
            <p:cNvPr id="128" name="楕円 127">
              <a:extLst>
                <a:ext uri="{FF2B5EF4-FFF2-40B4-BE49-F238E27FC236}">
                  <a16:creationId xmlns:a16="http://schemas.microsoft.com/office/drawing/2014/main" id="{45E0CC19-B30C-ED10-18FF-D7247D7D37DE}"/>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0" name="グラフィックス 129" descr="ユーザー 単色塗りつぶし">
              <a:extLst>
                <a:ext uri="{FF2B5EF4-FFF2-40B4-BE49-F238E27FC236}">
                  <a16:creationId xmlns:a16="http://schemas.microsoft.com/office/drawing/2014/main" id="{313E91D1-21E5-D1B1-C9C9-93C4931DF4F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968192" y="4905574"/>
              <a:ext cx="856534" cy="856534"/>
            </a:xfrm>
            <a:prstGeom prst="rect">
              <a:avLst/>
            </a:prstGeom>
          </p:spPr>
        </p:pic>
      </p:grpSp>
      <p:grpSp>
        <p:nvGrpSpPr>
          <p:cNvPr id="132" name="グループ化 131">
            <a:extLst>
              <a:ext uri="{FF2B5EF4-FFF2-40B4-BE49-F238E27FC236}">
                <a16:creationId xmlns:a16="http://schemas.microsoft.com/office/drawing/2014/main" id="{4F3856E7-0E6A-C8F6-FC2B-2089D170F49D}"/>
              </a:ext>
            </a:extLst>
          </p:cNvPr>
          <p:cNvGrpSpPr/>
          <p:nvPr/>
        </p:nvGrpSpPr>
        <p:grpSpPr>
          <a:xfrm>
            <a:off x="8155490" y="5527509"/>
            <a:ext cx="342734" cy="342734"/>
            <a:chOff x="7889163" y="4826545"/>
            <a:chExt cx="1014592" cy="1014592"/>
          </a:xfrm>
        </p:grpSpPr>
        <p:sp>
          <p:nvSpPr>
            <p:cNvPr id="133" name="楕円 132">
              <a:extLst>
                <a:ext uri="{FF2B5EF4-FFF2-40B4-BE49-F238E27FC236}">
                  <a16:creationId xmlns:a16="http://schemas.microsoft.com/office/drawing/2014/main" id="{2E7C76DB-C82E-9BD0-F507-8B9133F1AEB0}"/>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4" name="グラフィックス 133" descr="ユーザー 単色塗りつぶし">
              <a:extLst>
                <a:ext uri="{FF2B5EF4-FFF2-40B4-BE49-F238E27FC236}">
                  <a16:creationId xmlns:a16="http://schemas.microsoft.com/office/drawing/2014/main" id="{A987C775-8709-5ABE-F296-92CE985BB83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35" name="グループ化 134">
            <a:extLst>
              <a:ext uri="{FF2B5EF4-FFF2-40B4-BE49-F238E27FC236}">
                <a16:creationId xmlns:a16="http://schemas.microsoft.com/office/drawing/2014/main" id="{3E6FB260-D265-A2ED-333D-896B9A789C2C}"/>
              </a:ext>
            </a:extLst>
          </p:cNvPr>
          <p:cNvGrpSpPr/>
          <p:nvPr/>
        </p:nvGrpSpPr>
        <p:grpSpPr>
          <a:xfrm>
            <a:off x="8532097" y="5527509"/>
            <a:ext cx="342734" cy="342734"/>
            <a:chOff x="7889163" y="4826545"/>
            <a:chExt cx="1014592" cy="1014592"/>
          </a:xfrm>
        </p:grpSpPr>
        <p:sp>
          <p:nvSpPr>
            <p:cNvPr id="136" name="楕円 135">
              <a:extLst>
                <a:ext uri="{FF2B5EF4-FFF2-40B4-BE49-F238E27FC236}">
                  <a16:creationId xmlns:a16="http://schemas.microsoft.com/office/drawing/2014/main" id="{9868598D-25E6-D1F8-25DD-726FD31EAE19}"/>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A0109FDE-057B-6325-E687-DD36B981384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4" name="グループ化 143">
            <a:extLst>
              <a:ext uri="{FF2B5EF4-FFF2-40B4-BE49-F238E27FC236}">
                <a16:creationId xmlns:a16="http://schemas.microsoft.com/office/drawing/2014/main" id="{01282CE9-D315-C4DF-3E4A-A984DDF8B142}"/>
              </a:ext>
            </a:extLst>
          </p:cNvPr>
          <p:cNvGrpSpPr/>
          <p:nvPr/>
        </p:nvGrpSpPr>
        <p:grpSpPr>
          <a:xfrm>
            <a:off x="8908704" y="5527509"/>
            <a:ext cx="342734" cy="342734"/>
            <a:chOff x="7889163" y="4826545"/>
            <a:chExt cx="1014592" cy="1014592"/>
          </a:xfrm>
        </p:grpSpPr>
        <p:sp>
          <p:nvSpPr>
            <p:cNvPr id="146" name="楕円 145">
              <a:extLst>
                <a:ext uri="{FF2B5EF4-FFF2-40B4-BE49-F238E27FC236}">
                  <a16:creationId xmlns:a16="http://schemas.microsoft.com/office/drawing/2014/main" id="{317D1563-C3EA-29CF-C2E3-9ACD28C1ED9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47" name="グラフィックス 146" descr="ユーザー 単色塗りつぶし">
              <a:extLst>
                <a:ext uri="{FF2B5EF4-FFF2-40B4-BE49-F238E27FC236}">
                  <a16:creationId xmlns:a16="http://schemas.microsoft.com/office/drawing/2014/main" id="{8B773818-C141-C23D-2D15-2D360C16E7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48" name="グループ化 147">
            <a:extLst>
              <a:ext uri="{FF2B5EF4-FFF2-40B4-BE49-F238E27FC236}">
                <a16:creationId xmlns:a16="http://schemas.microsoft.com/office/drawing/2014/main" id="{D62D2A0A-D25C-C7E6-F9A9-26DB98908FDE}"/>
              </a:ext>
            </a:extLst>
          </p:cNvPr>
          <p:cNvGrpSpPr/>
          <p:nvPr/>
        </p:nvGrpSpPr>
        <p:grpSpPr>
          <a:xfrm>
            <a:off x="9285311" y="5527509"/>
            <a:ext cx="342734" cy="342734"/>
            <a:chOff x="7889163" y="4826545"/>
            <a:chExt cx="1014592" cy="1014592"/>
          </a:xfrm>
        </p:grpSpPr>
        <p:sp>
          <p:nvSpPr>
            <p:cNvPr id="149" name="楕円 148">
              <a:extLst>
                <a:ext uri="{FF2B5EF4-FFF2-40B4-BE49-F238E27FC236}">
                  <a16:creationId xmlns:a16="http://schemas.microsoft.com/office/drawing/2014/main" id="{3AC0B4E0-3251-B745-4DA0-E2BBBAAA1971}"/>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50" name="グラフィックス 149" descr="ユーザー 単色塗りつぶし">
              <a:extLst>
                <a:ext uri="{FF2B5EF4-FFF2-40B4-BE49-F238E27FC236}">
                  <a16:creationId xmlns:a16="http://schemas.microsoft.com/office/drawing/2014/main" id="{30A49A75-E4AF-601C-52BD-FE6F7AEAC9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51" name="グループ化 150">
            <a:extLst>
              <a:ext uri="{FF2B5EF4-FFF2-40B4-BE49-F238E27FC236}">
                <a16:creationId xmlns:a16="http://schemas.microsoft.com/office/drawing/2014/main" id="{AEDCF8EB-ADD4-675E-C0D6-39C0C4A7B39B}"/>
              </a:ext>
            </a:extLst>
          </p:cNvPr>
          <p:cNvGrpSpPr/>
          <p:nvPr/>
        </p:nvGrpSpPr>
        <p:grpSpPr>
          <a:xfrm>
            <a:off x="9661918" y="5527509"/>
            <a:ext cx="342734" cy="342734"/>
            <a:chOff x="7889163" y="4826545"/>
            <a:chExt cx="1014592" cy="1014592"/>
          </a:xfrm>
        </p:grpSpPr>
        <p:sp>
          <p:nvSpPr>
            <p:cNvPr id="152" name="楕円 151">
              <a:extLst>
                <a:ext uri="{FF2B5EF4-FFF2-40B4-BE49-F238E27FC236}">
                  <a16:creationId xmlns:a16="http://schemas.microsoft.com/office/drawing/2014/main" id="{07B3B505-01BC-9CA5-A772-E9D21E789682}"/>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78" name="グラフィックス 177" descr="ユーザー 単色塗りつぶし">
              <a:extLst>
                <a:ext uri="{FF2B5EF4-FFF2-40B4-BE49-F238E27FC236}">
                  <a16:creationId xmlns:a16="http://schemas.microsoft.com/office/drawing/2014/main" id="{FCA2689D-AFB9-43DA-7D0B-C4A7A772F2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grpSp>
        <p:nvGrpSpPr>
          <p:cNvPr id="179" name="グループ化 178">
            <a:extLst>
              <a:ext uri="{FF2B5EF4-FFF2-40B4-BE49-F238E27FC236}">
                <a16:creationId xmlns:a16="http://schemas.microsoft.com/office/drawing/2014/main" id="{A52B5BE4-C123-CF71-C82F-214C75A13590}"/>
              </a:ext>
            </a:extLst>
          </p:cNvPr>
          <p:cNvGrpSpPr/>
          <p:nvPr/>
        </p:nvGrpSpPr>
        <p:grpSpPr>
          <a:xfrm>
            <a:off x="10038522" y="5527509"/>
            <a:ext cx="342734" cy="342734"/>
            <a:chOff x="7889163" y="4826545"/>
            <a:chExt cx="1014592" cy="1014592"/>
          </a:xfrm>
        </p:grpSpPr>
        <p:sp>
          <p:nvSpPr>
            <p:cNvPr id="180" name="楕円 179">
              <a:extLst>
                <a:ext uri="{FF2B5EF4-FFF2-40B4-BE49-F238E27FC236}">
                  <a16:creationId xmlns:a16="http://schemas.microsoft.com/office/drawing/2014/main" id="{05C4DEBA-53F8-359A-3DC8-11AC97AC7CED}"/>
                </a:ext>
              </a:extLst>
            </p:cNvPr>
            <p:cNvSpPr/>
            <p:nvPr/>
          </p:nvSpPr>
          <p:spPr>
            <a:xfrm>
              <a:off x="7889163" y="4826545"/>
              <a:ext cx="1014592" cy="1014592"/>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181" name="グラフィックス 180" descr="ユーザー 単色塗りつぶし">
              <a:extLst>
                <a:ext uri="{FF2B5EF4-FFF2-40B4-BE49-F238E27FC236}">
                  <a16:creationId xmlns:a16="http://schemas.microsoft.com/office/drawing/2014/main" id="{EABA6A55-D869-492D-BA4E-93FFB33FDB8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68192" y="4905574"/>
              <a:ext cx="856534" cy="856534"/>
            </a:xfrm>
            <a:prstGeom prst="rect">
              <a:avLst/>
            </a:prstGeom>
          </p:spPr>
        </p:pic>
      </p:grpSp>
    </p:spTree>
    <p:extLst>
      <p:ext uri="{BB962C8B-B14F-4D97-AF65-F5344CB8AC3E}">
        <p14:creationId xmlns:p14="http://schemas.microsoft.com/office/powerpoint/2010/main" val="402504351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F9E3F9F-D456-7AB5-C6D8-08B2F866DF7E}"/>
              </a:ext>
            </a:extLst>
          </p:cNvPr>
          <p:cNvGrpSpPr/>
          <p:nvPr/>
        </p:nvGrpSpPr>
        <p:grpSpPr>
          <a:xfrm>
            <a:off x="954531" y="1715367"/>
            <a:ext cx="2097798" cy="3390033"/>
            <a:chOff x="954531" y="1715367"/>
            <a:chExt cx="2097798" cy="3390033"/>
          </a:xfrm>
        </p:grpSpPr>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grpSp>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442AB80-C4EB-3A9B-FADD-78A8A76B834E}"/>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6310313F-8465-0D4E-74B5-D3F2A0CDF7F3}"/>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18AE5D2-62B8-11E8-1356-4E9F72B52D2A}"/>
              </a:ext>
            </a:extLst>
          </p:cNvPr>
          <p:cNvSpPr/>
          <p:nvPr/>
        </p:nvSpPr>
        <p:spPr>
          <a:xfrm>
            <a:off x="996098"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617BB1E2-F0B0-1E78-0ACD-6CE5F4FB4260}"/>
              </a:ext>
            </a:extLst>
          </p:cNvPr>
          <p:cNvSpPr txBox="1"/>
          <p:nvPr/>
        </p:nvSpPr>
        <p:spPr>
          <a:xfrm>
            <a:off x="1206202"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0347FA2-5D28-BB0B-E8DE-C4C154B025E5}"/>
              </a:ext>
            </a:extLst>
          </p:cNvPr>
          <p:cNvSpPr/>
          <p:nvPr/>
        </p:nvSpPr>
        <p:spPr>
          <a:xfrm>
            <a:off x="1178850"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D27909E-075D-E4F7-8118-62ABF22F218A}"/>
              </a:ext>
            </a:extLst>
          </p:cNvPr>
          <p:cNvSpPr/>
          <p:nvPr/>
        </p:nvSpPr>
        <p:spPr>
          <a:xfrm>
            <a:off x="2392525"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0DDB33A-8DC2-290B-CEFF-B943B0799D5A}"/>
              </a:ext>
            </a:extLst>
          </p:cNvPr>
          <p:cNvSpPr/>
          <p:nvPr/>
        </p:nvSpPr>
        <p:spPr>
          <a:xfrm>
            <a:off x="3606199"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3F1EA5B9-20FB-2452-7D42-3B54779D728A}"/>
              </a:ext>
            </a:extLst>
          </p:cNvPr>
          <p:cNvSpPr/>
          <p:nvPr/>
        </p:nvSpPr>
        <p:spPr>
          <a:xfrm>
            <a:off x="4819874"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554A956-9CF7-9AEB-94A4-A583C251B634}"/>
              </a:ext>
            </a:extLst>
          </p:cNvPr>
          <p:cNvSpPr txBox="1"/>
          <p:nvPr/>
        </p:nvSpPr>
        <p:spPr>
          <a:xfrm>
            <a:off x="1206202"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8BD1C14-CFF2-54A3-3AF0-157E64786040}"/>
              </a:ext>
            </a:extLst>
          </p:cNvPr>
          <p:cNvGrpSpPr/>
          <p:nvPr/>
        </p:nvGrpSpPr>
        <p:grpSpPr>
          <a:xfrm>
            <a:off x="1178850"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EAB953D2-4236-B4DA-8F0C-CBD012ED5E4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E7770D9-FE44-1514-F780-EF356882CD2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A9F95264-B589-8FE4-C765-92A10CAA1F3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2FC2590B-CC8B-F635-77DB-0A9519232B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7CF4042E-3010-813F-5E0D-E8CD71DDBBA0}"/>
              </a:ext>
            </a:extLst>
          </p:cNvPr>
          <p:cNvCxnSpPr>
            <a:cxnSpLocks/>
          </p:cNvCxnSpPr>
          <p:nvPr/>
        </p:nvCxnSpPr>
        <p:spPr>
          <a:xfrm>
            <a:off x="1151498"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C4B1CA5D-8F25-91CF-8BE0-07AFCFEC1593}"/>
              </a:ext>
            </a:extLst>
          </p:cNvPr>
          <p:cNvGrpSpPr/>
          <p:nvPr/>
        </p:nvGrpSpPr>
        <p:grpSpPr>
          <a:xfrm>
            <a:off x="1176551"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DA51CEBF-F6BF-CDA5-0CDA-F954EE7323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DC16819D-D2A3-6CCC-063F-57CEA6F6C0B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3769AEBB-3602-EF8A-CC8F-70A0B0832B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9B10CF7D-85DC-4815-8374-C4199A00602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982ADF0D-B45D-CED5-0540-43EA37D19ACE}"/>
              </a:ext>
            </a:extLst>
          </p:cNvPr>
          <p:cNvGrpSpPr/>
          <p:nvPr/>
        </p:nvGrpSpPr>
        <p:grpSpPr>
          <a:xfrm>
            <a:off x="1176551"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BDF00197-18F2-9C23-BA37-154306524E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CF53AF53-B4FA-D084-12AD-91D2CF227B5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A77EDCBC-60C0-4634-BA56-C514BE77ED2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48E56FBA-3B41-9BED-4D33-2DA7FE1E68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B575E5C0-BA16-B69F-CD0B-61FCF9E184AC}"/>
              </a:ext>
            </a:extLst>
          </p:cNvPr>
          <p:cNvGrpSpPr/>
          <p:nvPr/>
        </p:nvGrpSpPr>
        <p:grpSpPr>
          <a:xfrm>
            <a:off x="6292077" y="1068435"/>
            <a:ext cx="893760" cy="1305019"/>
            <a:chOff x="6497359" y="1068435"/>
            <a:chExt cx="1273542" cy="1305019"/>
          </a:xfrm>
        </p:grpSpPr>
        <p:sp>
          <p:nvSpPr>
            <p:cNvPr id="5" name="四角形: 角を丸くする 4">
              <a:extLst>
                <a:ext uri="{FF2B5EF4-FFF2-40B4-BE49-F238E27FC236}">
                  <a16:creationId xmlns:a16="http://schemas.microsoft.com/office/drawing/2014/main" id="{18E16E11-FEEC-0524-4158-539B6207BE22}"/>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B99AA126-6CA5-AC88-AC5C-3B55B276D76C}"/>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F11F0D14-4DBD-BD8A-9B71-C4EA4A9584EB}"/>
              </a:ext>
            </a:extLst>
          </p:cNvPr>
          <p:cNvGrpSpPr/>
          <p:nvPr/>
        </p:nvGrpSpPr>
        <p:grpSpPr>
          <a:xfrm>
            <a:off x="1409404" y="2982844"/>
            <a:ext cx="4293744" cy="371375"/>
            <a:chOff x="1152258" y="2766548"/>
            <a:chExt cx="4797436" cy="414940"/>
          </a:xfrm>
        </p:grpSpPr>
        <p:sp>
          <p:nvSpPr>
            <p:cNvPr id="161" name="テキスト ボックス 160">
              <a:extLst>
                <a:ext uri="{FF2B5EF4-FFF2-40B4-BE49-F238E27FC236}">
                  <a16:creationId xmlns:a16="http://schemas.microsoft.com/office/drawing/2014/main" id="{C0333F9D-650F-E1BD-FB94-5665D64186DC}"/>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1592FAB0-0A7F-0405-462C-D74AAC670A15}"/>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15EF271-D5BD-735D-4266-8AF6429CE2A9}"/>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C7C0A1D-A9B8-7781-E02D-810E81BBEFF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366F871-6E62-B5F1-BC95-D4960435D61A}"/>
              </a:ext>
            </a:extLst>
          </p:cNvPr>
          <p:cNvSpPr txBox="1"/>
          <p:nvPr/>
        </p:nvSpPr>
        <p:spPr>
          <a:xfrm>
            <a:off x="1409404"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62FBFBD3-3212-6B1D-7F92-9CE5F9909189}"/>
              </a:ext>
            </a:extLst>
          </p:cNvPr>
          <p:cNvSpPr txBox="1"/>
          <p:nvPr/>
        </p:nvSpPr>
        <p:spPr>
          <a:xfrm>
            <a:off x="2623078"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B79984A-3B35-1ACF-9C18-8767EC3A194F}"/>
              </a:ext>
            </a:extLst>
          </p:cNvPr>
          <p:cNvSpPr txBox="1"/>
          <p:nvPr/>
        </p:nvSpPr>
        <p:spPr>
          <a:xfrm>
            <a:off x="3836753"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A74C67B4-E921-44A9-B2FC-CFFC8E084060}"/>
              </a:ext>
            </a:extLst>
          </p:cNvPr>
          <p:cNvGrpSpPr/>
          <p:nvPr/>
        </p:nvGrpSpPr>
        <p:grpSpPr>
          <a:xfrm>
            <a:off x="1292085" y="2047871"/>
            <a:ext cx="4518820" cy="371375"/>
            <a:chOff x="1026519" y="2766548"/>
            <a:chExt cx="5048914" cy="414940"/>
          </a:xfrm>
        </p:grpSpPr>
        <p:sp>
          <p:nvSpPr>
            <p:cNvPr id="157" name="テキスト ボックス 156">
              <a:extLst>
                <a:ext uri="{FF2B5EF4-FFF2-40B4-BE49-F238E27FC236}">
                  <a16:creationId xmlns:a16="http://schemas.microsoft.com/office/drawing/2014/main" id="{936D4E1F-5D0B-93F7-3CEF-6F86CCC36F0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8FD29A61-7E2B-C83C-4166-87A279B67ACE}"/>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2F4DD87B-064A-CC6E-566E-A64FC3693A3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65C8C0DD-B23D-51FF-9B25-75750215A856}"/>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40D4F3B6-4383-8D7E-3347-BBE0DBE2A1AC}"/>
              </a:ext>
            </a:extLst>
          </p:cNvPr>
          <p:cNvGrpSpPr/>
          <p:nvPr/>
        </p:nvGrpSpPr>
        <p:grpSpPr>
          <a:xfrm>
            <a:off x="1261825" y="4778493"/>
            <a:ext cx="4172287" cy="371375"/>
            <a:chOff x="1026519" y="2766548"/>
            <a:chExt cx="4661731" cy="414940"/>
          </a:xfrm>
        </p:grpSpPr>
        <p:sp>
          <p:nvSpPr>
            <p:cNvPr id="153" name="テキスト ボックス 152">
              <a:extLst>
                <a:ext uri="{FF2B5EF4-FFF2-40B4-BE49-F238E27FC236}">
                  <a16:creationId xmlns:a16="http://schemas.microsoft.com/office/drawing/2014/main" id="{ECCBF3DF-DE1E-D720-A1D4-C6CEDF04346D}"/>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C8725701-8634-BA43-AB6A-1700E5F6D2C9}"/>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AD9C2A7A-A522-2751-7615-CF5569DCA999}"/>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058671F1-A726-F555-21FD-202AAA0EBC5C}"/>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5" name="四角形: 角を丸くする 54">
            <a:extLst>
              <a:ext uri="{FF2B5EF4-FFF2-40B4-BE49-F238E27FC236}">
                <a16:creationId xmlns:a16="http://schemas.microsoft.com/office/drawing/2014/main" id="{225A4A5B-8193-07EE-8C1F-E293A143291C}"/>
              </a:ext>
            </a:extLst>
          </p:cNvPr>
          <p:cNvSpPr/>
          <p:nvPr/>
        </p:nvSpPr>
        <p:spPr>
          <a:xfrm>
            <a:off x="1178849"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044B101B-338B-030D-26DF-D9ACF1DB1922}"/>
              </a:ext>
            </a:extLst>
          </p:cNvPr>
          <p:cNvGrpSpPr/>
          <p:nvPr/>
        </p:nvGrpSpPr>
        <p:grpSpPr>
          <a:xfrm>
            <a:off x="1372882"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D4062DE4-9439-7804-2816-ABBD70F26A0F}"/>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111731E4-4AE0-3F9D-3F29-D51B9FBA14F0}"/>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159F06C3-AA8C-3AE2-E79D-690A9E3BAB00}"/>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DBD4C7F1-0E87-1C98-D3D6-588F37DDD0C9}"/>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E3F0318D-A056-70E0-03CB-ED75F6744B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03E4604F-D627-4EB4-569E-4A3A86C909A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9FCE9F0D-4AC2-9BD8-084C-75F2098ECA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2" name="テキスト ボックス 31">
            <a:extLst>
              <a:ext uri="{FF2B5EF4-FFF2-40B4-BE49-F238E27FC236}">
                <a16:creationId xmlns:a16="http://schemas.microsoft.com/office/drawing/2014/main" id="{D834FD70-6351-6516-4750-A972CB85BFC2}"/>
              </a:ext>
            </a:extLst>
          </p:cNvPr>
          <p:cNvSpPr txBox="1"/>
          <p:nvPr/>
        </p:nvSpPr>
        <p:spPr>
          <a:xfrm>
            <a:off x="8113668"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2" name="グループ化 11">
            <a:extLst>
              <a:ext uri="{FF2B5EF4-FFF2-40B4-BE49-F238E27FC236}">
                <a16:creationId xmlns:a16="http://schemas.microsoft.com/office/drawing/2014/main" id="{7166DB01-E028-0D7F-994D-4B977DB8AB29}"/>
              </a:ext>
            </a:extLst>
          </p:cNvPr>
          <p:cNvGrpSpPr/>
          <p:nvPr/>
        </p:nvGrpSpPr>
        <p:grpSpPr>
          <a:xfrm>
            <a:off x="7255483" y="1071540"/>
            <a:ext cx="893760" cy="601610"/>
            <a:chOff x="6497359" y="1068436"/>
            <a:chExt cx="1273542" cy="601610"/>
          </a:xfrm>
        </p:grpSpPr>
        <p:sp>
          <p:nvSpPr>
            <p:cNvPr id="13" name="四角形: 角を丸くする 12">
              <a:extLst>
                <a:ext uri="{FF2B5EF4-FFF2-40B4-BE49-F238E27FC236}">
                  <a16:creationId xmlns:a16="http://schemas.microsoft.com/office/drawing/2014/main" id="{371BFBD6-4F29-58D7-0AA9-9E82E9ED9E17}"/>
                </a:ext>
              </a:extLst>
            </p:cNvPr>
            <p:cNvSpPr/>
            <p:nvPr/>
          </p:nvSpPr>
          <p:spPr>
            <a:xfrm>
              <a:off x="6497359" y="1068436"/>
              <a:ext cx="1273542" cy="601610"/>
            </a:xfrm>
            <a:prstGeom prst="roundRect">
              <a:avLst>
                <a:gd name="adj" fmla="val 4721"/>
              </a:avLst>
            </a:prstGeom>
            <a:solidFill>
              <a:srgbClr val="9B95A0"/>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97462D32-C02E-F31C-E384-8F5238790FAE}"/>
                </a:ext>
              </a:extLst>
            </p:cNvPr>
            <p:cNvSpPr txBox="1"/>
            <p:nvPr/>
          </p:nvSpPr>
          <p:spPr>
            <a:xfrm>
              <a:off x="6506545" y="1130817"/>
              <a:ext cx="1249893" cy="369332"/>
            </a:xfrm>
            <a:prstGeom prst="rect">
              <a:avLst/>
            </a:prstGeom>
            <a:noFill/>
          </p:spPr>
          <p:txBody>
            <a:bodyPr wrap="none" rtlCol="0">
              <a:spAutoFit/>
            </a:bodyP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 name="グループ化 14">
            <a:extLst>
              <a:ext uri="{FF2B5EF4-FFF2-40B4-BE49-F238E27FC236}">
                <a16:creationId xmlns:a16="http://schemas.microsoft.com/office/drawing/2014/main" id="{135248FC-2E00-705A-D1C9-A12DCEBA7D01}"/>
              </a:ext>
            </a:extLst>
          </p:cNvPr>
          <p:cNvGrpSpPr/>
          <p:nvPr/>
        </p:nvGrpSpPr>
        <p:grpSpPr>
          <a:xfrm>
            <a:off x="8218889" y="1068435"/>
            <a:ext cx="893760" cy="1305019"/>
            <a:chOff x="6497359" y="1068435"/>
            <a:chExt cx="1273542" cy="1305019"/>
          </a:xfrm>
        </p:grpSpPr>
        <p:sp>
          <p:nvSpPr>
            <p:cNvPr id="16" name="四角形: 角を丸くする 15">
              <a:extLst>
                <a:ext uri="{FF2B5EF4-FFF2-40B4-BE49-F238E27FC236}">
                  <a16:creationId xmlns:a16="http://schemas.microsoft.com/office/drawing/2014/main" id="{A10A3988-AAA7-4E2F-FB05-1577A67477C8}"/>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F759F7CC-23B1-302C-87F4-E3F7606AD6ED}"/>
                </a:ext>
              </a:extLst>
            </p:cNvPr>
            <p:cNvSpPr txBox="1"/>
            <p:nvPr/>
          </p:nvSpPr>
          <p:spPr>
            <a:xfrm>
              <a:off x="6671003"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8" name="グループ化 17">
            <a:extLst>
              <a:ext uri="{FF2B5EF4-FFF2-40B4-BE49-F238E27FC236}">
                <a16:creationId xmlns:a16="http://schemas.microsoft.com/office/drawing/2014/main" id="{3D4AEE23-8F2B-9411-A885-CFCA9F22738E}"/>
              </a:ext>
            </a:extLst>
          </p:cNvPr>
          <p:cNvGrpSpPr/>
          <p:nvPr/>
        </p:nvGrpSpPr>
        <p:grpSpPr>
          <a:xfrm>
            <a:off x="9182295" y="1069480"/>
            <a:ext cx="893760" cy="1305019"/>
            <a:chOff x="6497359" y="1068435"/>
            <a:chExt cx="1273542" cy="1305019"/>
          </a:xfrm>
        </p:grpSpPr>
        <p:sp>
          <p:nvSpPr>
            <p:cNvPr id="19" name="四角形: 角を丸くする 18">
              <a:extLst>
                <a:ext uri="{FF2B5EF4-FFF2-40B4-BE49-F238E27FC236}">
                  <a16:creationId xmlns:a16="http://schemas.microsoft.com/office/drawing/2014/main" id="{EE6B9D87-86B3-4FC0-6AF5-8835EFFFC38E}"/>
                </a:ext>
              </a:extLst>
            </p:cNvPr>
            <p:cNvSpPr/>
            <p:nvPr/>
          </p:nvSpPr>
          <p:spPr>
            <a:xfrm>
              <a:off x="6497359" y="1068435"/>
              <a:ext cx="1273542" cy="1305019"/>
            </a:xfrm>
            <a:prstGeom prst="roundRect">
              <a:avLst>
                <a:gd name="adj" fmla="val 4721"/>
              </a:avLst>
            </a:prstGeom>
            <a:solidFill>
              <a:schemeClr val="tx2">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26F4B7A-521A-3D3A-7C7D-4286DE26A0A4}"/>
                </a:ext>
              </a:extLst>
            </p:cNvPr>
            <p:cNvSpPr txBox="1"/>
            <p:nvPr/>
          </p:nvSpPr>
          <p:spPr>
            <a:xfrm>
              <a:off x="6671002"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回復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3" name="グループ化 52">
            <a:extLst>
              <a:ext uri="{FF2B5EF4-FFF2-40B4-BE49-F238E27FC236}">
                <a16:creationId xmlns:a16="http://schemas.microsoft.com/office/drawing/2014/main" id="{56D2CFD3-73DC-56A7-FB06-BCAEE73BF7A4}"/>
              </a:ext>
            </a:extLst>
          </p:cNvPr>
          <p:cNvGrpSpPr/>
          <p:nvPr/>
        </p:nvGrpSpPr>
        <p:grpSpPr>
          <a:xfrm>
            <a:off x="10145700" y="1064065"/>
            <a:ext cx="893760" cy="1305019"/>
            <a:chOff x="6497359" y="1068435"/>
            <a:chExt cx="1273542" cy="1305019"/>
          </a:xfrm>
        </p:grpSpPr>
        <p:sp>
          <p:nvSpPr>
            <p:cNvPr id="142" name="四角形: 角を丸くする 141">
              <a:extLst>
                <a:ext uri="{FF2B5EF4-FFF2-40B4-BE49-F238E27FC236}">
                  <a16:creationId xmlns:a16="http://schemas.microsoft.com/office/drawing/2014/main" id="{18B5B2ED-6727-3CC6-9414-A53A11F676C3}"/>
                </a:ext>
              </a:extLst>
            </p:cNvPr>
            <p:cNvSpPr/>
            <p:nvPr/>
          </p:nvSpPr>
          <p:spPr>
            <a:xfrm>
              <a:off x="6497359" y="1068435"/>
              <a:ext cx="1273542" cy="1305019"/>
            </a:xfrm>
            <a:prstGeom prst="roundRect">
              <a:avLst>
                <a:gd name="adj" fmla="val 4721"/>
              </a:avLst>
            </a:prstGeom>
            <a:solidFill>
              <a:schemeClr val="accent2">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11EC9647-E334-3034-5BD9-FEAB6F6405ED}"/>
                </a:ext>
              </a:extLst>
            </p:cNvPr>
            <p:cNvSpPr txBox="1"/>
            <p:nvPr/>
          </p:nvSpPr>
          <p:spPr>
            <a:xfrm>
              <a:off x="6671001" y="1130817"/>
              <a:ext cx="920974"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 name="フリーフォーム: 図形 10">
            <a:extLst>
              <a:ext uri="{FF2B5EF4-FFF2-40B4-BE49-F238E27FC236}">
                <a16:creationId xmlns:a16="http://schemas.microsoft.com/office/drawing/2014/main" id="{4F1AC53B-7334-62F4-D72F-8E1F956EC79A}"/>
              </a:ext>
            </a:extLst>
          </p:cNvPr>
          <p:cNvSpPr/>
          <p:nvPr/>
        </p:nvSpPr>
        <p:spPr>
          <a:xfrm>
            <a:off x="6282470" y="1660618"/>
            <a:ext cx="4758032" cy="4602552"/>
          </a:xfrm>
          <a:custGeom>
            <a:avLst/>
            <a:gdLst>
              <a:gd name="csX0" fmla="*/ 194678 w 4540192"/>
              <a:gd name="csY0" fmla="*/ 0 h 4602552"/>
              <a:gd name="csX1" fmla="*/ 1160103 w 4540192"/>
              <a:gd name="csY1" fmla="*/ 0 h 4602552"/>
              <a:gd name="csX2" fmla="*/ 1173184 w 4540192"/>
              <a:gd name="csY2" fmla="*/ 2641 h 4602552"/>
              <a:gd name="csX3" fmla="*/ 3074601 w 4540192"/>
              <a:gd name="csY3" fmla="*/ 2641 h 4602552"/>
              <a:gd name="csX4" fmla="*/ 3087682 w 4540192"/>
              <a:gd name="csY4" fmla="*/ 0 h 4602552"/>
              <a:gd name="csX5" fmla="*/ 4345514 w 4540192"/>
              <a:gd name="csY5" fmla="*/ 0 h 4602552"/>
              <a:gd name="csX6" fmla="*/ 4540192 w 4540192"/>
              <a:gd name="csY6" fmla="*/ 217286 h 4602552"/>
              <a:gd name="csX7" fmla="*/ 4540192 w 4540192"/>
              <a:gd name="csY7" fmla="*/ 4385266 h 4602552"/>
              <a:gd name="csX8" fmla="*/ 4345514 w 4540192"/>
              <a:gd name="csY8" fmla="*/ 4602552 h 4602552"/>
              <a:gd name="csX9" fmla="*/ 194678 w 4540192"/>
              <a:gd name="csY9" fmla="*/ 4602552 h 4602552"/>
              <a:gd name="csX10" fmla="*/ 0 w 4540192"/>
              <a:gd name="csY10" fmla="*/ 4385266 h 4602552"/>
              <a:gd name="csX11" fmla="*/ 0 w 4540192"/>
              <a:gd name="csY11" fmla="*/ 217286 h 4602552"/>
              <a:gd name="csX12" fmla="*/ 194678 w 4540192"/>
              <a:gd name="csY12" fmla="*/ 0 h 46025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540192" h="4602552">
                <a:moveTo>
                  <a:pt x="194678" y="0"/>
                </a:moveTo>
                <a:lnTo>
                  <a:pt x="1160103" y="0"/>
                </a:lnTo>
                <a:lnTo>
                  <a:pt x="1173184" y="2641"/>
                </a:lnTo>
                <a:lnTo>
                  <a:pt x="3074601" y="2641"/>
                </a:lnTo>
                <a:lnTo>
                  <a:pt x="3087682" y="0"/>
                </a:lnTo>
                <a:lnTo>
                  <a:pt x="4345514" y="0"/>
                </a:lnTo>
                <a:cubicBezTo>
                  <a:pt x="4453032" y="0"/>
                  <a:pt x="4540192" y="97283"/>
                  <a:pt x="4540192" y="217286"/>
                </a:cubicBezTo>
                <a:lnTo>
                  <a:pt x="4540192" y="4385266"/>
                </a:lnTo>
                <a:cubicBezTo>
                  <a:pt x="4540192" y="4505270"/>
                  <a:pt x="4453032" y="4602552"/>
                  <a:pt x="4345514" y="4602552"/>
                </a:cubicBezTo>
                <a:lnTo>
                  <a:pt x="194678" y="4602552"/>
                </a:lnTo>
                <a:cubicBezTo>
                  <a:pt x="87161" y="4602552"/>
                  <a:pt x="0" y="4505270"/>
                  <a:pt x="0" y="4385266"/>
                </a:cubicBezTo>
                <a:lnTo>
                  <a:pt x="0" y="217286"/>
                </a:lnTo>
                <a:cubicBezTo>
                  <a:pt x="0" y="97283"/>
                  <a:pt x="87161" y="0"/>
                  <a:pt x="194678" y="0"/>
                </a:cubicBezTo>
                <a:close/>
              </a:path>
            </a:pathLst>
          </a:custGeom>
          <a:solidFill>
            <a:srgbClr val="C5A65D"/>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B4DCF88-E072-41EB-7576-827B2C94613E}"/>
              </a:ext>
            </a:extLst>
          </p:cNvPr>
          <p:cNvSpPr txBox="1"/>
          <p:nvPr/>
        </p:nvSpPr>
        <p:spPr>
          <a:xfrm>
            <a:off x="8001131"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54" name="グループ化 53">
            <a:extLst>
              <a:ext uri="{FF2B5EF4-FFF2-40B4-BE49-F238E27FC236}">
                <a16:creationId xmlns:a16="http://schemas.microsoft.com/office/drawing/2014/main" id="{A2218CE8-56D9-739E-C04D-066AA00D8333}"/>
              </a:ext>
            </a:extLst>
          </p:cNvPr>
          <p:cNvGrpSpPr/>
          <p:nvPr/>
        </p:nvGrpSpPr>
        <p:grpSpPr>
          <a:xfrm>
            <a:off x="9360607"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E9B80786-803B-B301-A12B-D5502A26578C}"/>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1B54C87E-175A-E92D-7D0F-ACEF86E1585F}"/>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24CD1DDA-7D3B-D850-BB39-3DF915B5640A}"/>
              </a:ext>
            </a:extLst>
          </p:cNvPr>
          <p:cNvGrpSpPr/>
          <p:nvPr/>
        </p:nvGrpSpPr>
        <p:grpSpPr>
          <a:xfrm>
            <a:off x="6526263" y="1777923"/>
            <a:ext cx="1367435" cy="2982545"/>
            <a:chOff x="6799513" y="1821181"/>
            <a:chExt cx="1124683" cy="2209191"/>
          </a:xfrm>
        </p:grpSpPr>
        <p:grpSp>
          <p:nvGrpSpPr>
            <p:cNvPr id="177" name="グループ化 176">
              <a:extLst>
                <a:ext uri="{FF2B5EF4-FFF2-40B4-BE49-F238E27FC236}">
                  <a16:creationId xmlns:a16="http://schemas.microsoft.com/office/drawing/2014/main" id="{1FCF0D88-B1E0-AD62-103D-6DAEFB614F8E}"/>
                </a:ext>
              </a:extLst>
            </p:cNvPr>
            <p:cNvGrpSpPr/>
            <p:nvPr/>
          </p:nvGrpSpPr>
          <p:grpSpPr>
            <a:xfrm>
              <a:off x="6807560" y="1821181"/>
              <a:ext cx="1114968" cy="2209191"/>
              <a:chOff x="7405698" y="1658876"/>
              <a:chExt cx="1145519" cy="2269724"/>
            </a:xfrm>
          </p:grpSpPr>
          <p:sp>
            <p:nvSpPr>
              <p:cNvPr id="183" name="四角形: 角を丸くする 182">
                <a:extLst>
                  <a:ext uri="{FF2B5EF4-FFF2-40B4-BE49-F238E27FC236}">
                    <a16:creationId xmlns:a16="http://schemas.microsoft.com/office/drawing/2014/main" id="{159B3638-2766-6085-DC30-0F126F40BD2C}"/>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85" name="四角形: 角を丸くする 184">
                <a:extLst>
                  <a:ext uri="{FF2B5EF4-FFF2-40B4-BE49-F238E27FC236}">
                    <a16:creationId xmlns:a16="http://schemas.microsoft.com/office/drawing/2014/main" id="{EF41CE63-5EBE-C215-B1C2-132ADD5CB62C}"/>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82" name="テキスト ボックス 181">
              <a:extLst>
                <a:ext uri="{FF2B5EF4-FFF2-40B4-BE49-F238E27FC236}">
                  <a16:creationId xmlns:a16="http://schemas.microsoft.com/office/drawing/2014/main" id="{A6C703F3-4B20-509C-1A0E-DF25D25022C5}"/>
                </a:ext>
              </a:extLst>
            </p:cNvPr>
            <p:cNvSpPr txBox="1"/>
            <p:nvPr/>
          </p:nvSpPr>
          <p:spPr>
            <a:xfrm>
              <a:off x="6799513" y="1854760"/>
              <a:ext cx="1124683" cy="250769"/>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pic>
        <p:nvPicPr>
          <p:cNvPr id="52" name="図 51">
            <a:extLst>
              <a:ext uri="{FF2B5EF4-FFF2-40B4-BE49-F238E27FC236}">
                <a16:creationId xmlns:a16="http://schemas.microsoft.com/office/drawing/2014/main" id="{0FBEA88F-90F0-60F8-F0E1-385C94225A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48588" y="2264585"/>
            <a:ext cx="1677297" cy="2367721"/>
          </a:xfrm>
          <a:prstGeom prst="rect">
            <a:avLst/>
          </a:prstGeom>
        </p:spPr>
      </p:pic>
      <p:sp>
        <p:nvSpPr>
          <p:cNvPr id="195" name="フリーフォーム: 図形 194">
            <a:extLst>
              <a:ext uri="{FF2B5EF4-FFF2-40B4-BE49-F238E27FC236}">
                <a16:creationId xmlns:a16="http://schemas.microsoft.com/office/drawing/2014/main" id="{73A61171-BCDA-CB67-896B-17616896EB4E}"/>
              </a:ext>
            </a:extLst>
          </p:cNvPr>
          <p:cNvSpPr/>
          <p:nvPr/>
        </p:nvSpPr>
        <p:spPr>
          <a:xfrm>
            <a:off x="6629929" y="2645802"/>
            <a:ext cx="4063115" cy="3416938"/>
          </a:xfrm>
          <a:custGeom>
            <a:avLst/>
            <a:gdLst>
              <a:gd name="csX0" fmla="*/ 1659742 w 4063115"/>
              <a:gd name="csY0" fmla="*/ 0 h 3416938"/>
              <a:gd name="csX1" fmla="*/ 3938737 w 4063115"/>
              <a:gd name="csY1" fmla="*/ 0 h 3416938"/>
              <a:gd name="csX2" fmla="*/ 4063115 w 4063115"/>
              <a:gd name="csY2" fmla="*/ 124378 h 3416938"/>
              <a:gd name="csX3" fmla="*/ 4063115 w 4063115"/>
              <a:gd name="csY3" fmla="*/ 2277678 h 3416938"/>
              <a:gd name="csX4" fmla="*/ 4058968 w 4063115"/>
              <a:gd name="csY4" fmla="*/ 2298218 h 3416938"/>
              <a:gd name="csX5" fmla="*/ 4063115 w 4063115"/>
              <a:gd name="csY5" fmla="*/ 2318758 h 3416938"/>
              <a:gd name="csX6" fmla="*/ 4063115 w 4063115"/>
              <a:gd name="csY6" fmla="*/ 3356969 h 3416938"/>
              <a:gd name="csX7" fmla="*/ 4003146 w 4063115"/>
              <a:gd name="csY7" fmla="*/ 3416938 h 3416938"/>
              <a:gd name="csX8" fmla="*/ 59969 w 4063115"/>
              <a:gd name="csY8" fmla="*/ 3416938 h 3416938"/>
              <a:gd name="csX9" fmla="*/ 0 w 4063115"/>
              <a:gd name="csY9" fmla="*/ 3356969 h 3416938"/>
              <a:gd name="csX10" fmla="*/ 0 w 4063115"/>
              <a:gd name="csY10" fmla="*/ 2318758 h 3416938"/>
              <a:gd name="csX11" fmla="*/ 59969 w 4063115"/>
              <a:gd name="csY11" fmla="*/ 2258789 h 3416938"/>
              <a:gd name="csX12" fmla="*/ 1535364 w 4063115"/>
              <a:gd name="csY12" fmla="*/ 2258789 h 3416938"/>
              <a:gd name="csX13" fmla="*/ 1535364 w 4063115"/>
              <a:gd name="csY13" fmla="*/ 124378 h 3416938"/>
              <a:gd name="csX14" fmla="*/ 1659742 w 4063115"/>
              <a:gd name="csY14" fmla="*/ 0 h 34169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63115" h="3416938">
                <a:moveTo>
                  <a:pt x="1659742" y="0"/>
                </a:moveTo>
                <a:lnTo>
                  <a:pt x="3938737" y="0"/>
                </a:lnTo>
                <a:cubicBezTo>
                  <a:pt x="4007429" y="0"/>
                  <a:pt x="4063115" y="55686"/>
                  <a:pt x="4063115" y="124378"/>
                </a:cubicBezTo>
                <a:lnTo>
                  <a:pt x="4063115" y="2277678"/>
                </a:lnTo>
                <a:lnTo>
                  <a:pt x="4058968" y="2298218"/>
                </a:lnTo>
                <a:lnTo>
                  <a:pt x="4063115" y="2318758"/>
                </a:lnTo>
                <a:lnTo>
                  <a:pt x="4063115" y="3356969"/>
                </a:lnTo>
                <a:cubicBezTo>
                  <a:pt x="4063115" y="3390089"/>
                  <a:pt x="4036266" y="3416938"/>
                  <a:pt x="4003146" y="3416938"/>
                </a:cubicBezTo>
                <a:lnTo>
                  <a:pt x="59969" y="3416938"/>
                </a:lnTo>
                <a:cubicBezTo>
                  <a:pt x="26849" y="3416938"/>
                  <a:pt x="0" y="3390089"/>
                  <a:pt x="0" y="3356969"/>
                </a:cubicBezTo>
                <a:lnTo>
                  <a:pt x="0" y="2318758"/>
                </a:lnTo>
                <a:cubicBezTo>
                  <a:pt x="0" y="2285638"/>
                  <a:pt x="26849" y="2258789"/>
                  <a:pt x="59969" y="2258789"/>
                </a:cubicBezTo>
                <a:lnTo>
                  <a:pt x="1535364" y="2258789"/>
                </a:lnTo>
                <a:lnTo>
                  <a:pt x="1535364" y="124378"/>
                </a:lnTo>
                <a:cubicBezTo>
                  <a:pt x="1535364" y="55686"/>
                  <a:pt x="1591050" y="0"/>
                  <a:pt x="1659742" y="0"/>
                </a:cubicBezTo>
                <a:close/>
              </a:path>
            </a:pathLst>
          </a:custGeom>
          <a:solidFill>
            <a:schemeClr val="tx1">
              <a:lumMod val="75000"/>
              <a:lumOff val="25000"/>
              <a:alpha val="2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3" name="四角形: 角を丸くする 192">
            <a:extLst>
              <a:ext uri="{FF2B5EF4-FFF2-40B4-BE49-F238E27FC236}">
                <a16:creationId xmlns:a16="http://schemas.microsoft.com/office/drawing/2014/main" id="{187C8122-E106-100D-AC4B-B6AB587E773F}"/>
              </a:ext>
            </a:extLst>
          </p:cNvPr>
          <p:cNvSpPr/>
          <p:nvPr/>
        </p:nvSpPr>
        <p:spPr>
          <a:xfrm>
            <a:off x="8520542" y="2254070"/>
            <a:ext cx="1745766" cy="3937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発動中バフ</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062C46D-9D22-6E9C-D6CE-9BCED972DB2F}"/>
              </a:ext>
            </a:extLst>
          </p:cNvPr>
          <p:cNvGrpSpPr/>
          <p:nvPr/>
        </p:nvGrpSpPr>
        <p:grpSpPr>
          <a:xfrm>
            <a:off x="8800120" y="3274274"/>
            <a:ext cx="1071668" cy="1071668"/>
            <a:chOff x="8374620" y="5203596"/>
            <a:chExt cx="914400" cy="914400"/>
          </a:xfrm>
          <a:effectLst>
            <a:glow rad="88900">
              <a:schemeClr val="bg1">
                <a:lumMod val="95000"/>
                <a:alpha val="50000"/>
              </a:schemeClr>
            </a:glow>
          </a:effectLst>
        </p:grpSpPr>
        <p:sp>
          <p:nvSpPr>
            <p:cNvPr id="201" name="楕円 200">
              <a:extLst>
                <a:ext uri="{FF2B5EF4-FFF2-40B4-BE49-F238E27FC236}">
                  <a16:creationId xmlns:a16="http://schemas.microsoft.com/office/drawing/2014/main" id="{12239E57-5CD5-06F9-7A1C-3A327BAF11BD}"/>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2" name="矢印: 下 201">
              <a:extLst>
                <a:ext uri="{FF2B5EF4-FFF2-40B4-BE49-F238E27FC236}">
                  <a16:creationId xmlns:a16="http://schemas.microsoft.com/office/drawing/2014/main" id="{92015538-AC26-DFBA-DEC8-237A4F7F9701}"/>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03" name="テキスト ボックス 202">
            <a:extLst>
              <a:ext uri="{FF2B5EF4-FFF2-40B4-BE49-F238E27FC236}">
                <a16:creationId xmlns:a16="http://schemas.microsoft.com/office/drawing/2014/main" id="{6B8831A0-148E-24CF-1C59-C821A53FF4B4}"/>
              </a:ext>
            </a:extLst>
          </p:cNvPr>
          <p:cNvSpPr txBox="1"/>
          <p:nvPr/>
        </p:nvSpPr>
        <p:spPr>
          <a:xfrm>
            <a:off x="6851708" y="5392428"/>
            <a:ext cx="3612653" cy="523220"/>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効果テキストバフ効果テキ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05" name="テキスト ボックス 204">
            <a:extLst>
              <a:ext uri="{FF2B5EF4-FFF2-40B4-BE49-F238E27FC236}">
                <a16:creationId xmlns:a16="http://schemas.microsoft.com/office/drawing/2014/main" id="{729FA550-0CAA-9AE4-B9E1-C6097A702C70}"/>
              </a:ext>
            </a:extLst>
          </p:cNvPr>
          <p:cNvSpPr txBox="1"/>
          <p:nvPr/>
        </p:nvSpPr>
        <p:spPr>
          <a:xfrm>
            <a:off x="6851708" y="5004416"/>
            <a:ext cx="1495566" cy="338554"/>
          </a:xfrm>
          <a:prstGeom prst="rect">
            <a:avLst/>
          </a:prstGeom>
          <a:noFill/>
        </p:spPr>
        <p:txBody>
          <a:bodyPr wrap="square">
            <a:spAutoFit/>
          </a:bodyPr>
          <a:lstStyle/>
          <a:p>
            <a:r>
              <a:rPr lang="ja-JP" altLang="en-US" sz="1600" b="1">
                <a:solidFill>
                  <a:schemeClr val="bg1">
                    <a:lumMod val="95000"/>
                  </a:schemeClr>
                </a:solidFill>
                <a:latin typeface="原稿用標準書体" panose="03000503000000000000" pitchFamily="66" charset="-128"/>
                <a:ea typeface="原稿用標準書体" panose="03000503000000000000" pitchFamily="66" charset="-128"/>
              </a:rPr>
              <a:t>バフ名称</a:t>
            </a:r>
            <a:endParaRPr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 name="グループ化 2">
            <a:extLst>
              <a:ext uri="{FF2B5EF4-FFF2-40B4-BE49-F238E27FC236}">
                <a16:creationId xmlns:a16="http://schemas.microsoft.com/office/drawing/2014/main" id="{62C43B04-69B6-9F9E-0577-2DF51AAA7868}"/>
              </a:ext>
            </a:extLst>
          </p:cNvPr>
          <p:cNvGrpSpPr/>
          <p:nvPr/>
        </p:nvGrpSpPr>
        <p:grpSpPr>
          <a:xfrm>
            <a:off x="8367658" y="4562868"/>
            <a:ext cx="2129276" cy="261665"/>
            <a:chOff x="8367658" y="4562868"/>
            <a:chExt cx="2129276" cy="261665"/>
          </a:xfrm>
        </p:grpSpPr>
        <p:sp>
          <p:nvSpPr>
            <p:cNvPr id="207" name="四角形: 角を丸くする 206">
              <a:extLst>
                <a:ext uri="{FF2B5EF4-FFF2-40B4-BE49-F238E27FC236}">
                  <a16:creationId xmlns:a16="http://schemas.microsoft.com/office/drawing/2014/main" id="{A1208F66-B04D-52A9-597C-9309B353CFB6}"/>
                </a:ext>
              </a:extLst>
            </p:cNvPr>
            <p:cNvSpPr/>
            <p:nvPr/>
          </p:nvSpPr>
          <p:spPr>
            <a:xfrm>
              <a:off x="8367658" y="4562868"/>
              <a:ext cx="2129276" cy="261665"/>
            </a:xfrm>
            <a:prstGeom prst="roundRect">
              <a:avLst>
                <a:gd name="adj" fmla="val 5000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9" name="四角形: 角を丸くする 208">
              <a:extLst>
                <a:ext uri="{FF2B5EF4-FFF2-40B4-BE49-F238E27FC236}">
                  <a16:creationId xmlns:a16="http://schemas.microsoft.com/office/drawing/2014/main" id="{7EAC450F-20D8-74B4-2504-E27E44A68972}"/>
                </a:ext>
              </a:extLst>
            </p:cNvPr>
            <p:cNvSpPr/>
            <p:nvPr/>
          </p:nvSpPr>
          <p:spPr>
            <a:xfrm>
              <a:off x="9140566" y="4572262"/>
              <a:ext cx="583460" cy="242877"/>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pic>
        <p:nvPicPr>
          <p:cNvPr id="213" name="図 212">
            <a:extLst>
              <a:ext uri="{FF2B5EF4-FFF2-40B4-BE49-F238E27FC236}">
                <a16:creationId xmlns:a16="http://schemas.microsoft.com/office/drawing/2014/main" id="{B27C3B4F-74C6-A0BF-5F2B-7E9257D7724E}"/>
              </a:ext>
            </a:extLst>
          </p:cNvPr>
          <p:cNvPicPr>
            <a:picLocks noChangeAspect="1"/>
          </p:cNvPicPr>
          <p:nvPr/>
        </p:nvPicPr>
        <p:blipFill>
          <a:blip r:embed="rId6">
            <a:extLst>
              <a:ext uri="{28A0092B-C50C-407E-A947-70E740481C1C}">
                <a14:useLocalDpi xmlns:a14="http://schemas.microsoft.com/office/drawing/2010/main" val="0"/>
              </a:ext>
            </a:extLst>
          </a:blip>
          <a:srcRect r="48815"/>
          <a:stretch>
            <a:fillRect/>
          </a:stretch>
        </p:blipFill>
        <p:spPr>
          <a:xfrm>
            <a:off x="10125128" y="3273932"/>
            <a:ext cx="548888" cy="1072352"/>
          </a:xfrm>
          <a:prstGeom prst="rect">
            <a:avLst/>
          </a:prstGeom>
        </p:spPr>
      </p:pic>
      <p:pic>
        <p:nvPicPr>
          <p:cNvPr id="215" name="図 214">
            <a:extLst>
              <a:ext uri="{FF2B5EF4-FFF2-40B4-BE49-F238E27FC236}">
                <a16:creationId xmlns:a16="http://schemas.microsoft.com/office/drawing/2014/main" id="{7D6AA3E7-AAA3-A0F2-F2BB-69614B7AAC71}"/>
              </a:ext>
            </a:extLst>
          </p:cNvPr>
          <p:cNvPicPr>
            <a:picLocks noChangeAspect="1"/>
          </p:cNvPicPr>
          <p:nvPr/>
        </p:nvPicPr>
        <p:blipFill>
          <a:blip r:embed="rId6">
            <a:extLst>
              <a:ext uri="{28A0092B-C50C-407E-A947-70E740481C1C}">
                <a14:useLocalDpi xmlns:a14="http://schemas.microsoft.com/office/drawing/2010/main" val="0"/>
              </a:ext>
            </a:extLst>
          </a:blip>
          <a:srcRect r="66358"/>
          <a:stretch>
            <a:fillRect/>
          </a:stretch>
        </p:blipFill>
        <p:spPr>
          <a:xfrm flipH="1">
            <a:off x="8185234" y="3274673"/>
            <a:ext cx="360767" cy="1072352"/>
          </a:xfrm>
          <a:prstGeom prst="rect">
            <a:avLst/>
          </a:prstGeom>
        </p:spPr>
      </p:pic>
      <p:grpSp>
        <p:nvGrpSpPr>
          <p:cNvPr id="216" name="グループ化 215">
            <a:extLst>
              <a:ext uri="{FF2B5EF4-FFF2-40B4-BE49-F238E27FC236}">
                <a16:creationId xmlns:a16="http://schemas.microsoft.com/office/drawing/2014/main" id="{2B82F63D-631E-1383-0ED7-7C71D9E1B861}"/>
              </a:ext>
            </a:extLst>
          </p:cNvPr>
          <p:cNvGrpSpPr/>
          <p:nvPr/>
        </p:nvGrpSpPr>
        <p:grpSpPr>
          <a:xfrm>
            <a:off x="8987082" y="2765186"/>
            <a:ext cx="723275" cy="548325"/>
            <a:chOff x="981599" y="1624031"/>
            <a:chExt cx="808121" cy="612648"/>
          </a:xfrm>
        </p:grpSpPr>
        <p:sp>
          <p:nvSpPr>
            <p:cNvPr id="217" name="フローチャート: 他ページ結合子 216">
              <a:extLst>
                <a:ext uri="{FF2B5EF4-FFF2-40B4-BE49-F238E27FC236}">
                  <a16:creationId xmlns:a16="http://schemas.microsoft.com/office/drawing/2014/main" id="{8EA58AC1-A5F2-B9CB-EC07-1C17CF59E5E8}"/>
                </a:ext>
              </a:extLst>
            </p:cNvPr>
            <p:cNvSpPr/>
            <p:nvPr/>
          </p:nvSpPr>
          <p:spPr>
            <a:xfrm>
              <a:off x="1002683" y="1624031"/>
              <a:ext cx="758051" cy="612648"/>
            </a:xfrm>
            <a:prstGeom prst="flowChartOffpageConnector">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218" name="テキスト ボックス 217">
              <a:extLst>
                <a:ext uri="{FF2B5EF4-FFF2-40B4-BE49-F238E27FC236}">
                  <a16:creationId xmlns:a16="http://schemas.microsoft.com/office/drawing/2014/main" id="{C1812C24-4D49-5904-004B-2EE057D21072}"/>
                </a:ext>
              </a:extLst>
            </p:cNvPr>
            <p:cNvSpPr txBox="1"/>
            <p:nvPr/>
          </p:nvSpPr>
          <p:spPr>
            <a:xfrm>
              <a:off x="981599" y="1707422"/>
              <a:ext cx="808121"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選択中</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9231664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16C91F1-8F20-438E-64DA-1AE3A20E22ED}"/>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F3872A72-1F0E-11AF-033D-48F5C393A1E9}"/>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7A3B8B0-5A8E-111D-45E6-3BAC6CD33C2E}"/>
              </a:ext>
            </a:extLst>
          </p:cNvPr>
          <p:cNvSpPr/>
          <p:nvPr/>
        </p:nvSpPr>
        <p:spPr>
          <a:xfrm>
            <a:off x="9742233" y="1068436"/>
            <a:ext cx="1273542" cy="130501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8B1777BC-23B7-CFD1-A631-F9734566EDA9}"/>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7" name="フリーフォーム: 図形 6">
            <a:extLst>
              <a:ext uri="{FF2B5EF4-FFF2-40B4-BE49-F238E27FC236}">
                <a16:creationId xmlns:a16="http://schemas.microsoft.com/office/drawing/2014/main" id="{30BDADBA-5353-51B8-CB15-C4A6D2E6B781}"/>
              </a:ext>
            </a:extLst>
          </p:cNvPr>
          <p:cNvSpPr/>
          <p:nvPr/>
        </p:nvSpPr>
        <p:spPr>
          <a:xfrm>
            <a:off x="6487752" y="1068434"/>
            <a:ext cx="4540192" cy="5194736"/>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BBEEDAAC-FE6C-3F25-A7B7-C29B6C6F8F5D}"/>
              </a:ext>
            </a:extLst>
          </p:cNvPr>
          <p:cNvSpPr/>
          <p:nvPr/>
        </p:nvSpPr>
        <p:spPr>
          <a:xfrm>
            <a:off x="1164056"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DE4293F1-20D1-6699-E0B3-238C5BA15A93}"/>
              </a:ext>
            </a:extLst>
          </p:cNvPr>
          <p:cNvSpPr txBox="1"/>
          <p:nvPr/>
        </p:nvSpPr>
        <p:spPr>
          <a:xfrm>
            <a:off x="1374160"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574BE18-4ECE-7C15-74B4-D26520438554}"/>
              </a:ext>
            </a:extLst>
          </p:cNvPr>
          <p:cNvSpPr/>
          <p:nvPr/>
        </p:nvSpPr>
        <p:spPr>
          <a:xfrm>
            <a:off x="1346808"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0A432D3-B41F-0BB9-6444-56D7B1AFAB7F}"/>
              </a:ext>
            </a:extLst>
          </p:cNvPr>
          <p:cNvSpPr/>
          <p:nvPr/>
        </p:nvSpPr>
        <p:spPr>
          <a:xfrm>
            <a:off x="2560483"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40E79FE-4CCA-0E20-39A7-25EF42EAC61C}"/>
              </a:ext>
            </a:extLst>
          </p:cNvPr>
          <p:cNvSpPr/>
          <p:nvPr/>
        </p:nvSpPr>
        <p:spPr>
          <a:xfrm>
            <a:off x="3774157"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6344D4-14CE-A7E7-70E0-22FFA3F31135}"/>
              </a:ext>
            </a:extLst>
          </p:cNvPr>
          <p:cNvSpPr/>
          <p:nvPr/>
        </p:nvSpPr>
        <p:spPr>
          <a:xfrm>
            <a:off x="4987832"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57696D97-51D1-DAE5-DDFE-7F21F64E6277}"/>
              </a:ext>
            </a:extLst>
          </p:cNvPr>
          <p:cNvSpPr txBox="1"/>
          <p:nvPr/>
        </p:nvSpPr>
        <p:spPr>
          <a:xfrm>
            <a:off x="1374160"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E0F06188-5755-A6F3-317A-E313472A8C76}"/>
              </a:ext>
            </a:extLst>
          </p:cNvPr>
          <p:cNvGrpSpPr/>
          <p:nvPr/>
        </p:nvGrpSpPr>
        <p:grpSpPr>
          <a:xfrm>
            <a:off x="1346808"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81E82C73-926F-D8CC-5937-C5BBD4B596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81E3D7AC-E706-F331-9E69-5B7A798B4BB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C0AB6998-565D-419D-662B-5FE8ECA3E40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DB7CC17C-A538-869A-0A20-6C42A3783DE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3B47006-4156-3646-A3C8-F0ED32CAECB3}"/>
              </a:ext>
            </a:extLst>
          </p:cNvPr>
          <p:cNvCxnSpPr>
            <a:cxnSpLocks/>
          </p:cNvCxnSpPr>
          <p:nvPr/>
        </p:nvCxnSpPr>
        <p:spPr>
          <a:xfrm>
            <a:off x="1319456"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F005B3-7AA7-21A5-0EDE-96042FAC4F06}"/>
              </a:ext>
            </a:extLst>
          </p:cNvPr>
          <p:cNvGrpSpPr/>
          <p:nvPr/>
        </p:nvGrpSpPr>
        <p:grpSpPr>
          <a:xfrm>
            <a:off x="1344509"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A15F6B44-90F7-1453-0B38-DBC6DFF104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0F8CD7-8FA3-C7CF-A88B-3993165A59F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0B40A227-3A97-DCD6-A77C-D955262018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F2FDEC90-8362-9713-B27A-091E3175D8A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D1815A66-C400-3CB2-3157-7162469B50FB}"/>
              </a:ext>
            </a:extLst>
          </p:cNvPr>
          <p:cNvGrpSpPr/>
          <p:nvPr/>
        </p:nvGrpSpPr>
        <p:grpSpPr>
          <a:xfrm>
            <a:off x="1344509"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276C9C51-3C55-6074-49CC-F59EC8324B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A3031F60-CC48-20EA-ACCB-83A6BDC0A18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250422CC-104E-2F2E-462E-18D6A64F543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33EF3D9-EDEE-3130-D36C-6278FFB099F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C4BFC82E-1177-2268-4DB0-4C16CA27D056}"/>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34A26E06-2D44-96F9-1AD5-4828679956E5}"/>
              </a:ext>
            </a:extLst>
          </p:cNvPr>
          <p:cNvSpPr txBox="1"/>
          <p:nvPr/>
        </p:nvSpPr>
        <p:spPr>
          <a:xfrm>
            <a:off x="8318950"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D15F04C-F03E-24C5-11E0-EBB4AD96E737}"/>
              </a:ext>
            </a:extLst>
          </p:cNvPr>
          <p:cNvSpPr txBox="1"/>
          <p:nvPr/>
        </p:nvSpPr>
        <p:spPr>
          <a:xfrm>
            <a:off x="10052644" y="1130817"/>
            <a:ext cx="652720"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037B4504-3543-2C85-35C0-B756430C1A00}"/>
              </a:ext>
            </a:extLst>
          </p:cNvPr>
          <p:cNvGrpSpPr/>
          <p:nvPr/>
        </p:nvGrpSpPr>
        <p:grpSpPr>
          <a:xfrm>
            <a:off x="1577362" y="2982844"/>
            <a:ext cx="4293744" cy="371375"/>
            <a:chOff x="1152258" y="2766548"/>
            <a:chExt cx="4797436" cy="414940"/>
          </a:xfrm>
        </p:grpSpPr>
        <p:sp>
          <p:nvSpPr>
            <p:cNvPr id="161" name="テキスト ボックス 160">
              <a:extLst>
                <a:ext uri="{FF2B5EF4-FFF2-40B4-BE49-F238E27FC236}">
                  <a16:creationId xmlns:a16="http://schemas.microsoft.com/office/drawing/2014/main" id="{A21AB9F4-EAF2-B15F-30CB-77D906547DA4}"/>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C93DCB8A-53BE-E96F-B71B-F20EA55A2BE7}"/>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430BD8A6-3BB3-12DE-E3B4-C29ACF7C2525}"/>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3F84C932-0992-8065-4A86-780FFA19BA9C}"/>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25ABDD7F-2CDE-BE33-E294-1928872DA542}"/>
              </a:ext>
            </a:extLst>
          </p:cNvPr>
          <p:cNvSpPr txBox="1"/>
          <p:nvPr/>
        </p:nvSpPr>
        <p:spPr>
          <a:xfrm>
            <a:off x="1577362"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FF1F1AF5-2276-68ED-09A2-2F1D493D41A8}"/>
              </a:ext>
            </a:extLst>
          </p:cNvPr>
          <p:cNvSpPr txBox="1"/>
          <p:nvPr/>
        </p:nvSpPr>
        <p:spPr>
          <a:xfrm>
            <a:off x="2791036"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B6578E5F-5AA3-49DB-A7BF-2EB259127ABA}"/>
              </a:ext>
            </a:extLst>
          </p:cNvPr>
          <p:cNvSpPr txBox="1"/>
          <p:nvPr/>
        </p:nvSpPr>
        <p:spPr>
          <a:xfrm>
            <a:off x="4004711"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BE5F56AA-A3D8-F003-040B-4AB0D2468A80}"/>
              </a:ext>
            </a:extLst>
          </p:cNvPr>
          <p:cNvGrpSpPr/>
          <p:nvPr/>
        </p:nvGrpSpPr>
        <p:grpSpPr>
          <a:xfrm>
            <a:off x="1460043" y="2047871"/>
            <a:ext cx="4518820" cy="371375"/>
            <a:chOff x="1026519" y="2766548"/>
            <a:chExt cx="5048914" cy="414940"/>
          </a:xfrm>
        </p:grpSpPr>
        <p:sp>
          <p:nvSpPr>
            <p:cNvPr id="157" name="テキスト ボックス 156">
              <a:extLst>
                <a:ext uri="{FF2B5EF4-FFF2-40B4-BE49-F238E27FC236}">
                  <a16:creationId xmlns:a16="http://schemas.microsoft.com/office/drawing/2014/main" id="{E061E583-74BB-1D5A-5448-BEE5BD0C5C81}"/>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5B5D93EF-94A4-F0E1-0688-BAE335E91B33}"/>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D0F4D7BC-C825-00A2-2192-CBBB98D944B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D3489BBB-358E-8AD0-8C8F-F478D4A4942A}"/>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88967CD8-D280-5525-90E4-21636E1EAB8C}"/>
              </a:ext>
            </a:extLst>
          </p:cNvPr>
          <p:cNvGrpSpPr/>
          <p:nvPr/>
        </p:nvGrpSpPr>
        <p:grpSpPr>
          <a:xfrm>
            <a:off x="1429783" y="4778493"/>
            <a:ext cx="4172287" cy="371375"/>
            <a:chOff x="1026519" y="2766548"/>
            <a:chExt cx="4661731" cy="414940"/>
          </a:xfrm>
        </p:grpSpPr>
        <p:sp>
          <p:nvSpPr>
            <p:cNvPr id="153" name="テキスト ボックス 152">
              <a:extLst>
                <a:ext uri="{FF2B5EF4-FFF2-40B4-BE49-F238E27FC236}">
                  <a16:creationId xmlns:a16="http://schemas.microsoft.com/office/drawing/2014/main" id="{AF3F7CEF-9398-4478-4C25-D017B9DD2622}"/>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B6696BC3-4AAA-6B30-EF96-3F8766078A47}"/>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52929A23-7B84-A017-348E-1018E3E0DA2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22CD13E3-922D-C77C-303B-3C71FC6BA142}"/>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9CF8188A-D319-0590-32E6-9B3CFB7740B5}"/>
              </a:ext>
            </a:extLst>
          </p:cNvPr>
          <p:cNvSpPr txBox="1"/>
          <p:nvPr/>
        </p:nvSpPr>
        <p:spPr>
          <a:xfrm>
            <a:off x="8206413"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BB1FF706-35AB-61F6-7B4C-EA0B8F9FE787}"/>
              </a:ext>
            </a:extLst>
          </p:cNvPr>
          <p:cNvGrpSpPr/>
          <p:nvPr/>
        </p:nvGrpSpPr>
        <p:grpSpPr>
          <a:xfrm>
            <a:off x="6819835" y="5045880"/>
            <a:ext cx="1273542" cy="1061217"/>
            <a:chOff x="6892103" y="4612222"/>
            <a:chExt cx="1160990" cy="967430"/>
          </a:xfrm>
        </p:grpSpPr>
        <p:grpSp>
          <p:nvGrpSpPr>
            <p:cNvPr id="43" name="グループ化 42">
              <a:extLst>
                <a:ext uri="{FF2B5EF4-FFF2-40B4-BE49-F238E27FC236}">
                  <a16:creationId xmlns:a16="http://schemas.microsoft.com/office/drawing/2014/main" id="{9DFE5948-AC2C-766B-0B4F-3CA81B2DB181}"/>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FB2E5DE8-2CAA-7C04-6ACE-33F8DC46E48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E645688F-E114-2763-F3FC-1764FEB16F4D}"/>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287078D1-A6E5-31EB-3973-973BA8A35D95}"/>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49736191-2242-7CD9-8C04-EDB0F5D5A3E5}"/>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E9528B3F-A908-09BD-2E8B-76446F317ABA}"/>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C102F31B-7C61-9C93-8FB5-F46B8579511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F65862A7-BF19-949F-85D9-2D9B2D94A7CD}"/>
              </a:ext>
            </a:extLst>
          </p:cNvPr>
          <p:cNvGrpSpPr/>
          <p:nvPr/>
        </p:nvGrpSpPr>
        <p:grpSpPr>
          <a:xfrm>
            <a:off x="8261267" y="4984906"/>
            <a:ext cx="2426488" cy="1151178"/>
            <a:chOff x="8172787" y="4556636"/>
            <a:chExt cx="2049758" cy="1049440"/>
          </a:xfrm>
        </p:grpSpPr>
        <p:pic>
          <p:nvPicPr>
            <p:cNvPr id="42" name="図 41">
              <a:extLst>
                <a:ext uri="{FF2B5EF4-FFF2-40B4-BE49-F238E27FC236}">
                  <a16:creationId xmlns:a16="http://schemas.microsoft.com/office/drawing/2014/main" id="{2FEE3046-CF22-F5F9-5583-B7E0D7A8A967}"/>
                </a:ext>
              </a:extLst>
            </p:cNvPr>
            <p:cNvPicPr>
              <a:picLocks noChangeAspect="1"/>
            </p:cNvPicPr>
            <p:nvPr/>
          </p:nvPicPr>
          <p:blipFill>
            <a:blip r:embed="rId4">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664D0D51-560A-EA21-4103-B67E5306B7EF}"/>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9075A71-AB97-13C8-F2D4-B68F6A9B7790}"/>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5A804190-4256-2BEE-3A8C-D95F2731BE38}"/>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18EF427-DDE9-A3B6-2863-E1F24D73D8B8}"/>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EC1508A7-DF20-9435-63E8-E32C4AE46F9D}"/>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18D4A615-DD75-AFFA-54FC-43D7E044C1C4}"/>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EFD1612B-2E1A-0355-D391-34590B7B20BA}"/>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F7831FC2-AA67-5E8F-3754-DB925A7B84BA}"/>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4814350B-0AB6-31F2-69BD-E2672132DE2A}"/>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DD27D633-4B44-ABCA-AFA2-64C250013DEA}"/>
              </a:ext>
            </a:extLst>
          </p:cNvPr>
          <p:cNvGrpSpPr/>
          <p:nvPr/>
        </p:nvGrpSpPr>
        <p:grpSpPr>
          <a:xfrm>
            <a:off x="9565889"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ABF0EDA8-E22C-6631-9A8F-1FE32443638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3F72BFD-B57D-3879-8274-4ADBCBAE7B64}"/>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5" name="四角形: 角を丸くする 54">
            <a:extLst>
              <a:ext uri="{FF2B5EF4-FFF2-40B4-BE49-F238E27FC236}">
                <a16:creationId xmlns:a16="http://schemas.microsoft.com/office/drawing/2014/main" id="{6A4C4781-4B2C-026D-C99B-9F497B145162}"/>
              </a:ext>
            </a:extLst>
          </p:cNvPr>
          <p:cNvSpPr/>
          <p:nvPr/>
        </p:nvSpPr>
        <p:spPr>
          <a:xfrm>
            <a:off x="1346807"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EEF5FFFB-3F39-EAA0-D918-66D9FDCD0DF5}"/>
              </a:ext>
            </a:extLst>
          </p:cNvPr>
          <p:cNvGrpSpPr/>
          <p:nvPr/>
        </p:nvGrpSpPr>
        <p:grpSpPr>
          <a:xfrm>
            <a:off x="1540840"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E8762967-6A0D-430D-2945-BF15601564A1}"/>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EFA8DBF6-975B-4621-6EF4-2AB0A3144AB5}"/>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17" name="グループ化 216">
            <a:extLst>
              <a:ext uri="{FF2B5EF4-FFF2-40B4-BE49-F238E27FC236}">
                <a16:creationId xmlns:a16="http://schemas.microsoft.com/office/drawing/2014/main" id="{70AA4839-FCAD-A123-4DAA-52839BEE666E}"/>
              </a:ext>
            </a:extLst>
          </p:cNvPr>
          <p:cNvGrpSpPr/>
          <p:nvPr/>
        </p:nvGrpSpPr>
        <p:grpSpPr>
          <a:xfrm>
            <a:off x="6757185" y="1815964"/>
            <a:ext cx="1196129" cy="2214408"/>
            <a:chOff x="6757185" y="1815964"/>
            <a:chExt cx="1196129" cy="2214408"/>
          </a:xfrm>
        </p:grpSpPr>
        <p:grpSp>
          <p:nvGrpSpPr>
            <p:cNvPr id="196" name="グループ化 195">
              <a:extLst>
                <a:ext uri="{FF2B5EF4-FFF2-40B4-BE49-F238E27FC236}">
                  <a16:creationId xmlns:a16="http://schemas.microsoft.com/office/drawing/2014/main" id="{296C8802-ECC3-13A3-C01F-30D277406E67}"/>
                </a:ext>
              </a:extLst>
            </p:cNvPr>
            <p:cNvGrpSpPr/>
            <p:nvPr/>
          </p:nvGrpSpPr>
          <p:grpSpPr>
            <a:xfrm>
              <a:off x="6807560" y="1821181"/>
              <a:ext cx="1114968" cy="2209191"/>
              <a:chOff x="7405698" y="1658876"/>
              <a:chExt cx="1145519" cy="2269724"/>
            </a:xfrm>
          </p:grpSpPr>
          <p:sp>
            <p:nvSpPr>
              <p:cNvPr id="193" name="四角形: 角を丸くする 192">
                <a:extLst>
                  <a:ext uri="{FF2B5EF4-FFF2-40B4-BE49-F238E27FC236}">
                    <a16:creationId xmlns:a16="http://schemas.microsoft.com/office/drawing/2014/main" id="{ABEFFD18-8D53-AF11-C37B-755E47FA11F8}"/>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5" name="四角形: 角を丸くする 194">
                <a:extLst>
                  <a:ext uri="{FF2B5EF4-FFF2-40B4-BE49-F238E27FC236}">
                    <a16:creationId xmlns:a16="http://schemas.microsoft.com/office/drawing/2014/main" id="{317EA5F7-1C2D-8117-7320-FEC4420163A1}"/>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52" name="図 51">
              <a:extLst>
                <a:ext uri="{FF2B5EF4-FFF2-40B4-BE49-F238E27FC236}">
                  <a16:creationId xmlns:a16="http://schemas.microsoft.com/office/drawing/2014/main" id="{E9F38BD5-D1A2-0A62-E2CF-2FB25C7ADF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78" name="テキスト ボックス 177">
              <a:extLst>
                <a:ext uri="{FF2B5EF4-FFF2-40B4-BE49-F238E27FC236}">
                  <a16:creationId xmlns:a16="http://schemas.microsoft.com/office/drawing/2014/main" id="{D1EE7BF1-9D95-C437-CC5F-7E419E360C1C}"/>
                </a:ext>
              </a:extLst>
            </p:cNvPr>
            <p:cNvSpPr txBox="1"/>
            <p:nvPr/>
          </p:nvSpPr>
          <p:spPr>
            <a:xfrm>
              <a:off x="6799513" y="1815964"/>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grpSp>
        <p:nvGrpSpPr>
          <p:cNvPr id="187" name="グループ化 186">
            <a:extLst>
              <a:ext uri="{FF2B5EF4-FFF2-40B4-BE49-F238E27FC236}">
                <a16:creationId xmlns:a16="http://schemas.microsoft.com/office/drawing/2014/main" id="{33406C01-54EC-1B69-2462-31BF9E6E19F1}"/>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C3111E33-4B6D-7517-373B-F51B38B83B0A}"/>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1A8408A-7B14-7134-80D3-57C48C0182F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49A4D4D3-7181-D0DE-023C-0C4DBF1525E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1072DC1F-CD9B-980C-FC05-99B55DC4B77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223" name="グループ化 222">
            <a:extLst>
              <a:ext uri="{FF2B5EF4-FFF2-40B4-BE49-F238E27FC236}">
                <a16:creationId xmlns:a16="http://schemas.microsoft.com/office/drawing/2014/main" id="{B16E399B-A6B4-AE02-D4E7-7D3AF04016F9}"/>
              </a:ext>
            </a:extLst>
          </p:cNvPr>
          <p:cNvGrpSpPr/>
          <p:nvPr/>
        </p:nvGrpSpPr>
        <p:grpSpPr>
          <a:xfrm>
            <a:off x="6801326" y="4108971"/>
            <a:ext cx="1897037" cy="866603"/>
            <a:chOff x="6801326" y="4118302"/>
            <a:chExt cx="1897037" cy="866603"/>
          </a:xfrm>
        </p:grpSpPr>
        <p:sp>
          <p:nvSpPr>
            <p:cNvPr id="209" name="四角形: 角を丸くする 208">
              <a:extLst>
                <a:ext uri="{FF2B5EF4-FFF2-40B4-BE49-F238E27FC236}">
                  <a16:creationId xmlns:a16="http://schemas.microsoft.com/office/drawing/2014/main" id="{57BCE4E7-EFF0-0C48-B9B1-6883B82648D9}"/>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0" name="四角形: 角を丸くする 209">
              <a:extLst>
                <a:ext uri="{FF2B5EF4-FFF2-40B4-BE49-F238E27FC236}">
                  <a16:creationId xmlns:a16="http://schemas.microsoft.com/office/drawing/2014/main" id="{54AD6245-3CAF-878F-9444-59BFFD04BC1C}"/>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バフ</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6" name="テキスト ボックス 215">
              <a:extLst>
                <a:ext uri="{FF2B5EF4-FFF2-40B4-BE49-F238E27FC236}">
                  <a16:creationId xmlns:a16="http://schemas.microsoft.com/office/drawing/2014/main" id="{2EC5C664-886F-9722-CA5D-663F6CD75420}"/>
                </a:ext>
              </a:extLst>
            </p:cNvPr>
            <p:cNvSpPr txBox="1"/>
            <p:nvPr/>
          </p:nvSpPr>
          <p:spPr>
            <a:xfrm>
              <a:off x="7461214" y="4386738"/>
              <a:ext cx="569387"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バフ名</a:t>
              </a:r>
              <a:endParaRPr lang="en-US" altLang="ja-JP" sz="1000" dirty="0">
                <a:solidFill>
                  <a:schemeClr val="tx2"/>
                </a:solidFill>
                <a:latin typeface="原稿用標準書体" panose="03000503000000000000" pitchFamily="66" charset="-128"/>
                <a:ea typeface="原稿用標準書体" panose="03000503000000000000" pitchFamily="66" charset="-128"/>
              </a:endParaRPr>
            </a:p>
          </p:txBody>
        </p:sp>
        <p:sp>
          <p:nvSpPr>
            <p:cNvPr id="218" name="二等辺三角形 217">
              <a:extLst>
                <a:ext uri="{FF2B5EF4-FFF2-40B4-BE49-F238E27FC236}">
                  <a16:creationId xmlns:a16="http://schemas.microsoft.com/office/drawing/2014/main" id="{EC60C5B3-2888-8244-4AC5-27ED92F76DCB}"/>
                </a:ext>
              </a:extLst>
            </p:cNvPr>
            <p:cNvSpPr/>
            <p:nvPr/>
          </p:nvSpPr>
          <p:spPr>
            <a:xfrm rot="16200000">
              <a:off x="6778407"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0" name="二等辺三角形 219">
              <a:extLst>
                <a:ext uri="{FF2B5EF4-FFF2-40B4-BE49-F238E27FC236}">
                  <a16:creationId xmlns:a16="http://schemas.microsoft.com/office/drawing/2014/main" id="{BDE1C84F-3BF8-B97E-AB78-9667B3164957}"/>
                </a:ext>
              </a:extLst>
            </p:cNvPr>
            <p:cNvSpPr/>
            <p:nvPr/>
          </p:nvSpPr>
          <p:spPr>
            <a:xfrm rot="5400000" flipH="1">
              <a:off x="8262625"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2" name="テキスト ボックス 221">
              <a:extLst>
                <a:ext uri="{FF2B5EF4-FFF2-40B4-BE49-F238E27FC236}">
                  <a16:creationId xmlns:a16="http://schemas.microsoft.com/office/drawing/2014/main" id="{CE95A8F5-7E0C-146F-24AA-104AF6453FAF}"/>
                </a:ext>
              </a:extLst>
            </p:cNvPr>
            <p:cNvSpPr txBox="1"/>
            <p:nvPr/>
          </p:nvSpPr>
          <p:spPr>
            <a:xfrm>
              <a:off x="7137753" y="4567131"/>
              <a:ext cx="1210588"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効果テキスト効果</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テキスト効果テキ</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224" name="グループ化 223">
            <a:extLst>
              <a:ext uri="{FF2B5EF4-FFF2-40B4-BE49-F238E27FC236}">
                <a16:creationId xmlns:a16="http://schemas.microsoft.com/office/drawing/2014/main" id="{E6768934-4519-793F-33E0-2B99D48F4146}"/>
              </a:ext>
            </a:extLst>
          </p:cNvPr>
          <p:cNvGrpSpPr/>
          <p:nvPr/>
        </p:nvGrpSpPr>
        <p:grpSpPr>
          <a:xfrm>
            <a:off x="8808327" y="4104431"/>
            <a:ext cx="1897037" cy="866603"/>
            <a:chOff x="6801326" y="4118302"/>
            <a:chExt cx="1897037" cy="866603"/>
          </a:xfrm>
        </p:grpSpPr>
        <p:sp>
          <p:nvSpPr>
            <p:cNvPr id="225" name="四角形: 角を丸くする 224">
              <a:extLst>
                <a:ext uri="{FF2B5EF4-FFF2-40B4-BE49-F238E27FC236}">
                  <a16:creationId xmlns:a16="http://schemas.microsoft.com/office/drawing/2014/main" id="{B1D48591-0CBF-5EDE-59F6-19D0CD1F5544}"/>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26" name="四角形: 角を丸くする 225">
              <a:extLst>
                <a:ext uri="{FF2B5EF4-FFF2-40B4-BE49-F238E27FC236}">
                  <a16:creationId xmlns:a16="http://schemas.microsoft.com/office/drawing/2014/main" id="{25E91B81-CB28-3F1C-EBF2-E88C2DEAD86E}"/>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回復</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30" name="テキスト ボックス 229">
              <a:extLst>
                <a:ext uri="{FF2B5EF4-FFF2-40B4-BE49-F238E27FC236}">
                  <a16:creationId xmlns:a16="http://schemas.microsoft.com/office/drawing/2014/main" id="{ED18DB86-4617-1FDF-FE88-85518E92B70C}"/>
                </a:ext>
              </a:extLst>
            </p:cNvPr>
            <p:cNvSpPr txBox="1"/>
            <p:nvPr/>
          </p:nvSpPr>
          <p:spPr>
            <a:xfrm>
              <a:off x="6829838" y="4492483"/>
              <a:ext cx="825867"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最大</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HP</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30</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％を回復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32" name="四角形: 角を丸くする 231">
            <a:extLst>
              <a:ext uri="{FF2B5EF4-FFF2-40B4-BE49-F238E27FC236}">
                <a16:creationId xmlns:a16="http://schemas.microsoft.com/office/drawing/2014/main" id="{EC909DE5-9CE2-5B76-CA3F-9DC96C34B97B}"/>
              </a:ext>
            </a:extLst>
          </p:cNvPr>
          <p:cNvSpPr/>
          <p:nvPr/>
        </p:nvSpPr>
        <p:spPr>
          <a:xfrm>
            <a:off x="9619861" y="4441372"/>
            <a:ext cx="1001533" cy="462092"/>
          </a:xfrm>
          <a:prstGeom prst="roundRect">
            <a:avLst>
              <a:gd name="adj" fmla="val 41923"/>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33" name="グループ化 232">
            <a:extLst>
              <a:ext uri="{FF2B5EF4-FFF2-40B4-BE49-F238E27FC236}">
                <a16:creationId xmlns:a16="http://schemas.microsoft.com/office/drawing/2014/main" id="{E36B03AC-6B37-F317-1860-6875CD88EEAA}"/>
              </a:ext>
            </a:extLst>
          </p:cNvPr>
          <p:cNvGrpSpPr/>
          <p:nvPr/>
        </p:nvGrpSpPr>
        <p:grpSpPr>
          <a:xfrm>
            <a:off x="9688748" y="4467725"/>
            <a:ext cx="512967" cy="431693"/>
            <a:chOff x="1419053" y="4576795"/>
            <a:chExt cx="1631971" cy="1373403"/>
          </a:xfrm>
        </p:grpSpPr>
        <p:pic>
          <p:nvPicPr>
            <p:cNvPr id="234" name="図 233">
              <a:extLst>
                <a:ext uri="{FF2B5EF4-FFF2-40B4-BE49-F238E27FC236}">
                  <a16:creationId xmlns:a16="http://schemas.microsoft.com/office/drawing/2014/main" id="{1E96DFD4-8789-B59C-A3BA-8C120334784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235" name="テキスト ボックス 234">
              <a:extLst>
                <a:ext uri="{FF2B5EF4-FFF2-40B4-BE49-F238E27FC236}">
                  <a16:creationId xmlns:a16="http://schemas.microsoft.com/office/drawing/2014/main" id="{65832E1A-1417-8C22-0D11-13AAB49E75D9}"/>
                </a:ext>
              </a:extLst>
            </p:cNvPr>
            <p:cNvSpPr txBox="1"/>
            <p:nvPr/>
          </p:nvSpPr>
          <p:spPr>
            <a:xfrm>
              <a:off x="1770118" y="5068944"/>
              <a:ext cx="1280906" cy="881254"/>
            </a:xfrm>
            <a:prstGeom prst="rect">
              <a:avLst/>
            </a:prstGeom>
            <a:noFill/>
          </p:spPr>
          <p:txBody>
            <a:bodyPr wrap="square">
              <a:spAutoFit/>
            </a:bodyPr>
            <a:lstStyle/>
            <a:p>
              <a:r>
                <a:rPr lang="en-US" altLang="ja-JP" sz="1000" b="1" dirty="0">
                  <a:latin typeface="原稿用標準書体" panose="03000503000000000000" pitchFamily="66" charset="-128"/>
                  <a:ea typeface="原稿用標準書体" panose="03000503000000000000" pitchFamily="66" charset="-128"/>
                </a:rPr>
                <a:t>×</a:t>
              </a:r>
              <a:r>
                <a:rPr lang="en-US" altLang="ja-JP" sz="1200" b="1" dirty="0">
                  <a:latin typeface="原稿用標準書体" panose="03000503000000000000" pitchFamily="66" charset="-128"/>
                  <a:ea typeface="原稿用標準書体" panose="03000503000000000000" pitchFamily="66" charset="-128"/>
                </a:rPr>
                <a:t>3</a:t>
              </a:r>
              <a:endParaRPr lang="ja-JP" altLang="en-US" sz="800" b="1" dirty="0">
                <a:latin typeface="原稿用標準書体" panose="03000503000000000000" pitchFamily="66" charset="-128"/>
                <a:ea typeface="原稿用標準書体" panose="03000503000000000000" pitchFamily="66" charset="-128"/>
              </a:endParaRPr>
            </a:p>
          </p:txBody>
        </p:sp>
      </p:grpSp>
      <p:sp>
        <p:nvSpPr>
          <p:cNvPr id="237" name="テキスト ボックス 236">
            <a:extLst>
              <a:ext uri="{FF2B5EF4-FFF2-40B4-BE49-F238E27FC236}">
                <a16:creationId xmlns:a16="http://schemas.microsoft.com/office/drawing/2014/main" id="{01D88592-5C08-C423-5649-5DB402AF7550}"/>
              </a:ext>
            </a:extLst>
          </p:cNvPr>
          <p:cNvSpPr txBox="1"/>
          <p:nvPr/>
        </p:nvSpPr>
        <p:spPr>
          <a:xfrm>
            <a:off x="10041982" y="4550042"/>
            <a:ext cx="607396" cy="307777"/>
          </a:xfrm>
          <a:prstGeom prst="rect">
            <a:avLst/>
          </a:prstGeom>
          <a:noFill/>
        </p:spPr>
        <p:txBody>
          <a:bodyPr wrap="square">
            <a:spAutoFit/>
          </a:bodyPr>
          <a:lstStyle/>
          <a:p>
            <a:pPr algn="ctr"/>
            <a:r>
              <a:rPr kumimoji="1"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回復</a:t>
            </a:r>
            <a:endParaRPr lang="ja-JP" altLang="en-US" sz="1100" b="1">
              <a:solidFill>
                <a:schemeClr val="bg1">
                  <a:lumMod val="95000"/>
                </a:schemeClr>
              </a:solidFill>
            </a:endParaRPr>
          </a:p>
        </p:txBody>
      </p:sp>
      <p:grpSp>
        <p:nvGrpSpPr>
          <p:cNvPr id="244" name="グループ化 243">
            <a:extLst>
              <a:ext uri="{FF2B5EF4-FFF2-40B4-BE49-F238E27FC236}">
                <a16:creationId xmlns:a16="http://schemas.microsoft.com/office/drawing/2014/main" id="{EBE51B0C-7D7E-6BE1-7A58-25026A1556E5}"/>
              </a:ext>
            </a:extLst>
          </p:cNvPr>
          <p:cNvGrpSpPr/>
          <p:nvPr/>
        </p:nvGrpSpPr>
        <p:grpSpPr>
          <a:xfrm>
            <a:off x="8261266" y="2211684"/>
            <a:ext cx="2365918" cy="1883419"/>
            <a:chOff x="8261266" y="2319887"/>
            <a:chExt cx="2365918" cy="1775213"/>
          </a:xfrm>
        </p:grpSpPr>
        <p:pic>
          <p:nvPicPr>
            <p:cNvPr id="57" name="図 56">
              <a:extLst>
                <a:ext uri="{FF2B5EF4-FFF2-40B4-BE49-F238E27FC236}">
                  <a16:creationId xmlns:a16="http://schemas.microsoft.com/office/drawing/2014/main" id="{C3C33DC1-BD80-DDCC-4B98-FDF7EF5F8F65}"/>
                </a:ext>
              </a:extLst>
            </p:cNvPr>
            <p:cNvPicPr>
              <a:picLocks noChangeAspect="1"/>
            </p:cNvPicPr>
            <p:nvPr/>
          </p:nvPicPr>
          <p:blipFill>
            <a:blip r:embed="rId4">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CD62B1C2-EA94-CF18-34DB-5C74D1DD9C7F}"/>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A7C88B25-CD1B-8595-DF47-A64F9A912DEB}"/>
                </a:ext>
              </a:extLst>
            </p:cNvPr>
            <p:cNvSpPr/>
            <p:nvPr/>
          </p:nvSpPr>
          <p:spPr>
            <a:xfrm rot="5400000">
              <a:off x="9028770" y="2860649"/>
              <a:ext cx="177943" cy="28442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9D5D3B37-5004-81F2-46EF-DD943FFF3C6B}"/>
              </a:ext>
            </a:extLst>
          </p:cNvPr>
          <p:cNvGrpSpPr/>
          <p:nvPr/>
        </p:nvGrpSpPr>
        <p:grpSpPr>
          <a:xfrm>
            <a:off x="9564334" y="2238903"/>
            <a:ext cx="990729" cy="1742605"/>
            <a:chOff x="9993616" y="2066911"/>
            <a:chExt cx="1106950" cy="1703395"/>
          </a:xfrm>
        </p:grpSpPr>
        <p:sp>
          <p:nvSpPr>
            <p:cNvPr id="59" name="楕円 58">
              <a:extLst>
                <a:ext uri="{FF2B5EF4-FFF2-40B4-BE49-F238E27FC236}">
                  <a16:creationId xmlns:a16="http://schemas.microsoft.com/office/drawing/2014/main" id="{FE7E1645-A56B-2813-22CB-2E7F79DF14F4}"/>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8616D938-C486-E629-9C7C-86DA24B45D89}"/>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B8450FC-6AC4-6E03-09E6-6962A00DFDB8}"/>
                </a:ext>
              </a:extLst>
            </p:cNvPr>
            <p:cNvSpPr txBox="1"/>
            <p:nvPr/>
          </p:nvSpPr>
          <p:spPr>
            <a:xfrm>
              <a:off x="10002948" y="2066911"/>
              <a:ext cx="1062446" cy="278905"/>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CFF69E42-44F3-872E-FDEA-D690050E527E}"/>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C42843CF-B0C0-D068-E0C7-B0C2BA8512EC}"/>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10DB3A67-D5EF-2701-DAF6-C4118C236ABC}"/>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2E2856B4-CB92-477C-E664-B891EF215E02}"/>
                </a:ext>
              </a:extLst>
            </p:cNvPr>
            <p:cNvSpPr txBox="1"/>
            <p:nvPr/>
          </p:nvSpPr>
          <p:spPr>
            <a:xfrm>
              <a:off x="103944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1AD0C19B-52BF-E482-066E-5E05B60C1098}"/>
                </a:ext>
              </a:extLst>
            </p:cNvPr>
            <p:cNvSpPr txBox="1"/>
            <p:nvPr/>
          </p:nvSpPr>
          <p:spPr>
            <a:xfrm>
              <a:off x="107817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C5A6A516-E154-C450-7F3A-78C1F554D2EB}"/>
                </a:ext>
              </a:extLst>
            </p:cNvPr>
            <p:cNvSpPr txBox="1"/>
            <p:nvPr/>
          </p:nvSpPr>
          <p:spPr>
            <a:xfrm>
              <a:off x="10025851" y="2389384"/>
              <a:ext cx="285135" cy="278905"/>
            </a:xfrm>
            <a:prstGeom prst="rect">
              <a:avLst/>
            </a:prstGeom>
            <a:noFill/>
          </p:spPr>
          <p:txBody>
            <a:bodyPr wrap="none" rtlCol="0">
              <a:spAutoFit/>
            </a:bodyPr>
            <a:lstStyle/>
            <a:p>
              <a:pPr algn="ct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7D4AE1E0-EAD0-18BC-ED50-184EF304E13D}"/>
                </a:ext>
              </a:extLst>
            </p:cNvPr>
            <p:cNvSpPr txBox="1"/>
            <p:nvPr/>
          </p:nvSpPr>
          <p:spPr>
            <a:xfrm>
              <a:off x="10031427" y="2681875"/>
              <a:ext cx="729290" cy="251953"/>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DDE77B63-F06C-496C-56A4-D0F65F4DA06A}"/>
                </a:ext>
              </a:extLst>
            </p:cNvPr>
            <p:cNvSpPr txBox="1"/>
            <p:nvPr/>
          </p:nvSpPr>
          <p:spPr>
            <a:xfrm>
              <a:off x="10034534" y="2862270"/>
              <a:ext cx="1066032" cy="59062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4AA6EB11-39FC-075B-B433-7BC61C5C724D}"/>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74FD83AB-AC86-9272-0325-60095AC5B01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9DEE746E-30FB-C7D4-1F82-60C2B3A277D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EADCB5C0-15AC-2D54-7BA8-D4711DD93544}"/>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013C5E2F-5E20-9C05-81CF-1240F69E74AA}"/>
              </a:ext>
            </a:extLst>
          </p:cNvPr>
          <p:cNvGrpSpPr/>
          <p:nvPr/>
        </p:nvGrpSpPr>
        <p:grpSpPr>
          <a:xfrm>
            <a:off x="9702092" y="3602424"/>
            <a:ext cx="698442" cy="307777"/>
            <a:chOff x="10130793" y="3296675"/>
            <a:chExt cx="696970" cy="366793"/>
          </a:xfrm>
        </p:grpSpPr>
        <p:sp>
          <p:nvSpPr>
            <p:cNvPr id="180" name="四角形: 角を丸くする 179">
              <a:extLst>
                <a:ext uri="{FF2B5EF4-FFF2-40B4-BE49-F238E27FC236}">
                  <a16:creationId xmlns:a16="http://schemas.microsoft.com/office/drawing/2014/main" id="{D2B6DA14-EA75-FC47-4318-63CA2ACD8D3B}"/>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63EF5A0D-8E33-A3A9-5A83-549C2623161D}"/>
                </a:ext>
              </a:extLst>
            </p:cNvPr>
            <p:cNvSpPr txBox="1"/>
            <p:nvPr/>
          </p:nvSpPr>
          <p:spPr>
            <a:xfrm>
              <a:off x="10163561" y="3313445"/>
              <a:ext cx="644969" cy="330113"/>
            </a:xfrm>
            <a:prstGeom prst="rect">
              <a:avLst/>
            </a:prstGeom>
            <a:noFill/>
          </p:spPr>
          <p:txBody>
            <a:bodyPr wrap="none" rtlCol="0">
              <a:spAutoFit/>
            </a:bodyPr>
            <a:lstStyle/>
            <a:p>
              <a:pPr algn="ctr"/>
              <a:r>
                <a:rPr lang="ja-JP" altLang="en-US" sz="12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51867633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43C8A-0D19-CB9D-7D64-06EAA7369ED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43728B2-9724-8B77-9B23-5ECDCDCE43D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602F803-6879-3CE9-33F7-6254A0FBB6F4}"/>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5330A85-14B5-3C67-EF69-967CF857D9FB}"/>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34B0D5F-4BB9-3E98-1929-1AB60FF7217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B45A63-BD0D-DC11-A102-2722FA0CFFB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B1E1F9E-FAFD-90C4-0F72-8BF99068DD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D7B6D5DE-960A-5CBA-F093-4CE9F5B49467}"/>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C464886-37A5-6A87-99B5-CC5CCCC0AC3C}"/>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AD64080-48EC-4313-7F34-8B14EF245AE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A650131-D7E0-17F2-50FD-7A3A71EB236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762F8B6B-CD46-AF77-7A4C-B7BF1E3B675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F3E9BAE5-92FE-948B-DF93-C43F192E46F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F92774F-A547-1043-FB8B-04DB70BCE76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B7F2882-1B6D-D416-3561-ED35ED4739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C4C1B50-BB35-61C5-7162-00AD95BA910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5DD0B25-89CB-AD6C-BC97-9ECDEE4818B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F789733-F1AA-E93B-039F-AD658EEBE75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9927173-E2C6-800A-1BD3-B4540E0EE82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28DB670-917A-EBC5-1332-8D3A4776FB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2683EE2-E39D-3ACF-8997-D8FFDCEABC0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C768753-CC65-3E27-E876-CA5825F935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40D8880-934C-8033-7B14-9B1A806E82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B3A3DC7B-884B-8BC8-548B-66E37F5CCB9D}"/>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6619F7BD-8041-5851-796A-EE5149E234A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CECD4EE-C100-72A8-E765-CCBDFEFB5AC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7ABD201-1B25-C78C-EF66-4DF15BB1F1E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3CA8DE4-5BC1-0A1D-A861-678DB71C31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1F6429E-4113-5E7C-0776-976ABA17333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657E3C1-17CE-89EB-C889-5375630BEBD1}"/>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193C11FE-956B-2EDA-F1BE-574BE43DF96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A2D785A-08E7-EECD-EDCC-EFFE83FF129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5025A75-AED5-B0AD-FB99-624FB5B1E088}"/>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AA0E59AC-4C11-EEA3-4C6A-D511D25DFBE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BE31D56-8EB2-FC79-5B8B-A1E734B1E5CF}"/>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A30ACC93-C7A9-EF85-851E-C3C5B415E86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5716854-4192-435B-F384-7FDBCCB867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859F16-BE01-DF18-826C-C81E3C42156E}"/>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642873C-18C7-58B0-1A86-EB29BBE5C4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3716D51F-34AD-0139-19D2-3B9A8C9C2D1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1AC1D0D-C475-E120-6CF4-A73948DE19A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F668A8DD-226A-8431-1264-E7FCA97D214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5A71FD8-B46D-CA23-3DF2-50BF9C769A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DF5398-2C00-544E-4C59-9F1A24620ADA}"/>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5819073-6962-8936-E9BB-4C6796325233}"/>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9A5DA2CE-F9AF-05D4-0916-EC3D2BA88FF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6A7B78A-6AE3-6E3A-1ADF-262F6E7F366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8E77D2-4D91-189B-4441-0C3F84E0230F}"/>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4544803-E22C-DC2D-24F7-6E9E1D671D40}"/>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89C88E9D-5E36-2155-568A-370A3E3F9DCF}"/>
              </a:ext>
            </a:extLst>
          </p:cNvPr>
          <p:cNvSpPr txBox="1"/>
          <p:nvPr/>
        </p:nvSpPr>
        <p:spPr>
          <a:xfrm>
            <a:off x="8515269" y="1281120"/>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215F458D-CEF5-E343-4F62-C16380E946AB}"/>
              </a:ext>
            </a:extLst>
          </p:cNvPr>
          <p:cNvPicPr>
            <a:picLocks noChangeAspect="1"/>
          </p:cNvPicPr>
          <p:nvPr/>
        </p:nvPicPr>
        <p:blipFill>
          <a:blip r:embed="rId2">
            <a:extLst>
              <a:ext uri="{28A0092B-C50C-407E-A947-70E740481C1C}">
                <a14:useLocalDpi xmlns:a14="http://schemas.microsoft.com/office/drawing/2010/main" val="0"/>
              </a:ext>
            </a:extLst>
          </a:blip>
          <a:srcRect r="51049" b="40086"/>
          <a:stretch>
            <a:fillRect/>
          </a:stretch>
        </p:blipFill>
        <p:spPr>
          <a:xfrm>
            <a:off x="8548052" y="1794175"/>
            <a:ext cx="1229770" cy="2124868"/>
          </a:xfrm>
          <a:prstGeom prst="rect">
            <a:avLst/>
          </a:prstGeom>
        </p:spPr>
      </p:pic>
      <p:grpSp>
        <p:nvGrpSpPr>
          <p:cNvPr id="89" name="グループ化 88">
            <a:extLst>
              <a:ext uri="{FF2B5EF4-FFF2-40B4-BE49-F238E27FC236}">
                <a16:creationId xmlns:a16="http://schemas.microsoft.com/office/drawing/2014/main" id="{9A532A5A-B24B-3B3E-5E76-3053038518A3}"/>
              </a:ext>
            </a:extLst>
          </p:cNvPr>
          <p:cNvGrpSpPr/>
          <p:nvPr/>
        </p:nvGrpSpPr>
        <p:grpSpPr>
          <a:xfrm>
            <a:off x="7182307" y="4382702"/>
            <a:ext cx="1226618" cy="748254"/>
            <a:chOff x="7088997" y="4289392"/>
            <a:chExt cx="1226618" cy="748254"/>
          </a:xfrm>
        </p:grpSpPr>
        <p:pic>
          <p:nvPicPr>
            <p:cNvPr id="86" name="図 85">
              <a:extLst>
                <a:ext uri="{FF2B5EF4-FFF2-40B4-BE49-F238E27FC236}">
                  <a16:creationId xmlns:a16="http://schemas.microsoft.com/office/drawing/2014/main" id="{19189FB9-1ECB-E939-EC0B-1C34B13699C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4C2A425-995D-B868-4143-0AC5D8CA9677}"/>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0EF5BA79-622E-D14F-D3AD-A10CB433C781}"/>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57167CE-E92A-B9D5-F81E-4685FC49C2A2}"/>
              </a:ext>
            </a:extLst>
          </p:cNvPr>
          <p:cNvGrpSpPr/>
          <p:nvPr/>
        </p:nvGrpSpPr>
        <p:grpSpPr>
          <a:xfrm>
            <a:off x="7079024" y="4024693"/>
            <a:ext cx="1422939" cy="1185706"/>
            <a:chOff x="4343042" y="2005061"/>
            <a:chExt cx="4595682" cy="1782085"/>
          </a:xfrm>
        </p:grpSpPr>
        <p:sp>
          <p:nvSpPr>
            <p:cNvPr id="91" name="四角形: 角を丸くする 90">
              <a:extLst>
                <a:ext uri="{FF2B5EF4-FFF2-40B4-BE49-F238E27FC236}">
                  <a16:creationId xmlns:a16="http://schemas.microsoft.com/office/drawing/2014/main" id="{F6AB4674-1CF5-DA77-E552-A02F58DF500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6340FB3-56D5-C0B0-DBF3-98523AAD4CC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119" name="グループ化 118">
            <a:extLst>
              <a:ext uri="{FF2B5EF4-FFF2-40B4-BE49-F238E27FC236}">
                <a16:creationId xmlns:a16="http://schemas.microsoft.com/office/drawing/2014/main" id="{5633A39F-251D-A4DF-1480-9FBA3F3126F7}"/>
              </a:ext>
            </a:extLst>
          </p:cNvPr>
          <p:cNvGrpSpPr/>
          <p:nvPr/>
        </p:nvGrpSpPr>
        <p:grpSpPr>
          <a:xfrm>
            <a:off x="9972935" y="1296378"/>
            <a:ext cx="1139403" cy="407528"/>
            <a:chOff x="6961435" y="1453494"/>
            <a:chExt cx="1321756" cy="407528"/>
          </a:xfrm>
        </p:grpSpPr>
        <p:sp>
          <p:nvSpPr>
            <p:cNvPr id="122" name="四角形: 角を丸くする 121">
              <a:extLst>
                <a:ext uri="{FF2B5EF4-FFF2-40B4-BE49-F238E27FC236}">
                  <a16:creationId xmlns:a16="http://schemas.microsoft.com/office/drawing/2014/main" id="{381C6DB5-6A3A-9970-B0BC-72309B0F25B3}"/>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8CAA7E7-A20F-808D-528E-1AB1762A599C}"/>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5A840D43-5A32-A9D0-DBB3-7789E47BC336}"/>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BF6BBD3-6252-891A-B1EC-7FA223590AE7}"/>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48A2332B-F33B-E89B-748E-B637ECFA07A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3ACA54BD-8E4F-E99E-CC45-D453901416AC}"/>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99EE21B2-2769-D710-943D-1962DCC806BD}"/>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113B4F74-9AD0-23C8-6DDC-EF39201C1255}"/>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5632922B-1357-D040-73E9-EB67DD0FC2F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225BC7D-2BE0-03AA-A99C-881054A0E8D5}"/>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376CAAC2-0D4E-7955-2798-36C031E3337B}"/>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2402D94-D7F3-5F0C-BC04-021745DB64AA}"/>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EDDB92C6-2698-CD29-4A96-41B1EA904986}"/>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9BE437D3-2BEC-DE62-0080-C814C6CA65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9BBE36ED-E67B-1867-9C7E-0EB3A87F666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81987F8D-BFA6-4A68-1197-373AECF1D9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46525CF5-D01A-444B-8A68-4E8B0FFFCF59}"/>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5EC63B7-36C1-04F9-9E52-F6665010674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3" name="図 72">
            <a:extLst>
              <a:ext uri="{FF2B5EF4-FFF2-40B4-BE49-F238E27FC236}">
                <a16:creationId xmlns:a16="http://schemas.microsoft.com/office/drawing/2014/main" id="{CE109C67-BC18-161E-0117-27E2DB3AA607}"/>
              </a:ext>
            </a:extLst>
          </p:cNvPr>
          <p:cNvPicPr>
            <a:picLocks noChangeAspect="1"/>
          </p:cNvPicPr>
          <p:nvPr/>
        </p:nvPicPr>
        <p:blipFill>
          <a:blip r:embed="rId2">
            <a:extLst>
              <a:ext uri="{28A0092B-C50C-407E-A947-70E740481C1C}">
                <a14:useLocalDpi xmlns:a14="http://schemas.microsoft.com/office/drawing/2010/main" val="0"/>
              </a:ext>
            </a:extLst>
          </a:blip>
          <a:srcRect l="49396" r="-851" b="40086"/>
          <a:stretch>
            <a:fillRect/>
          </a:stretch>
        </p:blipFill>
        <p:spPr>
          <a:xfrm>
            <a:off x="9798901" y="1793311"/>
            <a:ext cx="1422937" cy="2124868"/>
          </a:xfrm>
          <a:prstGeom prst="rect">
            <a:avLst/>
          </a:prstGeom>
        </p:spPr>
      </p:pic>
      <p:sp>
        <p:nvSpPr>
          <p:cNvPr id="93" name="楕円 92">
            <a:extLst>
              <a:ext uri="{FF2B5EF4-FFF2-40B4-BE49-F238E27FC236}">
                <a16:creationId xmlns:a16="http://schemas.microsoft.com/office/drawing/2014/main" id="{0F8E20A0-80D7-2302-C937-9C3C2CBDF011}"/>
              </a:ext>
            </a:extLst>
          </p:cNvPr>
          <p:cNvSpPr/>
          <p:nvPr/>
        </p:nvSpPr>
        <p:spPr>
          <a:xfrm>
            <a:off x="9983865" y="2604116"/>
            <a:ext cx="326650" cy="3172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725A4D-6D12-4B13-B03A-189D59B11CBC}"/>
              </a:ext>
            </a:extLst>
          </p:cNvPr>
          <p:cNvSpPr/>
          <p:nvPr/>
        </p:nvSpPr>
        <p:spPr>
          <a:xfrm>
            <a:off x="9920797" y="2203235"/>
            <a:ext cx="1169528" cy="1467111"/>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B6781EC-EBF5-1D86-F32C-73AB854BAD23}"/>
              </a:ext>
            </a:extLst>
          </p:cNvPr>
          <p:cNvSpPr txBox="1"/>
          <p:nvPr/>
        </p:nvSpPr>
        <p:spPr>
          <a:xfrm>
            <a:off x="9931069" y="1810517"/>
            <a:ext cx="1169527" cy="296096"/>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1071915-F318-59D9-FE52-8721EB5A3EF1}"/>
              </a:ext>
            </a:extLst>
          </p:cNvPr>
          <p:cNvSpPr/>
          <p:nvPr/>
        </p:nvSpPr>
        <p:spPr>
          <a:xfrm>
            <a:off x="1035577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6C836FC3-05B1-2989-CD5B-6B62B1CA3499}"/>
              </a:ext>
            </a:extLst>
          </p:cNvPr>
          <p:cNvSpPr/>
          <p:nvPr/>
        </p:nvSpPr>
        <p:spPr>
          <a:xfrm>
            <a:off x="1077904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CA2DB530-2730-CF8C-EA0D-5EC07F1376C7}"/>
              </a:ext>
            </a:extLst>
          </p:cNvPr>
          <p:cNvSpPr/>
          <p:nvPr/>
        </p:nvSpPr>
        <p:spPr>
          <a:xfrm>
            <a:off x="9940331" y="2211486"/>
            <a:ext cx="1169528" cy="154444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AC71EC-D7EB-E653-F5C2-14BCB186CBE5}"/>
              </a:ext>
            </a:extLst>
          </p:cNvPr>
          <p:cNvSpPr txBox="1"/>
          <p:nvPr/>
        </p:nvSpPr>
        <p:spPr>
          <a:xfrm>
            <a:off x="10373256"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6D1B33C-59D5-BA37-E4AE-B9B7ADDCFBA8}"/>
              </a:ext>
            </a:extLst>
          </p:cNvPr>
          <p:cNvSpPr txBox="1"/>
          <p:nvPr/>
        </p:nvSpPr>
        <p:spPr>
          <a:xfrm>
            <a:off x="10799592"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7AC89228-304B-895C-1D97-22D58CF63AEC}"/>
              </a:ext>
            </a:extLst>
          </p:cNvPr>
          <p:cNvSpPr txBox="1"/>
          <p:nvPr/>
        </p:nvSpPr>
        <p:spPr>
          <a:xfrm>
            <a:off x="9967464" y="2194220"/>
            <a:ext cx="291506" cy="296096"/>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55A93F3E-8BC4-78A8-88C6-E7CCAF7BE9D2}"/>
              </a:ext>
            </a:extLst>
          </p:cNvPr>
          <p:cNvGrpSpPr/>
          <p:nvPr/>
        </p:nvGrpSpPr>
        <p:grpSpPr>
          <a:xfrm>
            <a:off x="10153969" y="3360006"/>
            <a:ext cx="745833" cy="333845"/>
            <a:chOff x="10130793" y="3279791"/>
            <a:chExt cx="696970" cy="383679"/>
          </a:xfrm>
        </p:grpSpPr>
        <p:sp>
          <p:nvSpPr>
            <p:cNvPr id="75" name="四角形: 角を丸くする 74">
              <a:extLst>
                <a:ext uri="{FF2B5EF4-FFF2-40B4-BE49-F238E27FC236}">
                  <a16:creationId xmlns:a16="http://schemas.microsoft.com/office/drawing/2014/main" id="{A7D2311B-D8D6-B456-2AF2-12B3338DE780}"/>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7EADF538-C0DD-8B0F-F3AB-73F2D2521DC8}"/>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5251A73-4260-125E-EB95-84D217B5D812}"/>
              </a:ext>
            </a:extLst>
          </p:cNvPr>
          <p:cNvSpPr txBox="1"/>
          <p:nvPr/>
        </p:nvSpPr>
        <p:spPr>
          <a:xfrm>
            <a:off x="9907300" y="2546132"/>
            <a:ext cx="767939" cy="263196"/>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182B900-F004-0F38-6AFC-ADECAC1D0600}"/>
              </a:ext>
            </a:extLst>
          </p:cNvPr>
          <p:cNvSpPr txBox="1"/>
          <p:nvPr/>
        </p:nvSpPr>
        <p:spPr>
          <a:xfrm>
            <a:off x="9965839" y="2776929"/>
            <a:ext cx="1050268" cy="59219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E9EC26B-0D57-F6A8-EAF5-8018F18E787A}"/>
              </a:ext>
            </a:extLst>
          </p:cNvPr>
          <p:cNvGrpSpPr/>
          <p:nvPr/>
        </p:nvGrpSpPr>
        <p:grpSpPr>
          <a:xfrm>
            <a:off x="10583914" y="2621366"/>
            <a:ext cx="449829" cy="112728"/>
            <a:chOff x="10725054" y="3385387"/>
            <a:chExt cx="569131" cy="146875"/>
          </a:xfrm>
        </p:grpSpPr>
        <p:sp>
          <p:nvSpPr>
            <p:cNvPr id="99" name="楕円 98">
              <a:extLst>
                <a:ext uri="{FF2B5EF4-FFF2-40B4-BE49-F238E27FC236}">
                  <a16:creationId xmlns:a16="http://schemas.microsoft.com/office/drawing/2014/main" id="{E6338FE2-57B1-D8EC-100F-9CFA50B1ADD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3AC446DB-A3E3-21AC-493E-C31620B979A3}"/>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B0D80A72-10EA-C64C-68E1-4B0694C3F39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pic>
        <p:nvPicPr>
          <p:cNvPr id="137" name="図 136">
            <a:extLst>
              <a:ext uri="{FF2B5EF4-FFF2-40B4-BE49-F238E27FC236}">
                <a16:creationId xmlns:a16="http://schemas.microsoft.com/office/drawing/2014/main" id="{DE72BEB4-0A97-FCF6-72F9-3AFFDF4F22D8}"/>
              </a:ext>
            </a:extLst>
          </p:cNvPr>
          <p:cNvPicPr>
            <a:picLocks noChangeAspect="1"/>
          </p:cNvPicPr>
          <p:nvPr/>
        </p:nvPicPr>
        <p:blipFill>
          <a:blip r:embed="rId2">
            <a:extLst>
              <a:ext uri="{28A0092B-C50C-407E-A947-70E740481C1C}">
                <a14:useLocalDpi xmlns:a14="http://schemas.microsoft.com/office/drawing/2010/main" val="0"/>
              </a:ext>
            </a:extLst>
          </a:blip>
          <a:srcRect l="1" t="59977" r="-1820" b="-602"/>
          <a:stretch>
            <a:fillRect/>
          </a:stretch>
        </p:blipFill>
        <p:spPr>
          <a:xfrm>
            <a:off x="8642490" y="3937660"/>
            <a:ext cx="2579347" cy="1301439"/>
          </a:xfrm>
          <a:prstGeom prst="rect">
            <a:avLst/>
          </a:prstGeom>
        </p:spPr>
      </p:pic>
      <p:grpSp>
        <p:nvGrpSpPr>
          <p:cNvPr id="138" name="グループ化 137">
            <a:extLst>
              <a:ext uri="{FF2B5EF4-FFF2-40B4-BE49-F238E27FC236}">
                <a16:creationId xmlns:a16="http://schemas.microsoft.com/office/drawing/2014/main" id="{E546C796-E2E8-2190-0ECB-D3754DCF41A5}"/>
              </a:ext>
            </a:extLst>
          </p:cNvPr>
          <p:cNvGrpSpPr/>
          <p:nvPr/>
        </p:nvGrpSpPr>
        <p:grpSpPr>
          <a:xfrm>
            <a:off x="8698227" y="4034895"/>
            <a:ext cx="2394303" cy="1120200"/>
            <a:chOff x="8697253" y="4030570"/>
            <a:chExt cx="2394303" cy="1120200"/>
          </a:xfrm>
        </p:grpSpPr>
        <p:sp>
          <p:nvSpPr>
            <p:cNvPr id="8" name="テキスト ボックス 7">
              <a:extLst>
                <a:ext uri="{FF2B5EF4-FFF2-40B4-BE49-F238E27FC236}">
                  <a16:creationId xmlns:a16="http://schemas.microsoft.com/office/drawing/2014/main" id="{C3505EFD-64F3-9C6A-2586-3CE32DD749F5}"/>
                </a:ext>
              </a:extLst>
            </p:cNvPr>
            <p:cNvSpPr txBox="1"/>
            <p:nvPr/>
          </p:nvSpPr>
          <p:spPr>
            <a:xfrm>
              <a:off x="9366255" y="439687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6941F1-7ACE-272E-35FB-20475B277AAB}"/>
                </a:ext>
              </a:extLst>
            </p:cNvPr>
            <p:cNvSpPr/>
            <p:nvPr/>
          </p:nvSpPr>
          <p:spPr>
            <a:xfrm>
              <a:off x="8697253" y="4343611"/>
              <a:ext cx="2394303" cy="80715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1C584CB5-2363-9074-264D-7F18547080C8}"/>
                </a:ext>
              </a:extLst>
            </p:cNvPr>
            <p:cNvSpPr/>
            <p:nvPr/>
          </p:nvSpPr>
          <p:spPr>
            <a:xfrm>
              <a:off x="9941402" y="440068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B7CA30EF-66EC-B6FA-205C-99B3DB1C26A7}"/>
                </a:ext>
              </a:extLst>
            </p:cNvPr>
            <p:cNvGrpSpPr/>
            <p:nvPr/>
          </p:nvGrpSpPr>
          <p:grpSpPr>
            <a:xfrm>
              <a:off x="8756066" y="4386658"/>
              <a:ext cx="2299997" cy="740676"/>
              <a:chOff x="8756066" y="4312009"/>
              <a:chExt cx="2299997" cy="740676"/>
            </a:xfrm>
          </p:grpSpPr>
          <p:sp>
            <p:nvSpPr>
              <p:cNvPr id="45" name="フリーフォーム: 図形 44">
                <a:extLst>
                  <a:ext uri="{FF2B5EF4-FFF2-40B4-BE49-F238E27FC236}">
                    <a16:creationId xmlns:a16="http://schemas.microsoft.com/office/drawing/2014/main" id="{8651FA19-E39D-3C1A-2F15-1923DDFE4BD0}"/>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C8F9B89-BC80-40B4-10EB-54609966753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D820DB5A-77DB-237D-A8CF-6CC9B132E7D5}"/>
                </a:ext>
              </a:extLst>
            </p:cNvPr>
            <p:cNvSpPr txBox="1"/>
            <p:nvPr/>
          </p:nvSpPr>
          <p:spPr>
            <a:xfrm>
              <a:off x="10290983" y="438270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3EDCE10-89E6-98E5-60B9-25EF573708CB}"/>
                </a:ext>
              </a:extLst>
            </p:cNvPr>
            <p:cNvSpPr txBox="1"/>
            <p:nvPr/>
          </p:nvSpPr>
          <p:spPr>
            <a:xfrm>
              <a:off x="9360450" y="4030570"/>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A22B7B14-1069-E138-41B3-A16B48C3D068}"/>
                </a:ext>
              </a:extLst>
            </p:cNvPr>
            <p:cNvSpPr txBox="1"/>
            <p:nvPr/>
          </p:nvSpPr>
          <p:spPr>
            <a:xfrm>
              <a:off x="8880746" y="472282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43" name="グループ化 142">
            <a:extLst>
              <a:ext uri="{FF2B5EF4-FFF2-40B4-BE49-F238E27FC236}">
                <a16:creationId xmlns:a16="http://schemas.microsoft.com/office/drawing/2014/main" id="{3FFC0166-D8D4-F9AB-127D-AC4341AEFBE8}"/>
              </a:ext>
            </a:extLst>
          </p:cNvPr>
          <p:cNvGrpSpPr/>
          <p:nvPr/>
        </p:nvGrpSpPr>
        <p:grpSpPr>
          <a:xfrm>
            <a:off x="7029630" y="1349900"/>
            <a:ext cx="1340760" cy="2476317"/>
            <a:chOff x="6757185" y="1821181"/>
            <a:chExt cx="1196129" cy="2209191"/>
          </a:xfrm>
        </p:grpSpPr>
        <p:grpSp>
          <p:nvGrpSpPr>
            <p:cNvPr id="144" name="グループ化 143">
              <a:extLst>
                <a:ext uri="{FF2B5EF4-FFF2-40B4-BE49-F238E27FC236}">
                  <a16:creationId xmlns:a16="http://schemas.microsoft.com/office/drawing/2014/main" id="{BBA9CE63-C2EC-62E7-5564-401970D11B0E}"/>
                </a:ext>
              </a:extLst>
            </p:cNvPr>
            <p:cNvGrpSpPr/>
            <p:nvPr/>
          </p:nvGrpSpPr>
          <p:grpSpPr>
            <a:xfrm>
              <a:off x="6807560" y="1821181"/>
              <a:ext cx="1114968" cy="2209191"/>
              <a:chOff x="7405698" y="1658876"/>
              <a:chExt cx="1145519" cy="2269724"/>
            </a:xfrm>
          </p:grpSpPr>
          <p:sp>
            <p:nvSpPr>
              <p:cNvPr id="147" name="四角形: 角を丸くする 146">
                <a:extLst>
                  <a:ext uri="{FF2B5EF4-FFF2-40B4-BE49-F238E27FC236}">
                    <a16:creationId xmlns:a16="http://schemas.microsoft.com/office/drawing/2014/main" id="{3D1118E6-EB2D-36B2-41C9-7B40A4DC7EB0}"/>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4E4DABE1-17BC-ABA6-1A64-09BC58253F83}"/>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145" name="図 144">
              <a:extLst>
                <a:ext uri="{FF2B5EF4-FFF2-40B4-BE49-F238E27FC236}">
                  <a16:creationId xmlns:a16="http://schemas.microsoft.com/office/drawing/2014/main" id="{716EB4FF-1E24-BA56-5BC4-39BBB7B9D88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46" name="テキスト ボックス 145">
              <a:extLst>
                <a:ext uri="{FF2B5EF4-FFF2-40B4-BE49-F238E27FC236}">
                  <a16:creationId xmlns:a16="http://schemas.microsoft.com/office/drawing/2014/main" id="{2577E769-0772-232E-D4F8-4DA51C898761}"/>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33122737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EB3E1-A608-6EE3-50BB-D68BEB7FAFB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FA171725-A57F-1EB9-11E3-D5F639BC9F0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3F5857E-2FF0-3C30-B5DD-4FB8413BEFC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2AE23AA-DB16-07B6-EADF-37503ADE74F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1E8FF9F0-1CC6-1CD0-93E8-7F475ECE9EA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E6D3627-9ED6-3863-C90B-F9A0A7FE19C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1C919E-ED8D-4C76-4253-3505F9B39C1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3A7E779-9FD9-13C6-B6C8-DF11D9F9D1A8}"/>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E70C4D4-1C2E-6E60-5166-B1386BDCBB04}"/>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B42DBE1-0508-930D-B57B-AFA858BA1D6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F2B995D-952C-488F-01EA-2FA00BA5F4E4}"/>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6EDA536-7DBF-6B7F-7BFB-54CDE6812F2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DFD504B-3049-3C9C-2646-B74FC66E474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A36AEE2-9C2A-9969-4AED-D1BBB864AB0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D5FBE6-0506-F829-1D52-891B48A3C99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86426C3-C940-AD1A-B626-35825EF55A9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5890FB2-A236-A44F-A32E-B887E96DED9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CC6DF6A-6A11-2105-59E0-A8EAF8AA786C}"/>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C115C99-FCD8-4C54-50AE-1ECBD8658E1C}"/>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67ABC36D-95D6-91B6-3151-28309001A98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5695587-C1F8-8F25-7BE2-1571E1CE7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00686C-FC57-0341-1181-3C5A4C82DE0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21B1222-EA4D-7970-E699-5BC7C44DAF9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A4740C8A-E998-1E2A-73ED-5A32C66C4342}"/>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D1AEE4C-322A-EDA8-B9B4-D70C7F0A6E3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68F4DAF-F9F0-399A-1F82-AA4D0C4C02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6BF0CD6-1603-0E3A-A33D-9B62C547F8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15F54ED-ACE3-840E-2EFC-6E0EE08486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68A65B0-94DF-5A73-950E-5A25222C9C9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A617366-A612-5B1C-70E0-9E60D72A68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A7D4152-1A3C-0DCD-A0A1-20EB85E8856D}"/>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6CD6A736-A873-208D-217D-E9DD350043B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6DD2BF4-9CAB-9551-E3B0-70B2AF91773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8C870A8-53EA-0D94-3CF5-9DF9FC110112}"/>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805D1E0-188F-C88B-E582-5DA750CDBB9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613E750-1296-CD98-747B-9F9E087EAA8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13DB81-9FFD-537B-5070-A0C4ABB32232}"/>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44418FCC-C927-745B-7FA6-0E49F2B18050}"/>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E5ED020B-D8C2-DC19-11D7-A30CC863A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45251BA2-6716-ACDB-D528-49E36FCBDA1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580EBF28-FBE7-1E75-8F38-DDA7EC40F85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B3959AC-9892-4F02-02E4-134F00104ED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05C0359-2534-13F6-5D66-CD246614C52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7636835-57DD-1465-2E45-5DA29AFDB4A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0E79F4A1-DD75-5C67-63AA-566B2527512D}"/>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BC25499-E320-F594-15A2-EA1E38AAAB3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13E671D-334A-8139-CF89-B115291296D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5FC5F2A7-1C87-12F7-DD56-92A97EC9AB4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FB640F4-D7CB-187C-9B84-18F4D47D1DE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45CB141-7012-2742-0C22-35E3B4A165D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925DC69C-C314-ECA0-A715-0EC4559955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C4D0609-D000-EFF0-13FF-932E9E7FB27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26A87A69-0065-CE2E-2292-F5FB644BE4D9}"/>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77D47B97-3A54-532A-7FB4-E221379724C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7BE9F9B-3B46-8901-9B08-077DC9B425C0}"/>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BBA24DA9-2ED9-349A-2C17-EE95EFB5E41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9BEEA265-C37A-49C3-2DFE-35D460E9D78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597AB62D-A6E7-A6C8-8C0C-DB70E0CEB48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A445CD63-73AC-AE0F-5F4C-6A3FE971083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C3A64C17-1F68-8803-2110-4A684EF99A8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20CBCE0-91DA-AF71-7217-CAAA874B0D4B}"/>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DBEA565-8499-F681-F3A5-5F4225E9CA98}"/>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42E354F-536E-85C9-2D5E-BD2E0529361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26610D0-5AE9-4011-6CD4-4EC0009C8E6C}"/>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4CFBA3F-FAB4-04C9-A65C-95E4FA6233C7}"/>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01FE61C-1B78-18E3-B104-02FB7A96F0F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9CCFE6AC-B2FF-1BAF-3642-BCE3E10DE2ED}"/>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A558877-EA6D-81E2-1D06-27993086D84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2D8DECEF-1BDC-EDAC-0147-C03DDCED2318}"/>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5EA9BC66-DE57-478A-6736-9C2EC228CE57}"/>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1BD0774C-AE84-F6C7-D75E-E69DC4EAA07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70217278-4333-6897-A0D7-5A968E0747D7}"/>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1D1CFB45-E9D7-ABCD-2EFC-835DF2B521E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4A10604-83D4-0B04-26C9-3F3309C90A3F}"/>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F1288EA-AB8F-41E0-F891-6F825FF8A4D0}"/>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5F0F336-8BD2-F437-00CD-C63E285F247A}"/>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B36C0B9A-2724-F822-72BC-9682CB3194B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D5BFAB96-A1A0-8FF1-6DD2-3C80BA0028DB}"/>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F1C1BC32-BA7D-B700-CDBB-E727EAF1900A}"/>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33BDF9-4295-4576-7FF4-C708C9EF61A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34D0CF43-F018-24CC-B392-FC8F00FD1BB0}"/>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43F91EC5-A548-AFEB-409A-512A42ED7F77}"/>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6FDA53F5-020C-AC41-ABC6-4A027E97FAC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397DF8FA-8C2E-3048-3693-C04098637C6A}"/>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8176E3A6-5554-E458-9B59-55A070C1984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1093C67-0B18-9269-B55D-8B9545DDE6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59B38E68-5410-9ED9-25AA-C70ED6C9ED21}"/>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97B658A0-7818-BC43-9855-D342E17159E2}"/>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FCAE295A-FB0F-C5B4-4069-DA55F7C76F1C}"/>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02E68F0C-EE96-7681-5608-B1D9AE261F3A}"/>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BBFB0261-38FF-ECD3-7888-BD3F3B82408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0CD511C4-F9CD-9A44-B6A1-D0028D697216}"/>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E5631216-EEFD-BE56-D131-86B1C456F1E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00893E93-1EAF-546E-687B-083353026F18}"/>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57055EE-DD17-93C0-B785-8483E0012D17}"/>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EC24CFC-5B31-3EC4-D98C-34F72EC40500}"/>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D0A3631B-3270-72EB-F991-C00C6129538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7D0D24E2-956F-32C3-74D3-331ABFE22017}"/>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310C4EDB-8AF2-2EFC-4C71-1DE627A539C5}"/>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D8D752DA-3CFA-EDFE-6CC1-B0CEDD81243E}"/>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314421A8-9E2B-06B6-59A1-028DD9581B3C}"/>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49E0A80-6341-F2C3-700F-147E55823E67}"/>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252631B3-5AEE-D864-2F01-F234EC476CF0}"/>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7DCB2FC8-D1ED-A2E4-81F7-44222A889B21}"/>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C7487DE4-AE47-3FB6-E23C-F085F6E9CEF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20C814A7-9B2E-DEBA-554D-36F3015B5C3E}"/>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604845BC-3FDA-DC20-1EDB-20FAC964AAB8}"/>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DC5DBB85-E805-479E-5C22-81EB37962913}"/>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5A1CEC-35FE-C5C6-B63F-31620E4BFE6B}"/>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6B46FC4A-DABE-9E73-B105-BB7D33D4CBBE}"/>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127B9100-5310-3379-5664-A5763D4847E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182293D6-1AE3-4BCE-4D86-3FA4BFC90F4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1E63AFDC-85BE-2A22-B7F1-34F746F5BE98}"/>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22B05309-7FF4-DC5B-24E6-01D4452F66DA}"/>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EB424F60-8305-4321-205B-C515DD5E9BD2}"/>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0F31AB9A-B2E1-BA50-5213-E472DDBDB838}"/>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A7798CF4-CE95-C885-F184-D85049418844}"/>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E62FBFDD-B863-0DB7-8F22-5E8E1CC8482D}"/>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9E483828-9514-E2DC-2DA0-88D09ADF2E9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11B66004-1508-8F77-961F-D0C9C2C57A93}"/>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84DA1E64-8C12-FBA9-FAB3-8579E549C909}"/>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CC03AC36-1D27-FF26-ECD0-EE565B4E4071}"/>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B83FB740-AC55-6857-5F55-B2400A67E504}"/>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CFF9223B-7294-1C90-6227-F278BFFD4EB0}"/>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6B0A0EB8-7FE2-BEBB-D341-D3458C301059}"/>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C66A7D02-41D9-403E-35A7-D64E16DBB17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29C99769-142F-4AF8-9699-DCABFBB484A9}"/>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6B71B3DE-C30E-BCC3-08B1-3BB87E9C1D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5AFC9A01-2D62-5638-D33C-4D2FE49232C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AA4A190B-9CC8-93A7-9DEC-0FF41747781E}"/>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1512290B-61CA-B135-D11D-17DDDEE2F0D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40CB9D28-1E6A-2FBD-219E-C0CD9A145C50}"/>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91554A82-BA82-0A6C-CD91-1CBA8793A1BE}"/>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9A4D8203-A6C6-CDD0-0BDE-5F08A5DF82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CA124B58-D396-6B4C-4466-D2D0E031118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423BB7F1-9CCD-EC1C-C4D4-1EDB7CE779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EA160E95-69B6-342A-A41F-810A57F7A7A2}"/>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26B0AE87-A319-B6F8-716E-2F2AF772E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2432463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3A2AA-8C81-8A4B-9506-5DCFECC5202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2A8F19D-394E-4646-BE18-DAA9948F4B53}"/>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87355063-B89F-A3BF-9932-7C1AF8D83C0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2B6A75D-21D2-7F14-96AA-E230B271CB0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09E28B7-E6A5-2766-7229-F75D9867595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09E4F10-9B7A-1023-856A-DC87CCF912D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C50E245-FDA2-E7E3-3D61-2A33D6ECC5D4}"/>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52EDC02-FF9C-FE9F-BBD2-4B32F9BAD35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A0F638F-9DFF-9CD1-83E3-8B3A31965CA5}"/>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9E42C2B1-B9B8-B9A5-180C-16C44DC65DF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3A212EC-F231-913B-089C-0AC5C15C071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C6FAF04-647E-7ED3-7F98-3BB2C4E3305D}"/>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4A29A17-10BA-8735-E4BA-D9F94F7A444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86DE5CE-2661-65DB-393D-25F19B609C2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1B07B05-24A5-29C9-F8A3-6BCE35E8D8E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69AE433E-B9C3-D834-9AED-440DEB09480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A29F64A0-48F3-22B3-67E6-A709BFDED1C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D427F6B-7A54-FC4A-60E8-CAA14862266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FB52E54-55FD-6D31-A609-C521747ADAF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73C75AA-8A0E-99E7-D716-FE557CF722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02160A1-6DBB-8FF0-08C2-CBF8FA2FAEE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395872D-451A-ABA1-245D-DD3181E8AB0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35E2D1C-C9DE-F1AE-B125-9D820684E8E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A763707-E554-31D0-20B0-FDBF21B4A679}"/>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1900A2C-81F1-9DC3-BE90-1C5BA2DA53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F48A032-A6EB-2C59-5CEB-CEF78622CC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D1F8113F-F1DA-0542-0BA5-2A9019E7BA1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35FEE81-BAC7-D843-61F6-1EE45D76B1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B2B6FBA4-FBD2-DB81-975E-59D90DEC8C8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4324567-D3FB-2AA6-A31A-131CC05A0677}"/>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BC71AB0D-425E-E823-8271-00E475D2482E}"/>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0F6E34A0-65CF-6E50-B210-7CBDC2D9C4B6}"/>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D99C639B-9590-C54B-865F-A4658F73CC63}"/>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5141A9DF-6217-28F5-4D76-8DD977F233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EFD8E06-1CB7-D5BB-89D9-36BF678E829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E8CA788-5953-6F3E-B841-8E77EB33E3AD}"/>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D44D0BE5-CCDC-9016-BEC7-8E2F5C8FBCE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F846B14-B004-FB23-5B6B-C6938B87D545}"/>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2607D2A-9D9A-6236-DDAA-54B5AA25EAC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B556C62D-2E73-0FB9-C418-576C01699A46}"/>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EB2B2E73-F12E-7629-E7A0-B84E33B7EAD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E7A218D-5EE5-1B2B-7167-57C74604F1CC}"/>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545A0DBC-A62E-5E07-B285-D3E751E9BC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0345B69-DA76-238A-6E2E-3709E679849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6E318859-A186-6C65-5705-E3ED8AB8D09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7E677580-2B5B-E319-F465-BEED7D6F0F8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A9A56A3-14AC-1147-0F49-CAC715A4C53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DE33EE-E85C-6D9A-475C-AA05CD9D113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9464B4F-6860-D075-10C2-32F0346B708D}"/>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A20B3F60-8374-7983-C2FA-7DF64C43508B}"/>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786E2053-4382-9104-949F-536914F53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0BB5DE1-3455-D06A-6DE8-11CD7E71F0D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A4387519-AEE2-C4C2-83FF-74D4FD0DC70A}"/>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F339E092-B0F9-6194-3950-BE39DA3275CD}"/>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FF73F831-9CF2-124A-90A1-13CF13DCD833}"/>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DD13789-92BD-23D4-2194-6541C2EC3C33}"/>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22AE71C4-1984-6E0C-032E-216AA583723F}"/>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1FC5C0E-DB7A-A114-B9FA-0059864EFF4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F60BBACD-1225-F143-4E05-14FF8EBB1037}"/>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04EAF669-4E38-0DC0-4144-0E219E99A3E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A8DCDBD-F11F-88C4-EC25-76983342D4A3}"/>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781498CD-C0E8-9F73-9D73-7A2D1293AD33}"/>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73AC570-02E1-2749-78E9-D4BAEB86E39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F40A4C9-48CA-6B30-5803-969A1FECB04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F4023D1-A94D-DBA2-8001-D64E44B4AAD4}"/>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65209A3-BF0B-187B-CC4E-3AE77EF6415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B0D137B-6A53-455A-B496-C6A88459E9E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96BA743-AC74-D6CE-F8D7-6AE580ACC30D}"/>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06386F7-EBE1-C975-6F24-813C16335C3E}"/>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412E091-7780-A88D-AA4C-35DB31A4FFD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CAB0CEF-2EFB-2D36-8FC4-D144D7F0CCE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B001A41B-C836-94B5-6B29-2B053FAAF44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9E3101F-CD97-31C4-49AD-A90D7D31852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32A45D1-C49A-668A-6552-49ED046B478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BBFAF0F5-4E38-5960-251A-1A7945DD60CA}"/>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F221922-A310-E197-70CC-906B12DCDA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7374C0C2-0F45-4B52-67BD-C2AD9B33FEAF}"/>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CE9C98DB-F481-E50E-3DB6-A3DB7BED1E63}"/>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12A81C39-99D5-E80A-B4BD-6CF6270A558B}"/>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0BF3F59-E0F7-49FC-48F4-BA8F2B347E5C}"/>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110F75C-2A9F-C7CF-F5FE-DE64D0E7347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77331497-58D6-8FBB-9D7B-B9E452E26D60}"/>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3861B4-A876-22EE-B98C-B4FEE8413C3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F35FE1B-2BB9-B157-88CE-A0376CD7CEC5}"/>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A56DE1B0-BA97-FDE9-629F-815ADEA2AF8C}"/>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635F915A-9BDB-EA60-F3B0-EA775D5C1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BCF166A6-484B-BCC5-9B6F-D28EB522647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ACF9F014-B24C-56A6-0A4B-A37DBB114BD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F1876BF-1077-D095-E742-C108FB14FD3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8144188B-507F-02FC-019C-68F94E1D39E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3045C4D0-F2D0-E9E8-6846-1B99F06364EB}"/>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75300636-BE40-F291-2455-12611F853B3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C81292D0-C91D-58D5-7449-C6DC1B3460E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99FA3E8-D41F-6C96-490D-A2E2D5D8D745}"/>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31135C23-38B1-0C9F-56CE-63FDB9458518}"/>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7C5AE944-76AC-B43E-4D4C-A94B85022DBD}"/>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8B4A54B-268D-2A7F-5CFB-8ACFEBFFD577}"/>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23244A2F-DE19-8FF8-B6DF-3AB87AC00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0BA8AEAE-B5D0-42FE-0309-730F96D6ABC4}"/>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70BABE1D-7349-AA21-F508-EF30F9E4F79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1E29F643-698E-BFA8-056C-F8E5F540527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FD39DC3-1CA9-6A3E-444D-A7F70BB8EA64}"/>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52C522E0-6517-642C-9DB5-EFCFE8F81748}"/>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38CD5572-5BC5-8C46-2730-900912F7B1BD}"/>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A2A2FC93-649C-EB26-C17B-AA4B3C5361EB}"/>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72BC5391-6695-6D39-6DB3-B0E4DC737B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523BA69B-0D56-7779-F36A-7CA1870F60E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6959DC38-D4B3-54D6-9E93-9CC69056CB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1F3EFFC7-CCFB-9E41-0D76-973B78313EB7}"/>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D65C7072-403A-72D1-1D7D-20EF80D56E55}"/>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79961518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E6122-2792-EFBC-2DA5-9AAFE472E44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2302DEC-B8C1-C030-6762-84A7D8EA268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2E0F86DC-35F9-CCD1-2F4A-294912E6DC80}"/>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CC00EAF-B39C-73D8-C58E-5648BF63C8EB}"/>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59D4F009-5BAA-2CF6-5EE7-9EEEDD0B658D}"/>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567EE4F-50DD-E791-C18D-5DE55057FC1E}"/>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23B3D02C-22BC-A862-0A56-B9D81BDC202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2951128-E9A6-65D9-46F3-4D229573BF9C}"/>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9DE3F2-0A3B-2B01-7D9D-29FF5993915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5010FEC-9135-C048-F036-13B7D42EF9C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C0243011-4AEF-94FB-9FE1-350B9AB8A38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99D677A-248E-610D-4E7D-193E8EABFA4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58F5997-71A9-E145-52E8-C5AAC4220EB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FB83811-A037-A8B8-4ECC-05BF7483B02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363AE8-AE30-2CC4-949C-2CBB245DF7E8}"/>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A22B47-A52B-E92E-C904-4E0185EF471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146756D-7EF9-5337-5DFD-BC00F880ABF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D8AC406-D87C-557E-398F-366CFA70156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FF3BC26-ABE9-885B-843E-18E2730E055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32BE736-DF5E-7E49-73A1-30F31964AE9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A6519C6-B85C-0CCD-76C3-E7796240B940}"/>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A137822-0BD5-3337-7A2A-56D4FE0C573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5550938-8EF3-D564-71CD-5FB0A485DB5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4F0559CB-8912-1849-0D14-078E5E3A92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257479-5CD8-3217-1F29-46F8F1600B1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815B00F-CF9A-EA9A-F5B0-9162B99B15C1}"/>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35F5B1CE-A998-B7CE-D394-671701AE750F}"/>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12F9BFA-A018-040D-CF14-533178C8D5C9}"/>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6C749ED-8CE4-C15C-EFE1-5A0D9C1837D5}"/>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D5B0FB84-91A6-8E89-898C-306D075729B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3BC52B3-3AB6-2799-72EF-FB7F8B97E4E0}"/>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0011448-3FED-8547-C522-CD8CFCDE549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40972C80-98D6-B8D4-862A-94DA5D96E98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4C197E86-A1C1-7066-03D0-5D93BC44CB9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FF84BD35-821B-44C4-6192-EEED51BA954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0FEE039-67C3-E3BA-E9C1-1FB6765DF05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037119-EB35-F7FA-D449-CCDF09D608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A74E5CD-4162-5E60-985E-0C3F7C87953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F8C3740-5CF5-C8D3-A1E4-7620350BFC7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73E8793A-E89D-F785-03FD-19D7491D9BC8}"/>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C3284A2-C0D3-7FBA-0F31-D7E08C23A6F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79A7EC5-62C9-D591-2224-52CFEA09AEE9}"/>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3393C996-A829-A0D4-5D05-78D01B490D5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0F8C80F-9903-089B-580C-37D11DFB47B5}"/>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E81CB859-E0C6-3A01-44DB-ADFB48830BE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011D1625-7142-F6E7-D4F6-085E303A3E1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084C12C-C9BB-2FFA-8F9D-6346C957760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C2FD78-E651-5E2C-C035-36763BA2D78E}"/>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8C077F16-13CB-EFA9-5DD4-10A6994A76C0}"/>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6D632DE7-BB0F-C10A-344D-295FF6AE20E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EDAED07B-941C-D7F9-0B76-41854BC7CE9D}"/>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57406DA-2E47-D690-9C1A-0FB7E3F6162F}"/>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F29531BB-D00B-8B31-B1E1-20EB6DAC99E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FBFEB0D-ABFA-B9CD-0F17-14BC2472C02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F6C64C19-0581-11E1-3BF5-A4F3674BFA5C}"/>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929A96D-3BE1-6133-D2DB-3255F9892E0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2BC4E01C-2737-685C-EC2E-7F2045F9FEA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93238922-B148-1A11-3580-E6C89901CC53}"/>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F5EE6A27-2F69-C03B-B45D-4D13FC5B64CB}"/>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6EE3F22-CD1B-615C-8715-04D787B4D1D9}"/>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B155C7D6-866D-698D-69FB-0D727088120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E6F33E6F-8C90-1CA3-D27E-4EC63A2851D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458EBD7E-6008-ACBE-7820-00A2D7789D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214ECE8C-5C68-B498-BB51-01DD24F2DE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62764A1F-DE21-483E-4474-DB10091DC1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BA1875A7-2D47-03ED-A77C-4749D1CFA2A2}"/>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83826C5E-5B06-12C1-0128-A5D309C0CB83}"/>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B6B4AB4C-CB55-2C72-9DB7-2B5EF1272C85}"/>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7A0717F2-E9F8-05AC-F02E-B93E425035F1}"/>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F3AFF81-9AA8-CD80-CA34-E527C798D4D4}"/>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7BD6D20A-C290-6B1E-B5B5-ED428057E113}"/>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25AD075-FAA0-9DDB-583E-5E84FF4157B1}"/>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F176A51-6CDE-139E-2440-3E0156B687FB}"/>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B4469BCE-85EC-1C3B-D7A7-AF12C47E09B8}"/>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885ED731-DD33-E518-0B38-CD6C5D3B6C1B}"/>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1984C104-EBF2-6006-12E7-22469680EDC4}"/>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3EFE6FB3-60C6-53F3-7A4A-E6D5FA4DDC6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CA4AEFB-B692-C1B7-0E53-062EA42F56AB}"/>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66D933A3-D258-0236-E4A4-6437DE082E02}"/>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4E3FAB4-66CE-14AD-FC4F-35F4B3673F4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D7165C8-10FB-3F66-2B5F-3A50EA7350E6}"/>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EF9AEBA2-9112-9B45-6B7C-785E4ED6235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88747E66-7988-E3D8-4427-BAAA450E1495}"/>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2DB1CBC-B9C7-65A4-255E-A9B7C5A93401}"/>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291A76D-4E73-12C2-6A0A-EB4145DC128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E4D4EE-42C6-C7A0-4210-19063971461F}"/>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97D1E856-8052-4A80-3939-26E9EEE4352B}"/>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1C8EC473-9C93-6431-FAE3-9463123C4D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94348DC8-4C36-E66C-D5D0-737EF9B38B4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11ECED9C-FB72-8F10-3359-9BCD2E453F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EE952BEA-A036-B6EA-A2DC-CCC08292C7A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06744F14-897A-12C8-1C2A-1F691E1AEE50}"/>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9420438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9E9A2-0281-AD8B-A665-9F594AEE78D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D4939385-9894-E339-1A13-1D119445DE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7999392-8B37-6816-8CD3-38BBD628044D}"/>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44049F-12C3-6FF9-F295-6C0A0CCFE86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1A8C9682-073D-DCEB-03E6-7776125E2331}"/>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6794D24-0D24-298D-0CD9-2F2DF61A6167}"/>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24DAE3-40B8-D246-5934-7A015FFEF41E}"/>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1C8F938-D6CD-E249-9482-4235E0A7DB32}"/>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F9F1329-6C39-A2F0-CFA8-3DA220EBD760}"/>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CA44AFE-3A59-A2ED-EA66-6AEE10EFAD6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1EAF37E5-E9FE-A69D-F8D5-BBD4F3B75C1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F64A784B-4276-F719-5FFF-0D42A4A913A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4F0AFAD-C6CC-606A-1BAB-14ECFB24123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FC721BF-9C50-4466-BEEB-5198241279E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9363480-A216-4124-E7B5-C79F88DD96B7}"/>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E249604-57F5-72E1-D373-B1CFDE23CC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D9DBDB4-6324-5C38-F999-46A8113A344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16EFE6F-17BD-ABC9-67BD-51D6D5DC4AC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60E338-FE92-1A3F-4C4A-42DC12748D5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EF1E8A5-F55D-6880-003D-E086AE5658C2}"/>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4E82D2D-AA8B-90DD-97B1-774AFF32283E}"/>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18CEC15-4334-EC83-2CF4-7E41FD5502E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6CBA371-96B5-7045-A7CC-B3651AF6BF5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A70820F-010C-0529-1369-B818824721F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C160A13-9151-E2E9-A039-084F9C6F67A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64A1357-1CD1-2E86-40D9-B8C19B991184}"/>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4B3B318-8862-5FEB-7FFB-09D3BFF4CDB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0C2A165-51C4-F9BB-C659-2500C447473F}"/>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583C3A9B-094D-B1CA-5C61-9EF70E8E217A}"/>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ABF60A69-C818-B459-FA2F-39DDAC0874D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396979F-9B2B-2914-2308-9AF5FD6755E7}"/>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F51B741-74A4-B8AA-98B7-794CA3BE832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2541E0E-C6C8-6F38-3FBC-FEE42516F684}"/>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8F2AAE4-F3CE-3CF8-8A1B-B5E9430D054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89811AE1-BD61-DD10-BB4C-85132500F53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A333720-646B-E6D4-414A-C3119F9C59B4}"/>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A8770CC-E38F-67D9-3BD9-A614B6134A7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AF9D3E0-74E2-FD68-F21A-04C3EE9D015E}"/>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25D780D-A5AA-95A7-16A5-97B98B8F64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96C1F67-C804-A2D6-7E35-3DD9B3971105}"/>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E26EE6B-76BC-52EE-71EF-5CEB742726C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74C7E6A-E09E-22BD-3934-87FFAE182DB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7C90591-A412-75F0-1663-1AB01587FA0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65F59C8-1E16-D485-5E18-B20801855B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32ECBD6-6DCD-4C38-DBC0-A0DDEF45F505}"/>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A829E306-9F01-558D-63C8-6D48D6B2A28E}"/>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643BD91-E995-762B-BBEC-609970BB61A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C9344377-8B69-03E4-8A96-B0765DA0564A}"/>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24710275-2A8C-9926-8DEC-7964817F7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BB58CF5-D515-D73D-3AC3-1B9EC0713B3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F6B5609A-492C-9BA3-190E-8B271AD3630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14CA442-6DDE-D907-27E4-9A0C6005C40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4706B7EF-4A82-7F19-8D0B-0FE0141F281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1F6DF80B-8067-71A3-AAD5-13A08B3F5092}"/>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08E95854-5328-F429-9148-9CA7ABFEF793}"/>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EF30C295-B776-92E9-5E6E-54A392249F81}"/>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55299C95-79FB-7417-B777-3F39FE72A4B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30071AD-49B3-5B62-A634-FC83E56B308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EEEBEB6A-F023-24D9-7E38-C9F41F0EDE70}"/>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40BDF48B-2EF4-B880-DF7E-5CAAF64A7261}"/>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D3A18431-A7E0-88B7-EF17-B27B4733029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C8061111-B681-318A-EBF3-20A8371B4BAA}"/>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5E36D9FF-E521-4533-060D-8FF389E1DFC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5E9594BA-6746-DEC1-77EF-4FAD52B40B94}"/>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7AC55ABB-5F6C-04DC-8F13-A9710FB4017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A0559EA-85B1-A3FC-928A-082090372F19}"/>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FCCAF495-B535-5C06-836D-12AA36AAC8A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83741948-3D31-BA03-92D5-D3575A6C578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B97493E-D415-379B-1212-3D13C515C5B9}"/>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8DA9AF5B-B664-0BC5-7B47-26E2ECCFC73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77BEBF30-ED5F-00A3-5431-0DC7FF49B415}"/>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D0935A39-ED1F-0D48-8550-B86C1A5A8EF8}"/>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0DEEB44F-C8D9-1CD4-CF15-A954E466DA7F}"/>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947706D-3836-F83C-EC89-02F56FB84130}"/>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C44544C3-357D-42E9-24DE-D824C15137A5}"/>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060BABE7-27D9-12B6-D785-405082A6135A}"/>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9A91D9-1461-6BB7-6767-5F3B2B522D9A}"/>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3D03257-A73B-AAEC-EF08-D4404610EA1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3AACA8D4-0C46-232B-8BD8-0B6FF7AC9B6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EB638616-5658-1304-ED2F-0974B75B01D7}"/>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E6072564-2DE4-4A31-202F-0E9B8D56841E}"/>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828BC9E-CCA6-121A-8BBE-E01BF3EDC944}"/>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6F5DC08D-C73C-915B-C91A-0A6CB4370A05}"/>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96493DFC-94B3-D625-388D-1C4936274E41}"/>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AD75F7EE-52A3-4C21-3342-5552FF59B6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ADC8E409-9DE4-1A80-968D-8EB92EE4EADB}"/>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F643C38E-9E07-02E0-B4C0-EA8723226C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E6C91E5-2669-96FD-838E-49E82FB7852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A9F820AB-0ACD-70B9-C729-44489DF6957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2150805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5CC3BFA-21B0-ECE1-6532-7F545A8F04C8}"/>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B158DCA1-3DD0-49DC-F803-78AA2A1F27CF}"/>
              </a:ext>
            </a:extLst>
          </p:cNvPr>
          <p:cNvSpPr/>
          <p:nvPr/>
        </p:nvSpPr>
        <p:spPr>
          <a:xfrm>
            <a:off x="73030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43ECF700-F2E7-6CFC-CD99-00C57897899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6B72F6-C51D-E0B1-34E1-52F482B55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51E93F58-20C5-8240-D167-03661B8433D1}"/>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9" name="グループ化 8">
            <a:extLst>
              <a:ext uri="{FF2B5EF4-FFF2-40B4-BE49-F238E27FC236}">
                <a16:creationId xmlns:a16="http://schemas.microsoft.com/office/drawing/2014/main" id="{71D0022B-5B3C-A70F-DEBA-866330F33D3F}"/>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91766963-1182-4D09-CADC-9764F6AF563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7AAAB7D-B238-29D0-19F7-BCFD813D3C2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37B753F-FB11-E82A-67BE-213C1A877273}"/>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C9FF32EF-84E6-A7B5-EFF2-EAFCF6B231C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3269604-09ED-5AFE-DA57-CEF889E332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C4C59551-4D0E-62C3-FA54-E5E8E45E0DE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8B0C965-CA4E-CCEA-1E99-1591A91603D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EACA471F-D29F-0EB5-2703-10BE0DD5717F}"/>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E59E5C51-2B43-41D6-AA0E-B804D69527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74EA5D39-1BB8-5E99-9DD3-5F1FB4D635C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4F20B7D3-70D2-F6C9-8F89-9F6B904A4DBD}"/>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31" name="図 30">
            <a:extLst>
              <a:ext uri="{FF2B5EF4-FFF2-40B4-BE49-F238E27FC236}">
                <a16:creationId xmlns:a16="http://schemas.microsoft.com/office/drawing/2014/main" id="{36623E2F-79D0-DEB8-142A-F2DE3B1D40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6300" y="1215667"/>
            <a:ext cx="8209751" cy="4449528"/>
          </a:xfrm>
          <a:prstGeom prst="rect">
            <a:avLst/>
          </a:prstGeom>
        </p:spPr>
      </p:pic>
      <p:grpSp>
        <p:nvGrpSpPr>
          <p:cNvPr id="35" name="グループ化 34">
            <a:extLst>
              <a:ext uri="{FF2B5EF4-FFF2-40B4-BE49-F238E27FC236}">
                <a16:creationId xmlns:a16="http://schemas.microsoft.com/office/drawing/2014/main" id="{241FACFA-A0C5-5D51-6CDD-0C9020F3A193}"/>
              </a:ext>
            </a:extLst>
          </p:cNvPr>
          <p:cNvGrpSpPr/>
          <p:nvPr/>
        </p:nvGrpSpPr>
        <p:grpSpPr>
          <a:xfrm>
            <a:off x="7938117" y="3656774"/>
            <a:ext cx="636716" cy="278861"/>
            <a:chOff x="10130793" y="3298920"/>
            <a:chExt cx="696970" cy="364550"/>
          </a:xfrm>
        </p:grpSpPr>
        <p:sp>
          <p:nvSpPr>
            <p:cNvPr id="36" name="四角形: 角を丸くする 35">
              <a:extLst>
                <a:ext uri="{FF2B5EF4-FFF2-40B4-BE49-F238E27FC236}">
                  <a16:creationId xmlns:a16="http://schemas.microsoft.com/office/drawing/2014/main" id="{E0587798-C35D-B3D5-695D-09B060F8F49A}"/>
                </a:ext>
              </a:extLst>
            </p:cNvPr>
            <p:cNvSpPr/>
            <p:nvPr/>
          </p:nvSpPr>
          <p:spPr>
            <a:xfrm>
              <a:off x="10130793" y="3298920"/>
              <a:ext cx="696970" cy="364550"/>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D4B12BF5-5864-292F-25D5-07A3A066A700}"/>
                </a:ext>
              </a:extLst>
            </p:cNvPr>
            <p:cNvSpPr txBox="1"/>
            <p:nvPr/>
          </p:nvSpPr>
          <p:spPr>
            <a:xfrm>
              <a:off x="10173402" y="3313445"/>
              <a:ext cx="625285" cy="321389"/>
            </a:xfrm>
            <a:prstGeom prst="rect">
              <a:avLst/>
            </a:prstGeom>
            <a:noFill/>
          </p:spPr>
          <p:txBody>
            <a:bodyPr wrap="none" rtlCol="0">
              <a:spAutoFit/>
            </a:bodyPr>
            <a:lstStyle/>
            <a:p>
              <a:pPr algn="ctr"/>
              <a:r>
                <a:rPr lang="ja-JP" altLang="en-US" sz="11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6745911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713076" y="1293068"/>
              <a:ext cx="595035" cy="338554"/>
            </a:xfrm>
            <a:prstGeom prst="rect">
              <a:avLst/>
            </a:prstGeom>
            <a:noFill/>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22" name="図 21">
            <a:extLst>
              <a:ext uri="{FF2B5EF4-FFF2-40B4-BE49-F238E27FC236}">
                <a16:creationId xmlns:a16="http://schemas.microsoft.com/office/drawing/2014/main" id="{BE715860-0D79-2AF2-17FB-4B926FC84C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50262" y="5195071"/>
            <a:ext cx="452925" cy="443865"/>
          </a:xfrm>
          <a:prstGeom prst="rect">
            <a:avLst/>
          </a:prstGeom>
        </p:spPr>
      </p:pic>
    </p:spTree>
    <p:extLst>
      <p:ext uri="{BB962C8B-B14F-4D97-AF65-F5344CB8AC3E}">
        <p14:creationId xmlns:p14="http://schemas.microsoft.com/office/powerpoint/2010/main" val="21308193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364A7-5675-E6A6-24FA-7355322C2B9C}"/>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8B2DFA10-96C2-2A23-5CC8-EC99740B50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C51CBE90-4BD6-364A-80AE-7E4AFD4BEF2D}"/>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4FA3A036-B50C-3EE0-834B-641E0C1965C2}"/>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C4580C6C-D2B8-816A-41A0-435839A51AEE}"/>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E515457-74D3-BFD6-FA43-FDF7FC279C5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1DBFAD4-473D-EDDC-E6E3-AC047EA34081}"/>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4C168C-6E66-B8EE-48F8-4C8F85F6077B}"/>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F4D541A-AC01-FAE2-4F2A-0E7DB75941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210215C-E2B5-E894-D166-BC2A265A9A0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F9F91B4-71B5-EF95-26BF-2C64680BCA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23E5B702-3CD7-C15E-03BE-18B62EF3CD3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03D0DE6C-23C8-861F-2288-90AE9C363760}"/>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BBFA5D-E400-CE11-CACE-E22F0057ED99}"/>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1B306CD-9C52-D667-E954-24F9580208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57C87918-3FD3-3C3B-12EB-6555E5BFF32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99C23A0-C06D-B811-7CDD-31B22F8BEFB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E85CDB9-5C96-2CE4-8A0E-1E86BF8FB0E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3D02AB-DD83-6D76-A9AF-CE81DC8BD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9C8F608-E41E-AEAC-9CE6-3CD968CE1A3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5E32641-7D29-2177-6C92-F51A7BBCDC5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FC06C66-4ADC-696D-C319-A512414977E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9E8C49A-E495-5667-1F39-675B0A1EC7F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0AF950E-F31E-A9FB-F32A-7CB411B6696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3300A24-7DDA-E294-BF12-9D9AD30C761A}"/>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8805F51-6972-B0D9-00F9-82EA4EF352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4309B8A-94C5-6570-29B7-3DCA28B75FD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4DC1B09-6345-6E0B-ACF8-A32CBB7162E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91C5D99-437F-149C-811E-9DAD016F4A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8CBFA00C-EEF9-9AB0-0E0A-85B118BDF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12EFAC-1D2D-F7A8-CFEE-D797F709C7D5}"/>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AFF91E9-4864-8013-8571-7CC673382FD6}"/>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99FD1972-50CB-16F5-0E2A-36ABAEF53CC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25A26BE3-2BF5-2755-B248-48A7353B49B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E263304-1778-0B4C-A0E0-F496D2AC3EA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9946916-2C4E-3A51-5A7B-DB472BA8C310}"/>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A87B96E-991C-F71E-3368-51CC1C01B1D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834EA233-1546-24B5-D756-2D3BD25551A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AE686E5C-4CC1-4C7C-29C0-15E5ADF27AA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29AE734-A3C4-8CF2-3BA5-BF95859B44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D884DB-2C23-28E4-5B46-26FF48995A3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0808104-798C-2F2D-6B39-C943C2B1801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279121A-37A2-5993-BC53-C4042C0BFF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FE18714-48A6-FF53-93FF-D5A54AA0343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1B3F3C63-9680-E755-CFD0-C0037DC8BC3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7A0C3A2-4458-D27D-1031-6AF44152D61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83DABFB6-2F9E-03A4-E2D5-C5E6DDE58512}"/>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B4DEE54-5C24-E22C-386A-2173106CC5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3E70BDE-524E-68B9-CFDB-A28C77A4B58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2871DDB1-82FB-A3E9-2885-0B47F95FD7F2}"/>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14693A4F-5F5A-89A1-4074-63AED3479C98}"/>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67840415-9ACD-77F4-5B59-460678C3152D}"/>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9210B66B-45BE-F1CB-EE9F-7A9E0D90EBD4}"/>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A7A5075C-0CCE-F068-1813-6A93338E72A6}"/>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496704F-12EE-57C4-267C-24B1CECF040E}"/>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DC9C4B9-B37A-15FD-5CDB-8F09C23C8DE4}"/>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BF2853E-4A48-C83A-B948-C8761F104005}"/>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BD721D7F-C2A3-882B-AB46-B40E793EB558}"/>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8ED0A6E-553B-3A85-8929-8BA588D023E1}"/>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BDF13904-3F47-D102-8C73-7DCA0548E1CD}"/>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C983F8B0-5572-C061-CF41-BFE779BDFB04}"/>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6" name="四角形: 角を丸くする 75">
            <a:extLst>
              <a:ext uri="{FF2B5EF4-FFF2-40B4-BE49-F238E27FC236}">
                <a16:creationId xmlns:a16="http://schemas.microsoft.com/office/drawing/2014/main" id="{9307DB24-A80E-BE12-BF25-1EF19FA83196}"/>
              </a:ext>
            </a:extLst>
          </p:cNvPr>
          <p:cNvSpPr/>
          <p:nvPr/>
        </p:nvSpPr>
        <p:spPr>
          <a:xfrm>
            <a:off x="10376241" y="5491892"/>
            <a:ext cx="946856" cy="810206"/>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69AB7C75-2987-1398-7B31-0C2A54A15846}"/>
              </a:ext>
            </a:extLst>
          </p:cNvPr>
          <p:cNvSpPr/>
          <p:nvPr/>
        </p:nvSpPr>
        <p:spPr>
          <a:xfrm>
            <a:off x="8083779"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2" name="四角形: 角を丸くする 81">
            <a:extLst>
              <a:ext uri="{FF2B5EF4-FFF2-40B4-BE49-F238E27FC236}">
                <a16:creationId xmlns:a16="http://schemas.microsoft.com/office/drawing/2014/main" id="{E93AF1EA-F3E2-A51D-D4A7-825F516F00EB}"/>
              </a:ext>
            </a:extLst>
          </p:cNvPr>
          <p:cNvSpPr/>
          <p:nvPr/>
        </p:nvSpPr>
        <p:spPr>
          <a:xfrm>
            <a:off x="9230010" y="5491892"/>
            <a:ext cx="946856" cy="810206"/>
          </a:xfrm>
          <a:prstGeom prst="roundRect">
            <a:avLst>
              <a:gd name="adj" fmla="val 6428"/>
            </a:avLst>
          </a:prstGeom>
          <a:solidFill>
            <a:schemeClr val="tx1">
              <a:lumMod val="95000"/>
              <a:lumOff val="5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6" name="四角形: 角を丸くする 85">
            <a:extLst>
              <a:ext uri="{FF2B5EF4-FFF2-40B4-BE49-F238E27FC236}">
                <a16:creationId xmlns:a16="http://schemas.microsoft.com/office/drawing/2014/main" id="{C45416EB-03EF-0BCA-7993-C62D5D9F0E7C}"/>
              </a:ext>
            </a:extLst>
          </p:cNvPr>
          <p:cNvSpPr/>
          <p:nvPr/>
        </p:nvSpPr>
        <p:spPr>
          <a:xfrm>
            <a:off x="6937548"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88" name="図 87">
            <a:extLst>
              <a:ext uri="{FF2B5EF4-FFF2-40B4-BE49-F238E27FC236}">
                <a16:creationId xmlns:a16="http://schemas.microsoft.com/office/drawing/2014/main" id="{BEE0A30C-7DD3-85C4-BB97-320575AEC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4859" y="5669719"/>
            <a:ext cx="452925" cy="443865"/>
          </a:xfrm>
          <a:prstGeom prst="rect">
            <a:avLst/>
          </a:prstGeom>
        </p:spPr>
      </p:pic>
      <p:pic>
        <p:nvPicPr>
          <p:cNvPr id="92" name="図 91" descr="アイコン&#10;&#10;AI 生成コンテンツは誤りを含む可能性があります。">
            <a:extLst>
              <a:ext uri="{FF2B5EF4-FFF2-40B4-BE49-F238E27FC236}">
                <a16:creationId xmlns:a16="http://schemas.microsoft.com/office/drawing/2014/main" id="{D4A947A6-42B7-5147-00B6-3AA057F64F2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292112" y="5510480"/>
            <a:ext cx="810206" cy="810206"/>
          </a:xfrm>
          <a:prstGeom prst="rect">
            <a:avLst/>
          </a:prstGeom>
        </p:spPr>
      </p:pic>
      <p:pic>
        <p:nvPicPr>
          <p:cNvPr id="94" name="図 93">
            <a:extLst>
              <a:ext uri="{FF2B5EF4-FFF2-40B4-BE49-F238E27FC236}">
                <a16:creationId xmlns:a16="http://schemas.microsoft.com/office/drawing/2014/main" id="{6228BE97-82AF-1A15-41E5-E9CAB35BA39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8263756" y="5666197"/>
            <a:ext cx="524800" cy="486373"/>
          </a:xfrm>
          <a:prstGeom prst="rect">
            <a:avLst/>
          </a:prstGeom>
        </p:spPr>
      </p:pic>
      <p:sp>
        <p:nvSpPr>
          <p:cNvPr id="96" name="矢印: 下 95">
            <a:extLst>
              <a:ext uri="{FF2B5EF4-FFF2-40B4-BE49-F238E27FC236}">
                <a16:creationId xmlns:a16="http://schemas.microsoft.com/office/drawing/2014/main" id="{0770A654-857D-B337-E1B1-F80A9C51C6BC}"/>
              </a:ext>
            </a:extLst>
          </p:cNvPr>
          <p:cNvSpPr/>
          <p:nvPr/>
        </p:nvSpPr>
        <p:spPr>
          <a:xfrm flipV="1">
            <a:off x="7235878" y="567502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46972959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8DEA8-980B-93D2-259A-B01ED638DB4E}"/>
            </a:ext>
          </a:extLst>
        </p:cNvPr>
        <p:cNvGrpSpPr/>
        <p:nvPr/>
      </p:nvGrpSpPr>
      <p:grpSpPr>
        <a:xfrm>
          <a:off x="0" y="0"/>
          <a:ext cx="0" cy="0"/>
          <a:chOff x="0" y="0"/>
          <a:chExt cx="0" cy="0"/>
        </a:xfrm>
      </p:grpSpPr>
      <p:grpSp>
        <p:nvGrpSpPr>
          <p:cNvPr id="173" name="グループ化 172">
            <a:extLst>
              <a:ext uri="{FF2B5EF4-FFF2-40B4-BE49-F238E27FC236}">
                <a16:creationId xmlns:a16="http://schemas.microsoft.com/office/drawing/2014/main" id="{C1B640EF-D0C0-F99F-DD4E-94C767562225}"/>
              </a:ext>
            </a:extLst>
          </p:cNvPr>
          <p:cNvGrpSpPr/>
          <p:nvPr/>
        </p:nvGrpSpPr>
        <p:grpSpPr>
          <a:xfrm>
            <a:off x="585498" y="445192"/>
            <a:ext cx="11021003" cy="5967615"/>
            <a:chOff x="585498" y="445192"/>
            <a:chExt cx="11021003" cy="5967615"/>
          </a:xfrm>
        </p:grpSpPr>
        <p:sp>
          <p:nvSpPr>
            <p:cNvPr id="6" name="四角形: 角を丸くする 5">
              <a:extLst>
                <a:ext uri="{FF2B5EF4-FFF2-40B4-BE49-F238E27FC236}">
                  <a16:creationId xmlns:a16="http://schemas.microsoft.com/office/drawing/2014/main" id="{5283C7B8-A3E0-4CDC-8D7C-CEB1F067112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3F45C67-6CDD-1D21-9728-EA0B301FFE7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DA1749C-B7B7-D40E-1FBA-71F0D073F730}"/>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D65FB0E9-8045-B148-7DA9-157012BA2DDD}"/>
                </a:ext>
              </a:extLst>
            </p:cNvPr>
            <p:cNvSpPr/>
            <p:nvPr/>
          </p:nvSpPr>
          <p:spPr>
            <a:xfrm>
              <a:off x="6812549" y="619036"/>
              <a:ext cx="4616684" cy="5619925"/>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61A503D-648C-359B-A7B8-41665F8D9DC4}"/>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81556DA-3C3D-CDBA-BF3A-8945E69A37D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0E8DA84A-A5E6-07CC-7F32-0145A68AFD76}"/>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7CF5AB2-469C-0C7C-DD7E-ADC82A3FACD6}"/>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B66058DC-7A4A-2EC6-A16F-61F300028432}"/>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6776835-FE3D-CDB1-C229-F30D72CF93E1}"/>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FF17A71-7FA0-3EC6-9CCA-04D9484B688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19A463BD-AD20-CB4D-A536-1BE725B83E3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E616510-4C07-BF8D-7B65-FDD6A4AE121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FA1E416-4344-28FA-3DF9-F585E55FA8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C09C84C-BFD5-C2D9-BBE1-D401FB1951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E1F26F-E320-B387-9950-4310CC87453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4A60E83-4C4F-11C1-FA0E-8599D3A00CA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058491C-D37F-980E-E499-C5846B8D968B}"/>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FA89947-B551-E9E3-1610-36BD98E566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B60E68E-0C5C-A175-D318-308A9F84426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87FF103-EECF-498F-BB41-4F1F260089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7BE8792A-FE5D-E56C-A3AA-7F273F60180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C867738-319F-7A36-CF3B-56117D254E45}"/>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4B05343E-7E03-8DD6-9E36-D330290AAFA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C6EF982-9969-9958-4884-C67FCF359DB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ECCD395-385E-4E14-3DC4-6C5AC415C0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8BF14C81-5006-4E31-EF14-C09B5DA10B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9683269A-F017-F7B8-E3C6-DDFFDD1A804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AB44BA2-AFA5-E038-78C2-91A0650A17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B7ED2A1-6A27-A65C-AFA3-6E3D19AC4B44}"/>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6DB712-B76B-8D46-2DF1-77EC976DE2DC}"/>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B9C26414-9158-AF59-4642-AD64684A62FE}"/>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3723204-1CE5-AFE2-22E7-481DD2408A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7E5161-CCA5-223A-B88D-6F4E04DDB24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EA08A2-69E4-551D-3142-338817817AB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9F23CD-31E0-F9B4-F34E-77768630A00D}"/>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DC329874-3F86-C374-508B-1D0011A23A09}"/>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15F8FD64-2AD7-EEBE-531D-F16C89C7873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0018814E-FD7C-8018-EE15-73511A6B58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32A9EBE9-A8E2-15CA-D572-E93C1214C737}"/>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3CC1A14-9461-32C6-C6EC-99BDFA4C3B0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A8D780-5AF6-2A5E-E7AC-B698CDFF59A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A33938F-296E-3AE9-A3DA-1B153D971F4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3E4942B-D574-9BC5-094A-5C9A2E5108F0}"/>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0278A5F-A8E5-1007-1EF7-C0BAAC3F918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5417918-8191-5D50-BB36-38611A72126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C982CDD-5752-A314-145B-9B904BFE6E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0E1FEB1-64B1-EE23-2C65-AE8CB03FFA8F}"/>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1B4AF548-762B-4B9B-8DF4-7987230AF5D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744A693-AA75-8F48-ED39-8E86937A349F}"/>
                </a:ext>
              </a:extLst>
            </p:cNvPr>
            <p:cNvPicPr>
              <a:picLocks noChangeAspect="1"/>
            </p:cNvPicPr>
            <p:nvPr/>
          </p:nvPicPr>
          <p:blipFill>
            <a:blip r:embed="rId2">
              <a:extLst>
                <a:ext uri="{28A0092B-C50C-407E-A947-70E740481C1C}">
                  <a14:useLocalDpi xmlns:a14="http://schemas.microsoft.com/office/drawing/2010/main" val="0"/>
                </a:ext>
              </a:extLst>
            </a:blip>
            <a:srcRect t="59642"/>
            <a:stretch>
              <a:fillRect/>
            </a:stretch>
          </p:blipFill>
          <p:spPr>
            <a:xfrm>
              <a:off x="8641361" y="4731006"/>
              <a:ext cx="2512235" cy="1263163"/>
            </a:xfrm>
            <a:prstGeom prst="rect">
              <a:avLst/>
            </a:prstGeom>
          </p:spPr>
        </p:pic>
        <p:grpSp>
          <p:nvGrpSpPr>
            <p:cNvPr id="89" name="グループ化 88">
              <a:extLst>
                <a:ext uri="{FF2B5EF4-FFF2-40B4-BE49-F238E27FC236}">
                  <a16:creationId xmlns:a16="http://schemas.microsoft.com/office/drawing/2014/main" id="{BA8B29C0-44E4-9358-8B34-ACFE32A3357F}"/>
                </a:ext>
              </a:extLst>
            </p:cNvPr>
            <p:cNvGrpSpPr/>
            <p:nvPr/>
          </p:nvGrpSpPr>
          <p:grpSpPr>
            <a:xfrm>
              <a:off x="7182307" y="5157142"/>
              <a:ext cx="1226618" cy="748254"/>
              <a:chOff x="7088997" y="4289392"/>
              <a:chExt cx="1226618" cy="748254"/>
            </a:xfrm>
          </p:grpSpPr>
          <p:pic>
            <p:nvPicPr>
              <p:cNvPr id="86" name="図 85">
                <a:extLst>
                  <a:ext uri="{FF2B5EF4-FFF2-40B4-BE49-F238E27FC236}">
                    <a16:creationId xmlns:a16="http://schemas.microsoft.com/office/drawing/2014/main" id="{DBE1EA7A-A07A-B1F8-BF6B-43BDC144C022}"/>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2B407020-41A4-5CD6-A810-A31DD38176C3}"/>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AABD795-F9A3-ADCA-E40D-C4E8B32A433A}"/>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04332E8C-D6E2-4682-8880-5177DC17B1E9}"/>
                </a:ext>
              </a:extLst>
            </p:cNvPr>
            <p:cNvGrpSpPr/>
            <p:nvPr/>
          </p:nvGrpSpPr>
          <p:grpSpPr>
            <a:xfrm>
              <a:off x="7079024" y="4799133"/>
              <a:ext cx="1422939" cy="1185706"/>
              <a:chOff x="4343042" y="2005061"/>
              <a:chExt cx="4595682" cy="1782085"/>
            </a:xfrm>
          </p:grpSpPr>
          <p:sp>
            <p:nvSpPr>
              <p:cNvPr id="91" name="四角形: 角を丸くする 90">
                <a:extLst>
                  <a:ext uri="{FF2B5EF4-FFF2-40B4-BE49-F238E27FC236}">
                    <a16:creationId xmlns:a16="http://schemas.microsoft.com/office/drawing/2014/main" id="{2C83FFDE-46F9-8F34-7E26-58AD7247A636}"/>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38CD67F-8D2A-A2D5-9845-B8B6FDF7E1AD}"/>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8" name="テキスト ボックス 7">
              <a:extLst>
                <a:ext uri="{FF2B5EF4-FFF2-40B4-BE49-F238E27FC236}">
                  <a16:creationId xmlns:a16="http://schemas.microsoft.com/office/drawing/2014/main" id="{C8C1B023-7831-D3E6-CF65-554BD8F25097}"/>
                </a:ext>
              </a:extLst>
            </p:cNvPr>
            <p:cNvSpPr txBox="1"/>
            <p:nvPr/>
          </p:nvSpPr>
          <p:spPr>
            <a:xfrm>
              <a:off x="9366255" y="517131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2D5E27-F74D-604E-2954-D279D27F9B72}"/>
                </a:ext>
              </a:extLst>
            </p:cNvPr>
            <p:cNvSpPr/>
            <p:nvPr/>
          </p:nvSpPr>
          <p:spPr>
            <a:xfrm>
              <a:off x="8697253" y="5147706"/>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D48BCBA-BF21-D8FB-564B-61E3E57B44DE}"/>
                </a:ext>
              </a:extLst>
            </p:cNvPr>
            <p:cNvSpPr/>
            <p:nvPr/>
          </p:nvSpPr>
          <p:spPr>
            <a:xfrm>
              <a:off x="9941402" y="517512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6B556D-9D54-8C6B-11C9-E6DBAB3F5523}"/>
                </a:ext>
              </a:extLst>
            </p:cNvPr>
            <p:cNvGrpSpPr/>
            <p:nvPr/>
          </p:nvGrpSpPr>
          <p:grpSpPr>
            <a:xfrm>
              <a:off x="8756066" y="5161098"/>
              <a:ext cx="2299997" cy="740676"/>
              <a:chOff x="8756066" y="4312009"/>
              <a:chExt cx="2299997" cy="740676"/>
            </a:xfrm>
          </p:grpSpPr>
          <p:sp>
            <p:nvSpPr>
              <p:cNvPr id="45" name="フリーフォーム: 図形 44">
                <a:extLst>
                  <a:ext uri="{FF2B5EF4-FFF2-40B4-BE49-F238E27FC236}">
                    <a16:creationId xmlns:a16="http://schemas.microsoft.com/office/drawing/2014/main" id="{959A00C4-981C-B906-F205-2834DE5F621C}"/>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2CB0444-035B-83D2-C6AE-C654B17D576E}"/>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BB712629-4CEA-A84F-AC58-49E16F125C2B}"/>
                </a:ext>
              </a:extLst>
            </p:cNvPr>
            <p:cNvSpPr txBox="1"/>
            <p:nvPr/>
          </p:nvSpPr>
          <p:spPr>
            <a:xfrm>
              <a:off x="10290983" y="515714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1E145C8-571B-FFDA-40D2-FADCFEDD290C}"/>
                </a:ext>
              </a:extLst>
            </p:cNvPr>
            <p:cNvSpPr txBox="1"/>
            <p:nvPr/>
          </p:nvSpPr>
          <p:spPr>
            <a:xfrm>
              <a:off x="9360450" y="4823672"/>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5E0A717-A671-0B3E-FA06-F83F6AD7B999}"/>
                </a:ext>
              </a:extLst>
            </p:cNvPr>
            <p:cNvSpPr txBox="1"/>
            <p:nvPr/>
          </p:nvSpPr>
          <p:spPr>
            <a:xfrm>
              <a:off x="8880746" y="549726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0097E79-1964-CDC7-6FD5-CE9C4A93A5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9618" y="2017023"/>
              <a:ext cx="1859182" cy="2624475"/>
            </a:xfrm>
            <a:prstGeom prst="rect">
              <a:avLst/>
            </a:prstGeom>
          </p:spPr>
        </p:pic>
        <p:grpSp>
          <p:nvGrpSpPr>
            <p:cNvPr id="118" name="グループ化 117">
              <a:extLst>
                <a:ext uri="{FF2B5EF4-FFF2-40B4-BE49-F238E27FC236}">
                  <a16:creationId xmlns:a16="http://schemas.microsoft.com/office/drawing/2014/main" id="{F2CB1B34-1F4B-7FE7-86E4-4F5CB5C4FFE8}"/>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32CC8B8-AFEB-6BFE-49C9-8C45F4C613C3}"/>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144E39A8-9A2A-54A3-C7F6-CE68AA0BB717}"/>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CB828A1F-30D2-F86E-EE18-1722A3E9C90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F59678BA-FEAE-06C7-9A29-AFFE308C7467}"/>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5FF88BBE-BD96-7DBF-3DCE-FCA0494ECDB8}"/>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CCBE60E-5C1E-657E-26CC-22BEC6BC350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EB5B6BEA-E1C7-4FCF-3227-7CFD07089FAA}"/>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140C964E-B767-A585-28EF-A4EF4351132B}"/>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31663AE-A6BE-C17F-2E3B-AB8641D9B275}"/>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A8879F8C-D5C3-7F95-990D-AACD130CD54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A0E6FC49-C324-47BC-40B9-A553200B9CB9}"/>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42" name="図 141">
              <a:extLst>
                <a:ext uri="{FF2B5EF4-FFF2-40B4-BE49-F238E27FC236}">
                  <a16:creationId xmlns:a16="http://schemas.microsoft.com/office/drawing/2014/main" id="{EDA2C603-66E3-5E05-36EF-098EDEA6B9EA}"/>
                </a:ext>
              </a:extLst>
            </p:cNvPr>
            <p:cNvPicPr>
              <a:picLocks noChangeAspect="1"/>
            </p:cNvPicPr>
            <p:nvPr/>
          </p:nvPicPr>
          <p:blipFill>
            <a:blip r:embed="rId2">
              <a:extLst>
                <a:ext uri="{28A0092B-C50C-407E-A947-70E740481C1C}">
                  <a14:useLocalDpi xmlns:a14="http://schemas.microsoft.com/office/drawing/2010/main" val="0"/>
                </a:ext>
              </a:extLst>
            </a:blip>
            <a:srcRect b="39774"/>
            <a:stretch>
              <a:fillRect/>
            </a:stretch>
          </p:blipFill>
          <p:spPr>
            <a:xfrm>
              <a:off x="8515269" y="2326066"/>
              <a:ext cx="2643460" cy="1983460"/>
            </a:xfrm>
            <a:prstGeom prst="rect">
              <a:avLst/>
            </a:prstGeom>
          </p:spPr>
        </p:pic>
        <p:grpSp>
          <p:nvGrpSpPr>
            <p:cNvPr id="172" name="グループ化 171">
              <a:extLst>
                <a:ext uri="{FF2B5EF4-FFF2-40B4-BE49-F238E27FC236}">
                  <a16:creationId xmlns:a16="http://schemas.microsoft.com/office/drawing/2014/main" id="{863965AE-29AA-0F73-00ED-46C4481A5546}"/>
                </a:ext>
              </a:extLst>
            </p:cNvPr>
            <p:cNvGrpSpPr/>
            <p:nvPr/>
          </p:nvGrpSpPr>
          <p:grpSpPr>
            <a:xfrm>
              <a:off x="9971195" y="2348742"/>
              <a:ext cx="1080193" cy="1823437"/>
              <a:chOff x="9993616" y="2030427"/>
              <a:chExt cx="1080193" cy="1739879"/>
            </a:xfrm>
          </p:grpSpPr>
          <p:sp>
            <p:nvSpPr>
              <p:cNvPr id="154" name="楕円 153">
                <a:extLst>
                  <a:ext uri="{FF2B5EF4-FFF2-40B4-BE49-F238E27FC236}">
                    <a16:creationId xmlns:a16="http://schemas.microsoft.com/office/drawing/2014/main" id="{396FE749-73F7-1DF4-8C7D-AAAA5835EFC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5" name="四角形: 角を丸くする 154">
                <a:extLst>
                  <a:ext uri="{FF2B5EF4-FFF2-40B4-BE49-F238E27FC236}">
                    <a16:creationId xmlns:a16="http://schemas.microsoft.com/office/drawing/2014/main" id="{F8D2E537-C93C-CDC5-1F11-CF0DF93A0592}"/>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245E7601-91A3-91A0-19AE-97C53599092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57" name="四角形: 角を丸くする 156">
                <a:extLst>
                  <a:ext uri="{FF2B5EF4-FFF2-40B4-BE49-F238E27FC236}">
                    <a16:creationId xmlns:a16="http://schemas.microsoft.com/office/drawing/2014/main" id="{DFACC6F6-81D7-9101-1CA3-736590191000}"/>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8" name="四角形: 角を丸くする 157">
                <a:extLst>
                  <a:ext uri="{FF2B5EF4-FFF2-40B4-BE49-F238E27FC236}">
                    <a16:creationId xmlns:a16="http://schemas.microsoft.com/office/drawing/2014/main" id="{270D34C6-ABB4-3693-8A97-669A1D840A0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フリーフォーム: 図形 158">
                <a:extLst>
                  <a:ext uri="{FF2B5EF4-FFF2-40B4-BE49-F238E27FC236}">
                    <a16:creationId xmlns:a16="http://schemas.microsoft.com/office/drawing/2014/main" id="{61C6490C-852F-6433-DB45-967D95F3221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0" name="テキスト ボックス 159">
                <a:extLst>
                  <a:ext uri="{FF2B5EF4-FFF2-40B4-BE49-F238E27FC236}">
                    <a16:creationId xmlns:a16="http://schemas.microsoft.com/office/drawing/2014/main" id="{F834FA3D-A16F-B123-6CA0-0B867EBC2291}"/>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61" name="テキスト ボックス 160">
                <a:extLst>
                  <a:ext uri="{FF2B5EF4-FFF2-40B4-BE49-F238E27FC236}">
                    <a16:creationId xmlns:a16="http://schemas.microsoft.com/office/drawing/2014/main" id="{158AB6C7-6ED3-98F8-B7F9-7308F85B34F4}"/>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62" name="テキスト ボックス 161">
                <a:extLst>
                  <a:ext uri="{FF2B5EF4-FFF2-40B4-BE49-F238E27FC236}">
                    <a16:creationId xmlns:a16="http://schemas.microsoft.com/office/drawing/2014/main" id="{620A0AA1-FE3A-7F02-DBDE-080C2CFD8432}"/>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66" name="テキスト ボックス 165">
                <a:extLst>
                  <a:ext uri="{FF2B5EF4-FFF2-40B4-BE49-F238E27FC236}">
                    <a16:creationId xmlns:a16="http://schemas.microsoft.com/office/drawing/2014/main" id="{5E3314A5-D976-EFED-D529-7BAC655F4096}"/>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47DF70F3-666F-539D-9FDE-0D8E062FCDD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8" name="グループ化 167">
                <a:extLst>
                  <a:ext uri="{FF2B5EF4-FFF2-40B4-BE49-F238E27FC236}">
                    <a16:creationId xmlns:a16="http://schemas.microsoft.com/office/drawing/2014/main" id="{EA014A15-A26F-5FCD-3148-FE5D089A237A}"/>
                  </a:ext>
                </a:extLst>
              </p:cNvPr>
              <p:cNvGrpSpPr/>
              <p:nvPr/>
            </p:nvGrpSpPr>
            <p:grpSpPr>
              <a:xfrm>
                <a:off x="10706392" y="2769566"/>
                <a:ext cx="307601" cy="79382"/>
                <a:chOff x="10725054" y="3385387"/>
                <a:chExt cx="569131" cy="146875"/>
              </a:xfrm>
            </p:grpSpPr>
            <p:sp>
              <p:nvSpPr>
                <p:cNvPr id="169" name="楕円 168">
                  <a:extLst>
                    <a:ext uri="{FF2B5EF4-FFF2-40B4-BE49-F238E27FC236}">
                      <a16:creationId xmlns:a16="http://schemas.microsoft.com/office/drawing/2014/main" id="{7D6AA66F-0174-39B6-13D3-465BC18A07E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0" name="楕円 169">
                  <a:extLst>
                    <a:ext uri="{FF2B5EF4-FFF2-40B4-BE49-F238E27FC236}">
                      <a16:creationId xmlns:a16="http://schemas.microsoft.com/office/drawing/2014/main" id="{A0374BF9-56CA-580D-666F-05FA6CA78BF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1" name="楕円 170">
                  <a:extLst>
                    <a:ext uri="{FF2B5EF4-FFF2-40B4-BE49-F238E27FC236}">
                      <a16:creationId xmlns:a16="http://schemas.microsoft.com/office/drawing/2014/main" id="{9C4C9C11-4322-6F37-DA85-05FE95395583}"/>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38598444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C2D65DD-79AF-16A2-6997-FFB0AA0909B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AFAC067F-C9C3-5B1A-8185-39850836D81F}"/>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C1779AE-FB83-65A2-C25C-97940346D75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2C470886-4F38-091B-2279-F2483EFD208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BF2C2170-29C3-ADFA-256A-0E7AA2CA7B97}"/>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62E6315-2322-75F1-1EEB-0DBEBDA3D3AB}"/>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72A1A4D-BC49-A156-B1C2-182934296A3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60CBD610-8B99-5D4E-CE65-940243F98F91}"/>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B46FF158-1F58-B4DD-C578-D08C11C017FF}"/>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23BEB5B-8BE9-D2B4-A29B-F1053C33572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736E9F1-0248-062E-8F85-2D01142634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479CC05-4B0C-4293-BF10-78A3E697FD5C}"/>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803C88ED-5F1B-FDDE-B688-7DBE81BA4857}"/>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3D221FDF-4DB5-993D-6A17-166ED5360AF7}"/>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DC984D8-6B36-8D37-6CDB-FF91A0A5657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0A518682-E44E-D4A2-7053-8E3F4B05668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25FC4CD-30BA-1E43-453C-273132EE7192}"/>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7E4D0CC-301F-76E2-7B5E-CC11AC4F0ABC}"/>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CC24EE42-29DE-61AD-83E0-630CC968AAA7}"/>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BC795042-7867-6F72-729B-C70A5DC2D05D}"/>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A0093E4B-8FF7-757E-C7B7-5C3A9612B1FE}"/>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FE8FD19C-FD15-523C-8013-82A21AB4F54B}"/>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3FA7FA6-E7DB-0188-647B-C0918976D568}"/>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AADAA7F-C5E6-C809-917B-EA0E7E45D146}"/>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3262A16-80FC-3353-9EC8-F808511C09A2}"/>
              </a:ext>
            </a:extLst>
          </p:cNvPr>
          <p:cNvGrpSpPr/>
          <p:nvPr/>
        </p:nvGrpSpPr>
        <p:grpSpPr>
          <a:xfrm>
            <a:off x="1369744" y="3938662"/>
            <a:ext cx="5304520" cy="1960655"/>
            <a:chOff x="1500605" y="3817359"/>
            <a:chExt cx="5304520" cy="1960655"/>
          </a:xfrm>
        </p:grpSpPr>
        <p:grpSp>
          <p:nvGrpSpPr>
            <p:cNvPr id="28" name="グループ化 27">
              <a:extLst>
                <a:ext uri="{FF2B5EF4-FFF2-40B4-BE49-F238E27FC236}">
                  <a16:creationId xmlns:a16="http://schemas.microsoft.com/office/drawing/2014/main" id="{970AC042-8A56-EAB6-4A36-EBE20BB771A5}"/>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10FF54F1-2902-24CC-8DCF-31EEB2AF1CD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0DE13AE-9EE5-5AD9-741B-9D2C516D8ED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68930610-FB0F-D174-AB60-4DA44589741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071BE9D-D5F0-C37C-FE2A-64C7C0E4522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5180F606-05BB-FA7C-8DFD-2B933AC48B51}"/>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4D784E37-04A1-2E40-BA6A-879B65C2377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780A88-9FA4-BB31-7BE0-59FE29E83A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6BE9DEF8-EEEA-0543-6D2B-B942E961D1A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9114F6CC-B8D2-5C3F-1245-A1EAE599F1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97AB0D33-4B70-38BF-3667-7641495E094D}"/>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D4741E9-92B3-DA05-63B1-EF0E9F31C037}"/>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6533094F-AC3D-D688-C4DA-D28CA2453A55}"/>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94F2A53A-C677-303B-BC71-8F271E24CC35}"/>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F98FDD84-A7AE-4DD7-07D5-A6A5D1B5538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28C41258-6367-D781-37AB-8EA8D2A1259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F0567CE4-2170-E30D-6836-BFDD65307F0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5B6BFAA1-1B04-1F71-8A1D-E6992C1BB29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64" name="グループ化 163">
            <a:extLst>
              <a:ext uri="{FF2B5EF4-FFF2-40B4-BE49-F238E27FC236}">
                <a16:creationId xmlns:a16="http://schemas.microsoft.com/office/drawing/2014/main" id="{15CD1CD4-6F9D-C70D-2464-35BF09C7DEB7}"/>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95022319-863D-3E91-46FC-FC68BF46E534}"/>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5C4C541B-1992-7FE4-1A19-EB00AD0DDA42}"/>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8F786575-1B10-FEA4-CC6A-2D35DA13060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0A1B9B08-1544-0E41-85BF-4BCEEB8963F7}"/>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91D098AC-A08D-335E-4BBE-F93163D23F23}"/>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21983932-A1F2-9445-18B5-E07E1B848E4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FF09F2AD-5A1E-65F1-E627-9D4D8959CE0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EAEB23A0-6DFE-30DC-EFD5-27CE4B342BD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F5DA6DB8-5F16-AB0F-37D4-298444DA70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D4C85327-AB0D-9338-57AD-F4514A10ACE9}"/>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549FA844-2B24-4483-647A-C8D8FC2C1BE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46E66A68-670B-F52C-08C0-BB2337AACDA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80EC483A-28A0-E48F-3F3B-F43E4A70B2C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A4832618-69D0-849F-288E-1DCFB7089DDE}"/>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221088-B54C-EE61-263B-8D2E185D286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80D48BC-39D0-FDBB-86DE-79746BB8A86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3288EA8A-AAF9-0C94-35C6-FF4A0D92F28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5282727B-5C5B-3E4C-0EA7-FFC4359C0481}"/>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15CC2177-A8A9-E82F-53CE-A312BB5DFA45}"/>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64A1F704-812E-1BCD-BFE6-09E8855369CE}"/>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E9B2014C-AAB3-7CEE-3EFB-6594C993B3B2}"/>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250CED9-0136-63A7-CE91-494CF7E554F8}"/>
              </a:ext>
            </a:extLst>
          </p:cNvPr>
          <p:cNvSpPr/>
          <p:nvPr/>
        </p:nvSpPr>
        <p:spPr>
          <a:xfrm>
            <a:off x="1377516" y="1417985"/>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フローチャート: 他ページ結合子 4">
            <a:extLst>
              <a:ext uri="{FF2B5EF4-FFF2-40B4-BE49-F238E27FC236}">
                <a16:creationId xmlns:a16="http://schemas.microsoft.com/office/drawing/2014/main" id="{A8213CC1-2564-0B84-10EB-37AC5E1FA4BB}"/>
              </a:ext>
            </a:extLst>
          </p:cNvPr>
          <p:cNvSpPr/>
          <p:nvPr/>
        </p:nvSpPr>
        <p:spPr>
          <a:xfrm>
            <a:off x="1615393" y="1726672"/>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064339D-3911-5085-94A2-5F4D8E9DB389}"/>
              </a:ext>
            </a:extLst>
          </p:cNvPr>
          <p:cNvSpPr txBox="1"/>
          <p:nvPr/>
        </p:nvSpPr>
        <p:spPr>
          <a:xfrm>
            <a:off x="1603637" y="180073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四角形: 角を丸くする 31">
            <a:extLst>
              <a:ext uri="{FF2B5EF4-FFF2-40B4-BE49-F238E27FC236}">
                <a16:creationId xmlns:a16="http://schemas.microsoft.com/office/drawing/2014/main" id="{0311B039-F16A-AA1B-251B-178513E6EE35}"/>
              </a:ext>
            </a:extLst>
          </p:cNvPr>
          <p:cNvSpPr/>
          <p:nvPr/>
        </p:nvSpPr>
        <p:spPr>
          <a:xfrm>
            <a:off x="7405698" y="1934776"/>
            <a:ext cx="1145519" cy="1993824"/>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37" name="図 36">
            <a:extLst>
              <a:ext uri="{FF2B5EF4-FFF2-40B4-BE49-F238E27FC236}">
                <a16:creationId xmlns:a16="http://schemas.microsoft.com/office/drawing/2014/main" id="{FC722104-21E0-115C-87CE-2BED7E877A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25189" y="2071800"/>
            <a:ext cx="1233805" cy="1741674"/>
          </a:xfrm>
          <a:prstGeom prst="rect">
            <a:avLst/>
          </a:prstGeom>
        </p:spPr>
      </p:pic>
      <p:sp>
        <p:nvSpPr>
          <p:cNvPr id="39" name="楕円 38">
            <a:extLst>
              <a:ext uri="{FF2B5EF4-FFF2-40B4-BE49-F238E27FC236}">
                <a16:creationId xmlns:a16="http://schemas.microsoft.com/office/drawing/2014/main" id="{B0287B7E-5E50-9DF2-C1E1-2D0F75EB8180}"/>
              </a:ext>
            </a:extLst>
          </p:cNvPr>
          <p:cNvSpPr/>
          <p:nvPr/>
        </p:nvSpPr>
        <p:spPr>
          <a:xfrm>
            <a:off x="8323157" y="369194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EEA9A329-A6B1-6D71-3EF5-0810037E1693}"/>
              </a:ext>
            </a:extLst>
          </p:cNvPr>
          <p:cNvSpPr txBox="1"/>
          <p:nvPr/>
        </p:nvSpPr>
        <p:spPr>
          <a:xfrm>
            <a:off x="7345744" y="4209760"/>
            <a:ext cx="1210588" cy="769441"/>
          </a:xfrm>
          <a:prstGeom prst="rect">
            <a:avLst/>
          </a:prstGeom>
          <a:noFill/>
        </p:spPr>
        <p:txBody>
          <a:bodyPr wrap="none" rtlCol="0">
            <a:spAutoFit/>
          </a:bodyPr>
          <a:lstStyle/>
          <a:p>
            <a:pPr algn="ctr"/>
            <a:r>
              <a:rPr lang="ja-JP" altLang="en-US" sz="1600">
                <a:solidFill>
                  <a:srgbClr val="FFFF00"/>
                </a:solidFill>
                <a:latin typeface="原稿用標準書体" panose="03000503000000000000" pitchFamily="66" charset="-128"/>
                <a:ea typeface="原稿用標準書体" panose="03000503000000000000" pitchFamily="66" charset="-128"/>
              </a:rPr>
              <a:t>現在の隊列</a:t>
            </a:r>
            <a:br>
              <a:rPr lang="en-US" altLang="ja-JP" sz="2800" b="1">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2800" b="1">
                <a:solidFill>
                  <a:schemeClr val="bg1">
                    <a:lumMod val="95000"/>
                  </a:schemeClr>
                </a:solidFill>
                <a:latin typeface="原稿用標準書体" panose="03000503000000000000" pitchFamily="66" charset="-128"/>
                <a:ea typeface="原稿用標準書体" panose="03000503000000000000" pitchFamily="66" charset="-128"/>
              </a:rPr>
              <a:t>前衛</a:t>
            </a:r>
            <a:endPar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38B42FFD-CA1C-725B-33F5-02C195E6CE5F}"/>
              </a:ext>
            </a:extLst>
          </p:cNvPr>
          <p:cNvSpPr/>
          <p:nvPr/>
        </p:nvSpPr>
        <p:spPr>
          <a:xfrm>
            <a:off x="7492777" y="1658876"/>
            <a:ext cx="971361" cy="284762"/>
          </a:xfrm>
          <a:prstGeom prst="roundRect">
            <a:avLst>
              <a:gd name="adj" fmla="val 21561"/>
            </a:avLst>
          </a:prstGeom>
          <a:solidFill>
            <a:schemeClr val="bg1">
              <a:lumMod val="9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0C7514F-81AB-237A-DD40-C64EA3D0DA1E}"/>
              </a:ext>
            </a:extLst>
          </p:cNvPr>
          <p:cNvSpPr txBox="1"/>
          <p:nvPr/>
        </p:nvSpPr>
        <p:spPr>
          <a:xfrm>
            <a:off x="7459041" y="1668292"/>
            <a:ext cx="1025287" cy="307777"/>
          </a:xfrm>
          <a:prstGeom prst="rect">
            <a:avLst/>
          </a:prstGeom>
          <a:noFill/>
        </p:spPr>
        <p:txBody>
          <a:bodyPr wrap="square">
            <a:spAutoFit/>
          </a:bodyPr>
          <a:lstStyle/>
          <a:p>
            <a:pPr algn="ctr"/>
            <a:r>
              <a:rPr lang="ja-JP" altLang="en-US" sz="1400">
                <a:solidFill>
                  <a:schemeClr val="tx2"/>
                </a:solidFill>
                <a:latin typeface="原稿用標準書体" panose="03000503000000000000" pitchFamily="66" charset="-128"/>
                <a:ea typeface="原稿用標準書体" panose="03000503000000000000" pitchFamily="66" charset="-128"/>
              </a:rPr>
              <a:t>選択中</a:t>
            </a:r>
            <a:endParaRPr lang="ja-JP" altLang="en-US" sz="1600">
              <a:solidFill>
                <a:schemeClr val="tx2"/>
              </a:solidFill>
            </a:endParaRPr>
          </a:p>
        </p:txBody>
      </p:sp>
    </p:spTree>
    <p:extLst>
      <p:ext uri="{BB962C8B-B14F-4D97-AF65-F5344CB8AC3E}">
        <p14:creationId xmlns:p14="http://schemas.microsoft.com/office/powerpoint/2010/main" val="23608205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D674B-213C-E44C-46E7-7A3BE99E030A}"/>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903496FD-E5FD-1AC7-FC32-4AD954D669BF}"/>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E7E22CE-A75A-5C48-74B4-52BA1D266BD4}"/>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F0CEB06C-01AF-DDF6-5877-8CD607AA622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8F5B53-51EB-0474-7C24-2B9596F92DB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CCAF8D96-B327-2FAA-0B78-3C922B7269E2}"/>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D354A9FC-049B-1CFD-40A4-563ED7DBE677}"/>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D3895D80-B09D-7EDD-3AF0-8CCF13F73F69}"/>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B72D1DFF-D87F-F037-810F-13076276D621}"/>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FE2621A-54A1-5DEE-A752-E44475E31EB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151ED38-DE22-43DB-486D-9822BFBE97B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CD08DD2-EADF-4C52-7BE3-0C432866AB2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5310536-5760-B3F5-64C6-F0CED272ECEA}"/>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2C82C3A-8EC7-661D-4052-D7C1FC5F11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0E5D43E-D053-A5E8-C9ED-DB9E143E992F}"/>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23" name="グループ化 22">
            <a:extLst>
              <a:ext uri="{FF2B5EF4-FFF2-40B4-BE49-F238E27FC236}">
                <a16:creationId xmlns:a16="http://schemas.microsoft.com/office/drawing/2014/main" id="{B4118EF7-F99D-A6C2-6598-DA7295F1005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34507F0-B3ED-66C4-0C73-975FC2744D04}"/>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EF90986-6A03-8BEA-8414-D52B86782A5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ABA14307-FBA1-833C-AE61-C18966C5C1E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1ADE9B00-13E8-937E-2A3E-CDA77EC8222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35709AE7-54B0-BAC1-D9D4-BB50569292D8}"/>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B47013F2-6023-93CA-B724-2066541B542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8D5D0056-A176-64F8-C844-E2B6D42C6C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977D9625-84E0-4A5B-835F-CD6BB24A52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FBA65349-9547-1970-19A1-601930CB8D00}"/>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grpSp>
        <p:nvGrpSpPr>
          <p:cNvPr id="3" name="グループ化 2">
            <a:extLst>
              <a:ext uri="{FF2B5EF4-FFF2-40B4-BE49-F238E27FC236}">
                <a16:creationId xmlns:a16="http://schemas.microsoft.com/office/drawing/2014/main" id="{751950B9-F00F-1FF7-33EE-6827B2F3C66D}"/>
              </a:ext>
            </a:extLst>
          </p:cNvPr>
          <p:cNvGrpSpPr/>
          <p:nvPr/>
        </p:nvGrpSpPr>
        <p:grpSpPr>
          <a:xfrm>
            <a:off x="1419053" y="4576795"/>
            <a:ext cx="1959191" cy="1229722"/>
            <a:chOff x="1419053" y="4576795"/>
            <a:chExt cx="1959191" cy="1229722"/>
          </a:xfrm>
        </p:grpSpPr>
        <p:pic>
          <p:nvPicPr>
            <p:cNvPr id="22" name="図 21">
              <a:extLst>
                <a:ext uri="{FF2B5EF4-FFF2-40B4-BE49-F238E27FC236}">
                  <a16:creationId xmlns:a16="http://schemas.microsoft.com/office/drawing/2014/main" id="{0D9B4C8B-E79C-F5AD-D71B-1D7C422089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5" name="テキスト ボックス 4">
              <a:extLst>
                <a:ext uri="{FF2B5EF4-FFF2-40B4-BE49-F238E27FC236}">
                  <a16:creationId xmlns:a16="http://schemas.microsoft.com/office/drawing/2014/main" id="{30C6D031-77CF-C549-517A-2676FA6231F6}"/>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grpSp>
      <p:sp>
        <p:nvSpPr>
          <p:cNvPr id="7" name="フローチャート: 端子 6">
            <a:extLst>
              <a:ext uri="{FF2B5EF4-FFF2-40B4-BE49-F238E27FC236}">
                <a16:creationId xmlns:a16="http://schemas.microsoft.com/office/drawing/2014/main" id="{624C984A-EB19-9138-1C2E-32B4C6A0A6F4}"/>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CFF9C226-C7EC-5297-589F-96B7F411BA30}"/>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5C82796C-A15B-F774-99D7-CDE0A827747D}"/>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AACE887D-C2CB-BD25-F224-B83A91BF235D}"/>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44C490A1-69D8-89E8-85E6-EBB5B4A7A02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2C818ADB-E9D5-36E8-6E60-DEB8ACF19226}"/>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DBADF508-3027-25DA-C684-2BA89F7A19A0}"/>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65825727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E1282-EA0F-B8B4-DFB5-F02D020603DB}"/>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8445913C-7B5E-2855-CE00-985CB551D87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C5599BC-218A-798E-E083-EEA44A3A95FC}"/>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1473C4B5-B149-82EA-C2FC-44127C4982F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A355C04-132D-F8A9-50D2-3E041E3DAC1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DD7100AF-60E1-D8B2-0C92-01DE8CEBF179}"/>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E7014DBC-B5DA-4506-FE96-B43B33AF0C43}"/>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BC615DCF-9FD8-EEC4-72C8-53CCE40CE82B}"/>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5BE2D26A-E515-9CA0-798B-EEEF6965EC5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57F96457-0495-B196-A02B-1391EDE7CDD4}"/>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2DCDC8F5-0817-3F77-92C1-E0999D7EA48A}"/>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758DFCE-D516-B53F-FCDD-13DBDE48F44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C8D323B-621E-CD79-F979-0B061815AFBD}"/>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C34B251-80F2-A94A-3F38-0124B4383B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28C0D97F-697A-CBDF-696C-EAA918F0404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48E1E094-0B73-BECA-F766-8237C6E5F819}"/>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52AE3A1E-B5BC-E87B-220F-D9C8BF86F380}"/>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3DCA878-5267-079D-42F1-3AA8E6AC324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FFE1B89F-EBD0-04A0-5741-FCCBB861A41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CFE5962E-8EDB-2529-724D-AE7BAEFEFEC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7998FC84-D687-C984-A920-1EE7D83AB328}"/>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53297DA2-5C7E-431B-BB1D-5DA16BA9CD4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B38F409-DD87-6528-024C-65C05E1FFAC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A969E10-B3F0-05C5-4ECA-5A1B41ECD3D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4FF088C-C239-DF9B-BC0D-791957C30A1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0984E0F0-9B01-D8AF-1BDC-EF6FEB1D5618}"/>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FCBA2FD1-E68A-95B5-2956-F46E2491AC71}"/>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DB74199A-1A4C-C88E-3768-EBA71495ADB9}"/>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14FC0720-96CB-97E0-1A11-97F23768C1A7}"/>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968162D0-CDB0-6FC4-79C2-D07B175D773D}"/>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65DB4B6E-E416-4368-1B09-C94E1F13C32A}"/>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BA4D0FEC-6B8C-B279-4A00-EF5BF2046A3B}"/>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B1BF082B-8042-DF49-C48F-E22F8231B1BB}"/>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7E4DC1A7-7980-C9FC-A66F-9DF236FE5152}"/>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798D2705-598A-BD23-A556-1A0E772D1679}"/>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4705FAC4-70DC-CFD1-E0F0-64608414980E}"/>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D6C1156E-88C4-DA82-C88E-CD382D408B2E}"/>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238AFF57-45D6-482D-621D-E845D6AACB6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B98231D-9E4B-977A-F5E9-F1E80C75A307}"/>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09B24478-26F4-5022-6CE1-F320805E3F3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D834D89-0A9E-F331-B41A-EE35125E3FE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4B4DBE6A-40D7-E3BB-35DC-0B5C1CEE4B74}"/>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AF1D791D-1FA6-24E7-EAA0-F6EDE1709281}"/>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92190600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20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125540</TotalTime>
  <Words>11107</Words>
  <Application>Microsoft Office PowerPoint</Application>
  <PresentationFormat>ワイド画面</PresentationFormat>
  <Paragraphs>6311</Paragraphs>
  <Slides>301</Slides>
  <Notes>61</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301</vt:i4>
      </vt:variant>
    </vt:vector>
  </HeadingPairs>
  <TitlesOfParts>
    <vt:vector size="320"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85</cp:revision>
  <dcterms:created xsi:type="dcterms:W3CDTF">2026-01-25T19:21:58Z</dcterms:created>
  <dcterms:modified xsi:type="dcterms:W3CDTF">2026-10-21T22:31:23Z</dcterms:modified>
</cp:coreProperties>
</file>