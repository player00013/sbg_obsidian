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modernComment_183_5DD0376.xml" ContentType="application/vnd.ms-powerpoint.comments+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8"/>
  </p:notesMasterIdLst>
  <p:sldIdLst>
    <p:sldId id="298" r:id="rId2"/>
    <p:sldId id="427" r:id="rId3"/>
    <p:sldId id="394" r:id="rId4"/>
    <p:sldId id="393" r:id="rId5"/>
    <p:sldId id="396" r:id="rId6"/>
    <p:sldId id="401" r:id="rId7"/>
    <p:sldId id="553" r:id="rId8"/>
    <p:sldId id="554" r:id="rId9"/>
    <p:sldId id="547" r:id="rId10"/>
    <p:sldId id="548" r:id="rId11"/>
    <p:sldId id="551" r:id="rId12"/>
    <p:sldId id="552" r:id="rId13"/>
    <p:sldId id="395" r:id="rId14"/>
    <p:sldId id="428" r:id="rId15"/>
    <p:sldId id="463" r:id="rId16"/>
    <p:sldId id="465" r:id="rId17"/>
    <p:sldId id="464" r:id="rId18"/>
    <p:sldId id="406" r:id="rId19"/>
    <p:sldId id="407" r:id="rId20"/>
    <p:sldId id="404" r:id="rId21"/>
    <p:sldId id="408" r:id="rId22"/>
    <p:sldId id="493" r:id="rId23"/>
    <p:sldId id="494" r:id="rId24"/>
    <p:sldId id="495" r:id="rId25"/>
    <p:sldId id="468" r:id="rId26"/>
    <p:sldId id="415" r:id="rId27"/>
    <p:sldId id="441" r:id="rId28"/>
    <p:sldId id="459" r:id="rId29"/>
    <p:sldId id="467" r:id="rId30"/>
    <p:sldId id="446" r:id="rId31"/>
    <p:sldId id="503" r:id="rId32"/>
    <p:sldId id="504" r:id="rId33"/>
    <p:sldId id="420" r:id="rId34"/>
    <p:sldId id="419" r:id="rId35"/>
    <p:sldId id="353" r:id="rId36"/>
    <p:sldId id="429" r:id="rId37"/>
    <p:sldId id="430" r:id="rId38"/>
    <p:sldId id="471" r:id="rId39"/>
    <p:sldId id="432" r:id="rId40"/>
    <p:sldId id="506" r:id="rId41"/>
    <p:sldId id="433" r:id="rId42"/>
    <p:sldId id="437" r:id="rId43"/>
    <p:sldId id="449" r:id="rId44"/>
    <p:sldId id="450" r:id="rId45"/>
    <p:sldId id="382" r:id="rId46"/>
    <p:sldId id="452" r:id="rId47"/>
    <p:sldId id="451" r:id="rId48"/>
    <p:sldId id="448" r:id="rId49"/>
    <p:sldId id="359" r:id="rId50"/>
    <p:sldId id="453" r:id="rId51"/>
    <p:sldId id="376" r:id="rId52"/>
    <p:sldId id="455" r:id="rId53"/>
    <p:sldId id="456" r:id="rId54"/>
    <p:sldId id="361" r:id="rId55"/>
    <p:sldId id="383" r:id="rId56"/>
    <p:sldId id="454" r:id="rId57"/>
    <p:sldId id="436" r:id="rId58"/>
    <p:sldId id="367" r:id="rId59"/>
    <p:sldId id="372" r:id="rId60"/>
    <p:sldId id="386" r:id="rId61"/>
    <p:sldId id="457" r:id="rId62"/>
    <p:sldId id="390" r:id="rId63"/>
    <p:sldId id="530" r:id="rId64"/>
    <p:sldId id="529" r:id="rId65"/>
    <p:sldId id="531" r:id="rId66"/>
    <p:sldId id="392" r:id="rId67"/>
    <p:sldId id="391" r:id="rId68"/>
    <p:sldId id="373" r:id="rId69"/>
    <p:sldId id="368" r:id="rId70"/>
    <p:sldId id="321" r:id="rId71"/>
    <p:sldId id="389" r:id="rId72"/>
    <p:sldId id="458" r:id="rId73"/>
    <p:sldId id="352" r:id="rId74"/>
    <p:sldId id="351" r:id="rId75"/>
    <p:sldId id="331" r:id="rId76"/>
    <p:sldId id="330" r:id="rId77"/>
    <p:sldId id="334" r:id="rId78"/>
    <p:sldId id="469" r:id="rId79"/>
    <p:sldId id="473" r:id="rId80"/>
    <p:sldId id="472" r:id="rId81"/>
    <p:sldId id="475" r:id="rId82"/>
    <p:sldId id="474" r:id="rId83"/>
    <p:sldId id="478" r:id="rId84"/>
    <p:sldId id="481" r:id="rId85"/>
    <p:sldId id="470" r:id="rId86"/>
    <p:sldId id="484" r:id="rId87"/>
    <p:sldId id="479" r:id="rId88"/>
    <p:sldId id="483" r:id="rId89"/>
    <p:sldId id="482" r:id="rId90"/>
    <p:sldId id="485" r:id="rId91"/>
    <p:sldId id="509" r:id="rId92"/>
    <p:sldId id="532" r:id="rId93"/>
    <p:sldId id="512" r:id="rId94"/>
    <p:sldId id="513" r:id="rId95"/>
    <p:sldId id="511" r:id="rId96"/>
    <p:sldId id="534" r:id="rId97"/>
    <p:sldId id="515" r:id="rId98"/>
    <p:sldId id="533" r:id="rId99"/>
    <p:sldId id="536" r:id="rId100"/>
    <p:sldId id="537" r:id="rId101"/>
    <p:sldId id="535" r:id="rId102"/>
    <p:sldId id="517" r:id="rId103"/>
    <p:sldId id="519" r:id="rId104"/>
    <p:sldId id="518" r:id="rId105"/>
    <p:sldId id="520" r:id="rId106"/>
    <p:sldId id="521" r:id="rId107"/>
    <p:sldId id="522" r:id="rId108"/>
    <p:sldId id="487" r:id="rId109"/>
    <p:sldId id="488" r:id="rId110"/>
    <p:sldId id="505" r:id="rId111"/>
    <p:sldId id="523" r:id="rId112"/>
    <p:sldId id="489" r:id="rId113"/>
    <p:sldId id="524" r:id="rId114"/>
    <p:sldId id="492" r:id="rId115"/>
    <p:sldId id="525" r:id="rId116"/>
    <p:sldId id="526" r:id="rId117"/>
    <p:sldId id="527" r:id="rId118"/>
    <p:sldId id="528" r:id="rId119"/>
    <p:sldId id="541" r:id="rId120"/>
    <p:sldId id="538" r:id="rId121"/>
    <p:sldId id="543" r:id="rId122"/>
    <p:sldId id="542" r:id="rId123"/>
    <p:sldId id="539" r:id="rId124"/>
    <p:sldId id="544" r:id="rId125"/>
    <p:sldId id="546" r:id="rId126"/>
    <p:sldId id="545" r:id="rId127"/>
    <p:sldId id="540" r:id="rId128"/>
    <p:sldId id="264" r:id="rId129"/>
    <p:sldId id="410" r:id="rId130"/>
    <p:sldId id="490" r:id="rId131"/>
    <p:sldId id="491" r:id="rId132"/>
    <p:sldId id="516" r:id="rId133"/>
    <p:sldId id="510" r:id="rId134"/>
    <p:sldId id="412" r:id="rId135"/>
    <p:sldId id="496" r:id="rId136"/>
    <p:sldId id="497" r:id="rId137"/>
    <p:sldId id="498" r:id="rId138"/>
    <p:sldId id="499" r:id="rId139"/>
    <p:sldId id="500" r:id="rId140"/>
    <p:sldId id="501" r:id="rId141"/>
    <p:sldId id="502" r:id="rId142"/>
    <p:sldId id="413" r:id="rId143"/>
    <p:sldId id="414" r:id="rId144"/>
    <p:sldId id="486" r:id="rId145"/>
    <p:sldId id="480" r:id="rId146"/>
    <p:sldId id="461" r:id="rId147"/>
    <p:sldId id="460" r:id="rId148"/>
    <p:sldId id="438" r:id="rId149"/>
    <p:sldId id="439" r:id="rId150"/>
    <p:sldId id="440" r:id="rId151"/>
    <p:sldId id="421" r:id="rId152"/>
    <p:sldId id="422" r:id="rId153"/>
    <p:sldId id="425" r:id="rId154"/>
    <p:sldId id="424" r:id="rId155"/>
    <p:sldId id="426" r:id="rId156"/>
    <p:sldId id="462" r:id="rId157"/>
    <p:sldId id="466" r:id="rId158"/>
    <p:sldId id="444" r:id="rId159"/>
    <p:sldId id="443" r:id="rId160"/>
    <p:sldId id="363" r:id="rId161"/>
    <p:sldId id="369" r:id="rId162"/>
    <p:sldId id="377" r:id="rId163"/>
    <p:sldId id="378" r:id="rId164"/>
    <p:sldId id="434" r:id="rId165"/>
    <p:sldId id="435" r:id="rId166"/>
    <p:sldId id="387" r:id="rId167"/>
    <p:sldId id="417" r:id="rId168"/>
    <p:sldId id="409" r:id="rId169"/>
    <p:sldId id="411" r:id="rId170"/>
    <p:sldId id="397" r:id="rId171"/>
    <p:sldId id="405" r:id="rId172"/>
    <p:sldId id="403" r:id="rId173"/>
    <p:sldId id="402" r:id="rId174"/>
    <p:sldId id="337" r:id="rId175"/>
    <p:sldId id="364" r:id="rId176"/>
    <p:sldId id="379" r:id="rId177"/>
    <p:sldId id="320" r:id="rId178"/>
    <p:sldId id="329" r:id="rId179"/>
    <p:sldId id="299" r:id="rId180"/>
    <p:sldId id="347" r:id="rId181"/>
    <p:sldId id="357" r:id="rId182"/>
    <p:sldId id="360" r:id="rId183"/>
    <p:sldId id="380" r:id="rId184"/>
    <p:sldId id="365" r:id="rId185"/>
    <p:sldId id="336" r:id="rId186"/>
    <p:sldId id="356" r:id="rId187"/>
    <p:sldId id="355" r:id="rId188"/>
    <p:sldId id="354" r:id="rId189"/>
    <p:sldId id="256" r:id="rId190"/>
    <p:sldId id="327" r:id="rId191"/>
    <p:sldId id="340" r:id="rId192"/>
    <p:sldId id="260" r:id="rId193"/>
    <p:sldId id="258" r:id="rId194"/>
    <p:sldId id="338" r:id="rId195"/>
    <p:sldId id="326" r:id="rId196"/>
    <p:sldId id="332" r:id="rId197"/>
    <p:sldId id="366" r:id="rId198"/>
    <p:sldId id="302" r:id="rId199"/>
    <p:sldId id="385" r:id="rId200"/>
    <p:sldId id="371" r:id="rId201"/>
    <p:sldId id="384" r:id="rId202"/>
    <p:sldId id="348" r:id="rId203"/>
    <p:sldId id="324" r:id="rId204"/>
    <p:sldId id="381" r:id="rId205"/>
    <p:sldId id="325" r:id="rId206"/>
    <p:sldId id="339" r:id="rId207"/>
    <p:sldId id="333" r:id="rId208"/>
    <p:sldId id="315" r:id="rId209"/>
    <p:sldId id="318" r:id="rId210"/>
    <p:sldId id="346" r:id="rId211"/>
    <p:sldId id="374" r:id="rId212"/>
    <p:sldId id="375" r:id="rId213"/>
    <p:sldId id="370" r:id="rId214"/>
    <p:sldId id="362" r:id="rId215"/>
    <p:sldId id="349" r:id="rId216"/>
    <p:sldId id="342" r:id="rId217"/>
    <p:sldId id="341" r:id="rId218"/>
    <p:sldId id="344" r:id="rId219"/>
    <p:sldId id="343" r:id="rId220"/>
    <p:sldId id="345" r:id="rId221"/>
    <p:sldId id="319" r:id="rId222"/>
    <p:sldId id="328" r:id="rId223"/>
    <p:sldId id="265" r:id="rId224"/>
    <p:sldId id="323" r:id="rId225"/>
    <p:sldId id="316" r:id="rId226"/>
    <p:sldId id="322" r:id="rId227"/>
    <p:sldId id="270" r:id="rId228"/>
    <p:sldId id="269" r:id="rId229"/>
    <p:sldId id="271" r:id="rId230"/>
    <p:sldId id="273" r:id="rId231"/>
    <p:sldId id="272" r:id="rId232"/>
    <p:sldId id="274" r:id="rId233"/>
    <p:sldId id="388" r:id="rId234"/>
    <p:sldId id="268" r:id="rId235"/>
    <p:sldId id="276" r:id="rId236"/>
    <p:sldId id="277" r:id="rId237"/>
    <p:sldId id="278" r:id="rId238"/>
    <p:sldId id="279" r:id="rId239"/>
    <p:sldId id="280" r:id="rId240"/>
    <p:sldId id="281" r:id="rId241"/>
    <p:sldId id="297" r:id="rId242"/>
    <p:sldId id="296" r:id="rId243"/>
    <p:sldId id="300" r:id="rId244"/>
    <p:sldId id="314" r:id="rId245"/>
    <p:sldId id="335" r:id="rId246"/>
    <p:sldId id="303" r:id="rId247"/>
    <p:sldId id="350" r:id="rId248"/>
    <p:sldId id="317" r:id="rId249"/>
    <p:sldId id="304" r:id="rId250"/>
    <p:sldId id="305" r:id="rId251"/>
    <p:sldId id="306" r:id="rId252"/>
    <p:sldId id="301" r:id="rId253"/>
    <p:sldId id="307" r:id="rId254"/>
    <p:sldId id="310" r:id="rId255"/>
    <p:sldId id="311" r:id="rId256"/>
    <p:sldId id="312" r:id="rId257"/>
    <p:sldId id="313" r:id="rId258"/>
    <p:sldId id="309" r:id="rId259"/>
    <p:sldId id="308" r:id="rId260"/>
    <p:sldId id="259" r:id="rId261"/>
    <p:sldId id="262" r:id="rId262"/>
    <p:sldId id="266" r:id="rId263"/>
    <p:sldId id="263" r:id="rId264"/>
    <p:sldId id="275" r:id="rId265"/>
    <p:sldId id="294" r:id="rId266"/>
    <p:sldId id="295" r:id="rId26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0C7D6D-1B42-EA4F-1534-69BFE71BA838}" name="13 player" initials="1p" userId="4bba8ad8e7ff213b"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BFBFBF"/>
    <a:srgbClr val="FF99FF"/>
    <a:srgbClr val="FF00FF"/>
    <a:srgbClr val="FF66FF"/>
    <a:srgbClr val="FFA4F3"/>
    <a:srgbClr val="CC00CC"/>
    <a:srgbClr val="FF0066"/>
    <a:srgbClr val="CC66FF"/>
    <a:srgbClr val="E4DAE4"/>
    <a:srgbClr val="6600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25" autoAdjust="0"/>
    <p:restoredTop sz="94266" autoAdjust="0"/>
  </p:normalViewPr>
  <p:slideViewPr>
    <p:cSldViewPr snapToGrid="0">
      <p:cViewPr varScale="1">
        <p:scale>
          <a:sx n="113" d="100"/>
          <a:sy n="113" d="100"/>
        </p:scale>
        <p:origin x="45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notesMaster" Target="notesMasters/notesMaster1.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presProps" Target="pres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viewProps" Target="viewProps.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theme" Target="theme/theme1.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tableStyles" Target="tableStyles.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microsoft.com/office/2018/10/relationships/authors" Target="authors.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s>
</file>

<file path=ppt/comments/modernComment_183_5DD0376.xml><?xml version="1.0" encoding="utf-8"?>
<p188:cmLst xmlns:a="http://schemas.openxmlformats.org/drawingml/2006/main" xmlns:r="http://schemas.openxmlformats.org/officeDocument/2006/relationships" xmlns:p188="http://schemas.microsoft.com/office/powerpoint/2018/8/main">
  <p188:cm id="{C36745D0-429F-44A5-B33A-72E5105384E2}" authorId="{740C7D6D-1B42-EA4F-1534-69BFE71BA838}" created="2026-05-31T11:54:14.418">
    <pc:sldMkLst xmlns:pc="http://schemas.microsoft.com/office/powerpoint/2013/main/command">
      <pc:docMk/>
      <pc:sldMk cId="98370422" sldId="387"/>
    </pc:sldMkLst>
    <p188:txBody>
      <a:bodyPr/>
      <a:lstStyle/>
      <a:p>
        <a:r>
          <a:rPr lang="ja-JP" altLang="en-US"/>
          <a:t>武器を削りスキルの選択詳細表示を無くす</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093AA6-0F5F-4786-9525-F4BA97215253}" type="datetimeFigureOut">
              <a:rPr kumimoji="1" lang="ja-JP" altLang="en-US" smtClean="0"/>
              <a:t>2026/10/13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4DA10E-0DA4-46F9-B706-1BFF6481306D}" type="slidenum">
              <a:rPr kumimoji="1" lang="ja-JP" altLang="en-US" smtClean="0"/>
              <a:t>‹#›</a:t>
            </a:fld>
            <a:endParaRPr kumimoji="1" lang="ja-JP" altLang="en-US"/>
          </a:p>
        </p:txBody>
      </p:sp>
    </p:spTree>
    <p:extLst>
      <p:ext uri="{BB962C8B-B14F-4D97-AF65-F5344CB8AC3E}">
        <p14:creationId xmlns:p14="http://schemas.microsoft.com/office/powerpoint/2010/main" val="244004545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4F8A9-A687-52FB-8AA6-D380B86F40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A064CD5-D88A-357C-EE33-C89AB472893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CABB22-7B2A-7D0D-C807-A999CC8268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7563F5A-C72A-DBCA-EFD7-3A12A7A82178}"/>
              </a:ext>
            </a:extLst>
          </p:cNvPr>
          <p:cNvSpPr>
            <a:spLocks noGrp="1"/>
          </p:cNvSpPr>
          <p:nvPr>
            <p:ph type="sldNum" sz="quarter" idx="5"/>
          </p:nvPr>
        </p:nvSpPr>
        <p:spPr/>
        <p:txBody>
          <a:bodyPr/>
          <a:lstStyle/>
          <a:p>
            <a:fld id="{C04DA10E-0DA4-46F9-B706-1BFF6481306D}" type="slidenum">
              <a:rPr kumimoji="1" lang="ja-JP" altLang="en-US" smtClean="0"/>
              <a:t>60</a:t>
            </a:fld>
            <a:endParaRPr kumimoji="1" lang="ja-JP" altLang="en-US"/>
          </a:p>
        </p:txBody>
      </p:sp>
    </p:spTree>
    <p:extLst>
      <p:ext uri="{BB962C8B-B14F-4D97-AF65-F5344CB8AC3E}">
        <p14:creationId xmlns:p14="http://schemas.microsoft.com/office/powerpoint/2010/main" val="13317148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D6BE1-12C2-5DB1-BF18-3DCA780741E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119720-C1AB-E13D-84F4-BD4547339F1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DB1AE43-C023-731F-FCBA-E06F25838C9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8DCADA-D292-F3E2-9750-AA4BD5C85D8C}"/>
              </a:ext>
            </a:extLst>
          </p:cNvPr>
          <p:cNvSpPr>
            <a:spLocks noGrp="1"/>
          </p:cNvSpPr>
          <p:nvPr>
            <p:ph type="sldNum" sz="quarter" idx="5"/>
          </p:nvPr>
        </p:nvSpPr>
        <p:spPr/>
        <p:txBody>
          <a:bodyPr/>
          <a:lstStyle/>
          <a:p>
            <a:fld id="{C04DA10E-0DA4-46F9-B706-1BFF6481306D}" type="slidenum">
              <a:rPr kumimoji="1" lang="ja-JP" altLang="en-US" smtClean="0"/>
              <a:t>61</a:t>
            </a:fld>
            <a:endParaRPr kumimoji="1" lang="ja-JP" altLang="en-US"/>
          </a:p>
        </p:txBody>
      </p:sp>
    </p:spTree>
    <p:extLst>
      <p:ext uri="{BB962C8B-B14F-4D97-AF65-F5344CB8AC3E}">
        <p14:creationId xmlns:p14="http://schemas.microsoft.com/office/powerpoint/2010/main" val="39123226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3C45C-B47E-6CD3-1FF0-4BC2E40A723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633F1B-8FFB-BC1B-F903-1AE4DF08787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5330A91-3F04-D995-2894-A851F6D6CDE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254C44C-E8D3-5902-FC68-E24BCE86B015}"/>
              </a:ext>
            </a:extLst>
          </p:cNvPr>
          <p:cNvSpPr>
            <a:spLocks noGrp="1"/>
          </p:cNvSpPr>
          <p:nvPr>
            <p:ph type="sldNum" sz="quarter" idx="5"/>
          </p:nvPr>
        </p:nvSpPr>
        <p:spPr/>
        <p:txBody>
          <a:bodyPr/>
          <a:lstStyle/>
          <a:p>
            <a:fld id="{C04DA10E-0DA4-46F9-B706-1BFF6481306D}" type="slidenum">
              <a:rPr kumimoji="1" lang="ja-JP" altLang="en-US" smtClean="0"/>
              <a:t>62</a:t>
            </a:fld>
            <a:endParaRPr kumimoji="1" lang="ja-JP" altLang="en-US"/>
          </a:p>
        </p:txBody>
      </p:sp>
    </p:spTree>
    <p:extLst>
      <p:ext uri="{BB962C8B-B14F-4D97-AF65-F5344CB8AC3E}">
        <p14:creationId xmlns:p14="http://schemas.microsoft.com/office/powerpoint/2010/main" val="15965586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4FE28-99FD-0247-1B09-8133D8AD01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C72C0A-CA0F-C728-7767-78176923FC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31D5EF-25B7-9345-016E-931E7548EEB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FAE469-C5E3-105A-F1FD-EC293CF611A2}"/>
              </a:ext>
            </a:extLst>
          </p:cNvPr>
          <p:cNvSpPr>
            <a:spLocks noGrp="1"/>
          </p:cNvSpPr>
          <p:nvPr>
            <p:ph type="sldNum" sz="quarter" idx="5"/>
          </p:nvPr>
        </p:nvSpPr>
        <p:spPr/>
        <p:txBody>
          <a:bodyPr/>
          <a:lstStyle/>
          <a:p>
            <a:fld id="{C04DA10E-0DA4-46F9-B706-1BFF6481306D}" type="slidenum">
              <a:rPr kumimoji="1" lang="ja-JP" altLang="en-US" smtClean="0"/>
              <a:t>64</a:t>
            </a:fld>
            <a:endParaRPr kumimoji="1" lang="ja-JP" altLang="en-US"/>
          </a:p>
        </p:txBody>
      </p:sp>
    </p:spTree>
    <p:extLst>
      <p:ext uri="{BB962C8B-B14F-4D97-AF65-F5344CB8AC3E}">
        <p14:creationId xmlns:p14="http://schemas.microsoft.com/office/powerpoint/2010/main" val="29929995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943DD-6458-1FEB-9714-EE5B056A972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4D57D92-1499-FC35-9C2E-6E2F6AA4604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243493-7579-2089-6589-DED9186A3BF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5AF4336-ADE0-0D1E-D91B-10BCFB00DD71}"/>
              </a:ext>
            </a:extLst>
          </p:cNvPr>
          <p:cNvSpPr>
            <a:spLocks noGrp="1"/>
          </p:cNvSpPr>
          <p:nvPr>
            <p:ph type="sldNum" sz="quarter" idx="5"/>
          </p:nvPr>
        </p:nvSpPr>
        <p:spPr/>
        <p:txBody>
          <a:bodyPr/>
          <a:lstStyle/>
          <a:p>
            <a:fld id="{C04DA10E-0DA4-46F9-B706-1BFF6481306D}" type="slidenum">
              <a:rPr kumimoji="1" lang="ja-JP" altLang="en-US" smtClean="0"/>
              <a:t>65</a:t>
            </a:fld>
            <a:endParaRPr kumimoji="1" lang="ja-JP" altLang="en-US"/>
          </a:p>
        </p:txBody>
      </p:sp>
    </p:spTree>
    <p:extLst>
      <p:ext uri="{BB962C8B-B14F-4D97-AF65-F5344CB8AC3E}">
        <p14:creationId xmlns:p14="http://schemas.microsoft.com/office/powerpoint/2010/main" val="3653404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75</a:t>
            </a:fld>
            <a:endParaRPr kumimoji="1" lang="ja-JP" altLang="en-US"/>
          </a:p>
        </p:txBody>
      </p:sp>
    </p:spTree>
    <p:extLst>
      <p:ext uri="{BB962C8B-B14F-4D97-AF65-F5344CB8AC3E}">
        <p14:creationId xmlns:p14="http://schemas.microsoft.com/office/powerpoint/2010/main" val="2254770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5FACB-4A8E-15A0-FA91-B722C5D962B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3F04548-FB21-C537-B49E-9EBF274D990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971920A-387E-5BAF-5A0C-4A1366CA6D2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7BFC49B-C147-9E6A-91F3-EBA6ACD20BB7}"/>
              </a:ext>
            </a:extLst>
          </p:cNvPr>
          <p:cNvSpPr>
            <a:spLocks noGrp="1"/>
          </p:cNvSpPr>
          <p:nvPr>
            <p:ph type="sldNum" sz="quarter" idx="5"/>
          </p:nvPr>
        </p:nvSpPr>
        <p:spPr/>
        <p:txBody>
          <a:bodyPr/>
          <a:lstStyle/>
          <a:p>
            <a:fld id="{C04DA10E-0DA4-46F9-B706-1BFF6481306D}" type="slidenum">
              <a:rPr kumimoji="1" lang="ja-JP" altLang="en-US" smtClean="0"/>
              <a:t>179</a:t>
            </a:fld>
            <a:endParaRPr kumimoji="1" lang="ja-JP" altLang="en-US"/>
          </a:p>
        </p:txBody>
      </p:sp>
    </p:spTree>
    <p:extLst>
      <p:ext uri="{BB962C8B-B14F-4D97-AF65-F5344CB8AC3E}">
        <p14:creationId xmlns:p14="http://schemas.microsoft.com/office/powerpoint/2010/main" val="15296248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ECF7D-465E-C8B1-9342-37DF48BBD55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F656A1-B42B-C999-D1AF-F553F4629CF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340D480-197D-5527-E0EF-AFA85081E8D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1DD4526-82B2-EB97-F94F-7DFF04F7A682}"/>
              </a:ext>
            </a:extLst>
          </p:cNvPr>
          <p:cNvSpPr>
            <a:spLocks noGrp="1"/>
          </p:cNvSpPr>
          <p:nvPr>
            <p:ph type="sldNum" sz="quarter" idx="5"/>
          </p:nvPr>
        </p:nvSpPr>
        <p:spPr/>
        <p:txBody>
          <a:bodyPr/>
          <a:lstStyle/>
          <a:p>
            <a:fld id="{C04DA10E-0DA4-46F9-B706-1BFF6481306D}" type="slidenum">
              <a:rPr kumimoji="1" lang="ja-JP" altLang="en-US" smtClean="0"/>
              <a:t>181</a:t>
            </a:fld>
            <a:endParaRPr kumimoji="1" lang="ja-JP" altLang="en-US"/>
          </a:p>
        </p:txBody>
      </p:sp>
    </p:spTree>
    <p:extLst>
      <p:ext uri="{BB962C8B-B14F-4D97-AF65-F5344CB8AC3E}">
        <p14:creationId xmlns:p14="http://schemas.microsoft.com/office/powerpoint/2010/main" val="704604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00039-2DB5-8B99-B9FD-977639EA7DB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C73027F-FB94-842A-258F-BC53FEA1B03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C86B4FC-977F-543E-5AC5-2A566BE7FE3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D150BEA-CE8E-520E-A117-1F53E1B790D3}"/>
              </a:ext>
            </a:extLst>
          </p:cNvPr>
          <p:cNvSpPr>
            <a:spLocks noGrp="1"/>
          </p:cNvSpPr>
          <p:nvPr>
            <p:ph type="sldNum" sz="quarter" idx="5"/>
          </p:nvPr>
        </p:nvSpPr>
        <p:spPr/>
        <p:txBody>
          <a:bodyPr/>
          <a:lstStyle/>
          <a:p>
            <a:fld id="{C04DA10E-0DA4-46F9-B706-1BFF6481306D}" type="slidenum">
              <a:rPr kumimoji="1" lang="ja-JP" altLang="en-US" smtClean="0"/>
              <a:t>182</a:t>
            </a:fld>
            <a:endParaRPr kumimoji="1" lang="ja-JP" altLang="en-US"/>
          </a:p>
        </p:txBody>
      </p:sp>
    </p:spTree>
    <p:extLst>
      <p:ext uri="{BB962C8B-B14F-4D97-AF65-F5344CB8AC3E}">
        <p14:creationId xmlns:p14="http://schemas.microsoft.com/office/powerpoint/2010/main" val="7303686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B0664-6E23-7248-EA5B-4FC395DC4C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BB017EE-B420-F966-02A9-C15D92AC22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68E4B19-D37C-E4FD-6282-35A032051B7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0DC454-DDFC-F642-9D9A-9D8278BA4E13}"/>
              </a:ext>
            </a:extLst>
          </p:cNvPr>
          <p:cNvSpPr>
            <a:spLocks noGrp="1"/>
          </p:cNvSpPr>
          <p:nvPr>
            <p:ph type="sldNum" sz="quarter" idx="5"/>
          </p:nvPr>
        </p:nvSpPr>
        <p:spPr/>
        <p:txBody>
          <a:bodyPr/>
          <a:lstStyle/>
          <a:p>
            <a:fld id="{C04DA10E-0DA4-46F9-B706-1BFF6481306D}" type="slidenum">
              <a:rPr kumimoji="1" lang="ja-JP" altLang="en-US" smtClean="0"/>
              <a:t>185</a:t>
            </a:fld>
            <a:endParaRPr kumimoji="1" lang="ja-JP" altLang="en-US"/>
          </a:p>
        </p:txBody>
      </p:sp>
    </p:spTree>
    <p:extLst>
      <p:ext uri="{BB962C8B-B14F-4D97-AF65-F5344CB8AC3E}">
        <p14:creationId xmlns:p14="http://schemas.microsoft.com/office/powerpoint/2010/main" val="11127683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6E403-9FF8-E02F-78E8-409F555CB0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73E8A1-D002-C53A-4BDC-FC1BB81D9B1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46E4944-FFDA-E5CA-D1B3-A790A39ABE4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4A07DAF-EB28-8DBA-D517-DE06732D8324}"/>
              </a:ext>
            </a:extLst>
          </p:cNvPr>
          <p:cNvSpPr>
            <a:spLocks noGrp="1"/>
          </p:cNvSpPr>
          <p:nvPr>
            <p:ph type="sldNum" sz="quarter" idx="5"/>
          </p:nvPr>
        </p:nvSpPr>
        <p:spPr/>
        <p:txBody>
          <a:bodyPr/>
          <a:lstStyle/>
          <a:p>
            <a:fld id="{C04DA10E-0DA4-46F9-B706-1BFF6481306D}" type="slidenum">
              <a:rPr kumimoji="1" lang="ja-JP" altLang="en-US" smtClean="0"/>
              <a:t>186</a:t>
            </a:fld>
            <a:endParaRPr kumimoji="1" lang="ja-JP" altLang="en-US"/>
          </a:p>
        </p:txBody>
      </p:sp>
    </p:spTree>
    <p:extLst>
      <p:ext uri="{BB962C8B-B14F-4D97-AF65-F5344CB8AC3E}">
        <p14:creationId xmlns:p14="http://schemas.microsoft.com/office/powerpoint/2010/main" val="12357432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592B9-6A71-18AC-8A9B-FC3479CD9E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6ECBF1-C55D-97D8-9CC5-9F456EFE85A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8DBE38-F37F-6134-A54F-7A8A9850F15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AD7CCCD-2D98-F876-0719-63FC43D7CFAB}"/>
              </a:ext>
            </a:extLst>
          </p:cNvPr>
          <p:cNvSpPr>
            <a:spLocks noGrp="1"/>
          </p:cNvSpPr>
          <p:nvPr>
            <p:ph type="sldNum" sz="quarter" idx="5"/>
          </p:nvPr>
        </p:nvSpPr>
        <p:spPr/>
        <p:txBody>
          <a:bodyPr/>
          <a:lstStyle/>
          <a:p>
            <a:fld id="{C04DA10E-0DA4-46F9-B706-1BFF6481306D}" type="slidenum">
              <a:rPr kumimoji="1" lang="ja-JP" altLang="en-US" smtClean="0"/>
              <a:t>187</a:t>
            </a:fld>
            <a:endParaRPr kumimoji="1" lang="ja-JP" altLang="en-US"/>
          </a:p>
        </p:txBody>
      </p:sp>
    </p:spTree>
    <p:extLst>
      <p:ext uri="{BB962C8B-B14F-4D97-AF65-F5344CB8AC3E}">
        <p14:creationId xmlns:p14="http://schemas.microsoft.com/office/powerpoint/2010/main" val="35973757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6DE-4B2E-40FA-CAEE-B65697DDC5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F9E7428-E623-75C8-F866-E0AEB6B8F6F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62057FC-75BB-5B27-3C39-DCBC0998DB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9E6C265-CACF-FB1E-5DD1-D0B3190184CE}"/>
              </a:ext>
            </a:extLst>
          </p:cNvPr>
          <p:cNvSpPr>
            <a:spLocks noGrp="1"/>
          </p:cNvSpPr>
          <p:nvPr>
            <p:ph type="sldNum" sz="quarter" idx="5"/>
          </p:nvPr>
        </p:nvSpPr>
        <p:spPr/>
        <p:txBody>
          <a:bodyPr/>
          <a:lstStyle/>
          <a:p>
            <a:fld id="{C04DA10E-0DA4-46F9-B706-1BFF6481306D}" type="slidenum">
              <a:rPr kumimoji="1" lang="ja-JP" altLang="en-US" smtClean="0"/>
              <a:t>188</a:t>
            </a:fld>
            <a:endParaRPr kumimoji="1" lang="ja-JP" altLang="en-US"/>
          </a:p>
        </p:txBody>
      </p:sp>
    </p:spTree>
    <p:extLst>
      <p:ext uri="{BB962C8B-B14F-4D97-AF65-F5344CB8AC3E}">
        <p14:creationId xmlns:p14="http://schemas.microsoft.com/office/powerpoint/2010/main" val="4034967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084AF-D917-E2B0-6973-FAF6C13115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D368C5-F50E-EF81-0E77-4FC2FDF9BA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CF3D32B-2E7F-0B69-0572-527EAB72721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F1B70AE-3BBF-7F64-B127-D9A7C724523F}"/>
              </a:ext>
            </a:extLst>
          </p:cNvPr>
          <p:cNvSpPr>
            <a:spLocks noGrp="1"/>
          </p:cNvSpPr>
          <p:nvPr>
            <p:ph type="sldNum" sz="quarter" idx="5"/>
          </p:nvPr>
        </p:nvSpPr>
        <p:spPr/>
        <p:txBody>
          <a:bodyPr/>
          <a:lstStyle/>
          <a:p>
            <a:fld id="{C04DA10E-0DA4-46F9-B706-1BFF6481306D}" type="slidenum">
              <a:rPr kumimoji="1" lang="ja-JP" altLang="en-US" smtClean="0"/>
              <a:t>198</a:t>
            </a:fld>
            <a:endParaRPr kumimoji="1" lang="ja-JP" altLang="en-US"/>
          </a:p>
        </p:txBody>
      </p:sp>
    </p:spTree>
    <p:extLst>
      <p:ext uri="{BB962C8B-B14F-4D97-AF65-F5344CB8AC3E}">
        <p14:creationId xmlns:p14="http://schemas.microsoft.com/office/powerpoint/2010/main" val="5438740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E7B29-C153-540D-BB15-31575CD361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218C053-DCF3-4C8B-F3C8-86D2319F3BD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3B06ADF-386B-072F-8AD4-2249B73F3B0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519876-CE8F-EBE7-6921-6C48819D4983}"/>
              </a:ext>
            </a:extLst>
          </p:cNvPr>
          <p:cNvSpPr>
            <a:spLocks noGrp="1"/>
          </p:cNvSpPr>
          <p:nvPr>
            <p:ph type="sldNum" sz="quarter" idx="5"/>
          </p:nvPr>
        </p:nvSpPr>
        <p:spPr/>
        <p:txBody>
          <a:bodyPr/>
          <a:lstStyle/>
          <a:p>
            <a:fld id="{C04DA10E-0DA4-46F9-B706-1BFF6481306D}" type="slidenum">
              <a:rPr kumimoji="1" lang="ja-JP" altLang="en-US" smtClean="0"/>
              <a:t>199</a:t>
            </a:fld>
            <a:endParaRPr kumimoji="1" lang="ja-JP" altLang="en-US"/>
          </a:p>
        </p:txBody>
      </p:sp>
    </p:spTree>
    <p:extLst>
      <p:ext uri="{BB962C8B-B14F-4D97-AF65-F5344CB8AC3E}">
        <p14:creationId xmlns:p14="http://schemas.microsoft.com/office/powerpoint/2010/main" val="3061400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69DD3-3880-3DE6-1408-53EAF9A2AA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4F89EC2-17D5-A6E0-412D-D9F54CB2AA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C83783A-82AF-AB3F-DFB9-106F3EC833A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5ED0FE8-B65C-F2E5-E7DB-9AFB5751D248}"/>
              </a:ext>
            </a:extLst>
          </p:cNvPr>
          <p:cNvSpPr>
            <a:spLocks noGrp="1"/>
          </p:cNvSpPr>
          <p:nvPr>
            <p:ph type="sldNum" sz="quarter" idx="5"/>
          </p:nvPr>
        </p:nvSpPr>
        <p:spPr/>
        <p:txBody>
          <a:bodyPr/>
          <a:lstStyle/>
          <a:p>
            <a:fld id="{C04DA10E-0DA4-46F9-B706-1BFF6481306D}" type="slidenum">
              <a:rPr kumimoji="1" lang="ja-JP" altLang="en-US" smtClean="0"/>
              <a:t>201</a:t>
            </a:fld>
            <a:endParaRPr kumimoji="1" lang="ja-JP" altLang="en-US"/>
          </a:p>
        </p:txBody>
      </p:sp>
    </p:spTree>
    <p:extLst>
      <p:ext uri="{BB962C8B-B14F-4D97-AF65-F5344CB8AC3E}">
        <p14:creationId xmlns:p14="http://schemas.microsoft.com/office/powerpoint/2010/main" val="329450338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202</a:t>
            </a:fld>
            <a:endParaRPr kumimoji="1" lang="ja-JP" altLang="en-US"/>
          </a:p>
        </p:txBody>
      </p:sp>
    </p:spTree>
    <p:extLst>
      <p:ext uri="{BB962C8B-B14F-4D97-AF65-F5344CB8AC3E}">
        <p14:creationId xmlns:p14="http://schemas.microsoft.com/office/powerpoint/2010/main" val="3045035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70934-634E-2D42-F94A-28D7354D8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8F152ED-FF55-8131-2C52-B6AD5A8544A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0F52A0A-5249-92B5-D140-75A562CEEC9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85D6EA4-CF82-73CB-6522-D9B9B0A1526F}"/>
              </a:ext>
            </a:extLst>
          </p:cNvPr>
          <p:cNvSpPr>
            <a:spLocks noGrp="1"/>
          </p:cNvSpPr>
          <p:nvPr>
            <p:ph type="sldNum" sz="quarter" idx="5"/>
          </p:nvPr>
        </p:nvSpPr>
        <p:spPr/>
        <p:txBody>
          <a:bodyPr/>
          <a:lstStyle/>
          <a:p>
            <a:fld id="{C04DA10E-0DA4-46F9-B706-1BFF6481306D}" type="slidenum">
              <a:rPr kumimoji="1" lang="ja-JP" altLang="en-US" smtClean="0"/>
              <a:t>203</a:t>
            </a:fld>
            <a:endParaRPr kumimoji="1" lang="ja-JP" altLang="en-US"/>
          </a:p>
        </p:txBody>
      </p:sp>
    </p:spTree>
    <p:extLst>
      <p:ext uri="{BB962C8B-B14F-4D97-AF65-F5344CB8AC3E}">
        <p14:creationId xmlns:p14="http://schemas.microsoft.com/office/powerpoint/2010/main" val="14724368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209</a:t>
            </a:fld>
            <a:endParaRPr kumimoji="1" lang="ja-JP" altLang="en-US"/>
          </a:p>
        </p:txBody>
      </p:sp>
    </p:spTree>
    <p:extLst>
      <p:ext uri="{BB962C8B-B14F-4D97-AF65-F5344CB8AC3E}">
        <p14:creationId xmlns:p14="http://schemas.microsoft.com/office/powerpoint/2010/main" val="3555942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C4ACE3-2BE8-7B25-43DB-6722A771F4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FC4A712-C1FE-9E2E-1E04-A248037229D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7A2B7CC-C40B-3595-FABF-5D98741E4D4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9890521-7A21-5351-D6A5-4AB7F6555F13}"/>
              </a:ext>
            </a:extLst>
          </p:cNvPr>
          <p:cNvSpPr>
            <a:spLocks noGrp="1"/>
          </p:cNvSpPr>
          <p:nvPr>
            <p:ph type="sldNum" sz="quarter" idx="5"/>
          </p:nvPr>
        </p:nvSpPr>
        <p:spPr/>
        <p:txBody>
          <a:bodyPr/>
          <a:lstStyle/>
          <a:p>
            <a:fld id="{C04DA10E-0DA4-46F9-B706-1BFF6481306D}" type="slidenum">
              <a:rPr kumimoji="1" lang="ja-JP" altLang="en-US" smtClean="0"/>
              <a:t>224</a:t>
            </a:fld>
            <a:endParaRPr kumimoji="1" lang="ja-JP" altLang="en-US"/>
          </a:p>
        </p:txBody>
      </p:sp>
    </p:spTree>
    <p:extLst>
      <p:ext uri="{BB962C8B-B14F-4D97-AF65-F5344CB8AC3E}">
        <p14:creationId xmlns:p14="http://schemas.microsoft.com/office/powerpoint/2010/main" val="9365824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0F9F2-885B-C6E2-31E1-40D36592288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CC926E-2870-D48A-F5E0-5EA5D8B852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2205157-123D-CEE6-2A24-FBD1EF6CC5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00BA0CD-F988-EF12-91C0-6B6C433C75AC}"/>
              </a:ext>
            </a:extLst>
          </p:cNvPr>
          <p:cNvSpPr>
            <a:spLocks noGrp="1"/>
          </p:cNvSpPr>
          <p:nvPr>
            <p:ph type="sldNum" sz="quarter" idx="5"/>
          </p:nvPr>
        </p:nvSpPr>
        <p:spPr/>
        <p:txBody>
          <a:bodyPr/>
          <a:lstStyle/>
          <a:p>
            <a:fld id="{C04DA10E-0DA4-46F9-B706-1BFF6481306D}" type="slidenum">
              <a:rPr kumimoji="1" lang="ja-JP" altLang="en-US" smtClean="0"/>
              <a:t>227</a:t>
            </a:fld>
            <a:endParaRPr kumimoji="1" lang="ja-JP" altLang="en-US"/>
          </a:p>
        </p:txBody>
      </p:sp>
    </p:spTree>
    <p:extLst>
      <p:ext uri="{BB962C8B-B14F-4D97-AF65-F5344CB8AC3E}">
        <p14:creationId xmlns:p14="http://schemas.microsoft.com/office/powerpoint/2010/main" val="30619750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228</a:t>
            </a:fld>
            <a:endParaRPr kumimoji="1" lang="ja-JP" altLang="en-US"/>
          </a:p>
        </p:txBody>
      </p:sp>
    </p:spTree>
    <p:extLst>
      <p:ext uri="{BB962C8B-B14F-4D97-AF65-F5344CB8AC3E}">
        <p14:creationId xmlns:p14="http://schemas.microsoft.com/office/powerpoint/2010/main" val="126412084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1E4CE-0E98-5BF8-A3B6-02BCD3B53F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F1C8C4-C987-1C9A-2603-29A51519B24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8E9158D-1865-E20B-8EF5-0F834C0A1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DE988BE-AA2C-7CAF-B6EC-E47766285591}"/>
              </a:ext>
            </a:extLst>
          </p:cNvPr>
          <p:cNvSpPr>
            <a:spLocks noGrp="1"/>
          </p:cNvSpPr>
          <p:nvPr>
            <p:ph type="sldNum" sz="quarter" idx="5"/>
          </p:nvPr>
        </p:nvSpPr>
        <p:spPr/>
        <p:txBody>
          <a:bodyPr/>
          <a:lstStyle/>
          <a:p>
            <a:fld id="{C04DA10E-0DA4-46F9-B706-1BFF6481306D}" type="slidenum">
              <a:rPr kumimoji="1" lang="ja-JP" altLang="en-US" smtClean="0"/>
              <a:t>229</a:t>
            </a:fld>
            <a:endParaRPr kumimoji="1" lang="ja-JP" altLang="en-US"/>
          </a:p>
        </p:txBody>
      </p:sp>
    </p:spTree>
    <p:extLst>
      <p:ext uri="{BB962C8B-B14F-4D97-AF65-F5344CB8AC3E}">
        <p14:creationId xmlns:p14="http://schemas.microsoft.com/office/powerpoint/2010/main" val="31942098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AECA9-01C3-C8CD-D17A-48BFDA516FA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FD8671-7EB9-5D7A-CB72-74BA22A8F0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9CDC41-5072-D550-B8DC-D848DA7699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6C23491-F4D0-780A-F9E4-FFC85ED44A8B}"/>
              </a:ext>
            </a:extLst>
          </p:cNvPr>
          <p:cNvSpPr>
            <a:spLocks noGrp="1"/>
          </p:cNvSpPr>
          <p:nvPr>
            <p:ph type="sldNum" sz="quarter" idx="5"/>
          </p:nvPr>
        </p:nvSpPr>
        <p:spPr/>
        <p:txBody>
          <a:bodyPr/>
          <a:lstStyle/>
          <a:p>
            <a:fld id="{C04DA10E-0DA4-46F9-B706-1BFF6481306D}" type="slidenum">
              <a:rPr kumimoji="1" lang="ja-JP" altLang="en-US" smtClean="0"/>
              <a:t>230</a:t>
            </a:fld>
            <a:endParaRPr kumimoji="1" lang="ja-JP" altLang="en-US"/>
          </a:p>
        </p:txBody>
      </p:sp>
    </p:spTree>
    <p:extLst>
      <p:ext uri="{BB962C8B-B14F-4D97-AF65-F5344CB8AC3E}">
        <p14:creationId xmlns:p14="http://schemas.microsoft.com/office/powerpoint/2010/main" val="33334986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E1920-A9A5-7E95-5A67-845877332D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89C2271-A751-0814-F0EE-B93F8873806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039BBC-2879-0920-76AE-86B1EB2340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36A3F4A-88A2-5EEE-AD85-35DAB0AAD7C6}"/>
              </a:ext>
            </a:extLst>
          </p:cNvPr>
          <p:cNvSpPr>
            <a:spLocks noGrp="1"/>
          </p:cNvSpPr>
          <p:nvPr>
            <p:ph type="sldNum" sz="quarter" idx="5"/>
          </p:nvPr>
        </p:nvSpPr>
        <p:spPr/>
        <p:txBody>
          <a:bodyPr/>
          <a:lstStyle/>
          <a:p>
            <a:fld id="{C04DA10E-0DA4-46F9-B706-1BFF6481306D}" type="slidenum">
              <a:rPr kumimoji="1" lang="ja-JP" altLang="en-US" smtClean="0"/>
              <a:t>231</a:t>
            </a:fld>
            <a:endParaRPr kumimoji="1" lang="ja-JP" altLang="en-US"/>
          </a:p>
        </p:txBody>
      </p:sp>
    </p:spTree>
    <p:extLst>
      <p:ext uri="{BB962C8B-B14F-4D97-AF65-F5344CB8AC3E}">
        <p14:creationId xmlns:p14="http://schemas.microsoft.com/office/powerpoint/2010/main" val="20953506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E969A-36B6-6B9B-19A8-9B2027FEE7C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FA27FD-54E1-F342-3F84-0DBE490DE4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864FFEC-D60D-CDB4-1877-671F580D690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3F97262-8B78-3F35-8BA3-2D2C86C10441}"/>
              </a:ext>
            </a:extLst>
          </p:cNvPr>
          <p:cNvSpPr>
            <a:spLocks noGrp="1"/>
          </p:cNvSpPr>
          <p:nvPr>
            <p:ph type="sldNum" sz="quarter" idx="5"/>
          </p:nvPr>
        </p:nvSpPr>
        <p:spPr/>
        <p:txBody>
          <a:bodyPr/>
          <a:lstStyle/>
          <a:p>
            <a:fld id="{C04DA10E-0DA4-46F9-B706-1BFF6481306D}" type="slidenum">
              <a:rPr kumimoji="1" lang="ja-JP" altLang="en-US" smtClean="0"/>
              <a:t>232</a:t>
            </a:fld>
            <a:endParaRPr kumimoji="1" lang="ja-JP" altLang="en-US"/>
          </a:p>
        </p:txBody>
      </p:sp>
    </p:spTree>
    <p:extLst>
      <p:ext uri="{BB962C8B-B14F-4D97-AF65-F5344CB8AC3E}">
        <p14:creationId xmlns:p14="http://schemas.microsoft.com/office/powerpoint/2010/main" val="4480457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91AD0-061A-2020-B96C-089F8F735A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6CBDAFA-6B48-267D-2D82-782CC09C51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0A413E5-0BEE-A7D7-DBDF-9CD7E397CE1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DAB919-DC03-740D-CB5F-A8BF03A7AD88}"/>
              </a:ext>
            </a:extLst>
          </p:cNvPr>
          <p:cNvSpPr>
            <a:spLocks noGrp="1"/>
          </p:cNvSpPr>
          <p:nvPr>
            <p:ph type="sldNum" sz="quarter" idx="5"/>
          </p:nvPr>
        </p:nvSpPr>
        <p:spPr/>
        <p:txBody>
          <a:bodyPr/>
          <a:lstStyle/>
          <a:p>
            <a:fld id="{C04DA10E-0DA4-46F9-B706-1BFF6481306D}" type="slidenum">
              <a:rPr kumimoji="1" lang="ja-JP" altLang="en-US" smtClean="0"/>
              <a:t>242</a:t>
            </a:fld>
            <a:endParaRPr kumimoji="1" lang="ja-JP" altLang="en-US"/>
          </a:p>
        </p:txBody>
      </p:sp>
    </p:spTree>
    <p:extLst>
      <p:ext uri="{BB962C8B-B14F-4D97-AF65-F5344CB8AC3E}">
        <p14:creationId xmlns:p14="http://schemas.microsoft.com/office/powerpoint/2010/main" val="39054916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9D55A-05A7-5A42-3521-0B9D44E20EF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FD6B677-8F95-4ED8-B335-83134336323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2A5B862-20D6-7C10-8C4A-190181D6CB0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34BB63C-8283-958E-CCFF-703C574F7F14}"/>
              </a:ext>
            </a:extLst>
          </p:cNvPr>
          <p:cNvSpPr>
            <a:spLocks noGrp="1"/>
          </p:cNvSpPr>
          <p:nvPr>
            <p:ph type="sldNum" sz="quarter" idx="5"/>
          </p:nvPr>
        </p:nvSpPr>
        <p:spPr/>
        <p:txBody>
          <a:bodyPr/>
          <a:lstStyle/>
          <a:p>
            <a:fld id="{C04DA10E-0DA4-46F9-B706-1BFF6481306D}" type="slidenum">
              <a:rPr kumimoji="1" lang="ja-JP" altLang="en-US" smtClean="0"/>
              <a:t>243</a:t>
            </a:fld>
            <a:endParaRPr kumimoji="1" lang="ja-JP" altLang="en-US"/>
          </a:p>
        </p:txBody>
      </p:sp>
    </p:spTree>
    <p:extLst>
      <p:ext uri="{BB962C8B-B14F-4D97-AF65-F5344CB8AC3E}">
        <p14:creationId xmlns:p14="http://schemas.microsoft.com/office/powerpoint/2010/main" val="305927440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C94C5-E5DE-3E20-243B-83F1CDE2F3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D0E91A5-1BE4-45D2-E620-2FBCE88F65F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E25F21-6803-B229-AFA4-FB2B2E0554E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19F1126-484D-9AD7-6FB7-412347899912}"/>
              </a:ext>
            </a:extLst>
          </p:cNvPr>
          <p:cNvSpPr>
            <a:spLocks noGrp="1"/>
          </p:cNvSpPr>
          <p:nvPr>
            <p:ph type="sldNum" sz="quarter" idx="5"/>
          </p:nvPr>
        </p:nvSpPr>
        <p:spPr/>
        <p:txBody>
          <a:bodyPr/>
          <a:lstStyle/>
          <a:p>
            <a:fld id="{C04DA10E-0DA4-46F9-B706-1BFF6481306D}" type="slidenum">
              <a:rPr kumimoji="1" lang="ja-JP" altLang="en-US" smtClean="0"/>
              <a:t>244</a:t>
            </a:fld>
            <a:endParaRPr kumimoji="1" lang="ja-JP" altLang="en-US"/>
          </a:p>
        </p:txBody>
      </p:sp>
    </p:spTree>
    <p:extLst>
      <p:ext uri="{BB962C8B-B14F-4D97-AF65-F5344CB8AC3E}">
        <p14:creationId xmlns:p14="http://schemas.microsoft.com/office/powerpoint/2010/main" val="81324815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05706-4585-D46B-2306-5B648192A9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DE49210-F3A5-36CE-9E46-B716003098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2421DCB-2932-03E1-6FBA-32362D9B688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96A3740-50C5-204B-707A-FFFA4B47D589}"/>
              </a:ext>
            </a:extLst>
          </p:cNvPr>
          <p:cNvSpPr>
            <a:spLocks noGrp="1"/>
          </p:cNvSpPr>
          <p:nvPr>
            <p:ph type="sldNum" sz="quarter" idx="5"/>
          </p:nvPr>
        </p:nvSpPr>
        <p:spPr/>
        <p:txBody>
          <a:bodyPr/>
          <a:lstStyle/>
          <a:p>
            <a:fld id="{C04DA10E-0DA4-46F9-B706-1BFF6481306D}" type="slidenum">
              <a:rPr kumimoji="1" lang="ja-JP" altLang="en-US" smtClean="0"/>
              <a:t>245</a:t>
            </a:fld>
            <a:endParaRPr kumimoji="1" lang="ja-JP" altLang="en-US"/>
          </a:p>
        </p:txBody>
      </p:sp>
    </p:spTree>
    <p:extLst>
      <p:ext uri="{BB962C8B-B14F-4D97-AF65-F5344CB8AC3E}">
        <p14:creationId xmlns:p14="http://schemas.microsoft.com/office/powerpoint/2010/main" val="289814375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0D294-CB7E-E2CB-4819-2CDA6828DD1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1EDFF6-DB80-E368-5B6B-82F8BDD040E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B8FC6B1-AA30-26AC-FEB5-7FCF3BF4DCB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6A0AA63-B645-B60C-80B3-A64240BEE3C8}"/>
              </a:ext>
            </a:extLst>
          </p:cNvPr>
          <p:cNvSpPr>
            <a:spLocks noGrp="1"/>
          </p:cNvSpPr>
          <p:nvPr>
            <p:ph type="sldNum" sz="quarter" idx="5"/>
          </p:nvPr>
        </p:nvSpPr>
        <p:spPr/>
        <p:txBody>
          <a:bodyPr/>
          <a:lstStyle/>
          <a:p>
            <a:fld id="{C04DA10E-0DA4-46F9-B706-1BFF6481306D}" type="slidenum">
              <a:rPr kumimoji="1" lang="ja-JP" altLang="en-US" smtClean="0"/>
              <a:t>246</a:t>
            </a:fld>
            <a:endParaRPr kumimoji="1" lang="ja-JP" altLang="en-US"/>
          </a:p>
        </p:txBody>
      </p:sp>
    </p:spTree>
    <p:extLst>
      <p:ext uri="{BB962C8B-B14F-4D97-AF65-F5344CB8AC3E}">
        <p14:creationId xmlns:p14="http://schemas.microsoft.com/office/powerpoint/2010/main" val="41085295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35985-A868-8545-8E6B-95B2967358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C67D1D0-2775-666F-9463-FDB1FB5074F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59F6CD6-BC2F-CF0E-C693-F5EB1DB110E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845D870-DE1F-95D9-AF9D-A7027A782A5D}"/>
              </a:ext>
            </a:extLst>
          </p:cNvPr>
          <p:cNvSpPr>
            <a:spLocks noGrp="1"/>
          </p:cNvSpPr>
          <p:nvPr>
            <p:ph type="sldNum" sz="quarter" idx="5"/>
          </p:nvPr>
        </p:nvSpPr>
        <p:spPr/>
        <p:txBody>
          <a:bodyPr/>
          <a:lstStyle/>
          <a:p>
            <a:fld id="{C04DA10E-0DA4-46F9-B706-1BFF6481306D}" type="slidenum">
              <a:rPr kumimoji="1" lang="ja-JP" altLang="en-US" smtClean="0"/>
              <a:t>247</a:t>
            </a:fld>
            <a:endParaRPr kumimoji="1" lang="ja-JP" altLang="en-US"/>
          </a:p>
        </p:txBody>
      </p:sp>
    </p:spTree>
    <p:extLst>
      <p:ext uri="{BB962C8B-B14F-4D97-AF65-F5344CB8AC3E}">
        <p14:creationId xmlns:p14="http://schemas.microsoft.com/office/powerpoint/2010/main" val="362325892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872F7-7731-99CF-97CF-F43D18AF1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AB00445-2998-AD9B-6AB6-B276AAF3778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55FD64-6488-DD72-1E7C-DFFCB915556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FD5D020-DC3C-0729-1DFD-503C55A3B96A}"/>
              </a:ext>
            </a:extLst>
          </p:cNvPr>
          <p:cNvSpPr>
            <a:spLocks noGrp="1"/>
          </p:cNvSpPr>
          <p:nvPr>
            <p:ph type="sldNum" sz="quarter" idx="5"/>
          </p:nvPr>
        </p:nvSpPr>
        <p:spPr/>
        <p:txBody>
          <a:bodyPr/>
          <a:lstStyle/>
          <a:p>
            <a:fld id="{C04DA10E-0DA4-46F9-B706-1BFF6481306D}" type="slidenum">
              <a:rPr kumimoji="1" lang="ja-JP" altLang="en-US" smtClean="0"/>
              <a:t>248</a:t>
            </a:fld>
            <a:endParaRPr kumimoji="1" lang="ja-JP" altLang="en-US"/>
          </a:p>
        </p:txBody>
      </p:sp>
    </p:spTree>
    <p:extLst>
      <p:ext uri="{BB962C8B-B14F-4D97-AF65-F5344CB8AC3E}">
        <p14:creationId xmlns:p14="http://schemas.microsoft.com/office/powerpoint/2010/main" val="34088269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15F1-3BE4-ACAD-C4C9-5C8234A6AB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7F45111-13B2-28D3-1505-C3D48639958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A716F0E-9503-1603-FCE7-DC1F74C7669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E4BF16E-D8CB-0214-6ABE-EC44F431648F}"/>
              </a:ext>
            </a:extLst>
          </p:cNvPr>
          <p:cNvSpPr>
            <a:spLocks noGrp="1"/>
          </p:cNvSpPr>
          <p:nvPr>
            <p:ph type="sldNum" sz="quarter" idx="5"/>
          </p:nvPr>
        </p:nvSpPr>
        <p:spPr/>
        <p:txBody>
          <a:bodyPr/>
          <a:lstStyle/>
          <a:p>
            <a:fld id="{C04DA10E-0DA4-46F9-B706-1BFF6481306D}" type="slidenum">
              <a:rPr kumimoji="1" lang="ja-JP" altLang="en-US" smtClean="0"/>
              <a:t>249</a:t>
            </a:fld>
            <a:endParaRPr kumimoji="1" lang="ja-JP" altLang="en-US"/>
          </a:p>
        </p:txBody>
      </p:sp>
    </p:spTree>
    <p:extLst>
      <p:ext uri="{BB962C8B-B14F-4D97-AF65-F5344CB8AC3E}">
        <p14:creationId xmlns:p14="http://schemas.microsoft.com/office/powerpoint/2010/main" val="240984339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C9E88-17D6-B277-4E52-6F5E3606173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08379F-C7EA-C6FB-E337-40A81884F3C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78B561C-9AE0-E70D-A764-3714E1B2725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574F4BB-904D-BB20-D16E-3529F3C8C7A0}"/>
              </a:ext>
            </a:extLst>
          </p:cNvPr>
          <p:cNvSpPr>
            <a:spLocks noGrp="1"/>
          </p:cNvSpPr>
          <p:nvPr>
            <p:ph type="sldNum" sz="quarter" idx="5"/>
          </p:nvPr>
        </p:nvSpPr>
        <p:spPr/>
        <p:txBody>
          <a:bodyPr/>
          <a:lstStyle/>
          <a:p>
            <a:fld id="{C04DA10E-0DA4-46F9-B706-1BFF6481306D}" type="slidenum">
              <a:rPr kumimoji="1" lang="ja-JP" altLang="en-US" smtClean="0"/>
              <a:t>250</a:t>
            </a:fld>
            <a:endParaRPr kumimoji="1" lang="ja-JP" altLang="en-US"/>
          </a:p>
        </p:txBody>
      </p:sp>
    </p:spTree>
    <p:extLst>
      <p:ext uri="{BB962C8B-B14F-4D97-AF65-F5344CB8AC3E}">
        <p14:creationId xmlns:p14="http://schemas.microsoft.com/office/powerpoint/2010/main" val="77174708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2C96B-E0F7-78A3-B38F-22CD1A7479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2A55D64-25F8-18C0-C1C5-21B408E6A31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035EF6B-CBD9-AB79-E7C2-3DDB277B55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44A8784-5350-0B45-091A-C21612C19081}"/>
              </a:ext>
            </a:extLst>
          </p:cNvPr>
          <p:cNvSpPr>
            <a:spLocks noGrp="1"/>
          </p:cNvSpPr>
          <p:nvPr>
            <p:ph type="sldNum" sz="quarter" idx="5"/>
          </p:nvPr>
        </p:nvSpPr>
        <p:spPr/>
        <p:txBody>
          <a:bodyPr/>
          <a:lstStyle/>
          <a:p>
            <a:fld id="{C04DA10E-0DA4-46F9-B706-1BFF6481306D}" type="slidenum">
              <a:rPr kumimoji="1" lang="ja-JP" altLang="en-US" smtClean="0"/>
              <a:t>251</a:t>
            </a:fld>
            <a:endParaRPr kumimoji="1" lang="ja-JP" altLang="en-US"/>
          </a:p>
        </p:txBody>
      </p:sp>
    </p:spTree>
    <p:extLst>
      <p:ext uri="{BB962C8B-B14F-4D97-AF65-F5344CB8AC3E}">
        <p14:creationId xmlns:p14="http://schemas.microsoft.com/office/powerpoint/2010/main" val="212565559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B16F9-11D3-B520-C177-D529CADD22E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CD4FE-957F-3BB9-A5CE-0B35F9CC6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DC18FBE-D15D-6748-EA6C-0C7C17077F9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288309D-AB72-9C32-061C-F6E7A67E7463}"/>
              </a:ext>
            </a:extLst>
          </p:cNvPr>
          <p:cNvSpPr>
            <a:spLocks noGrp="1"/>
          </p:cNvSpPr>
          <p:nvPr>
            <p:ph type="sldNum" sz="quarter" idx="5"/>
          </p:nvPr>
        </p:nvSpPr>
        <p:spPr/>
        <p:txBody>
          <a:bodyPr/>
          <a:lstStyle/>
          <a:p>
            <a:fld id="{C04DA10E-0DA4-46F9-B706-1BFF6481306D}" type="slidenum">
              <a:rPr kumimoji="1" lang="ja-JP" altLang="en-US" smtClean="0"/>
              <a:t>252</a:t>
            </a:fld>
            <a:endParaRPr kumimoji="1" lang="ja-JP" altLang="en-US"/>
          </a:p>
        </p:txBody>
      </p:sp>
    </p:spTree>
    <p:extLst>
      <p:ext uri="{BB962C8B-B14F-4D97-AF65-F5344CB8AC3E}">
        <p14:creationId xmlns:p14="http://schemas.microsoft.com/office/powerpoint/2010/main" val="306136134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7984E-EB86-A8A3-8CE3-4F68CF1CEED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FC4C79B-354B-6B0D-7F78-F969D4D980C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1901B04-AA47-7A0B-6672-D7B3B45B375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2D4E29D-B25A-CF97-5D93-60225EA7360C}"/>
              </a:ext>
            </a:extLst>
          </p:cNvPr>
          <p:cNvSpPr>
            <a:spLocks noGrp="1"/>
          </p:cNvSpPr>
          <p:nvPr>
            <p:ph type="sldNum" sz="quarter" idx="5"/>
          </p:nvPr>
        </p:nvSpPr>
        <p:spPr/>
        <p:txBody>
          <a:bodyPr/>
          <a:lstStyle/>
          <a:p>
            <a:fld id="{C04DA10E-0DA4-46F9-B706-1BFF6481306D}" type="slidenum">
              <a:rPr kumimoji="1" lang="ja-JP" altLang="en-US" smtClean="0"/>
              <a:t>253</a:t>
            </a:fld>
            <a:endParaRPr kumimoji="1" lang="ja-JP" altLang="en-US"/>
          </a:p>
        </p:txBody>
      </p:sp>
    </p:spTree>
    <p:extLst>
      <p:ext uri="{BB962C8B-B14F-4D97-AF65-F5344CB8AC3E}">
        <p14:creationId xmlns:p14="http://schemas.microsoft.com/office/powerpoint/2010/main" val="40837645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B82A8-ED96-92F1-CEE2-10DF7DDB9F7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0CD5F1A-857F-E5EE-6033-DF4C1CDC55F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9424E3B-8F0A-099F-89A9-470D513755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B7D6B33-2ACD-1B6E-1DA5-76B1AA8FB107}"/>
              </a:ext>
            </a:extLst>
          </p:cNvPr>
          <p:cNvSpPr>
            <a:spLocks noGrp="1"/>
          </p:cNvSpPr>
          <p:nvPr>
            <p:ph type="sldNum" sz="quarter" idx="5"/>
          </p:nvPr>
        </p:nvSpPr>
        <p:spPr/>
        <p:txBody>
          <a:bodyPr/>
          <a:lstStyle/>
          <a:p>
            <a:fld id="{C04DA10E-0DA4-46F9-B706-1BFF6481306D}" type="slidenum">
              <a:rPr kumimoji="1" lang="ja-JP" altLang="en-US" smtClean="0"/>
              <a:t>254</a:t>
            </a:fld>
            <a:endParaRPr kumimoji="1" lang="ja-JP" altLang="en-US"/>
          </a:p>
        </p:txBody>
      </p:sp>
    </p:spTree>
    <p:extLst>
      <p:ext uri="{BB962C8B-B14F-4D97-AF65-F5344CB8AC3E}">
        <p14:creationId xmlns:p14="http://schemas.microsoft.com/office/powerpoint/2010/main" val="326444945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4A219-BF3F-16B4-A5A0-2617DAE8DC0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C26D44F-7155-CC38-7605-81C69DF211C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B1EB60-5457-2073-186D-B8FE2A2F7D7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A75751B-A9E9-AD7B-22FE-A0DC690EAB29}"/>
              </a:ext>
            </a:extLst>
          </p:cNvPr>
          <p:cNvSpPr>
            <a:spLocks noGrp="1"/>
          </p:cNvSpPr>
          <p:nvPr>
            <p:ph type="sldNum" sz="quarter" idx="5"/>
          </p:nvPr>
        </p:nvSpPr>
        <p:spPr/>
        <p:txBody>
          <a:bodyPr/>
          <a:lstStyle/>
          <a:p>
            <a:fld id="{C04DA10E-0DA4-46F9-B706-1BFF6481306D}" type="slidenum">
              <a:rPr kumimoji="1" lang="ja-JP" altLang="en-US" smtClean="0"/>
              <a:t>255</a:t>
            </a:fld>
            <a:endParaRPr kumimoji="1" lang="ja-JP" altLang="en-US"/>
          </a:p>
        </p:txBody>
      </p:sp>
    </p:spTree>
    <p:extLst>
      <p:ext uri="{BB962C8B-B14F-4D97-AF65-F5344CB8AC3E}">
        <p14:creationId xmlns:p14="http://schemas.microsoft.com/office/powerpoint/2010/main" val="369302773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B31BC-FA79-FD3A-CBFF-3A91C4F0386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BAFD1BD-A307-4DE7-8550-568C6BDB77B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234CA3-04F1-9239-24C3-7726D6D53AE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6D5C4EF-1B04-6250-7FFF-6B9D2998EC08}"/>
              </a:ext>
            </a:extLst>
          </p:cNvPr>
          <p:cNvSpPr>
            <a:spLocks noGrp="1"/>
          </p:cNvSpPr>
          <p:nvPr>
            <p:ph type="sldNum" sz="quarter" idx="5"/>
          </p:nvPr>
        </p:nvSpPr>
        <p:spPr/>
        <p:txBody>
          <a:bodyPr/>
          <a:lstStyle/>
          <a:p>
            <a:fld id="{C04DA10E-0DA4-46F9-B706-1BFF6481306D}" type="slidenum">
              <a:rPr kumimoji="1" lang="ja-JP" altLang="en-US" smtClean="0"/>
              <a:t>256</a:t>
            </a:fld>
            <a:endParaRPr kumimoji="1" lang="ja-JP" altLang="en-US"/>
          </a:p>
        </p:txBody>
      </p:sp>
    </p:spTree>
    <p:extLst>
      <p:ext uri="{BB962C8B-B14F-4D97-AF65-F5344CB8AC3E}">
        <p14:creationId xmlns:p14="http://schemas.microsoft.com/office/powerpoint/2010/main" val="247397869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84272-7A6F-8039-6429-6CF2E7A6872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4CFBA34-6D2C-32C3-FBF5-5BC0EBE5F46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100E3D-A0A6-7E3F-5C70-6144F145168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0271C61-F69B-CA75-0EC2-6DF672F8046C}"/>
              </a:ext>
            </a:extLst>
          </p:cNvPr>
          <p:cNvSpPr>
            <a:spLocks noGrp="1"/>
          </p:cNvSpPr>
          <p:nvPr>
            <p:ph type="sldNum" sz="quarter" idx="5"/>
          </p:nvPr>
        </p:nvSpPr>
        <p:spPr/>
        <p:txBody>
          <a:bodyPr/>
          <a:lstStyle/>
          <a:p>
            <a:fld id="{C04DA10E-0DA4-46F9-B706-1BFF6481306D}" type="slidenum">
              <a:rPr kumimoji="1" lang="ja-JP" altLang="en-US" smtClean="0"/>
              <a:t>257</a:t>
            </a:fld>
            <a:endParaRPr kumimoji="1" lang="ja-JP" altLang="en-US"/>
          </a:p>
        </p:txBody>
      </p:sp>
    </p:spTree>
    <p:extLst>
      <p:ext uri="{BB962C8B-B14F-4D97-AF65-F5344CB8AC3E}">
        <p14:creationId xmlns:p14="http://schemas.microsoft.com/office/powerpoint/2010/main" val="28258440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3E18D-7539-6090-AAE3-C744CBE073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0E45A8C-8C2D-C4C4-EE7D-01E619D666E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10F48A9-E19E-505E-EFF8-5D0BC11CFC5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72AE0A7-8AE9-D3E0-0FE9-569592F5A4EC}"/>
              </a:ext>
            </a:extLst>
          </p:cNvPr>
          <p:cNvSpPr>
            <a:spLocks noGrp="1"/>
          </p:cNvSpPr>
          <p:nvPr>
            <p:ph type="sldNum" sz="quarter" idx="5"/>
          </p:nvPr>
        </p:nvSpPr>
        <p:spPr/>
        <p:txBody>
          <a:bodyPr/>
          <a:lstStyle/>
          <a:p>
            <a:fld id="{C04DA10E-0DA4-46F9-B706-1BFF6481306D}" type="slidenum">
              <a:rPr kumimoji="1" lang="ja-JP" altLang="en-US" smtClean="0"/>
              <a:t>258</a:t>
            </a:fld>
            <a:endParaRPr kumimoji="1" lang="ja-JP" altLang="en-US"/>
          </a:p>
        </p:txBody>
      </p:sp>
    </p:spTree>
    <p:extLst>
      <p:ext uri="{BB962C8B-B14F-4D97-AF65-F5344CB8AC3E}">
        <p14:creationId xmlns:p14="http://schemas.microsoft.com/office/powerpoint/2010/main" val="213382309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5BB63-E13A-A74B-D9FC-3C2350D6E91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C5C3BE-CC59-5955-E0D6-5B90D15DFBD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A80FA30-D3CB-E981-FB8D-7F58D99092B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20EEAB3-2FCF-1226-A671-A7BAD52CA8B8}"/>
              </a:ext>
            </a:extLst>
          </p:cNvPr>
          <p:cNvSpPr>
            <a:spLocks noGrp="1"/>
          </p:cNvSpPr>
          <p:nvPr>
            <p:ph type="sldNum" sz="quarter" idx="5"/>
          </p:nvPr>
        </p:nvSpPr>
        <p:spPr/>
        <p:txBody>
          <a:bodyPr/>
          <a:lstStyle/>
          <a:p>
            <a:fld id="{C04DA10E-0DA4-46F9-B706-1BFF6481306D}" type="slidenum">
              <a:rPr kumimoji="1" lang="ja-JP" altLang="en-US" smtClean="0"/>
              <a:t>259</a:t>
            </a:fld>
            <a:endParaRPr kumimoji="1" lang="ja-JP" altLang="en-US"/>
          </a:p>
        </p:txBody>
      </p:sp>
    </p:spTree>
    <p:extLst>
      <p:ext uri="{BB962C8B-B14F-4D97-AF65-F5344CB8AC3E}">
        <p14:creationId xmlns:p14="http://schemas.microsoft.com/office/powerpoint/2010/main" val="4791303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263</a:t>
            </a:fld>
            <a:endParaRPr kumimoji="1" lang="ja-JP" altLang="en-US"/>
          </a:p>
        </p:txBody>
      </p:sp>
    </p:spTree>
    <p:extLst>
      <p:ext uri="{BB962C8B-B14F-4D97-AF65-F5344CB8AC3E}">
        <p14:creationId xmlns:p14="http://schemas.microsoft.com/office/powerpoint/2010/main" val="78948210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1525F-42B7-5274-FD11-BCD6C9CFF17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2BF20D1-4468-EF0A-B835-53F5F714E3A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25B425-E977-DE65-A904-C0D7235C092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13CC41-B51B-7574-04AC-E7524FCACD7D}"/>
              </a:ext>
            </a:extLst>
          </p:cNvPr>
          <p:cNvSpPr>
            <a:spLocks noGrp="1"/>
          </p:cNvSpPr>
          <p:nvPr>
            <p:ph type="sldNum" sz="quarter" idx="5"/>
          </p:nvPr>
        </p:nvSpPr>
        <p:spPr/>
        <p:txBody>
          <a:bodyPr/>
          <a:lstStyle/>
          <a:p>
            <a:fld id="{C04DA10E-0DA4-46F9-B706-1BFF6481306D}" type="slidenum">
              <a:rPr kumimoji="1" lang="ja-JP" altLang="en-US" smtClean="0"/>
              <a:t>264</a:t>
            </a:fld>
            <a:endParaRPr kumimoji="1" lang="ja-JP" altLang="en-US"/>
          </a:p>
        </p:txBody>
      </p:sp>
    </p:spTree>
    <p:extLst>
      <p:ext uri="{BB962C8B-B14F-4D97-AF65-F5344CB8AC3E}">
        <p14:creationId xmlns:p14="http://schemas.microsoft.com/office/powerpoint/2010/main" val="26950017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0FEF6-DCE3-551B-F0A1-15F202B9FCA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41D2E55-21B2-653A-3257-D6860CCA8E5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9F08DEB-2EC6-3659-FF53-446AB8D72C7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B10BF98-7DA8-ED68-DB80-24CF012091CF}"/>
              </a:ext>
            </a:extLst>
          </p:cNvPr>
          <p:cNvSpPr>
            <a:spLocks noGrp="1"/>
          </p:cNvSpPr>
          <p:nvPr>
            <p:ph type="sldNum" sz="quarter" idx="5"/>
          </p:nvPr>
        </p:nvSpPr>
        <p:spPr/>
        <p:txBody>
          <a:bodyPr/>
          <a:lstStyle/>
          <a:p>
            <a:fld id="{C04DA10E-0DA4-46F9-B706-1BFF6481306D}" type="slidenum">
              <a:rPr kumimoji="1" lang="ja-JP" altLang="en-US" smtClean="0"/>
              <a:t>265</a:t>
            </a:fld>
            <a:endParaRPr kumimoji="1" lang="ja-JP" altLang="en-US"/>
          </a:p>
        </p:txBody>
      </p:sp>
    </p:spTree>
    <p:extLst>
      <p:ext uri="{BB962C8B-B14F-4D97-AF65-F5344CB8AC3E}">
        <p14:creationId xmlns:p14="http://schemas.microsoft.com/office/powerpoint/2010/main" val="192552712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432CCD-5358-A20A-7478-D07543B477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B2CFE09-FE63-F1D7-0E9D-CBA7376FD81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020EE66-1809-8FDD-21FA-6EB2B3A5539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2A7C25-549D-46AB-EDBC-8D0BC42B9BAC}"/>
              </a:ext>
            </a:extLst>
          </p:cNvPr>
          <p:cNvSpPr>
            <a:spLocks noGrp="1"/>
          </p:cNvSpPr>
          <p:nvPr>
            <p:ph type="sldNum" sz="quarter" idx="5"/>
          </p:nvPr>
        </p:nvSpPr>
        <p:spPr/>
        <p:txBody>
          <a:bodyPr/>
          <a:lstStyle/>
          <a:p>
            <a:fld id="{C04DA10E-0DA4-46F9-B706-1BFF6481306D}" type="slidenum">
              <a:rPr kumimoji="1" lang="ja-JP" altLang="en-US" smtClean="0"/>
              <a:t>266</a:t>
            </a:fld>
            <a:endParaRPr kumimoji="1" lang="ja-JP" altLang="en-US"/>
          </a:p>
        </p:txBody>
      </p:sp>
    </p:spTree>
    <p:extLst>
      <p:ext uri="{BB962C8B-B14F-4D97-AF65-F5344CB8AC3E}">
        <p14:creationId xmlns:p14="http://schemas.microsoft.com/office/powerpoint/2010/main" val="16792745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3D92B0-B9A4-FB80-9168-CA93D6A0ABFA}"/>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DA9D32C2-2F4D-FF75-990E-8F78053DB45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35C6269-7DA2-10D0-B276-147DA9D16E0F}"/>
              </a:ext>
            </a:extLst>
          </p:cNvPr>
          <p:cNvSpPr>
            <a:spLocks noGrp="1"/>
          </p:cNvSpPr>
          <p:nvPr>
            <p:ph type="dt" sz="half" idx="10"/>
          </p:nvPr>
        </p:nvSpPr>
        <p:spPr/>
        <p:txBody>
          <a:bodyPr/>
          <a:lstStyle/>
          <a:p>
            <a:fld id="{C808E340-6AD8-496E-9C74-9B74DCAC15BC}" type="datetimeFigureOut">
              <a:rPr kumimoji="1" lang="ja-JP" altLang="en-US" smtClean="0"/>
              <a:t>2026/10/13</a:t>
            </a:fld>
            <a:endParaRPr kumimoji="1" lang="ja-JP" altLang="en-US"/>
          </a:p>
        </p:txBody>
      </p:sp>
      <p:sp>
        <p:nvSpPr>
          <p:cNvPr id="5" name="フッター プレースホルダー 4">
            <a:extLst>
              <a:ext uri="{FF2B5EF4-FFF2-40B4-BE49-F238E27FC236}">
                <a16:creationId xmlns:a16="http://schemas.microsoft.com/office/drawing/2014/main" id="{33CCC8D3-84BC-72AB-C8B8-9CFC038BB2D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85289B3-AA6E-976C-6C09-2761EF114B15}"/>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3775037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1894056-D279-AC76-A5E1-077A30B6D798}"/>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A689F80-3AB2-15EE-946E-17B20EA26C1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4B181C5-7492-FE1D-EF90-014CAEE3A34F}"/>
              </a:ext>
            </a:extLst>
          </p:cNvPr>
          <p:cNvSpPr>
            <a:spLocks noGrp="1"/>
          </p:cNvSpPr>
          <p:nvPr>
            <p:ph type="dt" sz="half" idx="10"/>
          </p:nvPr>
        </p:nvSpPr>
        <p:spPr/>
        <p:txBody>
          <a:bodyPr/>
          <a:lstStyle/>
          <a:p>
            <a:fld id="{C808E340-6AD8-496E-9C74-9B74DCAC15BC}" type="datetimeFigureOut">
              <a:rPr kumimoji="1" lang="ja-JP" altLang="en-US" smtClean="0"/>
              <a:t>2026/10/13</a:t>
            </a:fld>
            <a:endParaRPr kumimoji="1" lang="ja-JP" altLang="en-US"/>
          </a:p>
        </p:txBody>
      </p:sp>
      <p:sp>
        <p:nvSpPr>
          <p:cNvPr id="5" name="フッター プレースホルダー 4">
            <a:extLst>
              <a:ext uri="{FF2B5EF4-FFF2-40B4-BE49-F238E27FC236}">
                <a16:creationId xmlns:a16="http://schemas.microsoft.com/office/drawing/2014/main" id="{7D507297-A6AB-A860-B006-6DF36CC18B6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69E6433-A367-E39F-4B88-25F65119884D}"/>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5034644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8609FB-13BC-0F96-36F3-42144C6AB4C6}"/>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68538E2-8353-C183-0503-D60CDBF2F8F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DA15D56-DDDA-8178-D2F5-B09D68BC8973}"/>
              </a:ext>
            </a:extLst>
          </p:cNvPr>
          <p:cNvSpPr>
            <a:spLocks noGrp="1"/>
          </p:cNvSpPr>
          <p:nvPr>
            <p:ph type="dt" sz="half" idx="10"/>
          </p:nvPr>
        </p:nvSpPr>
        <p:spPr/>
        <p:txBody>
          <a:bodyPr/>
          <a:lstStyle/>
          <a:p>
            <a:fld id="{C808E340-6AD8-496E-9C74-9B74DCAC15BC}" type="datetimeFigureOut">
              <a:rPr kumimoji="1" lang="ja-JP" altLang="en-US" smtClean="0"/>
              <a:t>2026/10/13</a:t>
            </a:fld>
            <a:endParaRPr kumimoji="1" lang="ja-JP" altLang="en-US"/>
          </a:p>
        </p:txBody>
      </p:sp>
      <p:sp>
        <p:nvSpPr>
          <p:cNvPr id="5" name="フッター プレースホルダー 4">
            <a:extLst>
              <a:ext uri="{FF2B5EF4-FFF2-40B4-BE49-F238E27FC236}">
                <a16:creationId xmlns:a16="http://schemas.microsoft.com/office/drawing/2014/main" id="{B5793EE2-7307-3233-C38B-D4B915D900E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A466104-B2CA-F1F5-AFA5-049F808B4B48}"/>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0786653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3EB229-D93F-F155-0A84-14F7E26E976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B4ABF2F-2181-0B4E-7129-FAA608D8EB5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E900505B-1942-766C-78CC-4D6BF83BC79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10CBA73E-6A48-98E1-633B-328CE3954766}"/>
              </a:ext>
            </a:extLst>
          </p:cNvPr>
          <p:cNvSpPr>
            <a:spLocks noGrp="1"/>
          </p:cNvSpPr>
          <p:nvPr>
            <p:ph type="dt" sz="half" idx="10"/>
          </p:nvPr>
        </p:nvSpPr>
        <p:spPr/>
        <p:txBody>
          <a:bodyPr/>
          <a:lstStyle/>
          <a:p>
            <a:fld id="{C808E340-6AD8-496E-9C74-9B74DCAC15BC}" type="datetimeFigureOut">
              <a:rPr kumimoji="1" lang="ja-JP" altLang="en-US" smtClean="0"/>
              <a:t>2026/10/13</a:t>
            </a:fld>
            <a:endParaRPr kumimoji="1" lang="ja-JP" altLang="en-US"/>
          </a:p>
        </p:txBody>
      </p:sp>
      <p:sp>
        <p:nvSpPr>
          <p:cNvPr id="6" name="フッター プレースホルダー 5">
            <a:extLst>
              <a:ext uri="{FF2B5EF4-FFF2-40B4-BE49-F238E27FC236}">
                <a16:creationId xmlns:a16="http://schemas.microsoft.com/office/drawing/2014/main" id="{A0A26281-B1DC-4088-F724-7D06038BEA3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017136-C3AE-8CE5-9649-B2407916ED04}"/>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8864706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F4DF0F-DC61-426F-324B-C8784D207260}"/>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983348C-8D67-F70E-31DA-D7AE1CC6A1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D174E4BC-C7F1-16D7-2DC6-280F89AA5A2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A1F23C9-846F-2933-A713-3063ADBD8F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5EAF0D3D-2EFD-ADAD-A50F-B091F9326A3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9A43C19-FA74-CCD6-6284-60B1BC656FFA}"/>
              </a:ext>
            </a:extLst>
          </p:cNvPr>
          <p:cNvSpPr>
            <a:spLocks noGrp="1"/>
          </p:cNvSpPr>
          <p:nvPr>
            <p:ph type="dt" sz="half" idx="10"/>
          </p:nvPr>
        </p:nvSpPr>
        <p:spPr/>
        <p:txBody>
          <a:bodyPr/>
          <a:lstStyle/>
          <a:p>
            <a:fld id="{C808E340-6AD8-496E-9C74-9B74DCAC15BC}" type="datetimeFigureOut">
              <a:rPr kumimoji="1" lang="ja-JP" altLang="en-US" smtClean="0"/>
              <a:t>2026/10/13</a:t>
            </a:fld>
            <a:endParaRPr kumimoji="1" lang="ja-JP" altLang="en-US"/>
          </a:p>
        </p:txBody>
      </p:sp>
      <p:sp>
        <p:nvSpPr>
          <p:cNvPr id="8" name="フッター プレースホルダー 7">
            <a:extLst>
              <a:ext uri="{FF2B5EF4-FFF2-40B4-BE49-F238E27FC236}">
                <a16:creationId xmlns:a16="http://schemas.microsoft.com/office/drawing/2014/main" id="{8DBC1FB1-134A-56B6-608C-067B11D151CB}"/>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013614E-3B04-60A2-26BE-66AACE505D51}"/>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5484344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82746EA-EF14-329E-36BA-13DD8A6F5D31}"/>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8A8B56D-2CF3-1313-280C-47BDF371F579}"/>
              </a:ext>
            </a:extLst>
          </p:cNvPr>
          <p:cNvSpPr>
            <a:spLocks noGrp="1"/>
          </p:cNvSpPr>
          <p:nvPr>
            <p:ph type="dt" sz="half" idx="10"/>
          </p:nvPr>
        </p:nvSpPr>
        <p:spPr/>
        <p:txBody>
          <a:bodyPr/>
          <a:lstStyle/>
          <a:p>
            <a:fld id="{C808E340-6AD8-496E-9C74-9B74DCAC15BC}" type="datetimeFigureOut">
              <a:rPr kumimoji="1" lang="ja-JP" altLang="en-US" smtClean="0"/>
              <a:t>2026/10/13</a:t>
            </a:fld>
            <a:endParaRPr kumimoji="1" lang="ja-JP" altLang="en-US"/>
          </a:p>
        </p:txBody>
      </p:sp>
      <p:sp>
        <p:nvSpPr>
          <p:cNvPr id="4" name="フッター プレースホルダー 3">
            <a:extLst>
              <a:ext uri="{FF2B5EF4-FFF2-40B4-BE49-F238E27FC236}">
                <a16:creationId xmlns:a16="http://schemas.microsoft.com/office/drawing/2014/main" id="{24746D78-9F7B-8B21-D2BC-08895518B63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79360E90-F543-D624-E64D-C3F61A69CA4F}"/>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814816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E42A739-3971-09BD-6B7F-707E04547F47}"/>
              </a:ext>
            </a:extLst>
          </p:cNvPr>
          <p:cNvSpPr>
            <a:spLocks noGrp="1"/>
          </p:cNvSpPr>
          <p:nvPr>
            <p:ph type="dt" sz="half" idx="10"/>
          </p:nvPr>
        </p:nvSpPr>
        <p:spPr/>
        <p:txBody>
          <a:bodyPr/>
          <a:lstStyle/>
          <a:p>
            <a:fld id="{C808E340-6AD8-496E-9C74-9B74DCAC15BC}" type="datetimeFigureOut">
              <a:rPr kumimoji="1" lang="ja-JP" altLang="en-US" smtClean="0"/>
              <a:t>2026/10/13</a:t>
            </a:fld>
            <a:endParaRPr kumimoji="1" lang="ja-JP" altLang="en-US"/>
          </a:p>
        </p:txBody>
      </p:sp>
      <p:sp>
        <p:nvSpPr>
          <p:cNvPr id="3" name="フッター プレースホルダー 2">
            <a:extLst>
              <a:ext uri="{FF2B5EF4-FFF2-40B4-BE49-F238E27FC236}">
                <a16:creationId xmlns:a16="http://schemas.microsoft.com/office/drawing/2014/main" id="{3B593E7E-AFE9-E0BA-C435-A93F5620DC3E}"/>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C8EB708-5964-9B99-97F4-28D538ADBA15}"/>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4865620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F7DF418-EBC1-CA86-714C-12C4980C250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695B26A-724F-58DC-F97C-F72311D041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959F20E-226C-0A3E-30D0-BCC5FEF89A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93019D3-D6CF-CEC5-2E31-697CA545A2EF}"/>
              </a:ext>
            </a:extLst>
          </p:cNvPr>
          <p:cNvSpPr>
            <a:spLocks noGrp="1"/>
          </p:cNvSpPr>
          <p:nvPr>
            <p:ph type="dt" sz="half" idx="10"/>
          </p:nvPr>
        </p:nvSpPr>
        <p:spPr/>
        <p:txBody>
          <a:bodyPr/>
          <a:lstStyle/>
          <a:p>
            <a:fld id="{C808E340-6AD8-496E-9C74-9B74DCAC15BC}" type="datetimeFigureOut">
              <a:rPr kumimoji="1" lang="ja-JP" altLang="en-US" smtClean="0"/>
              <a:t>2026/10/13</a:t>
            </a:fld>
            <a:endParaRPr kumimoji="1" lang="ja-JP" altLang="en-US"/>
          </a:p>
        </p:txBody>
      </p:sp>
      <p:sp>
        <p:nvSpPr>
          <p:cNvPr id="6" name="フッター プレースホルダー 5">
            <a:extLst>
              <a:ext uri="{FF2B5EF4-FFF2-40B4-BE49-F238E27FC236}">
                <a16:creationId xmlns:a16="http://schemas.microsoft.com/office/drawing/2014/main" id="{D6EAD1D8-1B87-F8F3-8CBC-A61BF5A7233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F0D3A72-FE4E-8F47-8308-5742199F9929}"/>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8053139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7FF785-8A26-F5D5-C6BC-CE764EB94DC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8D49A471-B890-3F1B-19CA-1BCAD87561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3EB7B891-2942-021F-2404-3AE3D6DE38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18676D1-95B3-8DB4-B233-A90D5F5FB8F2}"/>
              </a:ext>
            </a:extLst>
          </p:cNvPr>
          <p:cNvSpPr>
            <a:spLocks noGrp="1"/>
          </p:cNvSpPr>
          <p:nvPr>
            <p:ph type="dt" sz="half" idx="10"/>
          </p:nvPr>
        </p:nvSpPr>
        <p:spPr/>
        <p:txBody>
          <a:bodyPr/>
          <a:lstStyle/>
          <a:p>
            <a:fld id="{C808E340-6AD8-496E-9C74-9B74DCAC15BC}" type="datetimeFigureOut">
              <a:rPr kumimoji="1" lang="ja-JP" altLang="en-US" smtClean="0"/>
              <a:t>2026/10/13</a:t>
            </a:fld>
            <a:endParaRPr kumimoji="1" lang="ja-JP" altLang="en-US"/>
          </a:p>
        </p:txBody>
      </p:sp>
      <p:sp>
        <p:nvSpPr>
          <p:cNvPr id="6" name="フッター プレースホルダー 5">
            <a:extLst>
              <a:ext uri="{FF2B5EF4-FFF2-40B4-BE49-F238E27FC236}">
                <a16:creationId xmlns:a16="http://schemas.microsoft.com/office/drawing/2014/main" id="{7E1FB0F4-AD11-3368-56E4-2BDF0CCF089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7F864F9-DFDA-EA5D-C117-6709CCB29CAB}"/>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2639070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12795-047B-D51C-A4FE-8DAD92F19C7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088F5E0-2903-CAB1-A58B-44AB142521A0}"/>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6EDCB95-2FC5-7989-AD05-FE114EF1381C}"/>
              </a:ext>
            </a:extLst>
          </p:cNvPr>
          <p:cNvSpPr>
            <a:spLocks noGrp="1"/>
          </p:cNvSpPr>
          <p:nvPr>
            <p:ph type="dt" sz="half" idx="10"/>
          </p:nvPr>
        </p:nvSpPr>
        <p:spPr/>
        <p:txBody>
          <a:bodyPr/>
          <a:lstStyle/>
          <a:p>
            <a:fld id="{C808E340-6AD8-496E-9C74-9B74DCAC15BC}" type="datetimeFigureOut">
              <a:rPr kumimoji="1" lang="ja-JP" altLang="en-US" smtClean="0"/>
              <a:t>2026/10/13</a:t>
            </a:fld>
            <a:endParaRPr kumimoji="1" lang="ja-JP" altLang="en-US"/>
          </a:p>
        </p:txBody>
      </p:sp>
      <p:sp>
        <p:nvSpPr>
          <p:cNvPr id="5" name="フッター プレースホルダー 4">
            <a:extLst>
              <a:ext uri="{FF2B5EF4-FFF2-40B4-BE49-F238E27FC236}">
                <a16:creationId xmlns:a16="http://schemas.microsoft.com/office/drawing/2014/main" id="{1BA8D320-9791-A890-8794-33A6B9A9242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2AD94D9-5601-7BCB-26D1-288B400E19E1}"/>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4202902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70A5752-AF42-1ECF-3995-0EB761414BEF}"/>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698B170-52F2-035C-B7DF-6B50FD780351}"/>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8FBC6BC-86F1-6871-3713-F5657CE74977}"/>
              </a:ext>
            </a:extLst>
          </p:cNvPr>
          <p:cNvSpPr>
            <a:spLocks noGrp="1"/>
          </p:cNvSpPr>
          <p:nvPr>
            <p:ph type="dt" sz="half" idx="10"/>
          </p:nvPr>
        </p:nvSpPr>
        <p:spPr/>
        <p:txBody>
          <a:bodyPr/>
          <a:lstStyle/>
          <a:p>
            <a:fld id="{C808E340-6AD8-496E-9C74-9B74DCAC15BC}" type="datetimeFigureOut">
              <a:rPr kumimoji="1" lang="ja-JP" altLang="en-US" smtClean="0"/>
              <a:t>2026/10/13</a:t>
            </a:fld>
            <a:endParaRPr kumimoji="1" lang="ja-JP" altLang="en-US"/>
          </a:p>
        </p:txBody>
      </p:sp>
      <p:sp>
        <p:nvSpPr>
          <p:cNvPr id="5" name="フッター プレースホルダー 4">
            <a:extLst>
              <a:ext uri="{FF2B5EF4-FFF2-40B4-BE49-F238E27FC236}">
                <a16:creationId xmlns:a16="http://schemas.microsoft.com/office/drawing/2014/main" id="{7CDD7970-461A-67D5-B4FD-BA75F2EBB43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08CC7E0-75AE-4ECD-AD94-EFA2FD3AEC60}"/>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9216594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5A1D260-30D4-B39F-4D7E-BEE7139F9B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D111F16-468B-6649-A54C-7AC78D871E7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7F759AC-1666-6C20-A6EF-A7D797196F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808E340-6AD8-496E-9C74-9B74DCAC15BC}" type="datetimeFigureOut">
              <a:rPr kumimoji="1" lang="ja-JP" altLang="en-US" smtClean="0"/>
              <a:t>2026/10/13</a:t>
            </a:fld>
            <a:endParaRPr kumimoji="1" lang="ja-JP" altLang="en-US"/>
          </a:p>
        </p:txBody>
      </p:sp>
      <p:sp>
        <p:nvSpPr>
          <p:cNvPr id="5" name="フッター プレースホルダー 4">
            <a:extLst>
              <a:ext uri="{FF2B5EF4-FFF2-40B4-BE49-F238E27FC236}">
                <a16:creationId xmlns:a16="http://schemas.microsoft.com/office/drawing/2014/main" id="{3E682252-338B-CCE7-C778-1A563385122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8BE4FB9-9372-37D8-EF59-26CA737F314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1683909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2.png"/></Relationships>
</file>

<file path=ppt/slides/_rels/slide17.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3.png"/><Relationship Id="rId4" Type="http://schemas.openxmlformats.org/officeDocument/2006/relationships/image" Target="../media/image19.png"/></Relationships>
</file>

<file path=ppt/slides/_rels/slide42.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image" Target="../media/image28.png"/><Relationship Id="rId3" Type="http://schemas.openxmlformats.org/officeDocument/2006/relationships/image" Target="../media/image21.png"/><Relationship Id="rId7" Type="http://schemas.openxmlformats.org/officeDocument/2006/relationships/image" Target="../media/image2.png"/><Relationship Id="rId12" Type="http://schemas.openxmlformats.org/officeDocument/2006/relationships/image" Target="../media/image27.png"/><Relationship Id="rId2" Type="http://schemas.openxmlformats.org/officeDocument/2006/relationships/image" Target="../media/image19.png"/><Relationship Id="rId16"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24.png"/><Relationship Id="rId11" Type="http://schemas.microsoft.com/office/2007/relationships/hdphoto" Target="../media/hdphoto1.wdp"/><Relationship Id="rId5" Type="http://schemas.openxmlformats.org/officeDocument/2006/relationships/image" Target="../media/image23.png"/><Relationship Id="rId15" Type="http://schemas.openxmlformats.org/officeDocument/2006/relationships/image" Target="../media/image30.png"/><Relationship Id="rId10" Type="http://schemas.openxmlformats.org/officeDocument/2006/relationships/image" Target="../media/image26.png"/><Relationship Id="rId4" Type="http://schemas.openxmlformats.org/officeDocument/2006/relationships/image" Target="../media/image22.png"/><Relationship Id="rId9" Type="http://schemas.openxmlformats.org/officeDocument/2006/relationships/image" Target="../media/image25.png"/><Relationship Id="rId14" Type="http://schemas.openxmlformats.org/officeDocument/2006/relationships/image" Target="../media/image29.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3.png"/></Relationships>
</file>

<file path=ppt/slides/_rels/slide47.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4.png"/><Relationship Id="rId4" Type="http://schemas.openxmlformats.org/officeDocument/2006/relationships/image" Target="../media/image3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13.png"/><Relationship Id="rId4" Type="http://schemas.openxmlformats.org/officeDocument/2006/relationships/image" Target="../media/image38.png"/></Relationships>
</file>

<file path=ppt/slides/_rels/slide5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13.png"/><Relationship Id="rId4" Type="http://schemas.openxmlformats.org/officeDocument/2006/relationships/image" Target="../media/image38.png"/></Relationships>
</file>

<file path=ppt/slides/_rels/slide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13.png"/><Relationship Id="rId4" Type="http://schemas.openxmlformats.org/officeDocument/2006/relationships/image" Target="../media/image38.png"/></Relationships>
</file>

<file path=ppt/slides/_rels/slide5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8.png"/><Relationship Id="rId4" Type="http://schemas.openxmlformats.org/officeDocument/2006/relationships/image" Target="../media/image37.png"/></Relationships>
</file>

<file path=ppt/slides/_rels/slide5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40.png"/><Relationship Id="rId4" Type="http://schemas.openxmlformats.org/officeDocument/2006/relationships/image" Target="../media/image38.png"/></Relationships>
</file>

<file path=ppt/slides/_rels/slide5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13.png"/><Relationship Id="rId4" Type="http://schemas.openxmlformats.org/officeDocument/2006/relationships/image" Target="../media/image38.png"/></Relationships>
</file>

<file path=ppt/slides/_rels/slide57.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13.png"/><Relationship Id="rId7" Type="http://schemas.openxmlformats.org/officeDocument/2006/relationships/image" Target="../media/image43.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19.png"/><Relationship Id="rId5" Type="http://schemas.microsoft.com/office/2007/relationships/hdphoto" Target="../media/hdphoto2.wdp"/><Relationship Id="rId10" Type="http://schemas.microsoft.com/office/2007/relationships/hdphoto" Target="../media/hdphoto4.wdp"/><Relationship Id="rId4" Type="http://schemas.openxmlformats.org/officeDocument/2006/relationships/image" Target="../media/image42.png"/><Relationship Id="rId9" Type="http://schemas.openxmlformats.org/officeDocument/2006/relationships/image" Target="../media/image44.png"/></Relationships>
</file>

<file path=ppt/slides/_rels/slide5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9.png"/><Relationship Id="rId4" Type="http://schemas.microsoft.com/office/2007/relationships/hdphoto" Target="../media/hdphoto3.wdp"/></Relationships>
</file>

<file path=ppt/slides/_rels/slide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41.png"/><Relationship Id="rId1" Type="http://schemas.openxmlformats.org/officeDocument/2006/relationships/slideLayout" Target="../slideLayouts/slideLayout1.xml"/><Relationship Id="rId6" Type="http://schemas.microsoft.com/office/2007/relationships/hdphoto" Target="../media/hdphoto3.wdp"/><Relationship Id="rId5" Type="http://schemas.openxmlformats.org/officeDocument/2006/relationships/image" Target="../media/image43.png"/><Relationship Id="rId4" Type="http://schemas.openxmlformats.org/officeDocument/2006/relationships/image" Target="../media/image13.png"/></Relationships>
</file>

<file path=ppt/slides/_rels/slide6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5.png"/><Relationship Id="rId4" Type="http://schemas.openxmlformats.org/officeDocument/2006/relationships/image" Target="../media/image37.png"/></Relationships>
</file>

<file path=ppt/slides/_rels/slide6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6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7.png"/></Relationships>
</file>

<file path=ppt/slides/_rels/slide63.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2.png"/><Relationship Id="rId7"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46.svg"/><Relationship Id="rId4" Type="http://schemas.openxmlformats.org/officeDocument/2006/relationships/image" Target="../media/image33.png"/></Relationships>
</file>

<file path=ppt/slides/_rels/slide6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33.png"/><Relationship Id="rId4" Type="http://schemas.openxmlformats.org/officeDocument/2006/relationships/image" Target="../media/image37.png"/></Relationships>
</file>

<file path=ppt/slides/_rels/slide6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11.png"/><Relationship Id="rId4" Type="http://schemas.openxmlformats.org/officeDocument/2006/relationships/image" Target="../media/image37.png"/></Relationships>
</file>

<file path=ppt/slides/_rels/slide6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7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7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51.sv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54.png"/></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3.png"/><Relationship Id="rId4" Type="http://schemas.openxmlformats.org/officeDocument/2006/relationships/image" Target="../media/image56.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8" Type="http://schemas.openxmlformats.org/officeDocument/2006/relationships/image" Target="../media/image61.png"/><Relationship Id="rId13" Type="http://schemas.openxmlformats.org/officeDocument/2006/relationships/image" Target="../media/image64.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3.svg"/><Relationship Id="rId17" Type="http://schemas.openxmlformats.org/officeDocument/2006/relationships/image" Target="../media/image67.svg"/><Relationship Id="rId2" Type="http://schemas.openxmlformats.org/officeDocument/2006/relationships/image" Target="../media/image58.png"/><Relationship Id="rId16" Type="http://schemas.openxmlformats.org/officeDocument/2006/relationships/image" Target="../media/image66.png"/><Relationship Id="rId1" Type="http://schemas.openxmlformats.org/officeDocument/2006/relationships/slideLayout" Target="../slideLayouts/slideLayout2.xml"/><Relationship Id="rId6" Type="http://schemas.openxmlformats.org/officeDocument/2006/relationships/image" Target="../media/image60.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5.png"/><Relationship Id="rId10" Type="http://schemas.openxmlformats.org/officeDocument/2006/relationships/image" Target="../media/image62.png"/><Relationship Id="rId4" Type="http://schemas.openxmlformats.org/officeDocument/2006/relationships/image" Target="../media/image59.png"/><Relationship Id="rId9" Type="http://schemas.microsoft.com/office/2007/relationships/hdphoto" Target="../media/hdphoto8.wdp"/><Relationship Id="rId14" Type="http://schemas.openxmlformats.org/officeDocument/2006/relationships/image" Target="../media/image8.png"/></Relationships>
</file>

<file path=ppt/slides/_rels/slide92.xml.rels><?xml version="1.0" encoding="UTF-8" standalone="yes"?>
<Relationships xmlns="http://schemas.openxmlformats.org/package/2006/relationships"><Relationship Id="rId8" Type="http://schemas.openxmlformats.org/officeDocument/2006/relationships/image" Target="../media/image61.png"/><Relationship Id="rId13" Type="http://schemas.openxmlformats.org/officeDocument/2006/relationships/image" Target="../media/image64.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3.svg"/><Relationship Id="rId17" Type="http://schemas.openxmlformats.org/officeDocument/2006/relationships/image" Target="../media/image67.svg"/><Relationship Id="rId2" Type="http://schemas.openxmlformats.org/officeDocument/2006/relationships/image" Target="../media/image58.png"/><Relationship Id="rId16" Type="http://schemas.openxmlformats.org/officeDocument/2006/relationships/image" Target="../media/image66.png"/><Relationship Id="rId1" Type="http://schemas.openxmlformats.org/officeDocument/2006/relationships/slideLayout" Target="../slideLayouts/slideLayout2.xml"/><Relationship Id="rId6" Type="http://schemas.openxmlformats.org/officeDocument/2006/relationships/image" Target="../media/image60.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5.png"/><Relationship Id="rId10" Type="http://schemas.openxmlformats.org/officeDocument/2006/relationships/image" Target="../media/image62.png"/><Relationship Id="rId4" Type="http://schemas.openxmlformats.org/officeDocument/2006/relationships/image" Target="../media/image59.png"/><Relationship Id="rId9" Type="http://schemas.microsoft.com/office/2007/relationships/hdphoto" Target="../media/hdphoto8.wdp"/><Relationship Id="rId14" Type="http://schemas.openxmlformats.org/officeDocument/2006/relationships/image" Target="../media/image8.png"/></Relationships>
</file>

<file path=ppt/slides/_rels/slide93.xml.rels><?xml version="1.0" encoding="UTF-8" standalone="yes"?>
<Relationships xmlns="http://schemas.openxmlformats.org/package/2006/relationships"><Relationship Id="rId8" Type="http://schemas.openxmlformats.org/officeDocument/2006/relationships/image" Target="../media/image61.png"/><Relationship Id="rId13" Type="http://schemas.openxmlformats.org/officeDocument/2006/relationships/image" Target="../media/image64.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3.svg"/><Relationship Id="rId17" Type="http://schemas.openxmlformats.org/officeDocument/2006/relationships/image" Target="../media/image67.svg"/><Relationship Id="rId2" Type="http://schemas.openxmlformats.org/officeDocument/2006/relationships/image" Target="../media/image58.png"/><Relationship Id="rId16" Type="http://schemas.openxmlformats.org/officeDocument/2006/relationships/image" Target="../media/image66.png"/><Relationship Id="rId1" Type="http://schemas.openxmlformats.org/officeDocument/2006/relationships/slideLayout" Target="../slideLayouts/slideLayout2.xml"/><Relationship Id="rId6" Type="http://schemas.openxmlformats.org/officeDocument/2006/relationships/image" Target="../media/image60.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5.png"/><Relationship Id="rId10" Type="http://schemas.openxmlformats.org/officeDocument/2006/relationships/image" Target="../media/image62.png"/><Relationship Id="rId4" Type="http://schemas.openxmlformats.org/officeDocument/2006/relationships/image" Target="../media/image59.png"/><Relationship Id="rId9" Type="http://schemas.microsoft.com/office/2007/relationships/hdphoto" Target="../media/hdphoto8.wdp"/><Relationship Id="rId14" Type="http://schemas.openxmlformats.org/officeDocument/2006/relationships/image" Target="../media/image8.png"/></Relationships>
</file>

<file path=ppt/slides/_rels/slide94.xml.rels><?xml version="1.0" encoding="UTF-8" standalone="yes"?>
<Relationships xmlns="http://schemas.openxmlformats.org/package/2006/relationships"><Relationship Id="rId8" Type="http://schemas.openxmlformats.org/officeDocument/2006/relationships/image" Target="../media/image61.png"/><Relationship Id="rId13" Type="http://schemas.openxmlformats.org/officeDocument/2006/relationships/image" Target="../media/image64.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3.svg"/><Relationship Id="rId17" Type="http://schemas.openxmlformats.org/officeDocument/2006/relationships/image" Target="../media/image67.svg"/><Relationship Id="rId2" Type="http://schemas.openxmlformats.org/officeDocument/2006/relationships/image" Target="../media/image58.png"/><Relationship Id="rId16" Type="http://schemas.openxmlformats.org/officeDocument/2006/relationships/image" Target="../media/image66.png"/><Relationship Id="rId1" Type="http://schemas.openxmlformats.org/officeDocument/2006/relationships/slideLayout" Target="../slideLayouts/slideLayout2.xml"/><Relationship Id="rId6" Type="http://schemas.openxmlformats.org/officeDocument/2006/relationships/image" Target="../media/image60.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5.png"/><Relationship Id="rId10" Type="http://schemas.openxmlformats.org/officeDocument/2006/relationships/image" Target="../media/image62.png"/><Relationship Id="rId4" Type="http://schemas.openxmlformats.org/officeDocument/2006/relationships/image" Target="../media/image59.png"/><Relationship Id="rId9" Type="http://schemas.microsoft.com/office/2007/relationships/hdphoto" Target="../media/hdphoto8.wdp"/><Relationship Id="rId14" Type="http://schemas.openxmlformats.org/officeDocument/2006/relationships/image" Target="../media/image8.png"/></Relationships>
</file>

<file path=ppt/slides/_rels/slide95.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58.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96.xml.rels><?xml version="1.0" encoding="UTF-8" standalone="yes"?>
<Relationships xmlns="http://schemas.openxmlformats.org/package/2006/relationships"><Relationship Id="rId8" Type="http://schemas.openxmlformats.org/officeDocument/2006/relationships/image" Target="../media/image68.png"/><Relationship Id="rId3" Type="http://schemas.microsoft.com/office/2007/relationships/hdphoto" Target="../media/hdphoto5.wdp"/><Relationship Id="rId7" Type="http://schemas.openxmlformats.org/officeDocument/2006/relationships/image" Target="../media/image65.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png"/><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8" Type="http://schemas.openxmlformats.org/officeDocument/2006/relationships/image" Target="../media/image68.png"/><Relationship Id="rId3" Type="http://schemas.microsoft.com/office/2007/relationships/hdphoto" Target="../media/hdphoto5.wdp"/><Relationship Id="rId7" Type="http://schemas.openxmlformats.org/officeDocument/2006/relationships/image" Target="../media/image65.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pn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8" Type="http://schemas.openxmlformats.org/officeDocument/2006/relationships/image" Target="../media/image68.png"/><Relationship Id="rId3" Type="http://schemas.microsoft.com/office/2007/relationships/hdphoto" Target="../media/hdphoto5.wdp"/><Relationship Id="rId7" Type="http://schemas.openxmlformats.org/officeDocument/2006/relationships/image" Target="../media/image65.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pn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8" Type="http://schemas.openxmlformats.org/officeDocument/2006/relationships/image" Target="../media/image68.png"/><Relationship Id="rId3" Type="http://schemas.microsoft.com/office/2007/relationships/hdphoto" Target="../media/hdphoto5.wdp"/><Relationship Id="rId7" Type="http://schemas.openxmlformats.org/officeDocument/2006/relationships/image" Target="../media/image65.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png"/><Relationship Id="rId4" Type="http://schemas.openxmlformats.org/officeDocument/2006/relationships/image" Target="../media/image2.png"/></Relationships>
</file>

<file path=ppt/slides/_rels/slide100.xml.rels><?xml version="1.0" encoding="UTF-8" standalone="yes"?>
<Relationships xmlns="http://schemas.openxmlformats.org/package/2006/relationships"><Relationship Id="rId8" Type="http://schemas.openxmlformats.org/officeDocument/2006/relationships/image" Target="../media/image68.png"/><Relationship Id="rId3" Type="http://schemas.microsoft.com/office/2007/relationships/hdphoto" Target="../media/hdphoto5.wdp"/><Relationship Id="rId7" Type="http://schemas.openxmlformats.org/officeDocument/2006/relationships/image" Target="../media/image65.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pn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8" Type="http://schemas.openxmlformats.org/officeDocument/2006/relationships/image" Target="../media/image68.png"/><Relationship Id="rId3" Type="http://schemas.microsoft.com/office/2007/relationships/hdphoto" Target="../media/hdphoto5.wdp"/><Relationship Id="rId7" Type="http://schemas.openxmlformats.org/officeDocument/2006/relationships/image" Target="../media/image65.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png"/><Relationship Id="rId4" Type="http://schemas.openxmlformats.org/officeDocument/2006/relationships/image" Target="../media/image2.png"/></Relationships>
</file>

<file path=ppt/slides/_rels/slide102.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3.svg"/><Relationship Id="rId5" Type="http://schemas.openxmlformats.org/officeDocument/2006/relationships/image" Target="../media/image3.png"/><Relationship Id="rId10" Type="http://schemas.openxmlformats.org/officeDocument/2006/relationships/image" Target="../media/image65.png"/><Relationship Id="rId4" Type="http://schemas.openxmlformats.org/officeDocument/2006/relationships/image" Target="../media/image2.png"/><Relationship Id="rId9" Type="http://schemas.openxmlformats.org/officeDocument/2006/relationships/image" Target="../media/image66.png"/></Relationships>
</file>

<file path=ppt/slides/_rels/slide103.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3.svg"/><Relationship Id="rId11" Type="http://schemas.openxmlformats.org/officeDocument/2006/relationships/image" Target="../media/image69.png"/><Relationship Id="rId5" Type="http://schemas.openxmlformats.org/officeDocument/2006/relationships/image" Target="../media/image3.png"/><Relationship Id="rId10" Type="http://schemas.openxmlformats.org/officeDocument/2006/relationships/image" Target="../media/image65.png"/><Relationship Id="rId4" Type="http://schemas.openxmlformats.org/officeDocument/2006/relationships/image" Target="../media/image2.png"/><Relationship Id="rId9" Type="http://schemas.openxmlformats.org/officeDocument/2006/relationships/image" Target="../media/image66.png"/></Relationships>
</file>

<file path=ppt/slides/_rels/slide104.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0.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3.svg"/><Relationship Id="rId5" Type="http://schemas.openxmlformats.org/officeDocument/2006/relationships/image" Target="../media/image3.png"/><Relationship Id="rId10" Type="http://schemas.openxmlformats.org/officeDocument/2006/relationships/image" Target="../media/image65.png"/><Relationship Id="rId4" Type="http://schemas.openxmlformats.org/officeDocument/2006/relationships/image" Target="../media/image2.png"/><Relationship Id="rId9" Type="http://schemas.openxmlformats.org/officeDocument/2006/relationships/image" Target="../media/image66.png"/></Relationships>
</file>

<file path=ppt/slides/_rels/slide105.xml.rels><?xml version="1.0" encoding="UTF-8" standalone="yes"?>
<Relationships xmlns="http://schemas.openxmlformats.org/package/2006/relationships"><Relationship Id="rId8" Type="http://schemas.microsoft.com/office/2007/relationships/hdphoto" Target="../media/hdphoto6.wdp"/><Relationship Id="rId3" Type="http://schemas.microsoft.com/office/2007/relationships/hdphoto" Target="../media/hdphoto5.wdp"/><Relationship Id="rId7" Type="http://schemas.openxmlformats.org/officeDocument/2006/relationships/image" Target="../media/image70.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3.svg"/><Relationship Id="rId5" Type="http://schemas.openxmlformats.org/officeDocument/2006/relationships/image" Target="../media/image3.png"/><Relationship Id="rId10" Type="http://schemas.openxmlformats.org/officeDocument/2006/relationships/image" Target="../media/image65.png"/><Relationship Id="rId4" Type="http://schemas.openxmlformats.org/officeDocument/2006/relationships/image" Target="../media/image2.png"/><Relationship Id="rId9" Type="http://schemas.openxmlformats.org/officeDocument/2006/relationships/image" Target="../media/image66.png"/></Relationships>
</file>

<file path=ppt/slides/_rels/slide106.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0.png"/><Relationship Id="rId12" Type="http://schemas.microsoft.com/office/2007/relationships/hdphoto" Target="../media/hdphoto6.wdp"/><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3.svg"/><Relationship Id="rId11" Type="http://schemas.openxmlformats.org/officeDocument/2006/relationships/image" Target="../media/image70.png"/><Relationship Id="rId5" Type="http://schemas.openxmlformats.org/officeDocument/2006/relationships/image" Target="../media/image3.png"/><Relationship Id="rId10" Type="http://schemas.openxmlformats.org/officeDocument/2006/relationships/image" Target="../media/image65.png"/><Relationship Id="rId4" Type="http://schemas.openxmlformats.org/officeDocument/2006/relationships/image" Target="../media/image2.png"/><Relationship Id="rId9" Type="http://schemas.openxmlformats.org/officeDocument/2006/relationships/image" Target="../media/image66.png"/></Relationships>
</file>

<file path=ppt/slides/_rels/slide107.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58.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2.xml"/><Relationship Id="rId6" Type="http://schemas.microsoft.com/office/2007/relationships/hdphoto" Target="../media/hdphoto3.wdp"/><Relationship Id="rId5" Type="http://schemas.openxmlformats.org/officeDocument/2006/relationships/image" Target="../media/image43.png"/><Relationship Id="rId4" Type="http://schemas.openxmlformats.org/officeDocument/2006/relationships/image" Target="../media/image3.pn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2.xml"/><Relationship Id="rId6" Type="http://schemas.microsoft.com/office/2007/relationships/hdphoto" Target="../media/hdphoto3.wdp"/><Relationship Id="rId5" Type="http://schemas.openxmlformats.org/officeDocument/2006/relationships/image" Target="../media/image43.png"/><Relationship Id="rId4" Type="http://schemas.openxmlformats.org/officeDocument/2006/relationships/image" Target="../media/image3.png"/></Relationships>
</file>

<file path=ppt/slides/_rels/slide1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51.sv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51.sv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6.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65.png"/><Relationship Id="rId5" Type="http://schemas.openxmlformats.org/officeDocument/2006/relationships/image" Target="../media/image32.png"/><Relationship Id="rId4" Type="http://schemas.openxmlformats.org/officeDocument/2006/relationships/image" Target="../media/image3.png"/></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6.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65.png"/><Relationship Id="rId5" Type="http://schemas.openxmlformats.org/officeDocument/2006/relationships/image" Target="../media/image32.png"/><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6.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65.png"/><Relationship Id="rId5" Type="http://schemas.openxmlformats.org/officeDocument/2006/relationships/image" Target="../media/image32.png"/><Relationship Id="rId4" Type="http://schemas.openxmlformats.org/officeDocument/2006/relationships/image" Target="../media/image3.png"/></Relationships>
</file>

<file path=ppt/slides/_rels/slide123.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32.png"/><Relationship Id="rId4" Type="http://schemas.openxmlformats.org/officeDocument/2006/relationships/image" Target="../media/image3.png"/><Relationship Id="rId9" Type="http://schemas.openxmlformats.org/officeDocument/2006/relationships/image" Target="../media/image65.png"/></Relationships>
</file>

<file path=ppt/slides/_rels/slide124.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32.png"/><Relationship Id="rId10" Type="http://schemas.openxmlformats.org/officeDocument/2006/relationships/image" Target="../media/image73.png"/><Relationship Id="rId4" Type="http://schemas.openxmlformats.org/officeDocument/2006/relationships/image" Target="../media/image3.png"/><Relationship Id="rId9" Type="http://schemas.openxmlformats.org/officeDocument/2006/relationships/image" Target="../media/image65.png"/></Relationships>
</file>

<file path=ppt/slides/_rels/slide125.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32.png"/><Relationship Id="rId4" Type="http://schemas.openxmlformats.org/officeDocument/2006/relationships/image" Target="../media/image3.png"/><Relationship Id="rId9" Type="http://schemas.openxmlformats.org/officeDocument/2006/relationships/image" Target="../media/image65.png"/></Relationships>
</file>

<file path=ppt/slides/_rels/slide127.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32.png"/><Relationship Id="rId4" Type="http://schemas.openxmlformats.org/officeDocument/2006/relationships/image" Target="../media/image3.png"/><Relationship Id="rId9" Type="http://schemas.openxmlformats.org/officeDocument/2006/relationships/image" Target="../media/image65.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31.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64.svg"/><Relationship Id="rId4" Type="http://schemas.openxmlformats.org/officeDocument/2006/relationships/image" Target="../media/image63.svg"/></Relationships>
</file>

<file path=ppt/slides/_rels/slide132.xml.rels><?xml version="1.0" encoding="UTF-8" standalone="yes"?>
<Relationships xmlns="http://schemas.openxmlformats.org/package/2006/relationships"><Relationship Id="rId8" Type="http://schemas.openxmlformats.org/officeDocument/2006/relationships/image" Target="../media/image61.png"/><Relationship Id="rId13" Type="http://schemas.openxmlformats.org/officeDocument/2006/relationships/image" Target="../media/image8.pn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3.sv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0.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3.png"/><Relationship Id="rId10" Type="http://schemas.openxmlformats.org/officeDocument/2006/relationships/image" Target="../media/image62.png"/><Relationship Id="rId4" Type="http://schemas.openxmlformats.org/officeDocument/2006/relationships/image" Target="../media/image59.png"/><Relationship Id="rId9" Type="http://schemas.microsoft.com/office/2007/relationships/hdphoto" Target="../media/hdphoto8.wdp"/><Relationship Id="rId14" Type="http://schemas.openxmlformats.org/officeDocument/2006/relationships/image" Target="../media/image2.png"/></Relationships>
</file>

<file path=ppt/slides/_rels/slide133.xml.rels><?xml version="1.0" encoding="UTF-8" standalone="yes"?>
<Relationships xmlns="http://schemas.openxmlformats.org/package/2006/relationships"><Relationship Id="rId3" Type="http://schemas.microsoft.com/office/2007/relationships/hdphoto" Target="../media/hdphoto5.wdp"/><Relationship Id="rId7" Type="http://schemas.openxmlformats.org/officeDocument/2006/relationships/image" Target="../media/image8.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65.png"/><Relationship Id="rId4" Type="http://schemas.openxmlformats.org/officeDocument/2006/relationships/image" Target="../media/image63.svg"/></Relationships>
</file>

<file path=ppt/slides/_rels/slide1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5.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5.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5.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4.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58.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3.png"/><Relationship Id="rId4" Type="http://schemas.openxmlformats.org/officeDocument/2006/relationships/image" Target="../media/image56.png"/></Relationships>
</file>

<file path=ppt/slides/_rels/slide1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5.jp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3.png"/></Relationships>
</file>

<file path=ppt/slides/_rels/slide1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5.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5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76.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png"/></Relationships>
</file>

<file path=ppt/slides/_rels/slide15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5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5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3.png"/><Relationship Id="rId4" Type="http://schemas.openxmlformats.org/officeDocument/2006/relationships/image" Target="../media/image2.png"/></Relationships>
</file>

<file path=ppt/slides/_rels/slide15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3.png"/><Relationship Id="rId4" Type="http://schemas.openxmlformats.org/officeDocument/2006/relationships/image" Target="../media/image2.png"/></Relationships>
</file>

<file path=ppt/slides/_rels/slide1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5.jpg"/><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image" Target="../media/image13.png"/><Relationship Id="rId4" Type="http://schemas.openxmlformats.org/officeDocument/2006/relationships/image" Target="../media/image3.png"/></Relationships>
</file>

<file path=ppt/slides/_rels/slide1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5.jp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3.png"/></Relationships>
</file>

<file path=ppt/slides/_rels/slide158.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8.png"/><Relationship Id="rId2" Type="http://schemas.openxmlformats.org/officeDocument/2006/relationships/image" Target="../media/image75.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5.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6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76.png"/><Relationship Id="rId5" Type="http://schemas.openxmlformats.org/officeDocument/2006/relationships/image" Target="../media/image7.png"/><Relationship Id="rId10" Type="http://schemas.openxmlformats.org/officeDocument/2006/relationships/image" Target="../media/image10.png"/><Relationship Id="rId4" Type="http://schemas.openxmlformats.org/officeDocument/2006/relationships/image" Target="../media/image6.png"/><Relationship Id="rId9" Type="http://schemas.openxmlformats.org/officeDocument/2006/relationships/image" Target="../media/image9.png"/></Relationships>
</file>

<file path=ppt/slides/_rels/slide16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76.png"/><Relationship Id="rId5" Type="http://schemas.openxmlformats.org/officeDocument/2006/relationships/image" Target="../media/image7.png"/><Relationship Id="rId10" Type="http://schemas.openxmlformats.org/officeDocument/2006/relationships/image" Target="../media/image10.png"/><Relationship Id="rId4" Type="http://schemas.openxmlformats.org/officeDocument/2006/relationships/image" Target="../media/image6.png"/><Relationship Id="rId9" Type="http://schemas.openxmlformats.org/officeDocument/2006/relationships/image" Target="../media/image9.png"/></Relationships>
</file>

<file path=ppt/slides/_rels/slide166.xml.rels><?xml version="1.0" encoding="UTF-8" standalone="yes"?>
<Relationships xmlns="http://schemas.openxmlformats.org/package/2006/relationships"><Relationship Id="rId3" Type="http://schemas.openxmlformats.org/officeDocument/2006/relationships/image" Target="../media/image46.svg"/><Relationship Id="rId2" Type="http://schemas.microsoft.com/office/2018/10/relationships/comments" Target="../comments/modernComment_183_5DD0376.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5.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5.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9.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5.png"/><Relationship Id="rId7" Type="http://schemas.openxmlformats.org/officeDocument/2006/relationships/image" Target="../media/image76.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9.png"/><Relationship Id="rId4" Type="http://schemas.openxmlformats.org/officeDocument/2006/relationships/image" Target="../media/image5.png"/><Relationship Id="rId9" Type="http://schemas.openxmlformats.org/officeDocument/2006/relationships/image" Target="../media/image8.png"/></Relationships>
</file>

<file path=ppt/slides/_rels/slide17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5.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5.jpg"/><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9.png"/><Relationship Id="rId7" Type="http://schemas.openxmlformats.org/officeDocument/2006/relationships/image" Target="../media/image23.png"/><Relationship Id="rId12" Type="http://schemas.openxmlformats.org/officeDocument/2006/relationships/image" Target="../media/image8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5.png"/><Relationship Id="rId11" Type="http://schemas.openxmlformats.org/officeDocument/2006/relationships/image" Target="../media/image82.png"/><Relationship Id="rId5" Type="http://schemas.openxmlformats.org/officeDocument/2006/relationships/image" Target="../media/image32.png"/><Relationship Id="rId10" Type="http://schemas.openxmlformats.org/officeDocument/2006/relationships/image" Target="../media/image48.png"/><Relationship Id="rId4" Type="http://schemas.openxmlformats.org/officeDocument/2006/relationships/image" Target="../media/image80.png"/><Relationship Id="rId9" Type="http://schemas.openxmlformats.org/officeDocument/2006/relationships/image" Target="../media/image38.png"/></Relationships>
</file>

<file path=ppt/slides/_rels/slide180.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38.png"/><Relationship Id="rId7" Type="http://schemas.openxmlformats.org/officeDocument/2006/relationships/image" Target="../media/image84.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37.png"/><Relationship Id="rId4" Type="http://schemas.openxmlformats.org/officeDocument/2006/relationships/image" Target="../media/image23.png"/><Relationship Id="rId9" Type="http://schemas.microsoft.com/office/2007/relationships/hdphoto" Target="../media/hdphoto10.wdp"/></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83.png"/><Relationship Id="rId4" Type="http://schemas.openxmlformats.org/officeDocument/2006/relationships/image" Target="../media/image32.png"/></Relationships>
</file>

<file path=ppt/slides/_rels/slide18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83.png"/><Relationship Id="rId4" Type="http://schemas.openxmlformats.org/officeDocument/2006/relationships/image" Target="../media/image32.png"/></Relationships>
</file>

<file path=ppt/slides/_rels/slide187.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83.png"/><Relationship Id="rId4" Type="http://schemas.openxmlformats.org/officeDocument/2006/relationships/image" Target="../media/image32.png"/></Relationships>
</file>

<file path=ppt/slides/_rels/slide188.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83.png"/><Relationship Id="rId4" Type="http://schemas.openxmlformats.org/officeDocument/2006/relationships/image" Target="../media/image32.png"/></Relationships>
</file>

<file path=ppt/slides/_rels/slide189.xml.rels><?xml version="1.0" encoding="UTF-8" standalone="yes"?>
<Relationships xmlns="http://schemas.openxmlformats.org/package/2006/relationships"><Relationship Id="rId8" Type="http://schemas.openxmlformats.org/officeDocument/2006/relationships/image" Target="../media/image92.png"/><Relationship Id="rId13" Type="http://schemas.openxmlformats.org/officeDocument/2006/relationships/image" Target="../media/image95.png"/><Relationship Id="rId3" Type="http://schemas.openxmlformats.org/officeDocument/2006/relationships/image" Target="../media/image87.png"/><Relationship Id="rId7" Type="http://schemas.openxmlformats.org/officeDocument/2006/relationships/image" Target="../media/image91.png"/><Relationship Id="rId12" Type="http://schemas.openxmlformats.org/officeDocument/2006/relationships/image" Target="../media/image32.png"/><Relationship Id="rId2" Type="http://schemas.openxmlformats.org/officeDocument/2006/relationships/image" Target="../media/image86.png"/><Relationship Id="rId16" Type="http://schemas.microsoft.com/office/2007/relationships/hdphoto" Target="../media/hdphoto11.wdp"/><Relationship Id="rId1" Type="http://schemas.openxmlformats.org/officeDocument/2006/relationships/slideLayout" Target="../slideLayouts/slideLayout1.xml"/><Relationship Id="rId6" Type="http://schemas.openxmlformats.org/officeDocument/2006/relationships/image" Target="../media/image90.png"/><Relationship Id="rId11" Type="http://schemas.openxmlformats.org/officeDocument/2006/relationships/image" Target="../media/image94.png"/><Relationship Id="rId5" Type="http://schemas.openxmlformats.org/officeDocument/2006/relationships/image" Target="../media/image89.png"/><Relationship Id="rId15" Type="http://schemas.openxmlformats.org/officeDocument/2006/relationships/image" Target="../media/image97.png"/><Relationship Id="rId10" Type="http://schemas.openxmlformats.org/officeDocument/2006/relationships/image" Target="../media/image93.png"/><Relationship Id="rId4" Type="http://schemas.openxmlformats.org/officeDocument/2006/relationships/image" Target="../media/image88.png"/><Relationship Id="rId9" Type="http://schemas.openxmlformats.org/officeDocument/2006/relationships/image" Target="../media/image38.png"/><Relationship Id="rId14" Type="http://schemas.openxmlformats.org/officeDocument/2006/relationships/image" Target="../media/image96.png"/></Relationships>
</file>

<file path=ppt/slides/_rels/slide19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88.png"/><Relationship Id="rId7" Type="http://schemas.openxmlformats.org/officeDocument/2006/relationships/image" Target="../media/image92.png"/><Relationship Id="rId2" Type="http://schemas.openxmlformats.org/officeDocument/2006/relationships/image" Target="../media/image86.png"/><Relationship Id="rId1" Type="http://schemas.openxmlformats.org/officeDocument/2006/relationships/slideLayout" Target="../slideLayouts/slideLayout1.xml"/><Relationship Id="rId6" Type="http://schemas.openxmlformats.org/officeDocument/2006/relationships/image" Target="../media/image91.png"/><Relationship Id="rId11" Type="http://schemas.openxmlformats.org/officeDocument/2006/relationships/image" Target="../media/image95.png"/><Relationship Id="rId5" Type="http://schemas.openxmlformats.org/officeDocument/2006/relationships/image" Target="../media/image90.png"/><Relationship Id="rId10" Type="http://schemas.openxmlformats.org/officeDocument/2006/relationships/image" Target="../media/image32.png"/><Relationship Id="rId4" Type="http://schemas.openxmlformats.org/officeDocument/2006/relationships/image" Target="../media/image89.png"/><Relationship Id="rId9" Type="http://schemas.openxmlformats.org/officeDocument/2006/relationships/image" Target="../media/image93.png"/></Relationships>
</file>

<file path=ppt/slides/_rels/slide193.xml.rels><?xml version="1.0" encoding="UTF-8" standalone="yes"?>
<Relationships xmlns="http://schemas.openxmlformats.org/package/2006/relationships"><Relationship Id="rId3" Type="http://schemas.microsoft.com/office/2007/relationships/hdphoto" Target="../media/hdphoto11.wdp"/><Relationship Id="rId2" Type="http://schemas.openxmlformats.org/officeDocument/2006/relationships/image" Target="../media/image97.png"/><Relationship Id="rId1" Type="http://schemas.openxmlformats.org/officeDocument/2006/relationships/slideLayout" Target="../slideLayouts/slideLayout1.xml"/><Relationship Id="rId4" Type="http://schemas.openxmlformats.org/officeDocument/2006/relationships/image" Target="../media/image95.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98.png"/></Relationships>
</file>

<file path=ppt/slides/_rels/slide19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8.png"/><Relationship Id="rId4" Type="http://schemas.openxmlformats.org/officeDocument/2006/relationships/image" Target="../media/image92.png"/></Relationships>
</file>

<file path=ppt/slides/_rels/slide199.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83.png"/><Relationship Id="rId7"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7.png"/><Relationship Id="rId4" Type="http://schemas.openxmlformats.org/officeDocument/2006/relationships/image" Target="../media/image38.png"/></Relationships>
</file>

<file path=ppt/slides/_rels/slide20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37.png"/><Relationship Id="rId4" Type="http://schemas.openxmlformats.org/officeDocument/2006/relationships/image" Target="../media/image38.png"/></Relationships>
</file>

<file path=ppt/slides/_rels/slide20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9.png"/></Relationships>
</file>

<file path=ppt/slides/_rels/slide203.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49.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48.png"/></Relationships>
</file>

<file path=ppt/slides/_rels/slide20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3.png"/><Relationship Id="rId4" Type="http://schemas.openxmlformats.org/officeDocument/2006/relationships/image" Target="../media/image38.png"/></Relationships>
</file>

<file path=ppt/slides/_rels/slide20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49.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48.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33.png"/></Relationships>
</file>

<file path=ppt/slides/_rels/slide2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3.png"/><Relationship Id="rId1" Type="http://schemas.openxmlformats.org/officeDocument/2006/relationships/slideLayout" Target="../slideLayouts/slideLayout1.xml"/><Relationship Id="rId4" Type="http://schemas.openxmlformats.org/officeDocument/2006/relationships/image" Target="../media/image100.png"/></Relationships>
</file>

<file path=ppt/slides/_rels/slide2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8" Type="http://schemas.openxmlformats.org/officeDocument/2006/relationships/image" Target="../media/image104.svg"/><Relationship Id="rId13" Type="http://schemas.openxmlformats.org/officeDocument/2006/relationships/image" Target="../media/image85.png"/><Relationship Id="rId3" Type="http://schemas.openxmlformats.org/officeDocument/2006/relationships/image" Target="../media/image102.png"/><Relationship Id="rId7" Type="http://schemas.microsoft.com/office/2007/relationships/hdphoto" Target="../media/hdphoto12.wdp"/><Relationship Id="rId12" Type="http://schemas.openxmlformats.org/officeDocument/2006/relationships/image" Target="../media/image84.png"/><Relationship Id="rId2" Type="http://schemas.openxmlformats.org/officeDocument/2006/relationships/image" Target="../media/image101.png"/><Relationship Id="rId1" Type="http://schemas.openxmlformats.org/officeDocument/2006/relationships/slideLayout" Target="../slideLayouts/slideLayout1.xml"/><Relationship Id="rId6" Type="http://schemas.openxmlformats.org/officeDocument/2006/relationships/image" Target="../media/image103.png"/><Relationship Id="rId11" Type="http://schemas.openxmlformats.org/officeDocument/2006/relationships/image" Target="../media/image19.png"/><Relationship Id="rId5" Type="http://schemas.openxmlformats.org/officeDocument/2006/relationships/image" Target="../media/image37.png"/><Relationship Id="rId10" Type="http://schemas.openxmlformats.org/officeDocument/2006/relationships/image" Target="../media/image23.png"/><Relationship Id="rId4" Type="http://schemas.openxmlformats.org/officeDocument/2006/relationships/image" Target="../media/image39.png"/><Relationship Id="rId9" Type="http://schemas.openxmlformats.org/officeDocument/2006/relationships/image" Target="../media/image38.png"/><Relationship Id="rId14" Type="http://schemas.microsoft.com/office/2007/relationships/hdphoto" Target="../media/hdphoto10.wdp"/></Relationships>
</file>

<file path=ppt/slides/_rels/slide21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4.xml.rels><?xml version="1.0" encoding="UTF-8" standalone="yes"?>
<Relationships xmlns="http://schemas.openxmlformats.org/package/2006/relationships"><Relationship Id="rId3" Type="http://schemas.openxmlformats.org/officeDocument/2006/relationships/image" Target="../media/image48.png"/><Relationship Id="rId7" Type="http://schemas.openxmlformats.org/officeDocument/2006/relationships/image" Target="../media/image49.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47.png"/></Relationships>
</file>

<file path=ppt/slides/_rels/slide2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22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22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8.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105.png"/><Relationship Id="rId4" Type="http://schemas.microsoft.com/office/2007/relationships/hdphoto" Target="../media/hdphoto13.wdp"/></Relationships>
</file>

<file path=ppt/slides/_rels/slide229.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3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108.png"/><Relationship Id="rId4" Type="http://schemas.openxmlformats.org/officeDocument/2006/relationships/image" Target="../media/image107.png"/></Relationships>
</file>

<file path=ppt/slides/_rels/slide232.xml.rels><?xml version="1.0" encoding="UTF-8" standalone="yes"?>
<Relationships xmlns="http://schemas.openxmlformats.org/package/2006/relationships"><Relationship Id="rId8" Type="http://schemas.openxmlformats.org/officeDocument/2006/relationships/image" Target="../media/image113.png"/><Relationship Id="rId3" Type="http://schemas.openxmlformats.org/officeDocument/2006/relationships/image" Target="../media/image109.png"/><Relationship Id="rId7" Type="http://schemas.openxmlformats.org/officeDocument/2006/relationships/image" Target="../media/image11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11.png"/><Relationship Id="rId5" Type="http://schemas.microsoft.com/office/2007/relationships/hdphoto" Target="../media/hdphoto14.wdp"/><Relationship Id="rId4" Type="http://schemas.openxmlformats.org/officeDocument/2006/relationships/image" Target="../media/image110.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115.png"/><Relationship Id="rId4" Type="http://schemas.openxmlformats.org/officeDocument/2006/relationships/image" Target="../media/image114.png"/></Relationships>
</file>

<file path=ppt/slides/_rels/slide243.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115.png"/><Relationship Id="rId4" Type="http://schemas.openxmlformats.org/officeDocument/2006/relationships/image" Target="../media/image114.png"/></Relationships>
</file>

<file path=ppt/slides/_rels/slide244.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image" Target="../media/image79.png"/><Relationship Id="rId7" Type="http://schemas.openxmlformats.org/officeDocument/2006/relationships/image" Target="../media/image119.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18.png"/><Relationship Id="rId5" Type="http://schemas.openxmlformats.org/officeDocument/2006/relationships/image" Target="../media/image117.png"/><Relationship Id="rId10" Type="http://schemas.openxmlformats.org/officeDocument/2006/relationships/image" Target="../media/image102.png"/><Relationship Id="rId4" Type="http://schemas.openxmlformats.org/officeDocument/2006/relationships/image" Target="../media/image116.png"/><Relationship Id="rId9" Type="http://schemas.microsoft.com/office/2007/relationships/hdphoto" Target="../media/hdphoto15.wdp"/></Relationships>
</file>

<file path=ppt/slides/_rels/slide245.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80.png"/><Relationship Id="rId7" Type="http://schemas.openxmlformats.org/officeDocument/2006/relationships/image" Target="../media/image81.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23.png"/><Relationship Id="rId11" Type="http://schemas.openxmlformats.org/officeDocument/2006/relationships/image" Target="../media/image83.png"/><Relationship Id="rId5" Type="http://schemas.openxmlformats.org/officeDocument/2006/relationships/image" Target="../media/image45.png"/><Relationship Id="rId10" Type="http://schemas.openxmlformats.org/officeDocument/2006/relationships/image" Target="../media/image82.png"/><Relationship Id="rId4" Type="http://schemas.openxmlformats.org/officeDocument/2006/relationships/image" Target="../media/image32.png"/><Relationship Id="rId9" Type="http://schemas.openxmlformats.org/officeDocument/2006/relationships/image" Target="../media/image48.png"/></Relationships>
</file>

<file path=ppt/slides/_rels/slide246.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79.png"/><Relationship Id="rId7" Type="http://schemas.openxmlformats.org/officeDocument/2006/relationships/image" Target="../media/image81.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23.png"/><Relationship Id="rId11" Type="http://schemas.openxmlformats.org/officeDocument/2006/relationships/image" Target="../media/image83.png"/><Relationship Id="rId5" Type="http://schemas.openxmlformats.org/officeDocument/2006/relationships/image" Target="../media/image45.png"/><Relationship Id="rId10" Type="http://schemas.openxmlformats.org/officeDocument/2006/relationships/image" Target="../media/image82.png"/><Relationship Id="rId4" Type="http://schemas.openxmlformats.org/officeDocument/2006/relationships/image" Target="../media/image32.png"/><Relationship Id="rId9" Type="http://schemas.openxmlformats.org/officeDocument/2006/relationships/image" Target="../media/image48.png"/></Relationships>
</file>

<file path=ppt/slides/_rels/slide247.xml.rels><?xml version="1.0" encoding="UTF-8" standalone="yes"?>
<Relationships xmlns="http://schemas.openxmlformats.org/package/2006/relationships"><Relationship Id="rId3" Type="http://schemas.openxmlformats.org/officeDocument/2006/relationships/image" Target="../media/image79.png"/><Relationship Id="rId7" Type="http://schemas.openxmlformats.org/officeDocument/2006/relationships/image" Target="../media/image21.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01.png"/><Relationship Id="rId5" Type="http://schemas.openxmlformats.org/officeDocument/2006/relationships/image" Target="../media/image92.png"/><Relationship Id="rId4" Type="http://schemas.openxmlformats.org/officeDocument/2006/relationships/image" Target="../media/image83.png"/></Relationships>
</file>

<file path=ppt/slides/_rels/slide248.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101.png"/><Relationship Id="rId4" Type="http://schemas.openxmlformats.org/officeDocument/2006/relationships/image" Target="../media/image92.png"/></Relationships>
</file>

<file path=ppt/slides/_rels/slide249.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101.png"/><Relationship Id="rId5" Type="http://schemas.openxmlformats.org/officeDocument/2006/relationships/image" Target="../media/image92.png"/><Relationship Id="rId4" Type="http://schemas.openxmlformats.org/officeDocument/2006/relationships/image" Target="../media/image83.png"/></Relationships>
</file>

<file path=ppt/slides/_rels/slide250.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01.png"/><Relationship Id="rId5" Type="http://schemas.openxmlformats.org/officeDocument/2006/relationships/image" Target="../media/image92.png"/><Relationship Id="rId4" Type="http://schemas.openxmlformats.org/officeDocument/2006/relationships/image" Target="../media/image83.png"/></Relationships>
</file>

<file path=ppt/slides/_rels/slide251.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79.png"/><Relationship Id="rId7" Type="http://schemas.openxmlformats.org/officeDocument/2006/relationships/image" Target="../media/image13.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83.png"/><Relationship Id="rId5" Type="http://schemas.openxmlformats.org/officeDocument/2006/relationships/image" Target="../media/image101.png"/><Relationship Id="rId4" Type="http://schemas.openxmlformats.org/officeDocument/2006/relationships/image" Target="../media/image92.png"/><Relationship Id="rId9" Type="http://schemas.microsoft.com/office/2007/relationships/hdphoto" Target="../media/hdphoto16.wdp"/></Relationships>
</file>

<file path=ppt/slides/_rels/slide25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83.png"/><Relationship Id="rId5" Type="http://schemas.openxmlformats.org/officeDocument/2006/relationships/image" Target="../media/image32.png"/><Relationship Id="rId4" Type="http://schemas.openxmlformats.org/officeDocument/2006/relationships/image" Target="../media/image81.png"/></Relationships>
</file>

<file path=ppt/slides/_rels/slide25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9.png"/><Relationship Id="rId7" Type="http://schemas.openxmlformats.org/officeDocument/2006/relationships/image" Target="../media/image48.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18.png"/><Relationship Id="rId11" Type="http://schemas.openxmlformats.org/officeDocument/2006/relationships/image" Target="../media/image21.png"/><Relationship Id="rId5" Type="http://schemas.openxmlformats.org/officeDocument/2006/relationships/image" Target="../media/image13.png"/><Relationship Id="rId10" Type="http://schemas.openxmlformats.org/officeDocument/2006/relationships/image" Target="../media/image101.png"/><Relationship Id="rId4" Type="http://schemas.openxmlformats.org/officeDocument/2006/relationships/image" Target="../media/image83.png"/><Relationship Id="rId9" Type="http://schemas.openxmlformats.org/officeDocument/2006/relationships/image" Target="../media/image82.png"/></Relationships>
</file>

<file path=ppt/slides/_rels/slide254.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9.png"/><Relationship Id="rId7" Type="http://schemas.openxmlformats.org/officeDocument/2006/relationships/image" Target="../media/image48.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18.png"/><Relationship Id="rId5" Type="http://schemas.openxmlformats.org/officeDocument/2006/relationships/image" Target="../media/image13.png"/><Relationship Id="rId10" Type="http://schemas.openxmlformats.org/officeDocument/2006/relationships/image" Target="../media/image101.png"/><Relationship Id="rId4" Type="http://schemas.openxmlformats.org/officeDocument/2006/relationships/image" Target="../media/image83.png"/><Relationship Id="rId9" Type="http://schemas.openxmlformats.org/officeDocument/2006/relationships/image" Target="../media/image82.png"/></Relationships>
</file>

<file path=ppt/slides/_rels/slide255.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9.png"/><Relationship Id="rId7" Type="http://schemas.openxmlformats.org/officeDocument/2006/relationships/image" Target="../media/image48.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118.png"/><Relationship Id="rId5" Type="http://schemas.openxmlformats.org/officeDocument/2006/relationships/image" Target="../media/image13.png"/><Relationship Id="rId10" Type="http://schemas.openxmlformats.org/officeDocument/2006/relationships/image" Target="../media/image101.png"/><Relationship Id="rId4" Type="http://schemas.openxmlformats.org/officeDocument/2006/relationships/image" Target="../media/image83.png"/><Relationship Id="rId9" Type="http://schemas.openxmlformats.org/officeDocument/2006/relationships/image" Target="../media/image82.png"/></Relationships>
</file>

<file path=ppt/slides/_rels/slide256.xml.rels><?xml version="1.0" encoding="UTF-8" standalone="yes"?>
<Relationships xmlns="http://schemas.openxmlformats.org/package/2006/relationships"><Relationship Id="rId8" Type="http://schemas.openxmlformats.org/officeDocument/2006/relationships/image" Target="../media/image81.png"/><Relationship Id="rId13" Type="http://schemas.microsoft.com/office/2007/relationships/hdphoto" Target="../media/hdphoto16.wdp"/><Relationship Id="rId3" Type="http://schemas.openxmlformats.org/officeDocument/2006/relationships/image" Target="../media/image79.png"/><Relationship Id="rId7" Type="http://schemas.openxmlformats.org/officeDocument/2006/relationships/image" Target="../media/image48.png"/><Relationship Id="rId12" Type="http://schemas.openxmlformats.org/officeDocument/2006/relationships/image" Target="../media/image121.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118.png"/><Relationship Id="rId11" Type="http://schemas.openxmlformats.org/officeDocument/2006/relationships/image" Target="../media/image92.png"/><Relationship Id="rId5" Type="http://schemas.openxmlformats.org/officeDocument/2006/relationships/image" Target="../media/image13.png"/><Relationship Id="rId10" Type="http://schemas.openxmlformats.org/officeDocument/2006/relationships/image" Target="../media/image101.png"/><Relationship Id="rId4" Type="http://schemas.openxmlformats.org/officeDocument/2006/relationships/image" Target="../media/image83.png"/><Relationship Id="rId9" Type="http://schemas.openxmlformats.org/officeDocument/2006/relationships/image" Target="../media/image82.png"/></Relationships>
</file>

<file path=ppt/slides/_rels/slide257.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9.png"/><Relationship Id="rId7" Type="http://schemas.openxmlformats.org/officeDocument/2006/relationships/image" Target="../media/image48.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118.png"/><Relationship Id="rId5" Type="http://schemas.openxmlformats.org/officeDocument/2006/relationships/image" Target="../media/image13.png"/><Relationship Id="rId4" Type="http://schemas.openxmlformats.org/officeDocument/2006/relationships/image" Target="../media/image83.png"/><Relationship Id="rId9" Type="http://schemas.openxmlformats.org/officeDocument/2006/relationships/image" Target="../media/image82.png"/></Relationships>
</file>

<file path=ppt/slides/_rels/slide25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3.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83.png"/></Relationships>
</file>

<file path=ppt/slides/_rels/slide259.xml.rels><?xml version="1.0" encoding="UTF-8" standalone="yes"?>
<Relationships xmlns="http://schemas.openxmlformats.org/package/2006/relationships"><Relationship Id="rId8" Type="http://schemas.microsoft.com/office/2007/relationships/hdphoto" Target="../media/hdphoto16.wdp"/><Relationship Id="rId3" Type="http://schemas.openxmlformats.org/officeDocument/2006/relationships/image" Target="../media/image79.png"/><Relationship Id="rId7" Type="http://schemas.openxmlformats.org/officeDocument/2006/relationships/image" Target="../media/image121.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92.png"/><Relationship Id="rId5" Type="http://schemas.openxmlformats.org/officeDocument/2006/relationships/image" Target="../media/image13.png"/><Relationship Id="rId4" Type="http://schemas.openxmlformats.org/officeDocument/2006/relationships/image" Target="../media/image83.png"/></Relationships>
</file>

<file path=ppt/slides/_rels/slide260.xml.rels><?xml version="1.0" encoding="UTF-8" standalone="yes"?>
<Relationships xmlns="http://schemas.openxmlformats.org/package/2006/relationships"><Relationship Id="rId8" Type="http://schemas.openxmlformats.org/officeDocument/2006/relationships/image" Target="../media/image90.png"/><Relationship Id="rId13" Type="http://schemas.openxmlformats.org/officeDocument/2006/relationships/image" Target="../media/image32.png"/><Relationship Id="rId3" Type="http://schemas.openxmlformats.org/officeDocument/2006/relationships/image" Target="../media/image122.png"/><Relationship Id="rId7" Type="http://schemas.openxmlformats.org/officeDocument/2006/relationships/image" Target="../media/image89.png"/><Relationship Id="rId12" Type="http://schemas.openxmlformats.org/officeDocument/2006/relationships/image" Target="../media/image93.png"/><Relationship Id="rId2" Type="http://schemas.openxmlformats.org/officeDocument/2006/relationships/image" Target="../media/image81.png"/><Relationship Id="rId1" Type="http://schemas.openxmlformats.org/officeDocument/2006/relationships/slideLayout" Target="../slideLayouts/slideLayout1.xml"/><Relationship Id="rId6" Type="http://schemas.openxmlformats.org/officeDocument/2006/relationships/image" Target="../media/image88.png"/><Relationship Id="rId11" Type="http://schemas.openxmlformats.org/officeDocument/2006/relationships/image" Target="../media/image38.png"/><Relationship Id="rId5" Type="http://schemas.openxmlformats.org/officeDocument/2006/relationships/image" Target="../media/image86.png"/><Relationship Id="rId10" Type="http://schemas.openxmlformats.org/officeDocument/2006/relationships/image" Target="../media/image92.png"/><Relationship Id="rId4" Type="http://schemas.microsoft.com/office/2007/relationships/hdphoto" Target="../media/hdphoto17.wdp"/><Relationship Id="rId9" Type="http://schemas.openxmlformats.org/officeDocument/2006/relationships/image" Target="../media/image91.png"/><Relationship Id="rId14" Type="http://schemas.openxmlformats.org/officeDocument/2006/relationships/image" Target="../media/image95.png"/></Relationships>
</file>

<file path=ppt/slides/_rels/slide261.xml.rels><?xml version="1.0" encoding="UTF-8" standalone="yes"?>
<Relationships xmlns="http://schemas.openxmlformats.org/package/2006/relationships"><Relationship Id="rId8" Type="http://schemas.openxmlformats.org/officeDocument/2006/relationships/image" Target="../media/image126.png"/><Relationship Id="rId13" Type="http://schemas.microsoft.com/office/2007/relationships/hdphoto" Target="../media/hdphoto12.wdp"/><Relationship Id="rId3" Type="http://schemas.openxmlformats.org/officeDocument/2006/relationships/image" Target="../media/image101.png"/><Relationship Id="rId7" Type="http://schemas.openxmlformats.org/officeDocument/2006/relationships/image" Target="../media/image125.png"/><Relationship Id="rId12" Type="http://schemas.openxmlformats.org/officeDocument/2006/relationships/image" Target="../media/image103.png"/><Relationship Id="rId2" Type="http://schemas.openxmlformats.org/officeDocument/2006/relationships/image" Target="../media/image123.png"/><Relationship Id="rId1" Type="http://schemas.openxmlformats.org/officeDocument/2006/relationships/slideLayout" Target="../slideLayouts/slideLayout1.xml"/><Relationship Id="rId6" Type="http://schemas.openxmlformats.org/officeDocument/2006/relationships/image" Target="../media/image124.png"/><Relationship Id="rId11" Type="http://schemas.openxmlformats.org/officeDocument/2006/relationships/image" Target="../media/image37.png"/><Relationship Id="rId5" Type="http://schemas.openxmlformats.org/officeDocument/2006/relationships/image" Target="../media/image38.png"/><Relationship Id="rId10" Type="http://schemas.openxmlformats.org/officeDocument/2006/relationships/image" Target="../media/image39.png"/><Relationship Id="rId4" Type="http://schemas.openxmlformats.org/officeDocument/2006/relationships/image" Target="../media/image102.png"/><Relationship Id="rId9" Type="http://schemas.microsoft.com/office/2007/relationships/hdphoto" Target="../media/hdphoto18.wdp"/></Relationships>
</file>

<file path=ppt/slides/_rels/slide262.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101.png"/><Relationship Id="rId7" Type="http://schemas.openxmlformats.org/officeDocument/2006/relationships/image" Target="../media/image39.png"/><Relationship Id="rId2" Type="http://schemas.openxmlformats.org/officeDocument/2006/relationships/image" Target="../media/image123.png"/><Relationship Id="rId1" Type="http://schemas.openxmlformats.org/officeDocument/2006/relationships/slideLayout" Target="../slideLayouts/slideLayout1.xml"/><Relationship Id="rId6" Type="http://schemas.openxmlformats.org/officeDocument/2006/relationships/image" Target="../media/image128.png"/><Relationship Id="rId5" Type="http://schemas.openxmlformats.org/officeDocument/2006/relationships/image" Target="../media/image127.png"/><Relationship Id="rId10" Type="http://schemas.microsoft.com/office/2007/relationships/hdphoto" Target="../media/hdphoto12.wdp"/><Relationship Id="rId4" Type="http://schemas.openxmlformats.org/officeDocument/2006/relationships/image" Target="../media/image102.png"/><Relationship Id="rId9" Type="http://schemas.openxmlformats.org/officeDocument/2006/relationships/image" Target="../media/image103.png"/></Relationships>
</file>

<file path=ppt/slides/_rels/slide263.xml.rels><?xml version="1.0" encoding="UTF-8" standalone="yes"?>
<Relationships xmlns="http://schemas.openxmlformats.org/package/2006/relationships"><Relationship Id="rId8" Type="http://schemas.openxmlformats.org/officeDocument/2006/relationships/image" Target="../media/image117.png"/><Relationship Id="rId13" Type="http://schemas.openxmlformats.org/officeDocument/2006/relationships/image" Target="../media/image101.png"/><Relationship Id="rId3" Type="http://schemas.openxmlformats.org/officeDocument/2006/relationships/image" Target="../media/image123.png"/><Relationship Id="rId7" Type="http://schemas.openxmlformats.org/officeDocument/2006/relationships/image" Target="../media/image130.svg"/><Relationship Id="rId12" Type="http://schemas.microsoft.com/office/2007/relationships/hdphoto" Target="../media/hdphoto12.wdp"/><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microsoft.com/office/2007/relationships/hdphoto" Target="../media/hdphoto19.wdp"/><Relationship Id="rId11" Type="http://schemas.openxmlformats.org/officeDocument/2006/relationships/image" Target="../media/image103.png"/><Relationship Id="rId5" Type="http://schemas.openxmlformats.org/officeDocument/2006/relationships/image" Target="../media/image129.png"/><Relationship Id="rId10" Type="http://schemas.openxmlformats.org/officeDocument/2006/relationships/image" Target="../media/image37.png"/><Relationship Id="rId4" Type="http://schemas.openxmlformats.org/officeDocument/2006/relationships/image" Target="../media/image102.png"/><Relationship Id="rId9" Type="http://schemas.openxmlformats.org/officeDocument/2006/relationships/image" Target="../media/image39.png"/></Relationships>
</file>

<file path=ppt/slides/_rels/slide264.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265.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266.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E4FD5-51F4-B44B-FC29-3EA81A2F2985}"/>
            </a:ext>
          </a:extLst>
        </p:cNvPr>
        <p:cNvGrpSpPr/>
        <p:nvPr/>
      </p:nvGrpSpPr>
      <p:grpSpPr>
        <a:xfrm>
          <a:off x="0" y="0"/>
          <a:ext cx="0" cy="0"/>
          <a:chOff x="0" y="0"/>
          <a:chExt cx="0" cy="0"/>
        </a:xfrm>
      </p:grpSpPr>
      <p:sp>
        <p:nvSpPr>
          <p:cNvPr id="2" name="楕円 1">
            <a:extLst>
              <a:ext uri="{FF2B5EF4-FFF2-40B4-BE49-F238E27FC236}">
                <a16:creationId xmlns:a16="http://schemas.microsoft.com/office/drawing/2014/main" id="{FC022181-00BE-AA58-0580-A3FF59C76406}"/>
              </a:ext>
            </a:extLst>
          </p:cNvPr>
          <p:cNvSpPr/>
          <p:nvPr/>
        </p:nvSpPr>
        <p:spPr>
          <a:xfrm>
            <a:off x="5042317" y="575398"/>
            <a:ext cx="2107366" cy="210736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技</a:t>
            </a:r>
          </a:p>
        </p:txBody>
      </p:sp>
      <p:sp>
        <p:nvSpPr>
          <p:cNvPr id="3" name="楕円 2">
            <a:extLst>
              <a:ext uri="{FF2B5EF4-FFF2-40B4-BE49-F238E27FC236}">
                <a16:creationId xmlns:a16="http://schemas.microsoft.com/office/drawing/2014/main" id="{3C949AE5-8D29-253E-6C93-A39552A24257}"/>
              </a:ext>
            </a:extLst>
          </p:cNvPr>
          <p:cNvSpPr/>
          <p:nvPr/>
        </p:nvSpPr>
        <p:spPr>
          <a:xfrm>
            <a:off x="2810691" y="3809476"/>
            <a:ext cx="2107366" cy="210736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剛</a:t>
            </a:r>
          </a:p>
        </p:txBody>
      </p:sp>
      <p:sp>
        <p:nvSpPr>
          <p:cNvPr id="4" name="楕円 3">
            <a:extLst>
              <a:ext uri="{FF2B5EF4-FFF2-40B4-BE49-F238E27FC236}">
                <a16:creationId xmlns:a16="http://schemas.microsoft.com/office/drawing/2014/main" id="{72EEAEFE-57F1-87FD-6534-400582102804}"/>
              </a:ext>
            </a:extLst>
          </p:cNvPr>
          <p:cNvSpPr/>
          <p:nvPr/>
        </p:nvSpPr>
        <p:spPr>
          <a:xfrm>
            <a:off x="7273943" y="3809476"/>
            <a:ext cx="2107366" cy="2107366"/>
          </a:xfrm>
          <a:prstGeom prst="ellipse">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速</a:t>
            </a:r>
          </a:p>
        </p:txBody>
      </p:sp>
      <p:grpSp>
        <p:nvGrpSpPr>
          <p:cNvPr id="10" name="グループ化 9">
            <a:extLst>
              <a:ext uri="{FF2B5EF4-FFF2-40B4-BE49-F238E27FC236}">
                <a16:creationId xmlns:a16="http://schemas.microsoft.com/office/drawing/2014/main" id="{EAB1656C-933E-B050-0503-18DEF57FD7D9}"/>
              </a:ext>
            </a:extLst>
          </p:cNvPr>
          <p:cNvGrpSpPr/>
          <p:nvPr/>
        </p:nvGrpSpPr>
        <p:grpSpPr>
          <a:xfrm rot="3958696" flipH="1">
            <a:off x="4351912" y="2085077"/>
            <a:ext cx="1186181" cy="2262546"/>
            <a:chOff x="4481651" y="2181227"/>
            <a:chExt cx="1186181" cy="2262546"/>
          </a:xfrm>
        </p:grpSpPr>
        <p:sp>
          <p:nvSpPr>
            <p:cNvPr id="8" name="矢印: 右 7">
              <a:extLst>
                <a:ext uri="{FF2B5EF4-FFF2-40B4-BE49-F238E27FC236}">
                  <a16:creationId xmlns:a16="http://schemas.microsoft.com/office/drawing/2014/main" id="{FAE1B166-1D15-C217-6A02-4680E5F10707}"/>
                </a:ext>
              </a:extLst>
            </p:cNvPr>
            <p:cNvSpPr/>
            <p:nvPr/>
          </p:nvSpPr>
          <p:spPr>
            <a:xfrm rot="18104436">
              <a:off x="3841185" y="2821693"/>
              <a:ext cx="1765563" cy="484632"/>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117D10BE-6BE1-0FD8-5754-FC8754B3F84B}"/>
                </a:ext>
              </a:extLst>
            </p:cNvPr>
            <p:cNvSpPr/>
            <p:nvPr/>
          </p:nvSpPr>
          <p:spPr>
            <a:xfrm rot="18104436" flipH="1" flipV="1">
              <a:off x="4542734" y="3318676"/>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grpSp>
        <p:nvGrpSpPr>
          <p:cNvPr id="17" name="グループ化 16">
            <a:extLst>
              <a:ext uri="{FF2B5EF4-FFF2-40B4-BE49-F238E27FC236}">
                <a16:creationId xmlns:a16="http://schemas.microsoft.com/office/drawing/2014/main" id="{802F3C1B-E275-BDCB-1217-5272F3C8AE27}"/>
              </a:ext>
            </a:extLst>
          </p:cNvPr>
          <p:cNvGrpSpPr/>
          <p:nvPr/>
        </p:nvGrpSpPr>
        <p:grpSpPr>
          <a:xfrm flipH="1">
            <a:off x="6732658" y="2071192"/>
            <a:ext cx="1186181" cy="2262546"/>
            <a:chOff x="4481651" y="2181227"/>
            <a:chExt cx="1186181" cy="2262546"/>
          </a:xfrm>
        </p:grpSpPr>
        <p:sp>
          <p:nvSpPr>
            <p:cNvPr id="18" name="矢印: 右 17">
              <a:extLst>
                <a:ext uri="{FF2B5EF4-FFF2-40B4-BE49-F238E27FC236}">
                  <a16:creationId xmlns:a16="http://schemas.microsoft.com/office/drawing/2014/main" id="{28C433F9-93B7-1DF8-8240-403C0FC694F1}"/>
                </a:ext>
              </a:extLst>
            </p:cNvPr>
            <p:cNvSpPr/>
            <p:nvPr/>
          </p:nvSpPr>
          <p:spPr>
            <a:xfrm rot="18104436">
              <a:off x="3841185" y="2821693"/>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9" name="矢印: 右 18">
              <a:extLst>
                <a:ext uri="{FF2B5EF4-FFF2-40B4-BE49-F238E27FC236}">
                  <a16:creationId xmlns:a16="http://schemas.microsoft.com/office/drawing/2014/main" id="{847915A5-A1E2-6FA2-631E-E0320D07B719}"/>
                </a:ext>
              </a:extLst>
            </p:cNvPr>
            <p:cNvSpPr/>
            <p:nvPr/>
          </p:nvSpPr>
          <p:spPr>
            <a:xfrm rot="18104436" flipH="1" flipV="1">
              <a:off x="4542734" y="3318676"/>
              <a:ext cx="1765563" cy="484632"/>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grpSp>
        <p:nvGrpSpPr>
          <p:cNvPr id="20" name="グループ化 19">
            <a:extLst>
              <a:ext uri="{FF2B5EF4-FFF2-40B4-BE49-F238E27FC236}">
                <a16:creationId xmlns:a16="http://schemas.microsoft.com/office/drawing/2014/main" id="{A83C2717-BED2-AC25-57E9-B15BA8AFF596}"/>
              </a:ext>
            </a:extLst>
          </p:cNvPr>
          <p:cNvGrpSpPr/>
          <p:nvPr/>
        </p:nvGrpSpPr>
        <p:grpSpPr>
          <a:xfrm rot="7307362" flipH="1">
            <a:off x="5502909" y="3966137"/>
            <a:ext cx="1186181" cy="2262546"/>
            <a:chOff x="4481651" y="2181227"/>
            <a:chExt cx="1186181" cy="2262546"/>
          </a:xfrm>
        </p:grpSpPr>
        <p:sp>
          <p:nvSpPr>
            <p:cNvPr id="21" name="矢印: 右 20">
              <a:extLst>
                <a:ext uri="{FF2B5EF4-FFF2-40B4-BE49-F238E27FC236}">
                  <a16:creationId xmlns:a16="http://schemas.microsoft.com/office/drawing/2014/main" id="{55521B05-1B75-961C-0A2E-9E66A3F52322}"/>
                </a:ext>
              </a:extLst>
            </p:cNvPr>
            <p:cNvSpPr/>
            <p:nvPr/>
          </p:nvSpPr>
          <p:spPr>
            <a:xfrm rot="18104436">
              <a:off x="3841185" y="2821693"/>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22" name="矢印: 右 21">
              <a:extLst>
                <a:ext uri="{FF2B5EF4-FFF2-40B4-BE49-F238E27FC236}">
                  <a16:creationId xmlns:a16="http://schemas.microsoft.com/office/drawing/2014/main" id="{37558CB2-2542-3519-3F9A-64CD87F16F38}"/>
                </a:ext>
              </a:extLst>
            </p:cNvPr>
            <p:cNvSpPr/>
            <p:nvPr/>
          </p:nvSpPr>
          <p:spPr>
            <a:xfrm rot="18104436" flipH="1" flipV="1">
              <a:off x="4542734" y="3318676"/>
              <a:ext cx="1765563" cy="484632"/>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sp>
        <p:nvSpPr>
          <p:cNvPr id="23" name="矢印: 右 22">
            <a:extLst>
              <a:ext uri="{FF2B5EF4-FFF2-40B4-BE49-F238E27FC236}">
                <a16:creationId xmlns:a16="http://schemas.microsoft.com/office/drawing/2014/main" id="{98AE4EA3-848F-5441-D8FE-6EEDC4EF6733}"/>
              </a:ext>
            </a:extLst>
          </p:cNvPr>
          <p:cNvSpPr/>
          <p:nvPr/>
        </p:nvSpPr>
        <p:spPr>
          <a:xfrm rot="10802926" flipV="1">
            <a:off x="8346525" y="682112"/>
            <a:ext cx="2294609" cy="1131488"/>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ja-JP" altLang="en-US" sz="2400" dirty="0">
                <a:solidFill>
                  <a:schemeClr val="tx1">
                    <a:lumMod val="85000"/>
                    <a:lumOff val="15000"/>
                  </a:schemeClr>
                </a:solidFill>
                <a:latin typeface="瀞ノグリッチ黒体 H1" pitchFamily="50" charset="-128"/>
                <a:ea typeface="瀞ノグリッチ黒体 H1" pitchFamily="50" charset="-128"/>
              </a:rPr>
              <a:t>相性有利</a:t>
            </a:r>
          </a:p>
        </p:txBody>
      </p:sp>
      <p:sp>
        <p:nvSpPr>
          <p:cNvPr id="24" name="矢印: 右 23">
            <a:extLst>
              <a:ext uri="{FF2B5EF4-FFF2-40B4-BE49-F238E27FC236}">
                <a16:creationId xmlns:a16="http://schemas.microsoft.com/office/drawing/2014/main" id="{8FB767B0-90CC-D2E1-AF76-788850ED25CF}"/>
              </a:ext>
            </a:extLst>
          </p:cNvPr>
          <p:cNvSpPr/>
          <p:nvPr/>
        </p:nvSpPr>
        <p:spPr>
          <a:xfrm rot="10802926" flipV="1">
            <a:off x="8346526" y="1916060"/>
            <a:ext cx="2294609" cy="1131488"/>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ja-JP" altLang="en-US" sz="2400" dirty="0">
                <a:solidFill>
                  <a:schemeClr val="bg1">
                    <a:lumMod val="85000"/>
                  </a:schemeClr>
                </a:solidFill>
                <a:latin typeface="瀞ノグリッチ黒体 H1" pitchFamily="50" charset="-128"/>
                <a:ea typeface="瀞ノグリッチ黒体 H1" pitchFamily="50" charset="-128"/>
              </a:rPr>
              <a:t>相性不利</a:t>
            </a:r>
          </a:p>
        </p:txBody>
      </p:sp>
    </p:spTree>
    <p:extLst>
      <p:ext uri="{BB962C8B-B14F-4D97-AF65-F5344CB8AC3E}">
        <p14:creationId xmlns:p14="http://schemas.microsoft.com/office/powerpoint/2010/main" val="19603591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9058C941-EE05-D4F8-134D-86DBE04D9673}"/>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タイトル</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42755243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168F12A6-3DBC-2BCC-8351-7B5F660F7C9B}"/>
            </a:ext>
          </a:extLst>
        </p:cNvPr>
        <p:cNvGrpSpPr/>
        <p:nvPr/>
      </p:nvGrpSpPr>
      <p:grpSpPr>
        <a:xfrm>
          <a:off x="0" y="0"/>
          <a:ext cx="0" cy="0"/>
          <a:chOff x="0" y="0"/>
          <a:chExt cx="0" cy="0"/>
        </a:xfrm>
      </p:grpSpPr>
    </p:spTree>
    <p:extLst>
      <p:ext uri="{BB962C8B-B14F-4D97-AF65-F5344CB8AC3E}">
        <p14:creationId xmlns:p14="http://schemas.microsoft.com/office/powerpoint/2010/main" val="18611817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D2355FF1-277E-9DD0-2FE4-6EA68DE46DE0}"/>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6276FA18-46D7-6A8C-0115-062AE880A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4DF442EB-E5A8-CE0B-3D08-FBF5DC322381}"/>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3C06537F-4EA7-AD8E-3C93-3292DB3CBDEA}"/>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3822D4AC-0843-F6CE-2AA9-C8A515F1A1F4}"/>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7E57C4C6-5423-E837-A632-DC04B9489A15}"/>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434DF7BA-FB64-6A19-323C-B67D068D4DAA}"/>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EFC553A6-B9B4-FE4E-B93E-B7037F54F783}"/>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38940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4EA6F1F0-B1EB-ED69-42A8-6394B0D5E391}"/>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5CECC5DC-B544-BF9B-BD16-8BD8D6CCC62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35247F8D-F1BF-A7F4-0E5E-EAE4A2E3AED8}"/>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4A0256F0-3FE6-4057-DD57-2E1A80BD4FCF}"/>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4DE89D51-A810-6804-20CB-A42B4A5F4AE6}"/>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E37A76B-EFA4-752B-D900-7439519FE288}"/>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D8F63C7D-DFF8-3EB0-9509-43E3C5FAB003}"/>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D89F946F-D1D1-B31A-3E81-35197E42ADC3}"/>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 name="正方形/長方形 1">
            <a:extLst>
              <a:ext uri="{FF2B5EF4-FFF2-40B4-BE49-F238E27FC236}">
                <a16:creationId xmlns:a16="http://schemas.microsoft.com/office/drawing/2014/main" id="{5E76B569-C108-8D38-0706-48068311E048}"/>
              </a:ext>
            </a:extLst>
          </p:cNvPr>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BC59A0D-1E9F-3ACD-DB92-56118BB149D6}"/>
              </a:ext>
            </a:extLst>
          </p:cNvPr>
          <p:cNvSpPr/>
          <p:nvPr/>
        </p:nvSpPr>
        <p:spPr>
          <a:xfrm>
            <a:off x="3159741" y="1823168"/>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ADC1686E-BADE-A80C-F32F-0F72B3F42668}"/>
              </a:ext>
            </a:extLst>
          </p:cNvPr>
          <p:cNvSpPr txBox="1"/>
          <p:nvPr/>
        </p:nvSpPr>
        <p:spPr>
          <a:xfrm>
            <a:off x="3684922" y="2409600"/>
            <a:ext cx="482215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ゲームを終了しますか？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 name="四角形: 角を丸くする 10">
            <a:extLst>
              <a:ext uri="{FF2B5EF4-FFF2-40B4-BE49-F238E27FC236}">
                <a16:creationId xmlns:a16="http://schemas.microsoft.com/office/drawing/2014/main" id="{CA92302A-73A5-31D8-69E9-0BD26DD27F0A}"/>
              </a:ext>
            </a:extLst>
          </p:cNvPr>
          <p:cNvSpPr/>
          <p:nvPr/>
        </p:nvSpPr>
        <p:spPr>
          <a:xfrm>
            <a:off x="6323377" y="3580807"/>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はい</a:t>
            </a:r>
          </a:p>
        </p:txBody>
      </p:sp>
      <p:sp>
        <p:nvSpPr>
          <p:cNvPr id="15" name="四角形: 角を丸くする 14">
            <a:extLst>
              <a:ext uri="{FF2B5EF4-FFF2-40B4-BE49-F238E27FC236}">
                <a16:creationId xmlns:a16="http://schemas.microsoft.com/office/drawing/2014/main" id="{4924D8E1-C3DD-9F21-6EAA-DBDEF62E928A}"/>
              </a:ext>
            </a:extLst>
          </p:cNvPr>
          <p:cNvSpPr/>
          <p:nvPr/>
        </p:nvSpPr>
        <p:spPr>
          <a:xfrm>
            <a:off x="3730399" y="3580807"/>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いいえ</a:t>
            </a:r>
          </a:p>
        </p:txBody>
      </p:sp>
    </p:spTree>
    <p:extLst>
      <p:ext uri="{BB962C8B-B14F-4D97-AF65-F5344CB8AC3E}">
        <p14:creationId xmlns:p14="http://schemas.microsoft.com/office/powerpoint/2010/main" val="23085640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7063DFFE-E15E-CA6E-B193-D021A5653E09}"/>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253561AA-8082-19D5-70F6-E10885C7B3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3E64DE2C-22D4-AA44-AB7C-80F35D74464C}"/>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C0048B96-C544-75BE-E873-582160CD2C83}"/>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DB1EB94-7458-2F89-C02B-C22CE173CFF1}"/>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2A505278-38AD-2072-16B5-B0C5D2069D52}"/>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035A7793-D7E8-199B-F6AA-4A01578778B0}"/>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7A61935-DA67-533B-4934-608E13ED06F3}"/>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C31D52C2-B7B2-E6DB-10E3-404C27E46081}"/>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7BBDE44-2BEA-C357-A5E5-78B6887B5F99}"/>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00D57DC0-8A9E-B2B7-C03A-0890B4F9AF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58D1A87A-C3FC-32BA-167E-AFDA090F24FA}"/>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B92F525B-2EA9-7C6B-AEBA-73AA4ABE27FE}"/>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8802DEFC-B0F2-C93F-0BE0-D09CE437BC97}"/>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D5664BAC-97A5-2050-F76F-CC9BFA2F41AF}"/>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13402DFB-EA50-C47E-0B08-1F23309E3D11}"/>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D89F95BA-161F-0761-EEA5-12ADB3A57382}"/>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C1B6A868-5696-AF48-EBE3-AAC2C5855B29}"/>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9D96AA48-E397-0BE6-02DC-A64B7F66ACB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66570271-DF66-38AF-E364-1628894EE173}"/>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F7C93C8D-07DF-C165-A9AC-3A223BD84AE2}"/>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1507E053-5226-DBE0-82CD-6453521A1EA8}"/>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9F3CE4AA-31EC-20C4-7445-D60D80AED43B}"/>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024C792D-2042-9575-3A56-00C9EF0A85F2}"/>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2DF05EF6-9795-AA49-5104-C0F11FB6BFD0}"/>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A3724895-0131-BC46-84AD-B13E9038C8A9}"/>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04552E9F-EAF2-1EBF-DC68-A7FB76367327}"/>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BDE3A817-EF09-7AEE-AE7A-6EF7BB31A008}"/>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84E14AC4-C478-098B-536A-8B4362FB1576}"/>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DF3A09AC-2082-064D-3A19-BCB8102BDF7E}"/>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2D5093A1-D819-3DBA-3C4F-2A57A20713E5}"/>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131D5CD2-A18A-7212-1D3C-6196A72B1AEB}"/>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11291DE3-49FF-CBBF-02B4-0FD8A2D787E6}"/>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47F24635-5078-EFEA-7A62-DC65A468C0EF}"/>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432361DE-EBD7-17F5-0979-AE64626EECDE}"/>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11819046-F7EC-D100-03F1-6784DEFD9192}"/>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DF3D6EE4-A796-5E89-A888-94D8AEB0A983}"/>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742C81DB-E3D5-4012-6501-5F7A39351287}"/>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A22DABDF-E54D-7E7C-0275-AD0A746FA512}"/>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0D9F5F56-75F0-71D8-52FB-9DED4EA644F1}"/>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1140612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EFC3E1AB-F53C-DAEE-3470-AF89F3830C7E}"/>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433CFDE3-A0AB-06F2-B4CE-60CDE04FC5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EEC22245-87A8-E0D1-F428-D6A936D6BB2F}"/>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06D88B28-9F41-6A6D-5ABB-A54755117C2D}"/>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329BAA4F-44E1-2D3B-0D7C-B09446C57AB4}"/>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20D916D0-6BE8-2592-9366-9BE28193917F}"/>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A410EB34-263B-2B49-1798-4D52A2D21D21}"/>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8468681-5400-A622-6388-B83DAF768966}"/>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1699309A-5125-9B3A-DCF5-0EDECD80366E}"/>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5753BFD1-F03C-F491-EF41-253C06ECC07B}"/>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DA338F62-96EB-84BF-695F-EDBF72E0A2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6BCEE015-99C8-0C29-E345-39533BA34E21}"/>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4AF6F299-3E9B-CCF4-8633-C86494D691EF}"/>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FB7FD4BD-4032-0560-B13D-379B5FDA5914}"/>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4CD4B50F-E477-FA24-C15F-274706A1ECA6}"/>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BA724DF-0BE0-B079-34F8-CF563F2B03F4}"/>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9DBEA843-443E-1B4E-9601-C0DAE4B78B94}"/>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CDBEA0FD-142E-EB55-4285-4C269F234BBA}"/>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6F7D40C-D4C9-2600-6635-36EE90D6C34A}"/>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208C3BD-9C2D-F6D2-A53F-5F08CAACE8FA}"/>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6E89367A-6A87-7C25-1B71-0B18374C3E2D}"/>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57BC3870-4160-4F42-3D5F-12B6B3457711}"/>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704839E4-CC93-2840-0A14-F41ED6382BFC}"/>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8C123EEE-E9EB-76A3-24A5-94E58998DA3D}"/>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511D855C-DB83-587F-D96D-5C4A8D2D6745}"/>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3A12654F-5A43-F991-D6E5-1F60F5C49386}"/>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3DE757BE-888E-0D66-1C94-F84231DBE093}"/>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21DFFA69-21B4-6C3F-1ACA-305C8921CEE9}"/>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5B3491C3-D106-6BEF-4E54-D413FD361E06}"/>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34A8EE58-057C-9532-71B7-3A78CCE6733E}"/>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67BAB263-5E56-C6D3-0A64-68AE0A4DD1A3}"/>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FC6FBDE6-CB9F-AF6B-CD5A-725C9809ED63}"/>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C3708595-9A30-03C5-0C15-5240607F6C30}"/>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4E89D764-AEA6-E5D2-47B9-75CD6FDED737}"/>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549F964A-FE42-0F4B-E4E2-5A8C7498A6F2}"/>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04400A8B-0485-B303-013D-1FD6701A428E}"/>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193622FA-5E76-76EB-C3E9-D265A32B8389}"/>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FA36F6C1-2E57-5A56-08D7-6932CA488E78}"/>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29BFEEAC-F54B-D8F4-162A-844162582B0B}"/>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F07D5154-885A-D500-2FC9-36CFF2224093}"/>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AE629140-4A9C-A770-A039-A87E8CD1F8F4}"/>
              </a:ext>
            </a:extLst>
          </p:cNvPr>
          <p:cNvGrpSpPr/>
          <p:nvPr/>
        </p:nvGrpSpPr>
        <p:grpSpPr>
          <a:xfrm>
            <a:off x="8937" y="-2"/>
            <a:ext cx="12192000" cy="6858001"/>
            <a:chOff x="0" y="-1"/>
            <a:chExt cx="12192000" cy="6858001"/>
          </a:xfrm>
        </p:grpSpPr>
        <p:sp>
          <p:nvSpPr>
            <p:cNvPr id="16" name="正方形/長方形 15">
              <a:extLst>
                <a:ext uri="{FF2B5EF4-FFF2-40B4-BE49-F238E27FC236}">
                  <a16:creationId xmlns:a16="http://schemas.microsoft.com/office/drawing/2014/main" id="{D67B9426-BEFF-1F7D-E124-4E7245DD72C3}"/>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713F8525-CB3D-7C51-D02D-25EF7BBE5575}"/>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AEE09D9F-DF25-EDE9-2DE6-E9511409B1C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2" name="四角形: 角を丸くする 21">
              <a:extLst>
                <a:ext uri="{FF2B5EF4-FFF2-40B4-BE49-F238E27FC236}">
                  <a16:creationId xmlns:a16="http://schemas.microsoft.com/office/drawing/2014/main" id="{FE9D54D5-68AC-DBF5-71A7-018D28F4956F}"/>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キャンセル</a:t>
              </a:r>
            </a:p>
          </p:txBody>
        </p:sp>
        <p:sp>
          <p:nvSpPr>
            <p:cNvPr id="23" name="四角形: 角を丸くする 22">
              <a:extLst>
                <a:ext uri="{FF2B5EF4-FFF2-40B4-BE49-F238E27FC236}">
                  <a16:creationId xmlns:a16="http://schemas.microsoft.com/office/drawing/2014/main" id="{8EF03A51-1D80-2CD5-897D-F99F461837F1}"/>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変更を保存</a:t>
              </a:r>
            </a:p>
          </p:txBody>
        </p:sp>
      </p:grpSp>
    </p:spTree>
    <p:extLst>
      <p:ext uri="{BB962C8B-B14F-4D97-AF65-F5344CB8AC3E}">
        <p14:creationId xmlns:p14="http://schemas.microsoft.com/office/powerpoint/2010/main" val="31845659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5CB6CF55-775F-81A4-9471-1F928601CA01}"/>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1D445039-FA92-5676-BFBF-F6B8C237C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618E71CA-9825-7004-7417-3A574CAF8045}"/>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5F4C79F8-140C-3F47-4BC4-4990966F5697}"/>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DDA0AD2-9D93-DC2F-42A7-114EE687819F}"/>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B0D27228-1DD9-8C4A-76BB-0C24177846A0}"/>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4F935719-8715-A933-6A06-E62A60BB5A7B}"/>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AC646C11-2BD5-6DE8-D63F-B86039C96A45}"/>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3E8B4AC-FC14-D891-DDD4-6ACA72D09366}"/>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46E6ECC-3492-CC8A-A7B8-E3D8DD6FE099}"/>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6419E476-CC4C-B840-2AEE-C6B25DCA5C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4E924F58-0A8D-A9A8-FA24-E1140A508671}"/>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E49193BB-EBC5-B9E8-FCBE-7414CB84C75E}"/>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CA54B7D5-1FA0-DFF6-C86E-CABA73504005}"/>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DC92DF82-5715-1507-643D-16ED367F0709}"/>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ACB28CDE-E19E-35F0-FE73-AC8ECC765DFD}"/>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4A15C060-305F-00A0-36ED-F7A69247A507}"/>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D7A988F-3559-5850-0EA2-10B37E0CE74D}"/>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C16866D5-CA6B-B7B0-8F3C-D458D3831A0B}"/>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8C696D1-8672-7278-3812-F275E1054E02}"/>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74A36B77-94FE-5A9F-6F29-98AABBC619DE}"/>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3EA71A41-71B3-E803-F5A0-75309B9F4906}"/>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69B42030-EC9C-15DD-D410-C02BD3492088}"/>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E710482F-B3B9-1AF7-B2AE-D4DC09CF3DD2}"/>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17A04536-809B-0898-350F-BCFDCE643F8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86110463-C2B4-4390-6FD0-05A015A8F5C7}"/>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511FD937-581C-142C-38A0-C07FEF271EA2}"/>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00A08417-583D-076E-DA9C-A5DD0BB2CB84}"/>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1A8648EE-539E-C3AF-E719-33E0EC5029CD}"/>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C3A15865-022B-D018-8B2E-98C9FA27C0A6}"/>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F973B734-6BA6-2466-C5B6-1CFCD2992DF9}"/>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45068BE1-7677-C4A4-1D69-F93E2F568AA5}"/>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D174225B-90A3-4AF7-0783-46D238B9C6F1}"/>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A3CCBA70-B220-1F39-BE58-2E649805EE0B}"/>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D88EFF39-8E43-7420-2DF0-5CAF78094B05}"/>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1A504CCA-BD81-B1C7-6210-32F9B116FEB3}"/>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72F2FA29-290D-54FF-4F39-2C6D88381660}"/>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2616FB02-DB05-F68F-E44D-53B85C4417E2}"/>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7C1D79FA-4E61-3DAE-36A6-8B7B1C586B57}"/>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1EAB0F57-C65A-6612-E5A7-78DD01E6B559}"/>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9E5931EE-29D5-FA9C-5455-27F5BA10033E}"/>
              </a:ext>
            </a:extLst>
          </p:cNvPr>
          <p:cNvGrpSpPr/>
          <p:nvPr/>
        </p:nvGrpSpPr>
        <p:grpSpPr>
          <a:xfrm>
            <a:off x="-1" y="-23754"/>
            <a:ext cx="12192000" cy="6858001"/>
            <a:chOff x="0" y="-1"/>
            <a:chExt cx="12192000" cy="6858001"/>
          </a:xfrm>
        </p:grpSpPr>
        <p:sp>
          <p:nvSpPr>
            <p:cNvPr id="16" name="正方形/長方形 15">
              <a:extLst>
                <a:ext uri="{FF2B5EF4-FFF2-40B4-BE49-F238E27FC236}">
                  <a16:creationId xmlns:a16="http://schemas.microsoft.com/office/drawing/2014/main" id="{282AAE2B-AAF8-20F0-83EE-E71EAEFF0DF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1951409D-5C00-97C2-7E9B-4B7587EE722C}"/>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D9991D15-A0A9-1B7A-34BF-68E267E13CC1}"/>
                </a:ext>
              </a:extLst>
            </p:cNvPr>
            <p:cNvSpPr txBox="1"/>
            <p:nvPr/>
          </p:nvSpPr>
          <p:spPr>
            <a:xfrm>
              <a:off x="3474133" y="2409602"/>
              <a:ext cx="524374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2" name="四角形: 角を丸くする 21">
              <a:extLst>
                <a:ext uri="{FF2B5EF4-FFF2-40B4-BE49-F238E27FC236}">
                  <a16:creationId xmlns:a16="http://schemas.microsoft.com/office/drawing/2014/main" id="{0A9F70AB-C176-29D1-A414-79C08D45B47C}"/>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戻す</a:t>
              </a:r>
            </a:p>
          </p:txBody>
        </p:sp>
        <p:sp>
          <p:nvSpPr>
            <p:cNvPr id="23" name="四角形: 角を丸くする 22">
              <a:extLst>
                <a:ext uri="{FF2B5EF4-FFF2-40B4-BE49-F238E27FC236}">
                  <a16:creationId xmlns:a16="http://schemas.microsoft.com/office/drawing/2014/main" id="{8B80B2B6-CA89-BB17-15F2-DA4861FE55EE}"/>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戻さない</a:t>
              </a:r>
            </a:p>
          </p:txBody>
        </p:sp>
      </p:grpSp>
    </p:spTree>
    <p:extLst>
      <p:ext uri="{BB962C8B-B14F-4D97-AF65-F5344CB8AC3E}">
        <p14:creationId xmlns:p14="http://schemas.microsoft.com/office/powerpoint/2010/main" val="775681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7D9D9-8B8B-C96C-BADC-F4822DF70737}"/>
            </a:ext>
          </a:extLst>
        </p:cNvPr>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C9CA114A-2BE3-BE19-0473-D9F4DC8B6A0D}"/>
              </a:ext>
            </a:extLst>
          </p:cNvPr>
          <p:cNvGrpSpPr/>
          <p:nvPr/>
        </p:nvGrpSpPr>
        <p:grpSpPr>
          <a:xfrm>
            <a:off x="2295197" y="869948"/>
            <a:ext cx="8160352" cy="5060484"/>
            <a:chOff x="2295197" y="869948"/>
            <a:chExt cx="8160352" cy="5060484"/>
          </a:xfrm>
        </p:grpSpPr>
        <p:grpSp>
          <p:nvGrpSpPr>
            <p:cNvPr id="10" name="グループ化 9">
              <a:extLst>
                <a:ext uri="{FF2B5EF4-FFF2-40B4-BE49-F238E27FC236}">
                  <a16:creationId xmlns:a16="http://schemas.microsoft.com/office/drawing/2014/main" id="{BF06C1F2-DC5D-6AD9-F35A-24CBDB9C3622}"/>
                </a:ext>
              </a:extLst>
            </p:cNvPr>
            <p:cNvGrpSpPr/>
            <p:nvPr/>
          </p:nvGrpSpPr>
          <p:grpSpPr>
            <a:xfrm>
              <a:off x="2295197" y="1231181"/>
              <a:ext cx="7601606" cy="4699251"/>
              <a:chOff x="2295197" y="1231181"/>
              <a:chExt cx="7601606" cy="4699251"/>
            </a:xfrm>
          </p:grpSpPr>
          <p:sp>
            <p:nvSpPr>
              <p:cNvPr id="2" name="四角形: 角を丸くする 1">
                <a:extLst>
                  <a:ext uri="{FF2B5EF4-FFF2-40B4-BE49-F238E27FC236}">
                    <a16:creationId xmlns:a16="http://schemas.microsoft.com/office/drawing/2014/main" id="{0825BFE9-B596-9CD2-45BE-E85BD6B92711}"/>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07E7D317-0B31-E63C-0D8C-590A6633D448}"/>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B55516B6-5DED-480B-1994-F8DA0E4ED853}"/>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B8A10EC9-09F3-5CAE-5888-F4B440147292}"/>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14" name="図 13">
              <a:extLst>
                <a:ext uri="{FF2B5EF4-FFF2-40B4-BE49-F238E27FC236}">
                  <a16:creationId xmlns:a16="http://schemas.microsoft.com/office/drawing/2014/main" id="{7F63766C-CF7F-9531-EFF6-77ECD90A82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9AE214C2-A728-8C63-69E6-2346FC349993}"/>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42FDE410-C577-F443-2404-7E43F9F6994C}"/>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689CC69C-53B3-CCC6-06ED-449F2D23B605}"/>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F7B492A0-88DB-4A21-976C-638DFA57DDF7}"/>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3445AA68-E450-D1D2-0589-D79ACF80098A}"/>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0BB5D79E-9EF6-BAEE-D394-3845400F19F8}"/>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FB06012-0FA3-F062-7BBC-9A8500EE8918}"/>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008C4D24-7369-0C52-0E0B-55AF6DF85834}"/>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59B68A6E-7AEC-56FA-B2A3-CF73DE8FE3BE}"/>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07C5153-3BDB-2B03-C387-88A450388F1E}"/>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23B46C3B-A59F-88DB-391B-4BD3DDDD3B55}"/>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1771E03E-8DF7-2FAA-0D24-93CBE6B5578B}"/>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FDC06F38-E597-91B7-4891-EA3A3EA1D19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BA5A738-3BDD-4775-2FC3-ABE1A41ECF0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3AFED57B-9945-2756-C142-6B20BAAC3F8B}"/>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3C1C5B84-C08F-688D-7B41-154A74C3F86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C532010A-C102-7D43-D68C-ACACB3A938E2}"/>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5561931A-1E1C-C1DF-77EE-833028829929}"/>
              </a:ext>
            </a:extLst>
          </p:cNvPr>
          <p:cNvSpPr txBox="1">
            <a:spLocks/>
          </p:cNvSpPr>
          <p:nvPr/>
        </p:nvSpPr>
        <p:spPr>
          <a:xfrm>
            <a:off x="3607658" y="3365747"/>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7D3DF983-39A4-D86E-83C9-F765DAED6EE2}"/>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B934D16F-1FA2-849F-B033-E92DCFEDB6AF}"/>
              </a:ext>
            </a:extLst>
          </p:cNvPr>
          <p:cNvSpPr>
            <a:spLocks/>
          </p:cNvSpPr>
          <p:nvPr/>
        </p:nvSpPr>
        <p:spPr>
          <a:xfrm rot="5400000">
            <a:off x="6352028" y="2891571"/>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ACFC2D24-723C-BA66-6089-0B8CF41281FA}"/>
              </a:ext>
            </a:extLst>
          </p:cNvPr>
          <p:cNvSpPr>
            <a:spLocks/>
          </p:cNvSpPr>
          <p:nvPr/>
        </p:nvSpPr>
        <p:spPr>
          <a:xfrm rot="5400000">
            <a:off x="7790150" y="2884375"/>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9CF19897-B4E8-19F1-1ACA-FB2943858F26}"/>
              </a:ext>
            </a:extLst>
          </p:cNvPr>
          <p:cNvSpPr txBox="1">
            <a:spLocks/>
          </p:cNvSpPr>
          <p:nvPr/>
        </p:nvSpPr>
        <p:spPr>
          <a:xfrm>
            <a:off x="7504396" y="3425279"/>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02B9D520-FD46-5C6C-8A4B-993AC203E248}"/>
              </a:ext>
            </a:extLst>
          </p:cNvPr>
          <p:cNvSpPr txBox="1">
            <a:spLocks/>
          </p:cNvSpPr>
          <p:nvPr/>
        </p:nvSpPr>
        <p:spPr>
          <a:xfrm>
            <a:off x="6062222" y="3433865"/>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8B555676-ACEE-D8CD-DEAE-67B8A0DCA92D}"/>
              </a:ext>
            </a:extLst>
          </p:cNvPr>
          <p:cNvGrpSpPr>
            <a:grpSpLocks/>
          </p:cNvGrpSpPr>
          <p:nvPr/>
        </p:nvGrpSpPr>
        <p:grpSpPr>
          <a:xfrm rot="5400000">
            <a:off x="7079595" y="2692950"/>
            <a:ext cx="325422" cy="2876243"/>
            <a:chOff x="11000341" y="4022147"/>
            <a:chExt cx="325422" cy="2031812"/>
          </a:xfrm>
        </p:grpSpPr>
        <p:sp>
          <p:nvSpPr>
            <p:cNvPr id="8" name="四角形: 角を丸くする 7">
              <a:extLst>
                <a:ext uri="{FF2B5EF4-FFF2-40B4-BE49-F238E27FC236}">
                  <a16:creationId xmlns:a16="http://schemas.microsoft.com/office/drawing/2014/main" id="{BE223050-4776-211D-2A47-5AAAF068E2B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1ED0A0A-87CC-6123-4B0C-459229907CF3}"/>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00EDDE59-558B-BFCD-06CF-C860CA6DD0BD}"/>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743311FC-9E81-F9E5-889B-BCC76B773966}"/>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04A55924-0846-FA4F-3179-B8EA2ECDA6A9}"/>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965372E-4F7B-3533-A473-D4DFB986FE06}"/>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9740247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37BFD-F2BB-DEC2-7E1E-A54796C617E8}"/>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BBA05C8B-6021-A765-2B4D-9EA491EBD272}"/>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15A832CE-8D3A-C3DD-0570-F2B36AEFF65E}"/>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C432DA81-CC6E-47ED-9B1C-45ED35B6BE69}"/>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70E0D7DF-0C82-D403-74B1-697A0C211F70}"/>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5953F1A1-928A-F9B2-9A25-1E50FD627C09}"/>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0768E2ED-05D0-C3E3-8E92-7C75F7543C24}"/>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BC9D0926-E229-AF41-826F-7005109BDB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5B267B9-383F-D58C-101C-D6C7774823F8}"/>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23671210-5B95-5BE0-79D3-22BF604F8739}"/>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B2991AB2-76E6-9D80-8AA6-6AF9102A408B}"/>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68279EA1-46AC-750A-A2D6-B5FDF84A4176}"/>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114962A7-43D1-08B3-CC80-F68667B7209B}"/>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65731483-726A-E26C-80C1-3204B391AA30}"/>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159058C1-2C1A-63D7-7FC3-2C632AE70BA5}"/>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FA0ABD97-02F1-BEFD-13B4-2676BF06385B}"/>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E31562F-8791-A662-A0BF-966562A397DE}"/>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749DB4BD-1374-3FD2-37FD-D0BE17CC48B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D4092CB1-E1A2-4D57-A573-6B230723C9E7}"/>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21100C77-083B-0441-5709-9D9DCA3706C2}"/>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0811CADB-80EC-AA9B-9F0D-C9B0B6BFBB00}"/>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BB1D5446-02D5-4ADD-CACA-F33D1B0A3DE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E6606387-9F91-5792-1D29-C60D86004E41}"/>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93B52C54-AC0A-4E48-B4E1-8BCE5D485F5D}"/>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67A4CB29-652F-5E08-6341-8B09DE262B82}"/>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E43ED149-57DD-2195-67B7-1D0CE539A27D}"/>
              </a:ext>
            </a:extLst>
          </p:cNvPr>
          <p:cNvSpPr txBox="1">
            <a:spLocks/>
          </p:cNvSpPr>
          <p:nvPr/>
        </p:nvSpPr>
        <p:spPr>
          <a:xfrm>
            <a:off x="3607658" y="3356416"/>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C92FDB6B-6C19-3D88-604D-6B775B7DF061}"/>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497D792E-5E19-7F06-E199-1983A3C555B7}"/>
              </a:ext>
            </a:extLst>
          </p:cNvPr>
          <p:cNvSpPr>
            <a:spLocks/>
          </p:cNvSpPr>
          <p:nvPr/>
        </p:nvSpPr>
        <p:spPr>
          <a:xfrm rot="5400000">
            <a:off x="6352028" y="2882240"/>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7CBF6F10-314B-B128-00AE-3BE1267B481E}"/>
              </a:ext>
            </a:extLst>
          </p:cNvPr>
          <p:cNvSpPr>
            <a:spLocks/>
          </p:cNvSpPr>
          <p:nvPr/>
        </p:nvSpPr>
        <p:spPr>
          <a:xfrm rot="5400000">
            <a:off x="7790150" y="2875044"/>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D6BEE6C7-D99D-DB59-BDFC-B8D1CC59999D}"/>
              </a:ext>
            </a:extLst>
          </p:cNvPr>
          <p:cNvSpPr txBox="1">
            <a:spLocks/>
          </p:cNvSpPr>
          <p:nvPr/>
        </p:nvSpPr>
        <p:spPr>
          <a:xfrm>
            <a:off x="7504396" y="3415948"/>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07181874-2548-C7C1-013C-BC2E867372AF}"/>
              </a:ext>
            </a:extLst>
          </p:cNvPr>
          <p:cNvSpPr txBox="1">
            <a:spLocks/>
          </p:cNvSpPr>
          <p:nvPr/>
        </p:nvSpPr>
        <p:spPr>
          <a:xfrm>
            <a:off x="6062222" y="3424534"/>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2D901536-33F2-374B-1B65-98FE2E255F4D}"/>
              </a:ext>
            </a:extLst>
          </p:cNvPr>
          <p:cNvGrpSpPr>
            <a:grpSpLocks/>
          </p:cNvGrpSpPr>
          <p:nvPr/>
        </p:nvGrpSpPr>
        <p:grpSpPr>
          <a:xfrm rot="5400000">
            <a:off x="7079595" y="2692951"/>
            <a:ext cx="325422" cy="2876244"/>
            <a:chOff x="11000342" y="4022147"/>
            <a:chExt cx="325422" cy="2031813"/>
          </a:xfrm>
        </p:grpSpPr>
        <p:sp>
          <p:nvSpPr>
            <p:cNvPr id="8" name="四角形: 角を丸くする 7">
              <a:extLst>
                <a:ext uri="{FF2B5EF4-FFF2-40B4-BE49-F238E27FC236}">
                  <a16:creationId xmlns:a16="http://schemas.microsoft.com/office/drawing/2014/main" id="{665FC7C4-53EF-81FB-F402-48A39C3EE5BA}"/>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66B0D22-0313-30A4-6955-C95E58D0B592}"/>
                </a:ext>
              </a:extLst>
            </p:cNvPr>
            <p:cNvSpPr>
              <a:spLocks/>
            </p:cNvSpPr>
            <p:nvPr/>
          </p:nvSpPr>
          <p:spPr>
            <a:xfrm>
              <a:off x="11000342" y="4022147"/>
              <a:ext cx="325422" cy="2031813"/>
            </a:xfrm>
            <a:prstGeom prst="roundRect">
              <a:avLst/>
            </a:prstGeom>
            <a:solidFill>
              <a:srgbClr val="BFBF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00CA220B-05C4-972E-3FA0-32719AE95850}"/>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99F4AF1B-27FC-C387-132C-8BCEA621DE27}"/>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09E1BA5F-D43A-6407-7A3F-D68078862F5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342FF1B-1A99-E0AB-8AB0-AF8789097BD7}"/>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3BE858BC-3DCF-BD86-DD72-3046999CD672}"/>
              </a:ext>
            </a:extLst>
          </p:cNvPr>
          <p:cNvSpPr txBox="1">
            <a:spLocks/>
          </p:cNvSpPr>
          <p:nvPr/>
        </p:nvSpPr>
        <p:spPr>
          <a:xfrm>
            <a:off x="6136075" y="3943589"/>
            <a:ext cx="2212465" cy="307777"/>
          </a:xfrm>
          <a:prstGeom prst="rect">
            <a:avLst/>
          </a:prstGeom>
          <a:noFill/>
        </p:spPr>
        <p:txBody>
          <a:bodyPr wrap="none" rtlCol="0">
            <a:spAutoFit/>
          </a:bodyPr>
          <a:lstStyle/>
          <a:p>
            <a:pPr algn="ctr"/>
            <a:r>
              <a:rPr kumimoji="1" lang="ja-JP" altLang="en-US" sz="1400">
                <a:solidFill>
                  <a:schemeClr val="tx2"/>
                </a:solidFill>
                <a:latin typeface="和音 Joyo R" panose="00000500000000000000" pitchFamily="50" charset="-128"/>
                <a:ea typeface="和音 Joyo R" panose="00000500000000000000" pitchFamily="50" charset="-128"/>
              </a:rPr>
              <a:t>全文即時の為、選択不可</a:t>
            </a:r>
            <a:endParaRPr kumimoji="1" lang="ja-JP" altLang="en-US" dirty="0">
              <a:solidFill>
                <a:schemeClr val="tx2"/>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6118249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98294-BB01-0B9F-39CD-FE6AD3ADCB72}"/>
            </a:ext>
          </a:extLst>
        </p:cNvPr>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9BF07B7F-984E-9691-D239-80BE9FBD7343}"/>
              </a:ext>
            </a:extLst>
          </p:cNvPr>
          <p:cNvGrpSpPr/>
          <p:nvPr/>
        </p:nvGrpSpPr>
        <p:grpSpPr>
          <a:xfrm>
            <a:off x="2295197" y="869948"/>
            <a:ext cx="8160352" cy="5060484"/>
            <a:chOff x="2295197" y="869948"/>
            <a:chExt cx="8160352" cy="5060484"/>
          </a:xfrm>
        </p:grpSpPr>
        <p:grpSp>
          <p:nvGrpSpPr>
            <p:cNvPr id="10" name="グループ化 9">
              <a:extLst>
                <a:ext uri="{FF2B5EF4-FFF2-40B4-BE49-F238E27FC236}">
                  <a16:creationId xmlns:a16="http://schemas.microsoft.com/office/drawing/2014/main" id="{D09CE510-7608-A048-F02C-9C0038B78BB3}"/>
                </a:ext>
              </a:extLst>
            </p:cNvPr>
            <p:cNvGrpSpPr/>
            <p:nvPr/>
          </p:nvGrpSpPr>
          <p:grpSpPr>
            <a:xfrm>
              <a:off x="2295197" y="1231181"/>
              <a:ext cx="7601606" cy="4699251"/>
              <a:chOff x="2295197" y="1231181"/>
              <a:chExt cx="7601606" cy="4699251"/>
            </a:xfrm>
          </p:grpSpPr>
          <p:sp>
            <p:nvSpPr>
              <p:cNvPr id="2" name="四角形: 角を丸くする 1">
                <a:extLst>
                  <a:ext uri="{FF2B5EF4-FFF2-40B4-BE49-F238E27FC236}">
                    <a16:creationId xmlns:a16="http://schemas.microsoft.com/office/drawing/2014/main" id="{AE36B83D-2F08-1C67-7A03-BFA973AB9B95}"/>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EE3F3A49-9D9B-BFD9-E6BB-81B4AC609629}"/>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2E7C0BC5-44E2-ED1F-4030-455805CC6277}"/>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78E323AD-1F75-4995-7EF6-68FE649FAB3D}"/>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14" name="図 13">
              <a:extLst>
                <a:ext uri="{FF2B5EF4-FFF2-40B4-BE49-F238E27FC236}">
                  <a16:creationId xmlns:a16="http://schemas.microsoft.com/office/drawing/2014/main" id="{294C0B74-5E6C-30DC-F217-804ACCC9DE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8CE2AE5-D185-0B90-FD71-9BA12683EFC2}"/>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F1160CD-4CBF-AFE5-F927-8B8BCC0D4155}"/>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02D6B76B-0CEB-6B08-0751-D6475770DF72}"/>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25E6DB67-BA75-074D-80D5-A13F03181A83}"/>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AD85AFCA-B9B4-FC1F-2D45-735961FDB7F2}"/>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7DE63265-2824-F085-BBFE-B75F93E2F6D0}"/>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7748781-2C70-7E67-ECA3-D0CEC89CF75E}"/>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1E032F7C-3F1A-8AAF-31D6-9731FFED5EC4}"/>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7C490CBE-555A-7280-239F-49FC870C1C12}"/>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DB3190E6-443B-46E4-D915-57F7FA78592B}"/>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9C34784-D1DE-0855-07E0-16436199249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B3B05540-4875-A200-E4D8-F6DF10EDA7D8}"/>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FAE7C53C-F617-9285-002F-467B0A444A5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F0855B9-045D-0FDF-3708-C6DD34AA4AC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D3B2523D-7CED-D0A2-CAC0-9D9FEAF52052}"/>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CBAD387C-338F-5CED-5F6D-3EE8320BDC6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DFD1457F-7087-0074-A0AA-39EECF5C95B6}"/>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DD119CE8-16E2-867A-9BA3-73D86007FEDF}"/>
              </a:ext>
            </a:extLst>
          </p:cNvPr>
          <p:cNvSpPr txBox="1">
            <a:spLocks/>
          </p:cNvSpPr>
          <p:nvPr/>
        </p:nvSpPr>
        <p:spPr>
          <a:xfrm>
            <a:off x="3607658" y="3365747"/>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9CD1FCC9-D077-0E54-69E5-3979FF46DBA0}"/>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C87C627A-1F4F-B987-466C-A1E37CFF61FE}"/>
              </a:ext>
            </a:extLst>
          </p:cNvPr>
          <p:cNvSpPr>
            <a:spLocks/>
          </p:cNvSpPr>
          <p:nvPr/>
        </p:nvSpPr>
        <p:spPr>
          <a:xfrm rot="5400000">
            <a:off x="6352028" y="2891571"/>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4FEC56A7-9C49-4B21-0BEC-DB4503F2E9DD}"/>
              </a:ext>
            </a:extLst>
          </p:cNvPr>
          <p:cNvSpPr>
            <a:spLocks/>
          </p:cNvSpPr>
          <p:nvPr/>
        </p:nvSpPr>
        <p:spPr>
          <a:xfrm rot="5400000">
            <a:off x="7790150" y="2884375"/>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67709120-D2D4-1994-5C1D-CD58B89B2AD4}"/>
              </a:ext>
            </a:extLst>
          </p:cNvPr>
          <p:cNvSpPr txBox="1">
            <a:spLocks/>
          </p:cNvSpPr>
          <p:nvPr/>
        </p:nvSpPr>
        <p:spPr>
          <a:xfrm>
            <a:off x="7504396" y="3425279"/>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66EFAFDC-288B-2523-883C-5C39ABACC818}"/>
              </a:ext>
            </a:extLst>
          </p:cNvPr>
          <p:cNvSpPr txBox="1">
            <a:spLocks/>
          </p:cNvSpPr>
          <p:nvPr/>
        </p:nvSpPr>
        <p:spPr>
          <a:xfrm>
            <a:off x="6062222" y="3433865"/>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1ADAD6BA-C36B-8F07-21A2-0A31AD812EB1}"/>
              </a:ext>
            </a:extLst>
          </p:cNvPr>
          <p:cNvGrpSpPr>
            <a:grpSpLocks/>
          </p:cNvGrpSpPr>
          <p:nvPr/>
        </p:nvGrpSpPr>
        <p:grpSpPr>
          <a:xfrm rot="5400000">
            <a:off x="7079595" y="2692950"/>
            <a:ext cx="325422" cy="2876243"/>
            <a:chOff x="11000341" y="4022147"/>
            <a:chExt cx="325422" cy="2031812"/>
          </a:xfrm>
        </p:grpSpPr>
        <p:sp>
          <p:nvSpPr>
            <p:cNvPr id="8" name="四角形: 角を丸くする 7">
              <a:extLst>
                <a:ext uri="{FF2B5EF4-FFF2-40B4-BE49-F238E27FC236}">
                  <a16:creationId xmlns:a16="http://schemas.microsoft.com/office/drawing/2014/main" id="{BF564F63-44F8-1980-DE35-C69D3B84BA6A}"/>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242E669A-134A-CED3-7E44-18A1513C206F}"/>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3D724832-F123-DEB1-2EEE-7CFE2B6636C7}"/>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1D848912-5C9F-49FC-0E4E-FAEE65AADE67}"/>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78C3570F-981A-C212-9C74-BBF2FBE6A76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63D61DC8-DB8A-60A4-F269-228C7C119F68}"/>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7C8D321D-7CF9-3190-2FA4-E9BB2EB944DA}"/>
              </a:ext>
            </a:extLst>
          </p:cNvPr>
          <p:cNvGrpSpPr/>
          <p:nvPr/>
        </p:nvGrpSpPr>
        <p:grpSpPr>
          <a:xfrm>
            <a:off x="0" y="-1"/>
            <a:ext cx="12192000" cy="6858001"/>
            <a:chOff x="0" y="-1"/>
            <a:chExt cx="12192000" cy="6858001"/>
          </a:xfrm>
        </p:grpSpPr>
        <p:sp>
          <p:nvSpPr>
            <p:cNvPr id="9" name="正方形/長方形 8">
              <a:extLst>
                <a:ext uri="{FF2B5EF4-FFF2-40B4-BE49-F238E27FC236}">
                  <a16:creationId xmlns:a16="http://schemas.microsoft.com/office/drawing/2014/main" id="{25DA5DF2-447B-5F1F-3B56-7E5FD1912635}"/>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4F955FF9-9414-6B0C-BE3C-0272621FBC0A}"/>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E8A5676A-4604-FAD4-6103-B2E48718A0B3}"/>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7" name="四角形: 角を丸くする 26">
              <a:extLst>
                <a:ext uri="{FF2B5EF4-FFF2-40B4-BE49-F238E27FC236}">
                  <a16:creationId xmlns:a16="http://schemas.microsoft.com/office/drawing/2014/main" id="{140BB455-1BB3-3130-FF92-29E3AE5280CE}"/>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キャンセル</a:t>
              </a:r>
            </a:p>
          </p:txBody>
        </p:sp>
        <p:sp>
          <p:nvSpPr>
            <p:cNvPr id="29" name="四角形: 角を丸くする 28">
              <a:extLst>
                <a:ext uri="{FF2B5EF4-FFF2-40B4-BE49-F238E27FC236}">
                  <a16:creationId xmlns:a16="http://schemas.microsoft.com/office/drawing/2014/main" id="{A25A2D63-6AF4-8BAB-DA6A-CA30F21AA221}"/>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変更を保存</a:t>
              </a:r>
            </a:p>
          </p:txBody>
        </p:sp>
      </p:grpSp>
    </p:spTree>
    <p:extLst>
      <p:ext uri="{BB962C8B-B14F-4D97-AF65-F5344CB8AC3E}">
        <p14:creationId xmlns:p14="http://schemas.microsoft.com/office/powerpoint/2010/main" val="3692594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7F11B-AFBD-8054-A361-883407F662CE}"/>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6C88A467-2545-8D68-FBB3-BFD4480222FE}"/>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4BA31000-C157-942B-9A83-92573ECD9C1E}"/>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BC7EFB4E-A6D2-0A4B-B48D-56E614A1E533}"/>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A6005419-12D1-B611-1694-DC65FCF57854}"/>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EC419058-867F-05A6-014E-72BF2DB3447A}"/>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E096DFC6-0758-C7C4-28C0-975E09931724}"/>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932C18D8-88CF-3F3F-FDC5-CBDF1738DE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CF639B4-797A-1FF8-950E-2A7AE60C6D1A}"/>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0DA0F7A8-1210-2847-EAC0-C5D3441D79D0}"/>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16EB7618-CE85-2645-13C8-91032C49BAC9}"/>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08624E97-9DEE-B5C0-9FCC-32252704B432}"/>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6FF25301-439D-5A27-4348-04DC5080434A}"/>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86F97EBB-F027-5D2B-5BAE-E969DAB6AFBF}"/>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6B05723D-71FC-88CD-994F-1CB1049F0A9D}"/>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4694416D-9D05-A2AD-703B-DE3EA20440A2}"/>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B6338B99-1F94-2B58-C34E-C93DCBFE5E4B}"/>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47EE3B74-5819-1427-DC38-45C99673C523}"/>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B97731E7-0B56-3E55-9854-0D45CD3483D4}"/>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56A77A79-2EE0-49C8-2E12-72B15B203E19}"/>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EE28C5F1-5602-F816-64CB-17610EC1F1F3}"/>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B7ADB96B-B0ED-AE83-29E6-CC1160DB69A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ADDA9555-AB92-C7C4-0759-6DB0E71C5836}"/>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9992D473-DEBD-6D66-18FD-D582637AAC2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7474CBEB-ABA9-B57D-4BE6-3DE1389474E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7B66AD62-5C1D-A0E1-4369-491AE89D52B5}"/>
              </a:ext>
            </a:extLst>
          </p:cNvPr>
          <p:cNvSpPr txBox="1">
            <a:spLocks/>
          </p:cNvSpPr>
          <p:nvPr/>
        </p:nvSpPr>
        <p:spPr>
          <a:xfrm>
            <a:off x="3607658" y="3356416"/>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86DA68DB-C80E-6B26-0454-3A9BDF900F44}"/>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429E0C69-B68C-B24B-7368-8ED97D0585FE}"/>
              </a:ext>
            </a:extLst>
          </p:cNvPr>
          <p:cNvSpPr>
            <a:spLocks/>
          </p:cNvSpPr>
          <p:nvPr/>
        </p:nvSpPr>
        <p:spPr>
          <a:xfrm rot="5400000">
            <a:off x="6352028" y="2882240"/>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16F86B1A-50A8-B8DC-FAEC-270CEE772A4E}"/>
              </a:ext>
            </a:extLst>
          </p:cNvPr>
          <p:cNvSpPr>
            <a:spLocks/>
          </p:cNvSpPr>
          <p:nvPr/>
        </p:nvSpPr>
        <p:spPr>
          <a:xfrm rot="5400000">
            <a:off x="7790150" y="2875044"/>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7467D165-229E-EBFF-B113-7A4C0C9B9C9A}"/>
              </a:ext>
            </a:extLst>
          </p:cNvPr>
          <p:cNvSpPr txBox="1">
            <a:spLocks/>
          </p:cNvSpPr>
          <p:nvPr/>
        </p:nvSpPr>
        <p:spPr>
          <a:xfrm>
            <a:off x="7504396" y="3415948"/>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7127F88F-CD07-C53E-9160-498D96C6372C}"/>
              </a:ext>
            </a:extLst>
          </p:cNvPr>
          <p:cNvSpPr txBox="1">
            <a:spLocks/>
          </p:cNvSpPr>
          <p:nvPr/>
        </p:nvSpPr>
        <p:spPr>
          <a:xfrm>
            <a:off x="6062222" y="3424534"/>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8CCD54A5-D64E-BEBB-F1EA-D19551A5438C}"/>
              </a:ext>
            </a:extLst>
          </p:cNvPr>
          <p:cNvGrpSpPr>
            <a:grpSpLocks/>
          </p:cNvGrpSpPr>
          <p:nvPr/>
        </p:nvGrpSpPr>
        <p:grpSpPr>
          <a:xfrm rot="5400000">
            <a:off x="7079595" y="2692951"/>
            <a:ext cx="325422" cy="2876244"/>
            <a:chOff x="11000342" y="4022147"/>
            <a:chExt cx="325422" cy="2031813"/>
          </a:xfrm>
        </p:grpSpPr>
        <p:sp>
          <p:nvSpPr>
            <p:cNvPr id="8" name="四角形: 角を丸くする 7">
              <a:extLst>
                <a:ext uri="{FF2B5EF4-FFF2-40B4-BE49-F238E27FC236}">
                  <a16:creationId xmlns:a16="http://schemas.microsoft.com/office/drawing/2014/main" id="{9719C611-FF30-3CA5-32EF-64014B70E860}"/>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BE5F4B8C-2546-6C32-F800-5B0D3CDCF23D}"/>
                </a:ext>
              </a:extLst>
            </p:cNvPr>
            <p:cNvSpPr>
              <a:spLocks/>
            </p:cNvSpPr>
            <p:nvPr/>
          </p:nvSpPr>
          <p:spPr>
            <a:xfrm>
              <a:off x="11000342" y="4022147"/>
              <a:ext cx="325422" cy="2031813"/>
            </a:xfrm>
            <a:prstGeom prst="roundRect">
              <a:avLst/>
            </a:prstGeom>
            <a:solidFill>
              <a:srgbClr val="BFBF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DCAAEF4C-947C-B308-3B56-DF5D510ED6DB}"/>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F73040AC-4513-BDE6-D217-9D0AFBB40F3E}"/>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88845DE8-CC83-4EDC-3408-7EC00CAC6FD4}"/>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DF81745B-C184-C24A-C6CC-54F9EA19A261}"/>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106E8153-0C90-B495-1B09-06648FD1DA94}"/>
              </a:ext>
            </a:extLst>
          </p:cNvPr>
          <p:cNvSpPr txBox="1">
            <a:spLocks/>
          </p:cNvSpPr>
          <p:nvPr/>
        </p:nvSpPr>
        <p:spPr>
          <a:xfrm>
            <a:off x="6136075" y="3943589"/>
            <a:ext cx="2212465" cy="307777"/>
          </a:xfrm>
          <a:prstGeom prst="rect">
            <a:avLst/>
          </a:prstGeom>
          <a:noFill/>
        </p:spPr>
        <p:txBody>
          <a:bodyPr wrap="none" rtlCol="0">
            <a:spAutoFit/>
          </a:bodyPr>
          <a:lstStyle/>
          <a:p>
            <a:pPr algn="ctr"/>
            <a:r>
              <a:rPr kumimoji="1" lang="ja-JP" altLang="en-US" sz="1400">
                <a:solidFill>
                  <a:schemeClr val="tx2"/>
                </a:solidFill>
                <a:latin typeface="和音 Joyo R" panose="00000500000000000000" pitchFamily="50" charset="-128"/>
                <a:ea typeface="和音 Joyo R" panose="00000500000000000000" pitchFamily="50" charset="-128"/>
              </a:rPr>
              <a:t>全文即時の為、選択不可</a:t>
            </a:r>
            <a:endParaRPr kumimoji="1" lang="ja-JP" altLang="en-US" dirty="0">
              <a:solidFill>
                <a:schemeClr val="tx2"/>
              </a:solidFill>
              <a:latin typeface="和音 Joyo R" panose="00000500000000000000" pitchFamily="50" charset="-128"/>
              <a:ea typeface="和音 Joyo R" panose="00000500000000000000" pitchFamily="50" charset="-128"/>
            </a:endParaRPr>
          </a:p>
        </p:txBody>
      </p:sp>
      <p:grpSp>
        <p:nvGrpSpPr>
          <p:cNvPr id="3" name="グループ化 2">
            <a:extLst>
              <a:ext uri="{FF2B5EF4-FFF2-40B4-BE49-F238E27FC236}">
                <a16:creationId xmlns:a16="http://schemas.microsoft.com/office/drawing/2014/main" id="{5FD2A906-6703-75DE-B1D9-ABBECCB893C3}"/>
              </a:ext>
            </a:extLst>
          </p:cNvPr>
          <p:cNvGrpSpPr/>
          <p:nvPr/>
        </p:nvGrpSpPr>
        <p:grpSpPr>
          <a:xfrm>
            <a:off x="0" y="-1"/>
            <a:ext cx="12192000" cy="6858001"/>
            <a:chOff x="0" y="-1"/>
            <a:chExt cx="12192000" cy="6858001"/>
          </a:xfrm>
        </p:grpSpPr>
        <p:sp>
          <p:nvSpPr>
            <p:cNvPr id="9" name="正方形/長方形 8">
              <a:extLst>
                <a:ext uri="{FF2B5EF4-FFF2-40B4-BE49-F238E27FC236}">
                  <a16:creationId xmlns:a16="http://schemas.microsoft.com/office/drawing/2014/main" id="{F154182D-C5E9-FE87-A438-C92EE9CBC20E}"/>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B6F97AB5-9C57-827B-B033-2E867634597E}"/>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F44D0425-9EFA-3F8C-316D-A1A55534A270}"/>
                </a:ext>
              </a:extLst>
            </p:cNvPr>
            <p:cNvSpPr txBox="1"/>
            <p:nvPr/>
          </p:nvSpPr>
          <p:spPr>
            <a:xfrm>
              <a:off x="3474133" y="2409602"/>
              <a:ext cx="524374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9" name="四角形: 角を丸くする 28">
              <a:extLst>
                <a:ext uri="{FF2B5EF4-FFF2-40B4-BE49-F238E27FC236}">
                  <a16:creationId xmlns:a16="http://schemas.microsoft.com/office/drawing/2014/main" id="{FBC45294-45EE-B07A-A1BE-0844CFBBA023}"/>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戻す</a:t>
              </a:r>
            </a:p>
          </p:txBody>
        </p:sp>
        <p:sp>
          <p:nvSpPr>
            <p:cNvPr id="30" name="四角形: 角を丸くする 29">
              <a:extLst>
                <a:ext uri="{FF2B5EF4-FFF2-40B4-BE49-F238E27FC236}">
                  <a16:creationId xmlns:a16="http://schemas.microsoft.com/office/drawing/2014/main" id="{6DF0F967-3E70-36EC-B780-80DE51311E8A}"/>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戻さない</a:t>
              </a:r>
            </a:p>
          </p:txBody>
        </p:sp>
      </p:grpSp>
    </p:spTree>
    <p:extLst>
      <p:ext uri="{BB962C8B-B14F-4D97-AF65-F5344CB8AC3E}">
        <p14:creationId xmlns:p14="http://schemas.microsoft.com/office/powerpoint/2010/main" val="28386482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6F5643E3-8BC6-9996-C1D3-8B7C67CC1EFD}"/>
            </a:ext>
          </a:extLst>
        </p:cNvPr>
        <p:cNvGrpSpPr/>
        <p:nvPr/>
      </p:nvGrpSpPr>
      <p:grpSpPr>
        <a:xfrm>
          <a:off x="0" y="0"/>
          <a:ext cx="0" cy="0"/>
          <a:chOff x="0" y="0"/>
          <a:chExt cx="0" cy="0"/>
        </a:xfrm>
      </p:grpSpPr>
      <p:grpSp>
        <p:nvGrpSpPr>
          <p:cNvPr id="7" name="グループ化 6">
            <a:extLst>
              <a:ext uri="{FF2B5EF4-FFF2-40B4-BE49-F238E27FC236}">
                <a16:creationId xmlns:a16="http://schemas.microsoft.com/office/drawing/2014/main" id="{3AB987BA-09F8-634E-A239-78A50767613E}"/>
              </a:ext>
            </a:extLst>
          </p:cNvPr>
          <p:cNvGrpSpPr/>
          <p:nvPr/>
        </p:nvGrpSpPr>
        <p:grpSpPr>
          <a:xfrm>
            <a:off x="2440821" y="4437628"/>
            <a:ext cx="8486935" cy="1186295"/>
            <a:chOff x="2440821" y="4437628"/>
            <a:chExt cx="8486935" cy="1186295"/>
          </a:xfrm>
        </p:grpSpPr>
        <p:sp>
          <p:nvSpPr>
            <p:cNvPr id="28" name="六角形 27">
              <a:extLst>
                <a:ext uri="{FF2B5EF4-FFF2-40B4-BE49-F238E27FC236}">
                  <a16:creationId xmlns:a16="http://schemas.microsoft.com/office/drawing/2014/main" id="{6A18124C-B5A5-8842-0C23-758A8BB8360C}"/>
                </a:ext>
              </a:extLst>
            </p:cNvPr>
            <p:cNvSpPr/>
            <p:nvPr/>
          </p:nvSpPr>
          <p:spPr>
            <a:xfrm>
              <a:off x="2446087" y="4437628"/>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0677C036-4B1A-B3FB-8E0F-0EC6F6E03E6F}"/>
                </a:ext>
              </a:extLst>
            </p:cNvPr>
            <p:cNvSpPr/>
            <p:nvPr/>
          </p:nvSpPr>
          <p:spPr>
            <a:xfrm>
              <a:off x="2440821" y="4437628"/>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E16D308C-3C97-023F-851C-C71646BE9802}"/>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0F8C8E1D-C582-986D-F7ED-E9B514DE974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4D2C1301-047C-EB5B-272D-1C1F4F10A420}"/>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ADB0AFAF-CD53-4F45-032B-BB4A1EF34E9E}"/>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2B8D3CC-14BD-0D93-49F0-0DE0D5D0E7C4}"/>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59F91858-D709-65FA-D513-15BD98E30905}"/>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A027F069-26E9-5CFD-6CCD-406F8F8E4564}"/>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59E87646-077B-18C4-EBF6-ADAE36F6A9F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D00CEA22-C42E-FD9B-F478-0B281E41CB67}"/>
              </a:ext>
            </a:extLst>
          </p:cNvPr>
          <p:cNvGrpSpPr/>
          <p:nvPr/>
        </p:nvGrpSpPr>
        <p:grpSpPr>
          <a:xfrm>
            <a:off x="-211707" y="202300"/>
            <a:ext cx="2238704" cy="714095"/>
            <a:chOff x="-211707" y="202300"/>
            <a:chExt cx="2238704" cy="714095"/>
          </a:xfrm>
        </p:grpSpPr>
        <p:sp>
          <p:nvSpPr>
            <p:cNvPr id="33" name="テキスト ボックス 32">
              <a:extLst>
                <a:ext uri="{FF2B5EF4-FFF2-40B4-BE49-F238E27FC236}">
                  <a16:creationId xmlns:a16="http://schemas.microsoft.com/office/drawing/2014/main" id="{A0090D10-FC66-F677-D469-BE83F6D3657E}"/>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6DEFFE19-7739-FC33-A6C2-E1CC71ADEF34}"/>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grpSp>
        <p:nvGrpSpPr>
          <p:cNvPr id="39" name="グループ化 38">
            <a:extLst>
              <a:ext uri="{FF2B5EF4-FFF2-40B4-BE49-F238E27FC236}">
                <a16:creationId xmlns:a16="http://schemas.microsoft.com/office/drawing/2014/main" id="{3493856D-8C51-81E8-1BAA-475AEC56D2AB}"/>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C01CEB6F-427C-AC69-6E1E-9667F664698E}"/>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92830007-5824-8062-FE03-6EF3D8A9FB0B}"/>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209DCDF7-A4D4-57E7-D718-5320138B8E7C}"/>
              </a:ext>
            </a:extLst>
          </p:cNvPr>
          <p:cNvGrpSpPr/>
          <p:nvPr/>
        </p:nvGrpSpPr>
        <p:grpSpPr>
          <a:xfrm>
            <a:off x="2440821" y="1178530"/>
            <a:ext cx="8486935" cy="1186295"/>
            <a:chOff x="2440821" y="1178530"/>
            <a:chExt cx="8486935" cy="1186295"/>
          </a:xfrm>
        </p:grpSpPr>
        <p:sp>
          <p:nvSpPr>
            <p:cNvPr id="17" name="六角形 16">
              <a:extLst>
                <a:ext uri="{FF2B5EF4-FFF2-40B4-BE49-F238E27FC236}">
                  <a16:creationId xmlns:a16="http://schemas.microsoft.com/office/drawing/2014/main" id="{5D40174E-95CB-822B-E793-76E79112EC4E}"/>
                </a:ext>
              </a:extLst>
            </p:cNvPr>
            <p:cNvSpPr/>
            <p:nvPr/>
          </p:nvSpPr>
          <p:spPr>
            <a:xfrm>
              <a:off x="2446087" y="1178530"/>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853E168-F64A-87C4-55D1-1748974DDF17}"/>
                </a:ext>
              </a:extLst>
            </p:cNvPr>
            <p:cNvSpPr/>
            <p:nvPr/>
          </p:nvSpPr>
          <p:spPr>
            <a:xfrm>
              <a:off x="2440821" y="1178530"/>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9A1E212E-3A14-8A89-72D0-9F4FF54F6B72}"/>
                </a:ext>
              </a:extLst>
            </p:cNvPr>
            <p:cNvSpPr txBox="1"/>
            <p:nvPr/>
          </p:nvSpPr>
          <p:spPr>
            <a:xfrm>
              <a:off x="2865285" y="1356179"/>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324525CB-C146-81C0-5622-5E3C50F83B22}"/>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702C30E2-D5FE-F8B0-5745-F05635691D7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676E5661-0537-C0BE-CE8B-1CF84FE2069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A84AC1AE-7AD5-B62E-58F5-D5067AF9186B}"/>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CD962169-9A4F-A333-F321-D8208F4F719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83A14F5B-B737-18EA-2A3D-556B6FEEA5F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42A7F46D-9CC1-FCAB-CAAB-E85842D78A66}"/>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4742AE96-87D2-2AD2-BA20-9DB0F876406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8617D0A5-5902-D9D7-26FA-D91F7EE77933}"/>
              </a:ext>
            </a:extLst>
          </p:cNvPr>
          <p:cNvGrpSpPr/>
          <p:nvPr/>
        </p:nvGrpSpPr>
        <p:grpSpPr>
          <a:xfrm>
            <a:off x="2440821" y="2808079"/>
            <a:ext cx="8486935" cy="1186295"/>
            <a:chOff x="2440821" y="2808079"/>
            <a:chExt cx="8486935" cy="1186295"/>
          </a:xfrm>
        </p:grpSpPr>
        <p:sp>
          <p:nvSpPr>
            <p:cNvPr id="24" name="六角形 23">
              <a:extLst>
                <a:ext uri="{FF2B5EF4-FFF2-40B4-BE49-F238E27FC236}">
                  <a16:creationId xmlns:a16="http://schemas.microsoft.com/office/drawing/2014/main" id="{A1423488-08FC-3757-5D8D-72AA21C74F66}"/>
                </a:ext>
              </a:extLst>
            </p:cNvPr>
            <p:cNvSpPr/>
            <p:nvPr/>
          </p:nvSpPr>
          <p:spPr>
            <a:xfrm>
              <a:off x="2446087" y="2808079"/>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B514A5DC-3A51-7A61-826D-AD6529C1DCB6}"/>
                </a:ext>
              </a:extLst>
            </p:cNvPr>
            <p:cNvSpPr/>
            <p:nvPr/>
          </p:nvSpPr>
          <p:spPr>
            <a:xfrm>
              <a:off x="2440821" y="2808079"/>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6" name="テキスト ボックス 25">
            <a:extLst>
              <a:ext uri="{FF2B5EF4-FFF2-40B4-BE49-F238E27FC236}">
                <a16:creationId xmlns:a16="http://schemas.microsoft.com/office/drawing/2014/main" id="{92312962-5DDA-5B09-4A9C-BB9B8B48D181}"/>
              </a:ext>
            </a:extLst>
          </p:cNvPr>
          <p:cNvSpPr txBox="1"/>
          <p:nvPr/>
        </p:nvSpPr>
        <p:spPr>
          <a:xfrm>
            <a:off x="2711397" y="3170394"/>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7" name="グループ化 66">
            <a:extLst>
              <a:ext uri="{FF2B5EF4-FFF2-40B4-BE49-F238E27FC236}">
                <a16:creationId xmlns:a16="http://schemas.microsoft.com/office/drawing/2014/main" id="{B237C08F-8587-13DD-DA3F-BCF20D6E5FA0}"/>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76EA7AF9-E528-1063-0411-E999A81A082A}"/>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9ACCA075-333F-8402-446E-928A3CC8F7A8}"/>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F9961D91-A22A-4E13-89E2-77EC88913CF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566FEBA1-83F2-4933-FC37-503D52C1E14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C7B2FAD7-DA85-1BF3-DBD1-F7ED1BCE1F84}"/>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F88517DB-8E1C-727B-F79D-3E21A50419E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38975909-12FE-A605-4E32-E610CE2B10E8}"/>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テキスト ボックス 29">
            <a:extLst>
              <a:ext uri="{FF2B5EF4-FFF2-40B4-BE49-F238E27FC236}">
                <a16:creationId xmlns:a16="http://schemas.microsoft.com/office/drawing/2014/main" id="{E90C3C4C-FD66-5CF7-0669-968670A1DCB3}"/>
              </a:ext>
            </a:extLst>
          </p:cNvPr>
          <p:cNvSpPr txBox="1"/>
          <p:nvPr/>
        </p:nvSpPr>
        <p:spPr>
          <a:xfrm>
            <a:off x="2711397" y="4799943"/>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6" name="グループ化 95">
            <a:extLst>
              <a:ext uri="{FF2B5EF4-FFF2-40B4-BE49-F238E27FC236}">
                <a16:creationId xmlns:a16="http://schemas.microsoft.com/office/drawing/2014/main" id="{D1E78F7D-F2BF-328B-A120-4B1A9F482E18}"/>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29DC528C-9930-58DF-1AA2-EB4E7B91914F}"/>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539A5CCB-54C3-A1C9-C277-2AA616DA3338}"/>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A858E242-09BD-10EB-E1EF-42B0223D2153}"/>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6026A23B-3428-12E0-EF6B-8609FD84DE35}"/>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4A97AD65-E98A-5568-7C39-3BC8139EB4E7}"/>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56F968D2-71C6-8C2D-ACC5-76255ED6BC18}"/>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889D1E78-E0B2-4925-06B7-2322FF1EBB82}"/>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01832929-E6F6-4B7E-459C-DF57E87B9304}"/>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153AC531-18F0-16C9-B749-F27C9AD509DC}"/>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3BD2CFFF-23C1-A9DE-DABD-2F96CB5DBDD3}"/>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00F6D120-DA99-4033-F5A9-7154D8A76EFF}"/>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C8AD6EA9-7FB0-97D4-FDE1-5613228E3BB8}"/>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3C268EA6-8946-2BA3-CB04-4132762B87C2}"/>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32ADE165-6D20-6955-64C0-3AAB8CF70071}"/>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4D4E9AA7-A909-7542-DEBC-812DA17D82C7}"/>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B496F42A-BE83-9C82-03CE-97C83DACF508}"/>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00851242-FA49-3642-6C89-964DCA359D50}"/>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BF419F26-6F24-6220-354C-3380AB7E9F9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E187FD2F-5229-AF4C-CEDE-C941D772402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837ED8D0-6211-F1D3-99E9-A1D854B5AD83}"/>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E8685F31-424B-42F8-ECB3-C01A4F654E88}"/>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EC8C315D-C916-5F5F-E1D3-28F8393FCC11}"/>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988B0BE4-D32A-5009-5FAE-6CF4734FAD2B}"/>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78E19AF3-54BE-6410-6E85-0E3A87242EEA}"/>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020D1095-79BE-C40A-1F37-31ED7023BA98}"/>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D26D7673-6D19-A392-0A18-38129ACEF4EC}"/>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3EE176D6-0FB1-759A-0C12-2176447D2FB5}"/>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9D77AF14-89B5-FB8F-ED40-424E3B3233BE}"/>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F510FB17-3A78-4486-6DDF-C105C10DE7A9}"/>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8B73E28A-606A-F6CE-50CE-E904A6EE98D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E918CA7-9A15-5056-D118-FAE47F27BC83}"/>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4ACFB0A5-1B13-2996-F9E8-324745E762F6}"/>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B9B2777B-2421-8084-FB7C-171683317BF0}"/>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721C85B6-21DF-074A-3107-8AB016293D95}"/>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0286973B-2C7C-B085-9C00-3F3360261F39}"/>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7951ECC5-C581-D880-C040-86F04887D44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99E444A2-3757-1750-49C3-84074D5C6A0F}"/>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CC5652C-2D58-B704-760E-5788C63933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FD498F46-3B93-4593-8E85-D2971B33151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E0095C3D-02B6-57D9-66AE-F4B7EDC78A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2335224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33F4E-59C0-A97C-2D1C-DBF3DB0853AB}"/>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7D189A2-820B-0737-F94F-39DF94D0C47D}"/>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ホーム</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17057907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028A43B-3E34-9E45-9452-5885F47AE30A}"/>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C7F4FA05-98F1-456B-2DEC-877873915282}"/>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7EDFD56F-58A9-2B00-E80D-F181E0FA06AC}"/>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ACFE8EB7-2402-0B7C-4863-54EF002E70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D1F93ECD-80CA-81A6-433A-9C5F0BE14B3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489A3534-1A6D-B6FB-9651-D2AA3C4655F0}"/>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F59F06D5-7D1B-29A5-EF2A-249F46B19E27}"/>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AA933FA5-FDD6-04D3-A9EB-4208DCBC1989}"/>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E459A494-A186-FBE0-69FD-598625B22B2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FE8A18FD-4B54-F39D-2D95-D52E92BD9ED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1ACF5933-857D-F3F5-4D30-937B8700D62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61240DCE-50A5-BF61-A82D-E4B6DAD291E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9C15D5A8-2B30-36AE-DA9E-E00ED61CD881}"/>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08C1F25F-EF29-5189-2408-7B7BDA1B382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E5A0C4F3-77CE-3465-F321-6CBAD1EA7E7F}"/>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C46056D8-88D8-41F5-9E37-243A646C8C4D}"/>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A4FFACF7-0442-D28E-3B55-EE5805AD2922}"/>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45CF75CA-4900-B27F-CE6E-48B0A47087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A5D777E8-2193-386E-2BAA-F1EA3797E6F5}"/>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538E2402-E9C0-86CC-355C-0C9758E970F1}"/>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11F86FDE-400E-F6F0-C52E-BEF75452CFBC}"/>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1DF3110C-6793-6592-3D80-282FDB6449AA}"/>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7994252E-F073-B02A-3679-6098167530DF}"/>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F123427-DD01-2056-1FAB-F8A97EB49D2E}"/>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6F3484C-320D-5D55-3DCC-35E1277A70E8}"/>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E54A34D9-911E-88DF-8E22-BEB6994356C9}"/>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34ECD216-462C-668E-67FD-FD142A38897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6963C61D-9B01-4B9B-6461-0597352544A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75CEBF3A-8BEC-26AD-7DC9-3F87D183B3A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10B22108-5802-64C3-5A92-6D954744C7A6}"/>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E330BD7-EAAC-0145-A4BB-EA67284248B4}"/>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1C0E653C-3E7C-86BD-AB4C-478234F3E5F8}"/>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10A02CFA-F61F-84DA-764A-646EF36AB1E4}"/>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grpSp>
        <p:nvGrpSpPr>
          <p:cNvPr id="2" name="グループ化 1">
            <a:extLst>
              <a:ext uri="{FF2B5EF4-FFF2-40B4-BE49-F238E27FC236}">
                <a16:creationId xmlns:a16="http://schemas.microsoft.com/office/drawing/2014/main" id="{720DCC9C-AE9A-F6B6-B20F-56863BDDB6D4}"/>
              </a:ext>
            </a:extLst>
          </p:cNvPr>
          <p:cNvGrpSpPr/>
          <p:nvPr/>
        </p:nvGrpSpPr>
        <p:grpSpPr>
          <a:xfrm>
            <a:off x="9955097" y="682678"/>
            <a:ext cx="230130" cy="326302"/>
            <a:chOff x="8812481" y="694218"/>
            <a:chExt cx="1470606" cy="1692464"/>
          </a:xfrm>
          <a:effectLst>
            <a:glow rad="12700">
              <a:schemeClr val="tx1">
                <a:lumMod val="85000"/>
                <a:lumOff val="15000"/>
                <a:alpha val="70000"/>
              </a:schemeClr>
            </a:glow>
          </a:effectLst>
        </p:grpSpPr>
        <p:pic>
          <p:nvPicPr>
            <p:cNvPr id="8" name="図 7">
              <a:extLst>
                <a:ext uri="{FF2B5EF4-FFF2-40B4-BE49-F238E27FC236}">
                  <a16:creationId xmlns:a16="http://schemas.microsoft.com/office/drawing/2014/main" id="{1BD7FC60-5D12-FA22-05F5-139D6E6A169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8" name="図 17">
              <a:extLst>
                <a:ext uri="{FF2B5EF4-FFF2-40B4-BE49-F238E27FC236}">
                  <a16:creationId xmlns:a16="http://schemas.microsoft.com/office/drawing/2014/main" id="{F030BB84-178A-9EA1-4280-44FF95F636FF}"/>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Tree>
    <p:extLst>
      <p:ext uri="{BB962C8B-B14F-4D97-AF65-F5344CB8AC3E}">
        <p14:creationId xmlns:p14="http://schemas.microsoft.com/office/powerpoint/2010/main" val="28112334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BE08460-1ABC-2689-4093-B764DDB1212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9C68ADEF-3E39-600A-9B8E-4D023CB1981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F6481633-98B8-59C3-6B7B-831E1F3A1F4F}"/>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F9108DDB-D162-C993-6029-C4F52348A6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2A6D0B04-F202-A19B-5416-63B338F603A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F1292960-D620-C9E3-47E1-C6FEC22668A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0E86EB60-E74B-EFC4-6844-216282C51B56}"/>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53A17A16-BB18-662E-805D-A366340B5B5F}"/>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FC7D2F1C-AADD-8CA0-2762-50A6CEDF371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28BB1262-C47D-621A-D2E5-B4157EA8982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E3250590-CC93-07C5-3823-A31B8CEF5A3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9169B5EF-65EE-A098-392B-5BC576F8E27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B514D9BE-563C-6D75-BE46-1B250FA13B4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78A73AF8-68CD-635D-0F9F-88957F3AB83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65323F56-E291-8359-2212-6D2F49B42B94}"/>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957F19DC-72D6-71E7-52B0-3A7F14D05693}"/>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36CC0D8A-CCFA-5A03-0664-8E6E9FC1B8F6}"/>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521F986C-B019-3DAC-4D7C-045868C417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D068DAB2-AB8D-1634-64D4-79D60FA80199}"/>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AB808005-DFB0-BED4-2BA4-7CF633220A70}"/>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7A2A7EA8-3D06-4E77-E13F-F61938F5F73D}"/>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34B8D6A7-2172-9BB8-B2B2-C6A9020414BF}"/>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3426A974-9923-12AF-517A-E907A74F3FC9}"/>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C00A4534-FA62-550E-58C0-F255574F86BA}"/>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613ACF5-D19F-66F9-06C2-65018E9D8334}"/>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EB12207-D4FA-E414-B84F-17B4C8EBB83A}"/>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6544CB15-1327-E1E1-D066-906D34F96F09}"/>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BE48AE24-6B84-8623-BFB2-31338FF3ADC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82450619-7FF2-77DA-966A-273DEC3C2DA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1CA271C8-B7C0-9DF9-05DC-8D5F6C44088F}"/>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7591412A-6A75-36AA-3CF1-F440EE35BE50}"/>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6BBC1DCE-0F7A-2FF6-652E-60655A5709E2}"/>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362A528E-4742-CA31-45FF-03E6C7289804}"/>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pic>
        <p:nvPicPr>
          <p:cNvPr id="28" name="図 27">
            <a:extLst>
              <a:ext uri="{FF2B5EF4-FFF2-40B4-BE49-F238E27FC236}">
                <a16:creationId xmlns:a16="http://schemas.microsoft.com/office/drawing/2014/main" id="{61C0F91A-0486-AC77-1BC4-E847A58972D8}"/>
              </a:ext>
            </a:extLst>
          </p:cNvPr>
          <p:cNvPicPr>
            <a:picLocks noChangeAspect="1"/>
          </p:cNvPicPr>
          <p:nvPr/>
        </p:nvPicPr>
        <p:blipFill>
          <a:blip r:embed="rId9">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9936916" y="656679"/>
            <a:ext cx="305015" cy="305015"/>
          </a:xfrm>
          <a:prstGeom prst="rect">
            <a:avLst/>
          </a:prstGeom>
          <a:effectLst>
            <a:glow rad="12700">
              <a:schemeClr val="tx1">
                <a:lumMod val="85000"/>
                <a:lumOff val="15000"/>
                <a:alpha val="85000"/>
              </a:schemeClr>
            </a:glow>
          </a:effectLst>
        </p:spPr>
      </p:pic>
    </p:spTree>
    <p:extLst>
      <p:ext uri="{BB962C8B-B14F-4D97-AF65-F5344CB8AC3E}">
        <p14:creationId xmlns:p14="http://schemas.microsoft.com/office/powerpoint/2010/main" val="1172560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D462017-C800-F941-2D71-8592622353C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2F1531AD-109B-C67B-B13A-213C2205D24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027C78FA-1CB9-451E-5513-7FB958EAD871}"/>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F710ED4F-9E41-C1D6-7335-33928FB23F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9DD42A93-4D62-BCEF-5B17-871C182B686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CC0A6744-ACD1-3476-66B3-E810B985CE8E}"/>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37862C2F-3BBB-1B21-04EF-CD9D76AF83E6}"/>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EEF1C5B4-8B50-78D3-44F4-20A91A724856}"/>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D408046B-2460-0260-3419-70E8432A0EB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1E2EA97F-1642-F29C-63A7-C2A0647AA6C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AAB41ED2-9974-AE27-AF1B-1E5C5129CD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0FD9DD1B-2CA4-6C50-E72F-162944C3E4B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E2B1A53C-B518-ACD1-CA13-064A08961580}"/>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29B5DE0C-F2CD-2AF1-DE00-335C488A4F9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CE2074AA-29D2-AA1B-66DD-39884A25E05C}"/>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4FB7259E-DD46-41DB-82B5-0BFADD4E92F7}"/>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3FDC77A5-58C8-3B43-B49B-D92E5620B88D}"/>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D6B78FC0-1C68-C5FB-3369-9C810505D18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0E94A84E-A2B4-2268-0049-75855966F3E3}"/>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6500A66C-656D-B31D-47B6-78442E5BFD40}"/>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3F191B20-B9DD-A9A0-844E-2F6590DB1431}"/>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63B5D67B-8882-C497-AF41-83F425EAB92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C8A53A7D-598B-A14C-17B2-4A227685FB3C}"/>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B231AA9-9C2D-D7A2-5BDC-0C94730F5089}"/>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0012BC45-88F1-E225-82DB-AF92D67D188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83FAAC90-5C93-8B29-81CE-70BAC6A99F8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9FA27AA5-241C-CE4E-EE57-DA1E6E34731F}"/>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4172A3C0-06BE-1ABD-A7B2-B03AB0C67DD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2DB20676-CCF9-4EA3-BBE6-1B90CF526CE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C0334118-E321-6627-93BA-DE71072E74FF}"/>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FFE71DF-0F1C-BB62-C1F8-7E78D517A79D}"/>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641D0EF5-E1E4-18FB-5873-B43567B3C59F}"/>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F2057567-62DE-ACC2-E53B-A79B69791169}"/>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grpSp>
        <p:nvGrpSpPr>
          <p:cNvPr id="2" name="グループ化 1">
            <a:extLst>
              <a:ext uri="{FF2B5EF4-FFF2-40B4-BE49-F238E27FC236}">
                <a16:creationId xmlns:a16="http://schemas.microsoft.com/office/drawing/2014/main" id="{388A1AD7-61C5-99E3-7A72-C5887A834ABE}"/>
              </a:ext>
            </a:extLst>
          </p:cNvPr>
          <p:cNvGrpSpPr/>
          <p:nvPr/>
        </p:nvGrpSpPr>
        <p:grpSpPr>
          <a:xfrm>
            <a:off x="9955097" y="682678"/>
            <a:ext cx="230130" cy="326302"/>
            <a:chOff x="8812481" y="694218"/>
            <a:chExt cx="1470606" cy="1692464"/>
          </a:xfrm>
          <a:effectLst>
            <a:glow rad="12700">
              <a:schemeClr val="tx1">
                <a:lumMod val="85000"/>
                <a:lumOff val="15000"/>
                <a:alpha val="70000"/>
              </a:schemeClr>
            </a:glow>
          </a:effectLst>
        </p:grpSpPr>
        <p:pic>
          <p:nvPicPr>
            <p:cNvPr id="8" name="図 7">
              <a:extLst>
                <a:ext uri="{FF2B5EF4-FFF2-40B4-BE49-F238E27FC236}">
                  <a16:creationId xmlns:a16="http://schemas.microsoft.com/office/drawing/2014/main" id="{42D7618D-BA70-172B-8E63-79813224AC0D}"/>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8" name="図 17">
              <a:extLst>
                <a:ext uri="{FF2B5EF4-FFF2-40B4-BE49-F238E27FC236}">
                  <a16:creationId xmlns:a16="http://schemas.microsoft.com/office/drawing/2014/main" id="{3817280F-2355-AE93-9663-FA822C749E3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25" name="吹き出し: 角を丸めた四角形 24">
            <a:extLst>
              <a:ext uri="{FF2B5EF4-FFF2-40B4-BE49-F238E27FC236}">
                <a16:creationId xmlns:a16="http://schemas.microsoft.com/office/drawing/2014/main" id="{1BBE0B5B-586B-9805-2517-2EA356B943FA}"/>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310242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6F8FB6E9-FA8B-9A33-7D35-996D39751E1A}"/>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75FDB248-4A02-06A9-F441-9FEF1A4B20E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5ABC660-9DAF-397C-A4D4-F2B67264F9DB}"/>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2378619D-71E8-9B45-B61A-FF70559002CE}"/>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D61D6ECA-45F8-A6E8-B7CE-EBD719364E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FDA8A36B-D4B1-B6AF-851C-4E5F658E101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F0F9DB6-973C-36B0-4638-A10F717E5E7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41A665F-03E2-B1B7-D6DB-D3B0939D6CD3}"/>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CC68EAD4-899E-B040-CA0B-A1FEB0B3B69D}"/>
              </a:ext>
            </a:extLst>
          </p:cNvPr>
          <p:cNvGrpSpPr/>
          <p:nvPr/>
        </p:nvGrpSpPr>
        <p:grpSpPr>
          <a:xfrm>
            <a:off x="4062697" y="1899362"/>
            <a:ext cx="4066606" cy="3678256"/>
            <a:chOff x="4062697" y="1228836"/>
            <a:chExt cx="4066606" cy="3678256"/>
          </a:xfrm>
        </p:grpSpPr>
        <p:grpSp>
          <p:nvGrpSpPr>
            <p:cNvPr id="45" name="グループ化 44">
              <a:extLst>
                <a:ext uri="{FF2B5EF4-FFF2-40B4-BE49-F238E27FC236}">
                  <a16:creationId xmlns:a16="http://schemas.microsoft.com/office/drawing/2014/main" id="{32E4F197-94EC-75DB-5B4B-8DCC31D1E367}"/>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7F025615-73BE-024F-A6AC-CFD63EF9997B}"/>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ACA27C1F-A6CE-7BCF-E159-B1281C7952D9}"/>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8CC036BE-9D47-D57B-312A-8013C7F42388}"/>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48ED1703-6F9B-3D07-846C-E9DF127C5DB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6DC8108F-FABC-8559-6605-877291EE0C54}"/>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5980F8B0-8D84-C35D-0677-BF8749527ED9}"/>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6D75FB55-9802-B13E-F676-E6B96CA226A4}"/>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C82CC895-F217-91A6-8217-9F1B3AF92F29}"/>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13453335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F11B6D31-F7CA-F271-A275-21F37A98F419}"/>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4DA53CC7-9561-4DED-7B22-E1CFB8D31DD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F15CB88-DE92-F9BB-1CDF-C30C03A7E7DD}"/>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0C032AD-4732-90AC-7406-DB0F88761AD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A3E77DC-6EF2-7675-3533-0678ED5B2A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6C2C983-3F79-66A9-8C3D-47FCDBC4089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DA095B2-427A-7356-33AC-A59B976C7EC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7A7A6021-F348-1B3E-24EB-CD297CFE10DA}"/>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44E64DAF-E7BC-DA45-C5C2-3495C1F28BD2}"/>
              </a:ext>
            </a:extLst>
          </p:cNvPr>
          <p:cNvGrpSpPr/>
          <p:nvPr/>
        </p:nvGrpSpPr>
        <p:grpSpPr>
          <a:xfrm>
            <a:off x="4062697" y="1902697"/>
            <a:ext cx="4066606" cy="3678256"/>
            <a:chOff x="4062697" y="1228836"/>
            <a:chExt cx="4066606" cy="3678256"/>
          </a:xfrm>
        </p:grpSpPr>
        <p:grpSp>
          <p:nvGrpSpPr>
            <p:cNvPr id="45" name="グループ化 44">
              <a:extLst>
                <a:ext uri="{FF2B5EF4-FFF2-40B4-BE49-F238E27FC236}">
                  <a16:creationId xmlns:a16="http://schemas.microsoft.com/office/drawing/2014/main" id="{A7B57E71-216E-F314-1BD8-1BFA48B902B5}"/>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3F85CB81-FFBF-6CD8-8C70-DDF9CFC1C120}"/>
                  </a:ext>
                </a:extLst>
              </p:cNvPr>
              <p:cNvSpPr/>
              <p:nvPr/>
            </p:nvSpPr>
            <p:spPr>
              <a:xfrm>
                <a:off x="3917035" y="1105498"/>
                <a:ext cx="4066606" cy="914400"/>
              </a:xfrm>
              <a:prstGeom prst="hexagon">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3080A6E5-DD1F-3CB1-D655-C7763E01368F}"/>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F81298A3-1DFB-A07A-11B7-0541929DEF25}"/>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99758393-C733-64D2-AA2B-6CADE6EE1FA9}"/>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9FEB541E-52B3-F1D0-2178-242C45B66F6B}"/>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61B3CE20-2E5B-33EF-5E34-4FB1C580AA07}"/>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6E29FB2A-1C43-BAAF-5E6F-FB47A7CDEE8E}"/>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981CDBA4-BE7F-EE17-5F1E-76617522C5E8}"/>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31059919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E04CA615-91B7-A5EE-9295-D38CDF081A1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1D8A0A48-C691-E463-2FF0-826D69EEDA3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F735341-1D85-FC98-36AF-A8E3A82125F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F01CC76-CE43-B405-EE4E-263888E16B5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637679E-4CED-5B1D-A81A-4AF02328C3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FE06D229-91AC-C900-8EA1-4B28C61D89A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8081632-396E-E363-0FF7-DC2250BB7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088BF699-CBB5-5AC4-BB37-5BDDCEBA148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F529C84A-3D80-0EF2-141C-47BFCDB06AEF}"/>
              </a:ext>
            </a:extLst>
          </p:cNvPr>
          <p:cNvSpPr/>
          <p:nvPr/>
        </p:nvSpPr>
        <p:spPr>
          <a:xfrm>
            <a:off x="1698342" y="193633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81107EAE-040C-0E2A-581A-95BDC089126E}"/>
              </a:ext>
            </a:extLst>
          </p:cNvPr>
          <p:cNvSpPr/>
          <p:nvPr/>
        </p:nvSpPr>
        <p:spPr>
          <a:xfrm>
            <a:off x="6352916" y="5125477"/>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A0FED5FC-1DA3-E386-80C7-792157008226}"/>
              </a:ext>
            </a:extLst>
          </p:cNvPr>
          <p:cNvSpPr/>
          <p:nvPr/>
        </p:nvSpPr>
        <p:spPr>
          <a:xfrm>
            <a:off x="3520077" y="5125477"/>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19C7FF16-EB7F-D7B2-2C25-51BE31273286}"/>
              </a:ext>
            </a:extLst>
          </p:cNvPr>
          <p:cNvSpPr txBox="1"/>
          <p:nvPr/>
        </p:nvSpPr>
        <p:spPr>
          <a:xfrm>
            <a:off x="5214188" y="2062912"/>
            <a:ext cx="176362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4E192F58-0F95-CF06-1727-AC889BDA880E}"/>
              </a:ext>
            </a:extLst>
          </p:cNvPr>
          <p:cNvCxnSpPr>
            <a:cxnSpLocks/>
          </p:cNvCxnSpPr>
          <p:nvPr/>
        </p:nvCxnSpPr>
        <p:spPr>
          <a:xfrm>
            <a:off x="4363451" y="2560649"/>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1EED5F6C-5085-99C3-7F17-DFFAAD0C78BC}"/>
              </a:ext>
            </a:extLst>
          </p:cNvPr>
          <p:cNvSpPr/>
          <p:nvPr/>
        </p:nvSpPr>
        <p:spPr>
          <a:xfrm rot="16200000">
            <a:off x="1979298" y="3707301"/>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CFC309A1-3028-D403-DB93-F5E9E8A02EFD}"/>
              </a:ext>
            </a:extLst>
          </p:cNvPr>
          <p:cNvSpPr/>
          <p:nvPr/>
        </p:nvSpPr>
        <p:spPr>
          <a:xfrm rot="5400000" flipH="1">
            <a:off x="9258768" y="3707301"/>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3CE49C52-C52A-AAB5-8007-8AAC592633DB}"/>
              </a:ext>
            </a:extLst>
          </p:cNvPr>
          <p:cNvSpPr txBox="1"/>
          <p:nvPr/>
        </p:nvSpPr>
        <p:spPr>
          <a:xfrm>
            <a:off x="4454661" y="3607064"/>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754647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AD622095-5FF7-EAAA-28AD-73D1E758AEE0}"/>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E39B2C42-5AA2-8959-B4E4-B604913EFB2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0FDDF0C6-36FC-7A8E-CCF1-863BA699545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4F5FA65-11F5-FA32-3088-126809E29E8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3EF6E20A-E429-60E7-EA49-B9246B8463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82B714FB-FC4F-61D2-C082-4DD2019FAA0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1319529D-8908-C7EB-8B5F-D16408729C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A8244F95-D41E-FE7A-EC1B-F25A3E8E309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8BBF9A70-FA9B-8388-DCAD-68A6584CCADE}"/>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DE9ED7D4-878F-3FA7-BCA2-0EC0AE25CEB9}"/>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A6180682-93A3-F4B5-9AF5-C7BE44FD0F5C}"/>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355EBB08-A4E2-432C-53A6-A0DA2E60FDA5}"/>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6C003911-B05F-91DC-83A1-5DAF9A3BCC27}"/>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188B6C89-E420-257B-EDF6-3E5AAB42B7B8}"/>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3EC66B11-B9D7-5391-6644-FBB096D8EFB9}"/>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7C27696F-789D-9F16-7E3E-CCFE6AB2A354}"/>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9962231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1022C91A-E251-8CA0-6459-1B1682725058}"/>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B0DE6AEC-0EC8-9BAD-CE15-38D44FB5167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CA32284-8E1E-6ACD-CB5F-2F62016EF05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2C984971-AAD4-5414-0BBA-2CF86AB2967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65E7D19-42B2-E471-8923-3F0C3C0665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DD59038-D862-493B-B6A2-A847FAE192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0A012E5C-22C9-FD35-A4F3-6CE1C7CD3C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CB7EED8-FC06-918F-C9D4-E5EC24931BB3}"/>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4C72685E-68F4-F6F7-9D6E-79AA509EB0F3}"/>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E45029E8-B930-5506-E40D-113A54990E2D}"/>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C20CF86F-48C4-8B73-7C41-C4E3F7FF863A}"/>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B3F5DD5E-1B25-FAAF-78E1-58FCF7F64F16}"/>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37E61D08-FEBD-A4F9-75EF-8D112D432F48}"/>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8C3FD141-FE39-1BE1-49E4-D762EDEEF4A2}"/>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1CB3CED1-530F-9222-B6A9-945ACC0E470E}"/>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3D8D2BB5-CCAE-6DA5-CA2B-8EFE9E4A5981}"/>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grpSp>
        <p:nvGrpSpPr>
          <p:cNvPr id="2" name="グループ化 1">
            <a:extLst>
              <a:ext uri="{FF2B5EF4-FFF2-40B4-BE49-F238E27FC236}">
                <a16:creationId xmlns:a16="http://schemas.microsoft.com/office/drawing/2014/main" id="{15A8E848-4CF8-F7A1-5038-3FD7A7AFB134}"/>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9ABD1407-F517-FE3A-925A-9907F8D13DA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BEA05E59-30C6-E0B0-56DD-622E41D1FFC0}"/>
                </a:ext>
              </a:extLst>
            </p:cNvPr>
            <p:cNvGrpSpPr/>
            <p:nvPr/>
          </p:nvGrpSpPr>
          <p:grpSpPr>
            <a:xfrm>
              <a:off x="3159742" y="1823170"/>
              <a:ext cx="5872517" cy="3211661"/>
              <a:chOff x="3159742" y="1823170"/>
              <a:chExt cx="5872517" cy="3211661"/>
            </a:xfrm>
          </p:grpSpPr>
          <p:sp>
            <p:nvSpPr>
              <p:cNvPr id="5" name="四角形: 角を丸くする 4">
                <a:extLst>
                  <a:ext uri="{FF2B5EF4-FFF2-40B4-BE49-F238E27FC236}">
                    <a16:creationId xmlns:a16="http://schemas.microsoft.com/office/drawing/2014/main" id="{957218CD-D575-0718-39F8-F5ABC85565A9}"/>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8ECBD327-DC87-988D-9347-EC1A09BFB7C8}"/>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EFD9C910-83F0-9B8B-8250-1CE82CD4FE29}"/>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BD21581F-7905-21D1-7022-535B499FA06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7907900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35B5C7D4-A749-D9F0-87CD-01A353161804}"/>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8B6BA5D2-BBA7-DB67-4CED-1B804662986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2B318E9-8F19-DDC6-4239-8D4FAD7EFDA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C728C12-A196-4E8C-D100-E6BE912AF7D1}"/>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16AEB021-EFCA-6D9D-ED90-73BBCB251D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1100049-8BD7-F8EE-714B-9A6759A0EB2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4AD7D812-BB78-BF38-92AC-045C9FED3B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5BABEFC-55C5-A38F-F769-0D4AC28AC491}"/>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9472F8AC-18A0-E174-F454-8903DA3AD894}"/>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27FF3E3C-4D09-5CE3-78F8-75BBA28DF9FF}"/>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0AE60A05-AE5D-54D0-E8EE-1DE58DAB87B7}"/>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DBB38E26-0A63-E436-F621-87D0A9235F1C}"/>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E80E8268-720C-A77A-A8E1-DE07AD922536}"/>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88882E6F-48CB-F475-D7EA-1AF61C2E9BDF}"/>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61D48BE4-2404-6995-215B-6F71BDA72E6D}"/>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0CFFF711-38E3-C85E-7EAD-8987FACC977D}"/>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grpSp>
        <p:nvGrpSpPr>
          <p:cNvPr id="5" name="グループ化 4">
            <a:extLst>
              <a:ext uri="{FF2B5EF4-FFF2-40B4-BE49-F238E27FC236}">
                <a16:creationId xmlns:a16="http://schemas.microsoft.com/office/drawing/2014/main" id="{13EF0CB3-7C52-14CC-DB96-DA80884D19D8}"/>
              </a:ext>
            </a:extLst>
          </p:cNvPr>
          <p:cNvGrpSpPr/>
          <p:nvPr/>
        </p:nvGrpSpPr>
        <p:grpSpPr>
          <a:xfrm>
            <a:off x="0" y="-1"/>
            <a:ext cx="12192000" cy="6858001"/>
            <a:chOff x="0" y="-1"/>
            <a:chExt cx="12192000" cy="6858001"/>
          </a:xfrm>
        </p:grpSpPr>
        <p:grpSp>
          <p:nvGrpSpPr>
            <p:cNvPr id="6" name="グループ化 5">
              <a:extLst>
                <a:ext uri="{FF2B5EF4-FFF2-40B4-BE49-F238E27FC236}">
                  <a16:creationId xmlns:a16="http://schemas.microsoft.com/office/drawing/2014/main" id="{28F56B4F-D9F2-9C5F-E18B-408940EED632}"/>
                </a:ext>
              </a:extLst>
            </p:cNvPr>
            <p:cNvGrpSpPr/>
            <p:nvPr/>
          </p:nvGrpSpPr>
          <p:grpSpPr>
            <a:xfrm>
              <a:off x="0" y="-1"/>
              <a:ext cx="12192000" cy="6858001"/>
              <a:chOff x="0" y="-1"/>
              <a:chExt cx="12192000" cy="6858001"/>
            </a:xfrm>
          </p:grpSpPr>
          <p:sp>
            <p:nvSpPr>
              <p:cNvPr id="10" name="正方形/長方形 9">
                <a:extLst>
                  <a:ext uri="{FF2B5EF4-FFF2-40B4-BE49-F238E27FC236}">
                    <a16:creationId xmlns:a16="http://schemas.microsoft.com/office/drawing/2014/main" id="{79B2CA4F-5526-BC1A-8148-D233B118407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1CD2D349-C17C-97C8-E911-52CFFF0D3B08}"/>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 name="四角形: 角を丸くする 6">
              <a:extLst>
                <a:ext uri="{FF2B5EF4-FFF2-40B4-BE49-F238E27FC236}">
                  <a16:creationId xmlns:a16="http://schemas.microsoft.com/office/drawing/2014/main" id="{C3FD5908-61EB-5ED5-3756-0C835FF67629}"/>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戻す</a:t>
              </a:r>
              <a:endParaRPr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2DADFC63-F46D-C3C8-BFE4-4F487C4FDB74}"/>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戻さない</a:t>
              </a:r>
              <a:endParaRPr kumimoji="1" lang="ja-JP" altLang="en-US" sz="2400" dirty="0">
                <a:latin typeface="和音 Joyo R" panose="00000500000000000000" pitchFamily="50" charset="-128"/>
                <a:ea typeface="和音 Joyo R" panose="00000500000000000000" pitchFamily="50" charset="-128"/>
              </a:endParaRPr>
            </a:p>
          </p:txBody>
        </p:sp>
        <p:sp>
          <p:nvSpPr>
            <p:cNvPr id="9" name="テキスト ボックス 8">
              <a:extLst>
                <a:ext uri="{FF2B5EF4-FFF2-40B4-BE49-F238E27FC236}">
                  <a16:creationId xmlns:a16="http://schemas.microsoft.com/office/drawing/2014/main" id="{8DE592D1-8417-A84C-8C42-577A28FD9046}"/>
                </a:ext>
              </a:extLst>
            </p:cNvPr>
            <p:cNvSpPr txBox="1"/>
            <p:nvPr/>
          </p:nvSpPr>
          <p:spPr>
            <a:xfrm>
              <a:off x="3474132" y="2409602"/>
              <a:ext cx="524374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33299497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BE751E18-E14E-2BA6-1083-F343C9D2436B}"/>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2FDAA43A-5994-8417-E230-D396DA32E3E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3F0388B-4409-F61A-2E9B-64CB21F2FD42}"/>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C03DCA70-C0DC-A448-B967-DE916C6B3C8E}"/>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5D3BF5BF-5062-04EA-CDD0-06220807EB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8E820A1-C9F8-BBD4-29C9-BD83E2E6FF2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9084E1E-A626-F407-669E-93AC3EB0C3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E7FFAF9-4642-18C8-9E6B-78F46278EDB9}"/>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A48DFE0D-959B-0D85-CF52-397A44A53279}"/>
              </a:ext>
            </a:extLst>
          </p:cNvPr>
          <p:cNvGrpSpPr/>
          <p:nvPr/>
        </p:nvGrpSpPr>
        <p:grpSpPr>
          <a:xfrm>
            <a:off x="4062697" y="1886662"/>
            <a:ext cx="4066606" cy="3678256"/>
            <a:chOff x="4062697" y="1228836"/>
            <a:chExt cx="4066606" cy="3678256"/>
          </a:xfrm>
        </p:grpSpPr>
        <p:grpSp>
          <p:nvGrpSpPr>
            <p:cNvPr id="45" name="グループ化 44">
              <a:extLst>
                <a:ext uri="{FF2B5EF4-FFF2-40B4-BE49-F238E27FC236}">
                  <a16:creationId xmlns:a16="http://schemas.microsoft.com/office/drawing/2014/main" id="{9F0D2CCA-98AE-52C5-1619-CD8A2D472E20}"/>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B5CE9ABD-7339-986B-124C-A5142BDFA13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EFC7563D-C655-C9F7-0C2B-6D4E296C87A9}"/>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AC2FAEEB-AE90-65EB-9203-FEBCC2BFB2C4}"/>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A05F67A9-D4D6-33D7-9CCA-090316F0513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A7B38B71-C1A7-4F25-5CAC-823B6D847B6B}"/>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26DC5814-05CD-1A28-CA55-3BB7B8096C4C}"/>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F69E8C1B-30F1-4DD4-CADB-BA634A81134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36B045AC-4C93-0D50-CBB9-D1A4F20E0EFA}"/>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2" name="グループ化 1">
            <a:extLst>
              <a:ext uri="{FF2B5EF4-FFF2-40B4-BE49-F238E27FC236}">
                <a16:creationId xmlns:a16="http://schemas.microsoft.com/office/drawing/2014/main" id="{51A6D9FA-5427-5BA7-4848-733308AF3D33}"/>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9C410563-8E1F-31E2-152A-5EA80532A63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90FC98A7-DEB4-B42E-42FF-FBBB5396216B}"/>
                </a:ext>
              </a:extLst>
            </p:cNvPr>
            <p:cNvGrpSpPr/>
            <p:nvPr/>
          </p:nvGrpSpPr>
          <p:grpSpPr>
            <a:xfrm>
              <a:off x="3159742" y="1823170"/>
              <a:ext cx="5872517" cy="3211661"/>
              <a:chOff x="3159742" y="1823170"/>
              <a:chExt cx="5872517" cy="3211661"/>
            </a:xfrm>
          </p:grpSpPr>
          <p:sp>
            <p:nvSpPr>
              <p:cNvPr id="5" name="四角形: 角を丸くする 4">
                <a:extLst>
                  <a:ext uri="{FF2B5EF4-FFF2-40B4-BE49-F238E27FC236}">
                    <a16:creationId xmlns:a16="http://schemas.microsoft.com/office/drawing/2014/main" id="{2F41E0A3-B9D9-1A95-C109-87954CDFA324}"/>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E24225B6-312C-3C24-3A18-63AB6079D559}"/>
                  </a:ext>
                </a:extLst>
              </p:cNvPr>
              <p:cNvSpPr txBox="1"/>
              <p:nvPr/>
            </p:nvSpPr>
            <p:spPr>
              <a:xfrm>
                <a:off x="3684928" y="2384084"/>
                <a:ext cx="482215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タイトルに</a:t>
                </a: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戻りますか？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B0C7CFAA-22B8-433F-B7C1-21DCB599F7E1}"/>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89200F96-398C-A4A3-46FD-EDF8B09739C8}"/>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9" name="テキスト ボックス 8">
                <a:extLst>
                  <a:ext uri="{FF2B5EF4-FFF2-40B4-BE49-F238E27FC236}">
                    <a16:creationId xmlns:a16="http://schemas.microsoft.com/office/drawing/2014/main" id="{EE5FBA31-461C-A0EF-526A-2763C5D5943F}"/>
                  </a:ext>
                </a:extLst>
              </p:cNvPr>
              <p:cNvSpPr txBox="1"/>
              <p:nvPr/>
            </p:nvSpPr>
            <p:spPr>
              <a:xfrm>
                <a:off x="3393978" y="3112065"/>
                <a:ext cx="540404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セーブしていないデータは消えてしまいます。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0124574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A964677B-3BBB-B869-7E68-5467C6F6186D}"/>
              </a:ext>
            </a:extLst>
          </p:cNvPr>
          <p:cNvGrpSpPr/>
          <p:nvPr/>
        </p:nvGrpSpPr>
        <p:grpSpPr>
          <a:xfrm>
            <a:off x="0" y="-1"/>
            <a:ext cx="12192000" cy="6858001"/>
            <a:chOff x="0" y="-1"/>
            <a:chExt cx="12192000" cy="6858001"/>
          </a:xfrm>
        </p:grpSpPr>
        <p:sp>
          <p:nvSpPr>
            <p:cNvPr id="5" name="正方形/長方形 4">
              <a:extLst>
                <a:ext uri="{FF2B5EF4-FFF2-40B4-BE49-F238E27FC236}">
                  <a16:creationId xmlns:a16="http://schemas.microsoft.com/office/drawing/2014/main" id="{68092A9C-B29B-FA04-2F38-1FBFC3092DD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 name="グループ化 5">
              <a:extLst>
                <a:ext uri="{FF2B5EF4-FFF2-40B4-BE49-F238E27FC236}">
                  <a16:creationId xmlns:a16="http://schemas.microsoft.com/office/drawing/2014/main" id="{BD888F8D-5280-88E7-C924-3BC9ADB13DF3}"/>
                </a:ext>
              </a:extLst>
            </p:cNvPr>
            <p:cNvGrpSpPr/>
            <p:nvPr/>
          </p:nvGrpSpPr>
          <p:grpSpPr>
            <a:xfrm>
              <a:off x="2616038" y="1823170"/>
              <a:ext cx="6959925" cy="3211661"/>
              <a:chOff x="2616038" y="1823170"/>
              <a:chExt cx="6959925" cy="3211661"/>
            </a:xfrm>
          </p:grpSpPr>
          <p:sp>
            <p:nvSpPr>
              <p:cNvPr id="7" name="四角形: 角を丸くする 6">
                <a:extLst>
                  <a:ext uri="{FF2B5EF4-FFF2-40B4-BE49-F238E27FC236}">
                    <a16:creationId xmlns:a16="http://schemas.microsoft.com/office/drawing/2014/main" id="{78A02471-C308-C9C8-5656-D367263F8DDE}"/>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229B724E-8AA0-7083-DAD4-886A10D722D7}"/>
                  </a:ext>
                </a:extLst>
              </p:cNvPr>
              <p:cNvSpPr txBox="1"/>
              <p:nvPr/>
            </p:nvSpPr>
            <p:spPr>
              <a:xfrm>
                <a:off x="3052547" y="2384084"/>
                <a:ext cx="608692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受け取り可能な報酬があります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 name="四角形: 角を丸くする 8">
                <a:extLst>
                  <a:ext uri="{FF2B5EF4-FFF2-40B4-BE49-F238E27FC236}">
                    <a16:creationId xmlns:a16="http://schemas.microsoft.com/office/drawing/2014/main" id="{FB04B816-CA10-9C1A-9323-2EDEAD6DC528}"/>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受け取る</a:t>
                </a:r>
                <a:endParaRPr kumimoji="1"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3C3AB643-659C-4D9D-0118-2B944B79392F}"/>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受け取らない</a:t>
                </a:r>
                <a:endParaRPr kumimoji="1" lang="ja-JP" altLang="en-US" sz="2400" dirty="0">
                  <a:latin typeface="和音 Joyo R" panose="00000500000000000000" pitchFamily="50" charset="-128"/>
                  <a:ea typeface="和音 Joyo R" panose="00000500000000000000" pitchFamily="50" charset="-128"/>
                </a:endParaRPr>
              </a:p>
            </p:txBody>
          </p:sp>
          <p:sp>
            <p:nvSpPr>
              <p:cNvPr id="11" name="テキスト ボックス 10">
                <a:extLst>
                  <a:ext uri="{FF2B5EF4-FFF2-40B4-BE49-F238E27FC236}">
                    <a16:creationId xmlns:a16="http://schemas.microsoft.com/office/drawing/2014/main" id="{BAFD4BED-0A03-3399-6928-159C738B48C4}"/>
                  </a:ext>
                </a:extLst>
              </p:cNvPr>
              <p:cNvSpPr txBox="1"/>
              <p:nvPr/>
            </p:nvSpPr>
            <p:spPr>
              <a:xfrm>
                <a:off x="2800874" y="3112065"/>
                <a:ext cx="6590267"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このまま進行すると、リミットミッションが更新されます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1093421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6200000" scaled="1"/>
          <a:tileRect/>
        </a:gradFill>
        <a:effectLst/>
      </p:bgPr>
    </p:bg>
    <p:spTree>
      <p:nvGrpSpPr>
        <p:cNvPr id="1" name="">
          <a:extLst>
            <a:ext uri="{FF2B5EF4-FFF2-40B4-BE49-F238E27FC236}">
              <a16:creationId xmlns:a16="http://schemas.microsoft.com/office/drawing/2014/main" id="{29B48975-597A-0777-69CD-E54731DEC11B}"/>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A16323E-AF91-CFD6-8300-DF135AD527F1}"/>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FDAF85CD-B457-FB8E-D02A-91405A7A81E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E9ECA23-DCF9-9E6B-76AC-5EF52D2B6CFB}"/>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C482299-172B-DFB4-14B1-C493E407787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0C4E1E6A-55FD-309C-C1B7-FCB4B63340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F13C8ED-B07D-2417-DA93-0E8A94E805B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F93BB72-1B86-3927-10C0-6CF9480AD1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AF0E1BC-8615-5719-869F-BF0B37E97669}"/>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91887811-9BED-242E-CB0D-94DDC03C94AA}"/>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208AA265-29D2-EC09-6DFB-0586342EB5E0}"/>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E10F76A6-5B8A-127A-2388-EF34F8AEC9EA}"/>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83131D74-CA83-BDA1-B4A1-2085FE4FCC70}"/>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06C360F7-05D9-6E76-BE00-8410F7C361A6}"/>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4EC553EA-4E94-4A63-E9A2-C5656008B86A}"/>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DE1BE9A4-F251-35F5-B4B5-2A4830C6EC29}"/>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1696F634-2086-E80A-1232-E43F0C917E7B}"/>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487D887E-5877-5F8B-EA02-0A35FAAEA39C}"/>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9E2AA229-7D03-2726-4D77-004BF6B9A5E7}"/>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A42D7511-ACD1-C523-7F84-3C4E6D2C50D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FC29BF26-788E-F0F5-15F9-1673A542591D}"/>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7D09CAB-E804-318C-F58E-422118F861B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A0B8072C-244D-2465-1107-987A823D6595}"/>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8199AFC4-8B8A-15AD-6F1E-12211A975A26}"/>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3886951A-920C-61AA-B8E2-A196866AD28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5C794892-A542-1865-AEDC-DA1903143F28}"/>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CC0B3A91-452A-7408-F41E-ABE81A41D7F6}"/>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FDE6C470-62B6-7E94-025F-90DEA446D88E}"/>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D3E2DFBF-8D4C-4BE8-8BB3-733DEA45CEF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B423CB0B-F238-17B0-AD23-E8ECE047042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E41C5001-5A0F-FE7A-856F-5B5AC43A8DB4}"/>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17CB63C1-FAB9-46D2-D8F1-04D28611AD3B}"/>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B9AF909-6AD9-443F-3B6D-62A15C27A01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78113FB-CBFC-D2CA-1DA5-6C0D713FB64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3766825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5F25F259-59A1-1D99-E82F-E94421914B8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09449CF2-ED1C-3045-B47F-B22D237C36D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265D41D6-7990-E518-6113-687D6B156473}"/>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6B0C776-3C67-3323-9C3E-7C51FA183B1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22475B25-84D5-1C3B-801E-022924DDBB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7164912C-E968-23B4-0CDD-9AE382FB739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8B97773-FDEE-34C6-8C66-94A5E9326B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D53C0918-C78E-DC78-15F5-3D45773DDB12}"/>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861B1F2-207A-9DB4-4C4B-AEE27384E1CB}"/>
              </a:ext>
            </a:extLst>
          </p:cNvPr>
          <p:cNvSpPr/>
          <p:nvPr/>
        </p:nvSpPr>
        <p:spPr>
          <a:xfrm>
            <a:off x="1698342" y="1872890"/>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A511D108-9B76-B6BF-21F8-CAFE640FD2EB}"/>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7EA661AA-B091-A23C-96F4-11F6B746B13F}"/>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6685F373-6D23-8408-BCA0-27E4603934EF}"/>
              </a:ext>
            </a:extLst>
          </p:cNvPr>
          <p:cNvSpPr/>
          <p:nvPr/>
        </p:nvSpPr>
        <p:spPr>
          <a:xfrm>
            <a:off x="2051021" y="4703561"/>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7BEF9576-C647-FF8B-C512-00D7464BFFB9}"/>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A694A3FA-5EEC-E787-9009-D31E926F21B3}"/>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4DDA7A9A-FE06-F4D7-2474-6EBA8B879531}"/>
              </a:ext>
            </a:extLst>
          </p:cNvPr>
          <p:cNvSpPr/>
          <p:nvPr/>
        </p:nvSpPr>
        <p:spPr>
          <a:xfrm>
            <a:off x="4489817" y="2847524"/>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D9668838-E1F8-B214-BCD9-E974C79F2CC1}"/>
              </a:ext>
            </a:extLst>
          </p:cNvPr>
          <p:cNvSpPr txBox="1"/>
          <p:nvPr/>
        </p:nvSpPr>
        <p:spPr>
          <a:xfrm>
            <a:off x="5436115" y="2201301"/>
            <a:ext cx="3570208"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進行中メインミッション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1" name="グループ化 50">
            <a:extLst>
              <a:ext uri="{FF2B5EF4-FFF2-40B4-BE49-F238E27FC236}">
                <a16:creationId xmlns:a16="http://schemas.microsoft.com/office/drawing/2014/main" id="{B533620A-D1D7-D18E-6FC1-D5946E91C462}"/>
              </a:ext>
            </a:extLst>
          </p:cNvPr>
          <p:cNvGrpSpPr/>
          <p:nvPr/>
        </p:nvGrpSpPr>
        <p:grpSpPr>
          <a:xfrm>
            <a:off x="8710851" y="3914402"/>
            <a:ext cx="1035934" cy="474368"/>
            <a:chOff x="6592795" y="2986404"/>
            <a:chExt cx="1035934" cy="474368"/>
          </a:xfrm>
        </p:grpSpPr>
        <p:sp>
          <p:nvSpPr>
            <p:cNvPr id="48" name="二等辺三角形 47">
              <a:extLst>
                <a:ext uri="{FF2B5EF4-FFF2-40B4-BE49-F238E27FC236}">
                  <a16:creationId xmlns:a16="http://schemas.microsoft.com/office/drawing/2014/main" id="{9CD6FA70-4B11-9D7C-19A0-B8564DC31E2C}"/>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F4975067-BCAF-AFFF-B123-753DBFEEE870}"/>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4" name="テキスト ボックス 53">
            <a:extLst>
              <a:ext uri="{FF2B5EF4-FFF2-40B4-BE49-F238E27FC236}">
                <a16:creationId xmlns:a16="http://schemas.microsoft.com/office/drawing/2014/main" id="{80F2EA09-AEC0-5205-9546-9675474D0B37}"/>
              </a:ext>
            </a:extLst>
          </p:cNvPr>
          <p:cNvSpPr txBox="1"/>
          <p:nvPr/>
        </p:nvSpPr>
        <p:spPr>
          <a:xfrm>
            <a:off x="4832112" y="3003760"/>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テキスト ボックス 57">
            <a:extLst>
              <a:ext uri="{FF2B5EF4-FFF2-40B4-BE49-F238E27FC236}">
                <a16:creationId xmlns:a16="http://schemas.microsoft.com/office/drawing/2014/main" id="{89022DFA-A9ED-AD46-E110-D3161A52E8A1}"/>
              </a:ext>
            </a:extLst>
          </p:cNvPr>
          <p:cNvSpPr txBox="1"/>
          <p:nvPr/>
        </p:nvSpPr>
        <p:spPr>
          <a:xfrm>
            <a:off x="4832112" y="3613413"/>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grpSp>
        <p:nvGrpSpPr>
          <p:cNvPr id="67" name="グループ化 66">
            <a:extLst>
              <a:ext uri="{FF2B5EF4-FFF2-40B4-BE49-F238E27FC236}">
                <a16:creationId xmlns:a16="http://schemas.microsoft.com/office/drawing/2014/main" id="{E593D623-B7A4-F3FC-D5D1-3A5B4B8CB2C0}"/>
              </a:ext>
            </a:extLst>
          </p:cNvPr>
          <p:cNvGrpSpPr/>
          <p:nvPr/>
        </p:nvGrpSpPr>
        <p:grpSpPr>
          <a:xfrm>
            <a:off x="5005082" y="4818581"/>
            <a:ext cx="4432274" cy="914400"/>
            <a:chOff x="5314511" y="4226490"/>
            <a:chExt cx="4432274" cy="914400"/>
          </a:xfrm>
        </p:grpSpPr>
        <p:sp>
          <p:nvSpPr>
            <p:cNvPr id="60" name="楕円 59">
              <a:extLst>
                <a:ext uri="{FF2B5EF4-FFF2-40B4-BE49-F238E27FC236}">
                  <a16:creationId xmlns:a16="http://schemas.microsoft.com/office/drawing/2014/main" id="{CCED8623-68B9-5CC4-055B-ACAED9707394}"/>
                </a:ext>
              </a:extLst>
            </p:cNvPr>
            <p:cNvSpPr/>
            <p:nvPr/>
          </p:nvSpPr>
          <p:spPr>
            <a:xfrm>
              <a:off x="8832385" y="422649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C04A43F6-FF0A-24FB-D0A5-E08FAF65EF7C}"/>
                </a:ext>
              </a:extLst>
            </p:cNvPr>
            <p:cNvSpPr txBox="1"/>
            <p:nvPr/>
          </p:nvSpPr>
          <p:spPr>
            <a:xfrm>
              <a:off x="5314511" y="4422080"/>
              <a:ext cx="3108543" cy="523220"/>
            </a:xfrm>
            <a:prstGeom prst="rect">
              <a:avLst/>
            </a:prstGeom>
            <a:noFill/>
          </p:spPr>
          <p:txBody>
            <a:bodyPr wrap="none" rtlCol="0">
              <a:spAutoFit/>
            </a:bodyPr>
            <a:lstStyle/>
            <a:p>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　</a:t>
              </a: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章のタイトル</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テキスト ボックス 68">
            <a:extLst>
              <a:ext uri="{FF2B5EF4-FFF2-40B4-BE49-F238E27FC236}">
                <a16:creationId xmlns:a16="http://schemas.microsoft.com/office/drawing/2014/main" id="{9F8DE161-B014-0F02-E554-D87F540A3269}"/>
              </a:ext>
            </a:extLst>
          </p:cNvPr>
          <p:cNvSpPr txBox="1"/>
          <p:nvPr/>
        </p:nvSpPr>
        <p:spPr>
          <a:xfrm>
            <a:off x="8526924" y="4958185"/>
            <a:ext cx="902811" cy="523220"/>
          </a:xfrm>
          <a:prstGeom prst="rect">
            <a:avLst/>
          </a:prstGeom>
          <a:noFill/>
        </p:spPr>
        <p:txBody>
          <a:bodyPr wrap="none" rtlCol="0">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Tree>
    <p:extLst>
      <p:ext uri="{BB962C8B-B14F-4D97-AF65-F5344CB8AC3E}">
        <p14:creationId xmlns:p14="http://schemas.microsoft.com/office/powerpoint/2010/main" val="935387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522331BF-64A2-66F9-007F-C4E185EF9B03}"/>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2FBD8127-5700-89DB-FC51-5CBB610D5C1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0B84AC78-FFFA-130E-98F8-8A1A9F65AA8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B0722D4-2799-9112-6330-46D3726E9DA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CA6B0B25-1596-3B72-7362-6BA9985AA3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8732546-59BE-64E3-3E3A-97FE38808E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ABCC6F7-D509-A52D-999D-6BA37BE943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B8FAA3D1-2A84-E397-AD5B-F8EE0C777ED4}"/>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AA8F80E6-D58C-AA35-8A2B-EB134E42EAAF}"/>
              </a:ext>
            </a:extLst>
          </p:cNvPr>
          <p:cNvSpPr/>
          <p:nvPr/>
        </p:nvSpPr>
        <p:spPr>
          <a:xfrm>
            <a:off x="1698342" y="1876903"/>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28D4C69D-0E34-3FDB-34BE-8A3676F89395}"/>
              </a:ext>
            </a:extLst>
          </p:cNvPr>
          <p:cNvSpPr/>
          <p:nvPr/>
        </p:nvSpPr>
        <p:spPr>
          <a:xfrm>
            <a:off x="2051021" y="3564088"/>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B8E832A3-7F0C-EBE5-7250-29F07825423D}"/>
              </a:ext>
            </a:extLst>
          </p:cNvPr>
          <p:cNvSpPr/>
          <p:nvPr/>
        </p:nvSpPr>
        <p:spPr>
          <a:xfrm>
            <a:off x="2051021" y="2420603"/>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E219126C-F0A8-7207-E261-2B8100B64DED}"/>
              </a:ext>
            </a:extLst>
          </p:cNvPr>
          <p:cNvSpPr/>
          <p:nvPr/>
        </p:nvSpPr>
        <p:spPr>
          <a:xfrm>
            <a:off x="2051021" y="4707574"/>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288BFE79-BE36-2ED9-136A-EAD999982085}"/>
              </a:ext>
            </a:extLst>
          </p:cNvPr>
          <p:cNvSpPr/>
          <p:nvPr/>
        </p:nvSpPr>
        <p:spPr>
          <a:xfrm>
            <a:off x="3948781" y="1884055"/>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0258E596-19BD-A7B5-849B-BC87F7B9BE14}"/>
              </a:ext>
            </a:extLst>
          </p:cNvPr>
          <p:cNvSpPr/>
          <p:nvPr/>
        </p:nvSpPr>
        <p:spPr>
          <a:xfrm>
            <a:off x="3287031" y="3558941"/>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5AAC6769-9A8D-50AA-EB3F-01C47A0EFA1D}"/>
              </a:ext>
            </a:extLst>
          </p:cNvPr>
          <p:cNvSpPr txBox="1"/>
          <p:nvPr/>
        </p:nvSpPr>
        <p:spPr>
          <a:xfrm>
            <a:off x="5487411" y="2021514"/>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BB88C6D8-8A7D-C3F7-60F6-EF7BBD051BF5}"/>
              </a:ext>
            </a:extLst>
          </p:cNvPr>
          <p:cNvGrpSpPr/>
          <p:nvPr/>
        </p:nvGrpSpPr>
        <p:grpSpPr>
          <a:xfrm>
            <a:off x="4558118" y="2778589"/>
            <a:ext cx="5102512" cy="619528"/>
            <a:chOff x="4560112" y="2357800"/>
            <a:chExt cx="5102512" cy="619528"/>
          </a:xfrm>
        </p:grpSpPr>
        <p:sp>
          <p:nvSpPr>
            <p:cNvPr id="11" name="四角形: 角を丸くする 10">
              <a:extLst>
                <a:ext uri="{FF2B5EF4-FFF2-40B4-BE49-F238E27FC236}">
                  <a16:creationId xmlns:a16="http://schemas.microsoft.com/office/drawing/2014/main" id="{3DB44C83-4409-3DD3-BDBB-7A7425024C55}"/>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04DAA67-C2CC-5409-42ED-A6D06029DBE6}"/>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E9AA1FB2-9712-46F7-235A-708672102CFA}"/>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2DD44A16-A1AE-90D8-2456-5F76E2A9C8A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FF4923BB-CF50-BF07-9192-41B4E451DF60}"/>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2FC992DD-609A-6C3D-ED7B-F878C02DDAB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97A0C767-274C-7CC5-ABA4-1EBB8A37D4D4}"/>
              </a:ext>
            </a:extLst>
          </p:cNvPr>
          <p:cNvGrpSpPr/>
          <p:nvPr/>
        </p:nvGrpSpPr>
        <p:grpSpPr>
          <a:xfrm>
            <a:off x="9917113" y="2814771"/>
            <a:ext cx="236362" cy="2161157"/>
            <a:chOff x="11044871" y="4022147"/>
            <a:chExt cx="236362" cy="2031812"/>
          </a:xfrm>
        </p:grpSpPr>
        <p:sp>
          <p:nvSpPr>
            <p:cNvPr id="9" name="四角形: 角を丸くする 8">
              <a:extLst>
                <a:ext uri="{FF2B5EF4-FFF2-40B4-BE49-F238E27FC236}">
                  <a16:creationId xmlns:a16="http://schemas.microsoft.com/office/drawing/2014/main" id="{87D694BD-81BD-0373-8B4B-9C91B8685D0B}"/>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581B02F-2FCD-3A85-FD73-6FA45ABF36E1}"/>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ADC4398E-1BC0-B65A-C344-EAAA878085CB}"/>
              </a:ext>
            </a:extLst>
          </p:cNvPr>
          <p:cNvGrpSpPr/>
          <p:nvPr/>
        </p:nvGrpSpPr>
        <p:grpSpPr>
          <a:xfrm>
            <a:off x="4558118" y="3585832"/>
            <a:ext cx="5102512" cy="619528"/>
            <a:chOff x="4560112" y="2357800"/>
            <a:chExt cx="5102512" cy="619528"/>
          </a:xfrm>
        </p:grpSpPr>
        <p:sp>
          <p:nvSpPr>
            <p:cNvPr id="14" name="四角形: 角を丸くする 13">
              <a:extLst>
                <a:ext uri="{FF2B5EF4-FFF2-40B4-BE49-F238E27FC236}">
                  <a16:creationId xmlns:a16="http://schemas.microsoft.com/office/drawing/2014/main" id="{8B28C813-0353-5EBB-7742-3FC6E29A8021}"/>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A835949A-5A56-F842-85D3-881CE6C6F3F8}"/>
                </a:ext>
              </a:extLst>
            </p:cNvPr>
            <p:cNvGrpSpPr/>
            <p:nvPr/>
          </p:nvGrpSpPr>
          <p:grpSpPr>
            <a:xfrm>
              <a:off x="7856185" y="2477481"/>
              <a:ext cx="976199" cy="380166"/>
              <a:chOff x="6592795" y="2998878"/>
              <a:chExt cx="976199" cy="380166"/>
            </a:xfrm>
          </p:grpSpPr>
          <p:sp>
            <p:nvSpPr>
              <p:cNvPr id="21" name="二等辺三角形 20">
                <a:extLst>
                  <a:ext uri="{FF2B5EF4-FFF2-40B4-BE49-F238E27FC236}">
                    <a16:creationId xmlns:a16="http://schemas.microsoft.com/office/drawing/2014/main" id="{7BD155C7-62CD-04E9-7884-1BE538ECE22B}"/>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D3095A9F-8DCA-8D11-63FD-0572F190524C}"/>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テキスト ボックス 16">
              <a:extLst>
                <a:ext uri="{FF2B5EF4-FFF2-40B4-BE49-F238E27FC236}">
                  <a16:creationId xmlns:a16="http://schemas.microsoft.com/office/drawing/2014/main" id="{1F73707E-B75C-2EE8-4A0A-23E842257962}"/>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楕円 18">
              <a:extLst>
                <a:ext uri="{FF2B5EF4-FFF2-40B4-BE49-F238E27FC236}">
                  <a16:creationId xmlns:a16="http://schemas.microsoft.com/office/drawing/2014/main" id="{AB947C47-991F-4D08-F529-41D7D31777F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0" name="グループ化 29">
            <a:extLst>
              <a:ext uri="{FF2B5EF4-FFF2-40B4-BE49-F238E27FC236}">
                <a16:creationId xmlns:a16="http://schemas.microsoft.com/office/drawing/2014/main" id="{3EB22C6F-AE22-0FB7-B59F-9C32BECDA1AD}"/>
              </a:ext>
            </a:extLst>
          </p:cNvPr>
          <p:cNvGrpSpPr/>
          <p:nvPr/>
        </p:nvGrpSpPr>
        <p:grpSpPr>
          <a:xfrm>
            <a:off x="4558118" y="4393075"/>
            <a:ext cx="5102512" cy="619528"/>
            <a:chOff x="4560112" y="2357800"/>
            <a:chExt cx="5102512" cy="619528"/>
          </a:xfrm>
        </p:grpSpPr>
        <p:sp>
          <p:nvSpPr>
            <p:cNvPr id="31" name="四角形: 角を丸くする 30">
              <a:extLst>
                <a:ext uri="{FF2B5EF4-FFF2-40B4-BE49-F238E27FC236}">
                  <a16:creationId xmlns:a16="http://schemas.microsoft.com/office/drawing/2014/main" id="{30BE969A-D429-96C9-2ACE-314D3DB30E5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CFB2F133-CAF1-506D-7177-182146E5AB43}"/>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F3A9B34E-E1A5-74F3-80ED-3ABC1B20A1BC}"/>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CD9B426B-B373-BFB4-0EE7-DCC421E6E09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1F33BF48-E60D-9646-2E68-EE85C4BF516D}"/>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1E2705CA-2A3D-CD8F-BF5A-5F05DF9BBF6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7F8A3926-FE48-3A7D-8415-D35C1F1E72AD}"/>
              </a:ext>
            </a:extLst>
          </p:cNvPr>
          <p:cNvGrpSpPr/>
          <p:nvPr/>
        </p:nvGrpSpPr>
        <p:grpSpPr>
          <a:xfrm>
            <a:off x="4560112" y="5024609"/>
            <a:ext cx="5102512" cy="612948"/>
            <a:chOff x="4560112" y="4475160"/>
            <a:chExt cx="5102512" cy="612948"/>
          </a:xfrm>
        </p:grpSpPr>
        <p:sp>
          <p:nvSpPr>
            <p:cNvPr id="68" name="四角形: 角を丸くする 67">
              <a:extLst>
                <a:ext uri="{FF2B5EF4-FFF2-40B4-BE49-F238E27FC236}">
                  <a16:creationId xmlns:a16="http://schemas.microsoft.com/office/drawing/2014/main" id="{3BB2FB62-8C76-DD75-7078-0DF8848B72F4}"/>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6ECB890A-9DC5-3240-FB18-99C20A57CEB8}"/>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A72CDCF5-23DB-7BAC-7078-6605C116D7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0F925825-5B2D-E103-2054-EB7D5031362B}"/>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771B5F7E-B0E0-F345-FEA0-EEDD16C36364}"/>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楕円 86">
              <a:extLst>
                <a:ext uri="{FF2B5EF4-FFF2-40B4-BE49-F238E27FC236}">
                  <a16:creationId xmlns:a16="http://schemas.microsoft.com/office/drawing/2014/main" id="{D1A7E859-B747-3FEF-FFA9-8753AB04E946}"/>
                </a:ext>
              </a:extLst>
            </p:cNvPr>
            <p:cNvSpPr/>
            <p:nvPr/>
          </p:nvSpPr>
          <p:spPr>
            <a:xfrm>
              <a:off x="8875497" y="452386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CCA87F82-313E-FDC7-E5DB-09F6836933BF}"/>
                </a:ext>
              </a:extLst>
            </p:cNvPr>
            <p:cNvSpPr txBox="1"/>
            <p:nvPr/>
          </p:nvSpPr>
          <p:spPr>
            <a:xfrm>
              <a:off x="8767983" y="461030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grpSp>
    </p:spTree>
    <p:extLst>
      <p:ext uri="{BB962C8B-B14F-4D97-AF65-F5344CB8AC3E}">
        <p14:creationId xmlns:p14="http://schemas.microsoft.com/office/powerpoint/2010/main" val="35765082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A11C9001-FC2C-E043-64F3-9B072AFA2453}"/>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D006B52-AF1F-01EC-CEC2-B8216B12A6D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6177132-3ECF-A908-930B-1F075843DF4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F7D3F51-4821-E3DC-5D63-1FBBF0537FC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4B4DF3A-0717-0A9A-18D3-3D43620C7A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4C2FE3D-1A8B-CA43-F10B-F13478CB692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04203A8-6CC1-8607-DB8A-EAC1E900FB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4324316A-9188-D028-ABB9-8E0E36DD92DD}"/>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044EE6BD-0906-E898-7D87-8C096CB1EC65}"/>
              </a:ext>
            </a:extLst>
          </p:cNvPr>
          <p:cNvSpPr/>
          <p:nvPr/>
        </p:nvSpPr>
        <p:spPr>
          <a:xfrm>
            <a:off x="1698342" y="1921017"/>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43FB29CA-5307-EF02-4F33-B998261A7864}"/>
              </a:ext>
            </a:extLst>
          </p:cNvPr>
          <p:cNvSpPr/>
          <p:nvPr/>
        </p:nvSpPr>
        <p:spPr>
          <a:xfrm>
            <a:off x="2051021" y="360820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6ADA72B-CDBC-7B37-1082-B6E337BFB488}"/>
              </a:ext>
            </a:extLst>
          </p:cNvPr>
          <p:cNvSpPr/>
          <p:nvPr/>
        </p:nvSpPr>
        <p:spPr>
          <a:xfrm>
            <a:off x="2051021" y="2464717"/>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89376F24-E879-46FE-AB1B-720DB1C86426}"/>
              </a:ext>
            </a:extLst>
          </p:cNvPr>
          <p:cNvSpPr/>
          <p:nvPr/>
        </p:nvSpPr>
        <p:spPr>
          <a:xfrm>
            <a:off x="2051021" y="4751688"/>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4736FAB-F3CB-AF73-81A4-49AF1A615742}"/>
              </a:ext>
            </a:extLst>
          </p:cNvPr>
          <p:cNvSpPr/>
          <p:nvPr/>
        </p:nvSpPr>
        <p:spPr>
          <a:xfrm>
            <a:off x="3948781" y="1928169"/>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C570B18F-7393-88F5-60D7-E3EFB201DE8D}"/>
              </a:ext>
            </a:extLst>
          </p:cNvPr>
          <p:cNvSpPr/>
          <p:nvPr/>
        </p:nvSpPr>
        <p:spPr>
          <a:xfrm>
            <a:off x="3287031" y="3603055"/>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15B15743-3BE2-80B9-07F2-A35DB63266CA}"/>
              </a:ext>
            </a:extLst>
          </p:cNvPr>
          <p:cNvSpPr txBox="1"/>
          <p:nvPr/>
        </p:nvSpPr>
        <p:spPr>
          <a:xfrm>
            <a:off x="5487411" y="2065628"/>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377798AA-055A-A7A9-03F7-4B2E313BD763}"/>
              </a:ext>
            </a:extLst>
          </p:cNvPr>
          <p:cNvGrpSpPr/>
          <p:nvPr/>
        </p:nvGrpSpPr>
        <p:grpSpPr>
          <a:xfrm>
            <a:off x="4558118" y="2822703"/>
            <a:ext cx="5102512" cy="619528"/>
            <a:chOff x="4560112" y="2357800"/>
            <a:chExt cx="5102512" cy="619528"/>
          </a:xfrm>
        </p:grpSpPr>
        <p:sp>
          <p:nvSpPr>
            <p:cNvPr id="11" name="四角形: 角を丸くする 10">
              <a:extLst>
                <a:ext uri="{FF2B5EF4-FFF2-40B4-BE49-F238E27FC236}">
                  <a16:creationId xmlns:a16="http://schemas.microsoft.com/office/drawing/2014/main" id="{D553842A-586B-ED6C-3E52-2C5D225D1F06}"/>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67E13261-F3B6-DB20-47F7-90C8D5B9D7F7}"/>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155E1873-C38B-4455-A95D-9621DF4F9554}"/>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69C1C7B2-CA8E-16CE-DB32-87EBCAED2C6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B800F784-FB36-B4FC-9244-87FE3C22E36A}"/>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9F4BBC18-CB1D-6A89-C256-35546149E6B1}"/>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797E425C-4DAF-033A-5922-A83C4A877EBE}"/>
              </a:ext>
            </a:extLst>
          </p:cNvPr>
          <p:cNvGrpSpPr/>
          <p:nvPr/>
        </p:nvGrpSpPr>
        <p:grpSpPr>
          <a:xfrm>
            <a:off x="9917113" y="2858885"/>
            <a:ext cx="236362" cy="2161157"/>
            <a:chOff x="11044871" y="4022147"/>
            <a:chExt cx="236362" cy="2031812"/>
          </a:xfrm>
        </p:grpSpPr>
        <p:sp>
          <p:nvSpPr>
            <p:cNvPr id="9" name="四角形: 角を丸くする 8">
              <a:extLst>
                <a:ext uri="{FF2B5EF4-FFF2-40B4-BE49-F238E27FC236}">
                  <a16:creationId xmlns:a16="http://schemas.microsoft.com/office/drawing/2014/main" id="{99E6E48A-6C60-DF48-6AC2-A3B6DB42A3E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E3C21993-C899-7CEE-3A60-64B7106DBE6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4" name="四角形: 角を丸くする 13">
            <a:extLst>
              <a:ext uri="{FF2B5EF4-FFF2-40B4-BE49-F238E27FC236}">
                <a16:creationId xmlns:a16="http://schemas.microsoft.com/office/drawing/2014/main" id="{7FF22D89-CCE6-F269-DB1C-88FAA0D7505E}"/>
              </a:ext>
            </a:extLst>
          </p:cNvPr>
          <p:cNvSpPr/>
          <p:nvPr/>
        </p:nvSpPr>
        <p:spPr>
          <a:xfrm>
            <a:off x="4558118" y="3629946"/>
            <a:ext cx="5102512" cy="619528"/>
          </a:xfrm>
          <a:prstGeom prst="roundRect">
            <a:avLst>
              <a:gd name="adj" fmla="val 9765"/>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9A09B65F-8DCB-D504-76A1-D819265B78C2}"/>
              </a:ext>
            </a:extLst>
          </p:cNvPr>
          <p:cNvSpPr txBox="1"/>
          <p:nvPr/>
        </p:nvSpPr>
        <p:spPr>
          <a:xfrm>
            <a:off x="4756598" y="3739655"/>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0" name="グループ化 29">
            <a:extLst>
              <a:ext uri="{FF2B5EF4-FFF2-40B4-BE49-F238E27FC236}">
                <a16:creationId xmlns:a16="http://schemas.microsoft.com/office/drawing/2014/main" id="{60A939F4-E166-B3DA-293B-78A8DF00A6B4}"/>
              </a:ext>
            </a:extLst>
          </p:cNvPr>
          <p:cNvGrpSpPr/>
          <p:nvPr/>
        </p:nvGrpSpPr>
        <p:grpSpPr>
          <a:xfrm>
            <a:off x="4558118" y="4437189"/>
            <a:ext cx="5102512" cy="619528"/>
            <a:chOff x="4560112" y="2357800"/>
            <a:chExt cx="5102512" cy="619528"/>
          </a:xfrm>
        </p:grpSpPr>
        <p:sp>
          <p:nvSpPr>
            <p:cNvPr id="31" name="四角形: 角を丸くする 30">
              <a:extLst>
                <a:ext uri="{FF2B5EF4-FFF2-40B4-BE49-F238E27FC236}">
                  <a16:creationId xmlns:a16="http://schemas.microsoft.com/office/drawing/2014/main" id="{44FAD712-4CCA-08B7-C935-3FF2F6AACFC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BBDA444E-2B3D-51E7-97A6-A7BC4C97064B}"/>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F97E2023-8BA8-6B13-3FFD-30A0FABAF169}"/>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ACBB0F07-204C-0474-B35E-0CCB2B8AA8CF}"/>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3B29A6B3-5CFF-37CF-85AB-EE0C9FA2B873}"/>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7F49CEAA-863C-0C4C-E168-DEBC26C3BAFB}"/>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ACA0ADB9-3600-FE50-ED8C-AD61A500AD66}"/>
              </a:ext>
            </a:extLst>
          </p:cNvPr>
          <p:cNvGrpSpPr/>
          <p:nvPr/>
        </p:nvGrpSpPr>
        <p:grpSpPr>
          <a:xfrm>
            <a:off x="4560112" y="5068723"/>
            <a:ext cx="5102512" cy="612948"/>
            <a:chOff x="4560112" y="4475160"/>
            <a:chExt cx="5102512" cy="612948"/>
          </a:xfrm>
        </p:grpSpPr>
        <p:sp>
          <p:nvSpPr>
            <p:cNvPr id="68" name="四角形: 角を丸くする 67">
              <a:extLst>
                <a:ext uri="{FF2B5EF4-FFF2-40B4-BE49-F238E27FC236}">
                  <a16:creationId xmlns:a16="http://schemas.microsoft.com/office/drawing/2014/main" id="{D8C6760A-17C4-6E03-D94B-ADB8D3AA6B1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51B41370-D1DD-0EB7-40BF-9284FE811137}"/>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757F8283-044B-A6FD-2713-E548C78C605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FEA6CE6C-DBBB-92A1-6EDD-A78C3D20B4BB}"/>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18E70797-2BE7-ABFA-072C-81CE56761CC2}"/>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10/05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0" name="楕円 39">
            <a:extLst>
              <a:ext uri="{FF2B5EF4-FFF2-40B4-BE49-F238E27FC236}">
                <a16:creationId xmlns:a16="http://schemas.microsoft.com/office/drawing/2014/main" id="{6A2141AC-EC48-3EAB-B1CB-E80CD36B5520}"/>
              </a:ext>
            </a:extLst>
          </p:cNvPr>
          <p:cNvSpPr/>
          <p:nvPr/>
        </p:nvSpPr>
        <p:spPr>
          <a:xfrm>
            <a:off x="8903162" y="5122025"/>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0762A0F1-A771-1D32-D4D6-092C627CB986}"/>
              </a:ext>
            </a:extLst>
          </p:cNvPr>
          <p:cNvSpPr txBox="1"/>
          <p:nvPr/>
        </p:nvSpPr>
        <p:spPr>
          <a:xfrm>
            <a:off x="8705880" y="5208465"/>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grpSp>
        <p:nvGrpSpPr>
          <p:cNvPr id="44" name="グループ化 43">
            <a:extLst>
              <a:ext uri="{FF2B5EF4-FFF2-40B4-BE49-F238E27FC236}">
                <a16:creationId xmlns:a16="http://schemas.microsoft.com/office/drawing/2014/main" id="{BEC241E6-33F2-38D7-8910-B118ECD0F0A8}"/>
              </a:ext>
            </a:extLst>
          </p:cNvPr>
          <p:cNvGrpSpPr/>
          <p:nvPr/>
        </p:nvGrpSpPr>
        <p:grpSpPr>
          <a:xfrm>
            <a:off x="9043933" y="3714691"/>
            <a:ext cx="445516" cy="445516"/>
            <a:chOff x="8484520" y="3671796"/>
            <a:chExt cx="730638" cy="730638"/>
          </a:xfrm>
        </p:grpSpPr>
        <p:sp>
          <p:nvSpPr>
            <p:cNvPr id="45" name="楕円 44">
              <a:extLst>
                <a:ext uri="{FF2B5EF4-FFF2-40B4-BE49-F238E27FC236}">
                  <a16:creationId xmlns:a16="http://schemas.microsoft.com/office/drawing/2014/main" id="{8B341A8C-CEF9-A7A2-229E-EC7F6B875D8C}"/>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図 45">
              <a:extLst>
                <a:ext uri="{FF2B5EF4-FFF2-40B4-BE49-F238E27FC236}">
                  <a16:creationId xmlns:a16="http://schemas.microsoft.com/office/drawing/2014/main" id="{7B8A06AE-FF4E-7D57-1D1E-5E0D463F42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14441978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C8E3BE66-C0AB-3AB4-4755-6F1DFB13ABF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443E9F1-3E68-EA28-410F-2BBD8133934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A9E313D5-87D8-4D11-7C1D-23ACAAA63B5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D933F229-9921-B40A-FF5E-65DC2BA2C7E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919B36ED-20FF-1172-FBDD-64708D9BAB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419C3E43-CA4E-AD40-D568-C07CA3C8715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29484D3-20B3-347F-112C-794DABE167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3F56D16-5C71-7EC8-7C8B-FB21C4FA7048}"/>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50C1DBE-8A55-5EB8-CE6E-7981D73155A2}"/>
              </a:ext>
            </a:extLst>
          </p:cNvPr>
          <p:cNvSpPr/>
          <p:nvPr/>
        </p:nvSpPr>
        <p:spPr>
          <a:xfrm>
            <a:off x="1698342" y="1908988"/>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6F99C214-4912-C0A9-EC13-591DCF2DECC2}"/>
              </a:ext>
            </a:extLst>
          </p:cNvPr>
          <p:cNvSpPr/>
          <p:nvPr/>
        </p:nvSpPr>
        <p:spPr>
          <a:xfrm>
            <a:off x="2051021" y="3596173"/>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03FA77BC-F906-F967-1856-05E8F8038D37}"/>
              </a:ext>
            </a:extLst>
          </p:cNvPr>
          <p:cNvSpPr/>
          <p:nvPr/>
        </p:nvSpPr>
        <p:spPr>
          <a:xfrm>
            <a:off x="2051021" y="2452688"/>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6" name="フリーフォーム: 図形 5">
            <a:extLst>
              <a:ext uri="{FF2B5EF4-FFF2-40B4-BE49-F238E27FC236}">
                <a16:creationId xmlns:a16="http://schemas.microsoft.com/office/drawing/2014/main" id="{DABDD9D7-5E93-EBF1-16BC-FD0241BE3429}"/>
              </a:ext>
            </a:extLst>
          </p:cNvPr>
          <p:cNvSpPr/>
          <p:nvPr/>
        </p:nvSpPr>
        <p:spPr>
          <a:xfrm>
            <a:off x="3948781" y="1916140"/>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87F9E1E9-ED27-B0AF-5F76-A5FA3AFF37B0}"/>
              </a:ext>
            </a:extLst>
          </p:cNvPr>
          <p:cNvSpPr/>
          <p:nvPr/>
        </p:nvSpPr>
        <p:spPr>
          <a:xfrm>
            <a:off x="3287031" y="4748022"/>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AAA9EA0A-4C80-F2A0-5F61-298FA83884F4}"/>
              </a:ext>
            </a:extLst>
          </p:cNvPr>
          <p:cNvGrpSpPr/>
          <p:nvPr/>
        </p:nvGrpSpPr>
        <p:grpSpPr>
          <a:xfrm>
            <a:off x="10022798" y="2802269"/>
            <a:ext cx="236362" cy="2284060"/>
            <a:chOff x="11044871" y="4022147"/>
            <a:chExt cx="236362" cy="2031812"/>
          </a:xfrm>
        </p:grpSpPr>
        <p:sp>
          <p:nvSpPr>
            <p:cNvPr id="9" name="四角形: 角を丸くする 8">
              <a:extLst>
                <a:ext uri="{FF2B5EF4-FFF2-40B4-BE49-F238E27FC236}">
                  <a16:creationId xmlns:a16="http://schemas.microsoft.com/office/drawing/2014/main" id="{2ED9155A-CA78-AD95-A40B-2430E4023BC4}"/>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B52C071-DFB9-2F28-C3FE-B2CB43499C2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6" name="四角形: 角を丸くする 35">
            <a:extLst>
              <a:ext uri="{FF2B5EF4-FFF2-40B4-BE49-F238E27FC236}">
                <a16:creationId xmlns:a16="http://schemas.microsoft.com/office/drawing/2014/main" id="{0F9F0B28-A0C5-9C05-B1F5-C4962485E433}"/>
              </a:ext>
            </a:extLst>
          </p:cNvPr>
          <p:cNvSpPr/>
          <p:nvPr/>
        </p:nvSpPr>
        <p:spPr>
          <a:xfrm>
            <a:off x="4492959" y="3065029"/>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AAB11CA-3431-DA37-7DA4-169672AEDEB1}"/>
              </a:ext>
            </a:extLst>
          </p:cNvPr>
          <p:cNvSpPr/>
          <p:nvPr/>
        </p:nvSpPr>
        <p:spPr>
          <a:xfrm>
            <a:off x="4492959" y="3735512"/>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3FE242B1-C52E-CF49-DDE0-B24915B7F08C}"/>
              </a:ext>
            </a:extLst>
          </p:cNvPr>
          <p:cNvSpPr/>
          <p:nvPr/>
        </p:nvSpPr>
        <p:spPr>
          <a:xfrm>
            <a:off x="4492959" y="44059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AE898838-D016-1AF6-E2C0-5D552738ADB8}"/>
              </a:ext>
            </a:extLst>
          </p:cNvPr>
          <p:cNvSpPr/>
          <p:nvPr/>
        </p:nvSpPr>
        <p:spPr>
          <a:xfrm>
            <a:off x="4492959" y="5076477"/>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278345F8-5387-890A-4CB9-70E152A831E3}"/>
              </a:ext>
            </a:extLst>
          </p:cNvPr>
          <p:cNvSpPr txBox="1"/>
          <p:nvPr/>
        </p:nvSpPr>
        <p:spPr>
          <a:xfrm>
            <a:off x="5579712" y="2526174"/>
            <a:ext cx="2929007" cy="369332"/>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リミットクエスト</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直近</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30</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件</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94566961-1513-CB05-89BB-AE7B603417EE}"/>
              </a:ext>
            </a:extLst>
          </p:cNvPr>
          <p:cNvSpPr txBox="1"/>
          <p:nvPr/>
        </p:nvSpPr>
        <p:spPr>
          <a:xfrm>
            <a:off x="6438921" y="3220024"/>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1C57603B-53D1-A403-FCD6-068BFB5F0661}"/>
              </a:ext>
            </a:extLst>
          </p:cNvPr>
          <p:cNvSpPr txBox="1"/>
          <p:nvPr/>
        </p:nvSpPr>
        <p:spPr>
          <a:xfrm>
            <a:off x="6438921" y="3885763"/>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B34C28D6-B24C-7C31-C5DD-71958EC3F490}"/>
              </a:ext>
            </a:extLst>
          </p:cNvPr>
          <p:cNvSpPr txBox="1"/>
          <p:nvPr/>
        </p:nvSpPr>
        <p:spPr>
          <a:xfrm>
            <a:off x="6438921" y="4551502"/>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6" name="テキスト ボックス 55">
            <a:extLst>
              <a:ext uri="{FF2B5EF4-FFF2-40B4-BE49-F238E27FC236}">
                <a16:creationId xmlns:a16="http://schemas.microsoft.com/office/drawing/2014/main" id="{FFA6B779-BDDF-71B7-47F8-5BDCDB1D56D2}"/>
              </a:ext>
            </a:extLst>
          </p:cNvPr>
          <p:cNvSpPr txBox="1"/>
          <p:nvPr/>
        </p:nvSpPr>
        <p:spPr>
          <a:xfrm>
            <a:off x="6438921" y="5217241"/>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A80D194-47F6-F7AD-6805-A34348078E5C}"/>
              </a:ext>
            </a:extLst>
          </p:cNvPr>
          <p:cNvSpPr/>
          <p:nvPr/>
        </p:nvSpPr>
        <p:spPr>
          <a:xfrm>
            <a:off x="2051021" y="4739659"/>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34" name="四角形: 角を丸くする 33">
            <a:extLst>
              <a:ext uri="{FF2B5EF4-FFF2-40B4-BE49-F238E27FC236}">
                <a16:creationId xmlns:a16="http://schemas.microsoft.com/office/drawing/2014/main" id="{749A3132-F725-69B9-42DE-4D239E66428F}"/>
              </a:ext>
            </a:extLst>
          </p:cNvPr>
          <p:cNvSpPr/>
          <p:nvPr/>
        </p:nvSpPr>
        <p:spPr>
          <a:xfrm flipH="1">
            <a:off x="4492959" y="2394546"/>
            <a:ext cx="5102512" cy="612948"/>
          </a:xfrm>
          <a:prstGeom prst="roundRect">
            <a:avLst>
              <a:gd name="adj" fmla="val 9765"/>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AF608C91-D683-BAB8-4173-A327773159F5}"/>
              </a:ext>
            </a:extLst>
          </p:cNvPr>
          <p:cNvSpPr txBox="1"/>
          <p:nvPr/>
        </p:nvSpPr>
        <p:spPr>
          <a:xfrm>
            <a:off x="6143968" y="2516354"/>
            <a:ext cx="1800493" cy="369332"/>
          </a:xfrm>
          <a:prstGeom prst="rect">
            <a:avLst/>
          </a:prstGeom>
          <a:noFill/>
        </p:spPr>
        <p:txBody>
          <a:bodyPr wrap="none" rtlCol="0">
            <a:spAutoFit/>
          </a:bodyP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182736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a:gsLst>
            <a:gs pos="25000">
              <a:schemeClr val="tx1">
                <a:lumMod val="85000"/>
                <a:lumOff val="15000"/>
              </a:schemeClr>
            </a:gs>
            <a:gs pos="78000">
              <a:schemeClr val="tx1">
                <a:lumMod val="85000"/>
                <a:lumOff val="15000"/>
              </a:schemeClr>
            </a:gs>
            <a:gs pos="50000">
              <a:srgbClr val="660066"/>
            </a:gs>
          </a:gsLst>
          <a:lin ang="16200000" scaled="1"/>
        </a:gradFill>
        <a:effectLst/>
      </p:bgPr>
    </p:bg>
    <p:spTree>
      <p:nvGrpSpPr>
        <p:cNvPr id="1" name="">
          <a:extLst>
            <a:ext uri="{FF2B5EF4-FFF2-40B4-BE49-F238E27FC236}">
              <a16:creationId xmlns:a16="http://schemas.microsoft.com/office/drawing/2014/main" id="{AA572323-D779-F40E-26CB-EF7820F6CCF4}"/>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B7397C98-9F8E-F3A0-48B3-8116B345F3EC}"/>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7D36E530-7A51-38E9-AE58-00E327F0CC2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D9FB36E-3E5E-2313-D2D5-369CF982F3A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1386D02-0377-F5DA-F6AC-18D03F17EF5C}"/>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6B9551EA-A90B-6F60-E9C8-991DD17CAA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AB45A69B-3CFC-11FA-68E8-A8D56576A10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8AB0F824-1271-2B7A-B398-1ECDED83E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D8406C7-0317-754A-A8C7-3B7213EC5F23}"/>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9E27B92E-49A7-15C6-E675-44385D7A71C8}"/>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56912DF2-50E1-517C-F896-70A528CA772B}"/>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8485DD89-036E-36BF-07C2-C2A6AD6BB48F}"/>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340D1AA8-475A-CEF4-B85B-F945038FAE98}"/>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2B864CB2-BDAF-EDBB-34CA-3F87F4F22926}"/>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2926912B-432F-B3CE-7557-F1D695F43D79}"/>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F5B69149-2665-DFAB-42B2-E6031FBA44F6}"/>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2596B523-9803-DE99-4B0B-B50DC154BC49}"/>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6827B2CD-B426-C142-C1B4-FB7701D27181}"/>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FACFAB4C-5106-2B40-6D47-A00485D157A2}"/>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20FF95B5-0B36-8413-B0F9-ECC1416C6EF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8A2EB264-9727-AD79-BC61-6C79A8AF2D99}"/>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8EFD19C0-51DF-AB56-7B08-E3529E9D66DE}"/>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0D67433C-4E7C-FAF0-AB00-A9D3A4CDF407}"/>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179132A3-B350-F122-780D-449D6DBEC740}"/>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1DA7D877-6CE4-7893-699D-08DAC4AA858B}"/>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CF211A50-4D20-59C1-BE54-722664E39931}"/>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086DBC2B-FA3E-213D-7393-44C44C99A0FE}"/>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DBA4BF31-3648-91AD-9ABA-A9AECB41A711}"/>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4F447607-C880-7B64-6B36-2644C6323375}"/>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D4CA1B55-EA35-C282-0600-A87EC455DCC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0F259247-7D6C-7719-BC5C-6701D225E0E6}"/>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746119B8-53FB-984C-A356-54574B3E515E}"/>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1349EA88-2921-DC76-893F-17639AADDBF8}"/>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45B5E4F8-F252-C679-2901-DAFD48D3D3A4}"/>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9F1C2D7B-0DF7-6257-932B-A2B37F5C4C28}"/>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294D5940-B1B2-F79D-1214-540D56CC7EB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BF353A65-07B3-AD4D-464C-CABA7513714A}"/>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F86B7D7B-646C-B729-37E2-50CB291C50EC}"/>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91A250BB-A02A-F8E3-3055-F265737E42DA}"/>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テキスト ボックス 9">
              <a:extLst>
                <a:ext uri="{FF2B5EF4-FFF2-40B4-BE49-F238E27FC236}">
                  <a16:creationId xmlns:a16="http://schemas.microsoft.com/office/drawing/2014/main" id="{18124C3C-FFAD-193C-BFF7-71DB9948A3CE}"/>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1" name="正方形/長方形 10">
              <a:extLst>
                <a:ext uri="{FF2B5EF4-FFF2-40B4-BE49-F238E27FC236}">
                  <a16:creationId xmlns:a16="http://schemas.microsoft.com/office/drawing/2014/main" id="{E465191C-5B74-B4F1-81B3-6A1A77D433C4}"/>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C22F867A-4A2D-6D96-C3F8-B0A732596FE4}"/>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14" name="四角形: 角を丸くする 13">
              <a:extLst>
                <a:ext uri="{FF2B5EF4-FFF2-40B4-BE49-F238E27FC236}">
                  <a16:creationId xmlns:a16="http://schemas.microsoft.com/office/drawing/2014/main" id="{B6F1E28A-05BF-B560-053C-E356DC3D1015}"/>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1C4AAF11-560D-3992-8DE3-DFB3567ADC7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16" name="テキスト ボックス 15">
              <a:extLst>
                <a:ext uri="{FF2B5EF4-FFF2-40B4-BE49-F238E27FC236}">
                  <a16:creationId xmlns:a16="http://schemas.microsoft.com/office/drawing/2014/main" id="{7C712829-E2B6-3CBD-A8A4-16703B832D62}"/>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31044070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a:gsLst>
            <a:gs pos="25000">
              <a:schemeClr val="tx1">
                <a:lumMod val="85000"/>
                <a:lumOff val="15000"/>
              </a:schemeClr>
            </a:gs>
            <a:gs pos="78000">
              <a:schemeClr val="tx1">
                <a:lumMod val="85000"/>
                <a:lumOff val="15000"/>
              </a:schemeClr>
            </a:gs>
            <a:gs pos="50000">
              <a:srgbClr val="660066"/>
            </a:gs>
          </a:gsLst>
          <a:lin ang="16200000" scaled="1"/>
        </a:gradFill>
        <a:effectLst/>
      </p:bgPr>
    </p:bg>
    <p:spTree>
      <p:nvGrpSpPr>
        <p:cNvPr id="1" name="">
          <a:extLst>
            <a:ext uri="{FF2B5EF4-FFF2-40B4-BE49-F238E27FC236}">
              <a16:creationId xmlns:a16="http://schemas.microsoft.com/office/drawing/2014/main" id="{A8006BE4-038D-AB89-8EA9-526590FA71CC}"/>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5E51793-3081-7A37-7A89-447496FFBF68}"/>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69C1AA0F-F39E-E068-1E21-DA3C3321D6D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88350ABD-DA5F-48E8-1D79-5FBC55D40473}"/>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8C01C30-E965-FED4-9845-369D2F9B7BC1}"/>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A522CAF6-892E-2FB0-0DF7-47E5957CBB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340BFCAB-CBE9-2ACA-2420-347BEAD69A2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25B92F6-6A15-5F13-11A1-739E759298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CEF38ABC-E91A-0DD2-F1EE-FE9CC45A1E35}"/>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811F276-D46C-D33F-4A57-19BCD0423B63}"/>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010627A7-0CF8-C280-7AB8-6123F46BEA56}"/>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929FEB04-FF47-087E-6FD1-AA887367CFCC}"/>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D187718A-F298-9E64-92D1-5C5BC08127F6}"/>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938DEB67-D6B9-1F29-7D24-4A7BBCA129B3}"/>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343A21F4-0B46-0F6B-E22D-2DAAE8591484}"/>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1581BA6A-93F0-455E-7990-CC47F1988AC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DC7F1222-58C4-93A6-98B7-D2A96413C19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3E0A98D0-0124-FF59-3846-30D510035E08}"/>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51B0FF13-DDCF-216F-3B91-579884ED3B8D}"/>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B559C26D-33C3-E813-88F9-8303524E1A3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13F93302-3FA8-5F31-E9A4-5C43EC31059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4C492AFA-9253-4BCA-766C-283102485AE6}"/>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FB39734C-A6A2-8E51-E32A-C9D7F057C501}"/>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A3AF54D5-A90F-52BE-DACB-A411CF16E3D8}"/>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FB946299-4596-DD13-3981-1048D55B60FF}"/>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EAFDE4A-69DB-9782-7D08-23D6998006A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AF254892-E791-F5CB-CAC1-B9D6B0153F74}"/>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2A763D63-11ED-6AAA-7908-4536D068960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12CC02C3-D177-E6C1-5BC0-1BCAF6587E12}"/>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C751B8DD-A7A2-B91D-7F9E-216599F2E655}"/>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4B560A57-DEC8-2119-660E-63A9770A42B5}"/>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E8E1C160-7195-8E45-EB67-9B5332AEFECA}"/>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A1877F9-FD63-4EE8-9D77-7372039A18D0}"/>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670EFFFA-4C80-321F-968D-507A0873CB2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B3F2E710-0C5D-46D4-7418-89C484D65E94}"/>
              </a:ext>
            </a:extLst>
          </p:cNvPr>
          <p:cNvGrpSpPr/>
          <p:nvPr/>
        </p:nvGrpSpPr>
        <p:grpSpPr>
          <a:xfrm>
            <a:off x="0" y="-1"/>
            <a:ext cx="12192000" cy="6858001"/>
            <a:chOff x="0" y="-1"/>
            <a:chExt cx="12192000" cy="6858001"/>
          </a:xfrm>
        </p:grpSpPr>
        <p:sp>
          <p:nvSpPr>
            <p:cNvPr id="3" name="四角形: 角を丸くする 2">
              <a:extLst>
                <a:ext uri="{FF2B5EF4-FFF2-40B4-BE49-F238E27FC236}">
                  <a16:creationId xmlns:a16="http://schemas.microsoft.com/office/drawing/2014/main" id="{F1095F21-97A4-D81E-8940-4903A5389413}"/>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正方形/長方形 3">
              <a:extLst>
                <a:ext uri="{FF2B5EF4-FFF2-40B4-BE49-F238E27FC236}">
                  <a16:creationId xmlns:a16="http://schemas.microsoft.com/office/drawing/2014/main" id="{4E11CF8E-74B2-2ECB-1C9C-A1957DCAC9A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69667010-B98C-FB3D-0541-80CC4B05E642}"/>
                </a:ext>
              </a:extLst>
            </p:cNvPr>
            <p:cNvSpPr/>
            <p:nvPr/>
          </p:nvSpPr>
          <p:spPr>
            <a:xfrm>
              <a:off x="3165404"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 name="グループ化 7">
              <a:extLst>
                <a:ext uri="{FF2B5EF4-FFF2-40B4-BE49-F238E27FC236}">
                  <a16:creationId xmlns:a16="http://schemas.microsoft.com/office/drawing/2014/main" id="{E2336E77-6DF0-2F0D-8CBF-1CA5BCC2AE05}"/>
                </a:ext>
              </a:extLst>
            </p:cNvPr>
            <p:cNvGrpSpPr/>
            <p:nvPr/>
          </p:nvGrpSpPr>
          <p:grpSpPr>
            <a:xfrm>
              <a:off x="3670723" y="1670876"/>
              <a:ext cx="1826142" cy="1351818"/>
              <a:chOff x="3904632" y="1697199"/>
              <a:chExt cx="1826142" cy="1351818"/>
            </a:xfrm>
          </p:grpSpPr>
          <p:sp>
            <p:nvSpPr>
              <p:cNvPr id="53" name="四角形: 角を丸くする 52">
                <a:extLst>
                  <a:ext uri="{FF2B5EF4-FFF2-40B4-BE49-F238E27FC236}">
                    <a16:creationId xmlns:a16="http://schemas.microsoft.com/office/drawing/2014/main" id="{3D8C1A08-513C-DE14-1220-DC76213705DE}"/>
                  </a:ext>
                </a:extLst>
              </p:cNvPr>
              <p:cNvSpPr/>
              <p:nvPr/>
            </p:nvSpPr>
            <p:spPr>
              <a:xfrm>
                <a:off x="4320199"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C3380F9E-7DAE-DE7D-26D1-BDFA116CF47D}"/>
                  </a:ext>
                </a:extLst>
              </p:cNvPr>
              <p:cNvSpPr txBox="1"/>
              <p:nvPr/>
            </p:nvSpPr>
            <p:spPr>
              <a:xfrm>
                <a:off x="3904632" y="2710463"/>
                <a:ext cx="1826142"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使用：アイテム名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0" name="正方形/長方形 9">
              <a:extLst>
                <a:ext uri="{FF2B5EF4-FFF2-40B4-BE49-F238E27FC236}">
                  <a16:creationId xmlns:a16="http://schemas.microsoft.com/office/drawing/2014/main" id="{D89EFA23-DC20-8890-1B2A-2F4C6221CEE1}"/>
                </a:ext>
              </a:extLst>
            </p:cNvPr>
            <p:cNvSpPr/>
            <p:nvPr/>
          </p:nvSpPr>
          <p:spPr>
            <a:xfrm>
              <a:off x="3159740" y="3069961"/>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8C06825-4E15-7D03-99D2-D4DECE21B3E3}"/>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grpSp>
          <p:nvGrpSpPr>
            <p:cNvPr id="12" name="グループ化 11">
              <a:extLst>
                <a:ext uri="{FF2B5EF4-FFF2-40B4-BE49-F238E27FC236}">
                  <a16:creationId xmlns:a16="http://schemas.microsoft.com/office/drawing/2014/main" id="{35CC94B2-2B77-F713-BAE6-1EDF7678FFBE}"/>
                </a:ext>
              </a:extLst>
            </p:cNvPr>
            <p:cNvGrpSpPr/>
            <p:nvPr/>
          </p:nvGrpSpPr>
          <p:grpSpPr>
            <a:xfrm>
              <a:off x="5054106" y="3796899"/>
              <a:ext cx="2095112" cy="348144"/>
              <a:chOff x="5068663" y="3796899"/>
              <a:chExt cx="2095112" cy="348144"/>
            </a:xfrm>
          </p:grpSpPr>
          <p:sp>
            <p:nvSpPr>
              <p:cNvPr id="50" name="四角形: 角を丸くする 49">
                <a:extLst>
                  <a:ext uri="{FF2B5EF4-FFF2-40B4-BE49-F238E27FC236}">
                    <a16:creationId xmlns:a16="http://schemas.microsoft.com/office/drawing/2014/main" id="{C3E8A9A7-FED4-59F9-D80F-BCDD1D769FAB}"/>
                  </a:ext>
                </a:extLst>
              </p:cNvPr>
              <p:cNvSpPr/>
              <p:nvPr/>
            </p:nvSpPr>
            <p:spPr>
              <a:xfrm>
                <a:off x="5239260" y="3796899"/>
                <a:ext cx="698274" cy="348144"/>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88CB47FC-A25D-C3AA-ED72-CDAE8001951B}"/>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52" name="テキスト ボックス 51">
                <a:extLst>
                  <a:ext uri="{FF2B5EF4-FFF2-40B4-BE49-F238E27FC236}">
                    <a16:creationId xmlns:a16="http://schemas.microsoft.com/office/drawing/2014/main" id="{0D90300B-FE7A-897C-4F7C-9E65BD268C1F}"/>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4" name="四角形: 角を丸くする 13">
              <a:extLst>
                <a:ext uri="{FF2B5EF4-FFF2-40B4-BE49-F238E27FC236}">
                  <a16:creationId xmlns:a16="http://schemas.microsoft.com/office/drawing/2014/main" id="{8BC3947E-1506-6665-1B46-3CB690332481}"/>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72E4E0BF-E764-CBA1-F571-8B4D8A620736}"/>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16" name="グループ化 15">
              <a:extLst>
                <a:ext uri="{FF2B5EF4-FFF2-40B4-BE49-F238E27FC236}">
                  <a16:creationId xmlns:a16="http://schemas.microsoft.com/office/drawing/2014/main" id="{46F58CB8-5009-9BF5-5D98-2A84A8367C87}"/>
                </a:ext>
              </a:extLst>
            </p:cNvPr>
            <p:cNvGrpSpPr/>
            <p:nvPr/>
          </p:nvGrpSpPr>
          <p:grpSpPr>
            <a:xfrm>
              <a:off x="6706460" y="1670876"/>
              <a:ext cx="1826142" cy="1351818"/>
              <a:chOff x="6462548" y="1701571"/>
              <a:chExt cx="1826142" cy="1351818"/>
            </a:xfrm>
          </p:grpSpPr>
          <p:sp>
            <p:nvSpPr>
              <p:cNvPr id="48" name="四角形: 角を丸くする 47">
                <a:extLst>
                  <a:ext uri="{FF2B5EF4-FFF2-40B4-BE49-F238E27FC236}">
                    <a16:creationId xmlns:a16="http://schemas.microsoft.com/office/drawing/2014/main" id="{82B7B0EC-F3E9-6A74-B5E4-43F7DEF08122}"/>
                  </a:ext>
                </a:extLst>
              </p:cNvPr>
              <p:cNvSpPr/>
              <p:nvPr/>
            </p:nvSpPr>
            <p:spPr>
              <a:xfrm>
                <a:off x="6878114" y="1701571"/>
                <a:ext cx="995005" cy="978183"/>
              </a:xfrm>
              <a:prstGeom prst="roundRect">
                <a:avLst>
                  <a:gd name="adj" fmla="val 9765"/>
                </a:avLst>
              </a:prstGeom>
              <a:solidFill>
                <a:schemeClr val="bg1">
                  <a:lumMod val="95000"/>
                </a:schemeClr>
              </a:solidFill>
              <a:ln>
                <a:solidFill>
                  <a:srgbClr val="FFA4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BA4B135C-B6E7-4109-99B6-743BCE9672D3}"/>
                  </a:ext>
                </a:extLst>
              </p:cNvPr>
              <p:cNvSpPr txBox="1"/>
              <p:nvPr/>
            </p:nvSpPr>
            <p:spPr>
              <a:xfrm>
                <a:off x="6462548" y="2714835"/>
                <a:ext cx="1826142" cy="338554"/>
              </a:xfrm>
              <a:prstGeom prst="rect">
                <a:avLst/>
              </a:prstGeom>
              <a:noFill/>
            </p:spPr>
            <p:txBody>
              <a:bodyPr wrap="none" rtlCol="0">
                <a:spAutoFit/>
              </a:bodyPr>
              <a:lstStyle/>
              <a:p>
                <a:pPr algn="ctr"/>
                <a:r>
                  <a:rPr lang="ja-JP" altLang="en-US" sz="16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獲得：アイテム名</a:t>
                </a:r>
                <a:endParaRPr kumimoji="1" lang="ja-JP" altLang="en-US" sz="1600" dirty="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cxnSp>
          <p:nvCxnSpPr>
            <p:cNvPr id="17" name="直線矢印コネクタ 16">
              <a:extLst>
                <a:ext uri="{FF2B5EF4-FFF2-40B4-BE49-F238E27FC236}">
                  <a16:creationId xmlns:a16="http://schemas.microsoft.com/office/drawing/2014/main" id="{5FAC3578-8857-72E3-8424-2EC2DFED9E1F}"/>
                </a:ext>
              </a:extLst>
            </p:cNvPr>
            <p:cNvCxnSpPr>
              <a:cxnSpLocks/>
            </p:cNvCxnSpPr>
            <p:nvPr/>
          </p:nvCxnSpPr>
          <p:spPr>
            <a:xfrm>
              <a:off x="5081295" y="2187961"/>
              <a:ext cx="2040731" cy="0"/>
            </a:xfrm>
            <a:prstGeom prst="straightConnector1">
              <a:avLst/>
            </a:prstGeom>
            <a:ln w="88900">
              <a:solidFill>
                <a:srgbClr val="FFA4F3"/>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8" name="四角形: 角を丸くする 17">
              <a:extLst>
                <a:ext uri="{FF2B5EF4-FFF2-40B4-BE49-F238E27FC236}">
                  <a16:creationId xmlns:a16="http://schemas.microsoft.com/office/drawing/2014/main" id="{F6284BF3-B3B0-03E6-6E9B-36E290BE4A65}"/>
                </a:ext>
              </a:extLst>
            </p:cNvPr>
            <p:cNvSpPr/>
            <p:nvPr/>
          </p:nvSpPr>
          <p:spPr>
            <a:xfrm>
              <a:off x="5644462" y="2010040"/>
              <a:ext cx="914400" cy="34580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20" name="グループ化 19">
              <a:extLst>
                <a:ext uri="{FF2B5EF4-FFF2-40B4-BE49-F238E27FC236}">
                  <a16:creationId xmlns:a16="http://schemas.microsoft.com/office/drawing/2014/main" id="{40C7E224-3751-B514-A99C-5C7BF5A8C377}"/>
                </a:ext>
              </a:extLst>
            </p:cNvPr>
            <p:cNvGrpSpPr/>
            <p:nvPr/>
          </p:nvGrpSpPr>
          <p:grpSpPr>
            <a:xfrm>
              <a:off x="5642008" y="1587072"/>
              <a:ext cx="359461" cy="400110"/>
              <a:chOff x="5734884" y="2400336"/>
              <a:chExt cx="359461" cy="400110"/>
            </a:xfrm>
          </p:grpSpPr>
          <p:sp>
            <p:nvSpPr>
              <p:cNvPr id="46" name="四角形: 角を丸くする 45">
                <a:extLst>
                  <a:ext uri="{FF2B5EF4-FFF2-40B4-BE49-F238E27FC236}">
                    <a16:creationId xmlns:a16="http://schemas.microsoft.com/office/drawing/2014/main" id="{09F46CF2-C5C2-B21B-C070-CCE34FCF5D0E}"/>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7CAEA1B6-2DA6-68CE-B4D1-FE2BA0B0D182}"/>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21" name="グループ化 20">
              <a:extLst>
                <a:ext uri="{FF2B5EF4-FFF2-40B4-BE49-F238E27FC236}">
                  <a16:creationId xmlns:a16="http://schemas.microsoft.com/office/drawing/2014/main" id="{168AC116-D2DF-9814-23B7-63F7D3CA2225}"/>
                </a:ext>
              </a:extLst>
            </p:cNvPr>
            <p:cNvGrpSpPr/>
            <p:nvPr/>
          </p:nvGrpSpPr>
          <p:grpSpPr>
            <a:xfrm>
              <a:off x="5642008" y="2298957"/>
              <a:ext cx="359461" cy="400110"/>
              <a:chOff x="5734884" y="2400336"/>
              <a:chExt cx="359461" cy="400110"/>
            </a:xfrm>
          </p:grpSpPr>
          <p:sp>
            <p:nvSpPr>
              <p:cNvPr id="43" name="四角形: 角を丸くする 42">
                <a:extLst>
                  <a:ext uri="{FF2B5EF4-FFF2-40B4-BE49-F238E27FC236}">
                    <a16:creationId xmlns:a16="http://schemas.microsoft.com/office/drawing/2014/main" id="{BF833ED5-4254-8094-666E-9A8B9FE64934}"/>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39996F17-96E1-268D-2F00-71F204E475E7}"/>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22" name="グループ化 21">
              <a:extLst>
                <a:ext uri="{FF2B5EF4-FFF2-40B4-BE49-F238E27FC236}">
                  <a16:creationId xmlns:a16="http://schemas.microsoft.com/office/drawing/2014/main" id="{C80FC96B-3C86-91A2-F65F-4703BDE7F4B0}"/>
                </a:ext>
              </a:extLst>
            </p:cNvPr>
            <p:cNvGrpSpPr/>
            <p:nvPr/>
          </p:nvGrpSpPr>
          <p:grpSpPr>
            <a:xfrm>
              <a:off x="5992152" y="2396515"/>
              <a:ext cx="623899" cy="275840"/>
              <a:chOff x="5682203" y="2494036"/>
              <a:chExt cx="574678" cy="275840"/>
            </a:xfrm>
          </p:grpSpPr>
          <p:sp>
            <p:nvSpPr>
              <p:cNvPr id="33" name="四角形: 角を丸くする 32">
                <a:extLst>
                  <a:ext uri="{FF2B5EF4-FFF2-40B4-BE49-F238E27FC236}">
                    <a16:creationId xmlns:a16="http://schemas.microsoft.com/office/drawing/2014/main" id="{5024B3C2-C6A1-829E-FEDC-0A315878CD3F}"/>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5" name="テキスト ボックス 34">
                <a:extLst>
                  <a:ext uri="{FF2B5EF4-FFF2-40B4-BE49-F238E27FC236}">
                    <a16:creationId xmlns:a16="http://schemas.microsoft.com/office/drawing/2014/main" id="{86B6ADCC-792A-7C5A-1AE4-266CEB02EEFE}"/>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MIN</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9" name="グループ化 28">
              <a:extLst>
                <a:ext uri="{FF2B5EF4-FFF2-40B4-BE49-F238E27FC236}">
                  <a16:creationId xmlns:a16="http://schemas.microsoft.com/office/drawing/2014/main" id="{DCEF32E6-0995-070E-D871-4E9F51A20163}"/>
                </a:ext>
              </a:extLst>
            </p:cNvPr>
            <p:cNvGrpSpPr/>
            <p:nvPr/>
          </p:nvGrpSpPr>
          <p:grpSpPr>
            <a:xfrm>
              <a:off x="5992152" y="1680719"/>
              <a:ext cx="623899" cy="275840"/>
              <a:chOff x="5682203" y="2494036"/>
              <a:chExt cx="574678" cy="275840"/>
            </a:xfrm>
          </p:grpSpPr>
          <p:sp>
            <p:nvSpPr>
              <p:cNvPr id="30" name="四角形: 角を丸くする 29">
                <a:extLst>
                  <a:ext uri="{FF2B5EF4-FFF2-40B4-BE49-F238E27FC236}">
                    <a16:creationId xmlns:a16="http://schemas.microsoft.com/office/drawing/2014/main" id="{C1E02E68-5103-8BEE-A7D3-FE5B38D087FE}"/>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E3CF70E2-E54C-123E-6524-2B00FC00B268}"/>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6078517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89B2EA79-83F4-8E32-3AB0-34CE4A73E7F2}"/>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07031827-DDFA-7443-3071-352F3A7647CB}"/>
              </a:ext>
            </a:extLst>
          </p:cNvPr>
          <p:cNvSpPr txBox="1"/>
          <p:nvPr/>
        </p:nvSpPr>
        <p:spPr>
          <a:xfrm>
            <a:off x="393726" y="202300"/>
            <a:ext cx="1210589" cy="707886"/>
          </a:xfrm>
          <a:prstGeom prst="rect">
            <a:avLst/>
          </a:prstGeom>
          <a:noFill/>
        </p:spPr>
        <p:txBody>
          <a:bodyPr wrap="none" rtlCol="0">
            <a:spAutoFit/>
          </a:bodyPr>
          <a:lstStyle/>
          <a:p>
            <a:pPr algn="ctr"/>
            <a:r>
              <a:rPr lang="en-US" altLang="ja-JP" sz="4000" b="1">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790622B0-5FC2-E59E-08AC-6A5591CACDA1}"/>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DBA03D91-54CD-A2EC-B3FA-5AC13788DF5B}"/>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42ECBAC7-D02F-3B3C-7329-323A7E09D090}"/>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663B11E4-C616-2AC1-A000-F5D2EEEB40D9}"/>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0769A6C4-D5E3-E428-F639-D21ECF1FF6D3}"/>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7DDFCB85-3BAD-8D2F-CD30-3E701D84051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01C93E74-8B62-ED81-E057-708B63D7AEA0}"/>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720D8A88-BAD1-6B39-51A7-906E15C583B4}"/>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F154C2D9-DE3D-7FA9-C3E4-4FC112572A52}"/>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BF84DC4D-0F42-1E21-9FEC-0573F60C078F}"/>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A39B608D-30F7-E354-F5E0-FD37EB564D8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E838E0F1-8AF5-E352-6ECF-E4802E623E5D}"/>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8B9E0AE0-3403-2527-3E7C-84C29C23A2B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AD40B641-4C73-D91A-F568-958B4EF92B84}"/>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21B0C88F-ECCA-B405-E2A6-2D854C688CB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44096C42-AA92-7623-405A-52FE8622505D}"/>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62CBAA38-156E-0237-6652-9F41F6E8FE1A}"/>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CDCC861F-50A6-8BB2-AE57-64004A46502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0BFE0D68-A128-ADCC-0C6D-EEAD4CE54776}"/>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B311774C-917D-4C53-F129-86CA2089D2DD}"/>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37AC3157-394B-8145-2E84-9C895062E6E9}"/>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99C237E9-D5CD-7E16-25A5-AEB7FE62AD06}"/>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FFE56547-D068-8D33-16C4-886D58DAF58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C66F9239-3671-7F04-3692-56A2762E9300}"/>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3DEB4713-1646-03DF-6259-BC0B023BBBC0}"/>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36E7EB3B-CDF4-1709-0CEA-B9A6BB25C001}"/>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D00FC152-C448-5997-DE96-91E6C5EB152C}"/>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8206B594-CD20-F331-016E-79EF61CF5F47}"/>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D4C9984C-AF43-F7A4-0DF5-F39C4F94E56A}"/>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E993AB9D-4320-D124-8AC2-6A2FEA926FD2}"/>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23E3973A-8714-04A6-0894-88446E6B0856}"/>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D2E0D8FB-35E3-94EB-D047-BD0FB5E5437F}"/>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0491CA8C-264B-9917-8898-8BA489F2A5F1}"/>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67EA3F6E-DDC4-0938-90A3-6FF0F2F98B1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1D9E5415-C7F4-FF03-296F-05DBB362A264}"/>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1C7B101C-D38E-AC5F-F07A-DCFC6217A89C}"/>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8E168269-E082-58D1-2A63-4D8C20A19CB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8BA62AAE-73C5-CDD9-DFAB-AB5717E55A18}"/>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3B3C9B28-9AEF-C9F6-728B-98A66AF7EF1A}"/>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325A30DF-E4ED-2B22-257E-D69BEFE5E46A}"/>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0413AF81-F339-C38B-F850-D4896562ECA1}"/>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56598ECB-69B9-9428-442A-28BD1440F72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CEED7567-55D1-5C32-B9F8-27677F813752}"/>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EED355A6-56E4-9F7A-A856-31263035EA2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8980FC90-D711-5E20-ABCA-71132FBB36A8}"/>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96ACDDC0-8D3F-D867-C940-03B73C43BF04}"/>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59A6B41C-55E2-B61C-07A5-5E1D5627D8DB}"/>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C3E902DE-7FE4-0D93-DAA6-5CDF40876F1D}"/>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AA4E10F2-1FA1-CFAD-5813-BA4E5846D6A8}"/>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6B4532AF-3015-F426-A960-44DCDBB70C8C}"/>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70CAA62C-3FA7-0408-C963-B1A4BB946B7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D13E7F54-3ADC-176B-1ED6-2959FB284E26}"/>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991FBDD6-FAD5-7115-82E9-FD80EF5F6A2C}"/>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806DCBF0-04E5-8BBE-DBE8-7A42BC9FA375}"/>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B42FCC43-7AD0-307C-0810-6413515774E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B4D640A7-6AA5-EB82-22A5-3CC410F77F81}"/>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EA028E80-11AC-B08C-6489-773221E06AF8}"/>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1D918FF9-16D0-B34F-B2EF-20593EF60158}"/>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86B6FFDD-BE09-5933-9BCC-E3831F8159A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95036FAC-853E-314F-8D3A-E941FF5829C9}"/>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6CF24D48-1D70-968D-DAA2-7BF74FF6B17E}"/>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BA707C87-6CD5-0188-AB0A-E4138ED911F1}"/>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C30929F-842B-809B-190B-E73F6C27D59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BF40FF39-713E-AF07-0E08-1FBE3CA6104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E13606FD-E596-05E2-72B6-B6912BF7D1D7}"/>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8F0EBD89-D28D-9608-CBB8-FDD1B82D4061}"/>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2D19D5F1-2D8F-996D-6C88-C3A203C9A8DF}"/>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33A01274-5CC8-4B39-323A-CEAF1C4B8CFE}"/>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974EF36C-DD09-7DA3-8B2F-5F6CA50586B0}"/>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94C1FB33-D611-65E5-DA14-8A5A264419C1}"/>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F2B538AE-81EC-08A3-DF1E-E581BE7BF5C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0F77E91B-5A4A-5E68-795B-027D2DDA184A}"/>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0AC73BE7-A81D-26FF-84FA-F80F086C08C3}"/>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1091AE66-77D9-7D4F-FE78-6B21F2C53294}"/>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B961939B-BD45-FB77-7515-588B4A2BFF7F}"/>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38D7BB01-DF1F-D8A5-A3B7-3260CAF695EC}"/>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22436152-91F2-1BE9-3E8A-A9ABD9E39CB8}"/>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11FDC953-6DF8-CABF-2585-D25F763348AA}"/>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921CFFF4-776E-8BE6-B7E2-16BC2BFE3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95C5CC2C-2DD3-1A11-8CCC-47B6685DF13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372960F8-F387-87A2-6B8D-FB432AF52C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7329621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0E23236E-F7D4-4CDF-B7A0-F491E75298A0}"/>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E9F3A13-187D-B8EC-928A-A943A94C9AB4}"/>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09C59D32-9D76-1DCC-FAA0-8ACE3856ECB5}"/>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AAD17709-9298-332F-57C5-BC32F3A6369E}"/>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69701F12-C61F-0698-08A4-A563924BDD60}"/>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34C3235B-09FA-4DE0-ACC9-A849B752BDE5}"/>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F588D0AC-7228-BD45-5669-10D97934F2C5}"/>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C8E1439C-976F-901F-8D12-25D471F0213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320D61F-B1BE-FB19-6482-4C18459815C1}"/>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BD29F45-416A-F45F-A47A-67B2494B14F5}"/>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F135BD6D-69C7-4BD3-3808-40462A39608C}"/>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16224645-85BF-7DA9-83B7-9EE6AA5DDE81}"/>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61D4923A-E148-CB9A-808F-FD4BAA12565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813DD857-5D5F-51A4-4917-2346CEA92B37}"/>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B81CE896-1E7A-4C08-2211-B85BAD404D2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F5CB5EED-88DE-18E1-BC92-30BD3C8E8BA7}"/>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CFF04DBE-AD90-C8FB-57E8-6339B0AF46A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28EBC3AA-C406-6DBC-E1DD-ED6875AA5C5E}"/>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A82B23E4-0564-8F63-606F-27DED6BF6A77}"/>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B908A617-A3F0-E10C-4FF5-683A4C41C7C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7DA1EC2D-C265-BA9F-850A-0BA1AF0962AF}"/>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0BD62D4B-E213-662F-50B6-91DEFA9C1E47}"/>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4705B6D7-DEDB-A974-5B1E-3C9A481705A9}"/>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D0809903-1821-4038-6ABC-D10BABEBFD37}"/>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7CF4E15B-025C-E66D-686D-DD24BCFDE56F}"/>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935D9380-F556-AA16-9EF0-69412558DB3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4E43FCF5-C9A1-991D-E485-0D4E67989A87}"/>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55B1C546-D775-9867-DC0F-05A96194CD58}"/>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6410EA88-934E-EFD6-A96C-7E4FC43577A8}"/>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CF796646-2749-06D1-A608-410435D8A14C}"/>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F7945C27-3EA4-0249-FA9D-A133F89A012F}"/>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C0F3AA86-70EA-3424-972A-6F03FC8E7C5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E938D320-2961-6304-3EDC-29CCCB2B44C6}"/>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22102ADA-C28C-8F5C-EDB7-3B32F7E452E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A3DA4F3A-C71E-74C3-66A3-34774B1A38D7}"/>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88F2EF2E-F0E4-60FB-364C-4FC7ABAD85FF}"/>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B322831F-D04D-1BA2-C64F-DA25386ECD05}"/>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21F40F60-8333-76AC-7869-F83E1E40293C}"/>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65669BA-CF08-6E9D-6714-55D2DF798D77}"/>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6F3537EA-8194-4FF3-B52F-3D5FB5C19184}"/>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0E336B8C-5B9A-B34B-FEFB-29686B662117}"/>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1F7C1CB2-9A56-4D61-B826-F31EC490E177}"/>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4BB78F96-1D7C-9FF3-420D-6C1116E948F3}"/>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FAC6B494-EE9C-74E5-A03B-895CFC81169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1AC9AA81-C83C-9C24-2B0F-0BC8F07AAE4C}"/>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61D79A3B-F45B-5B72-B73D-40EFFEF08BCB}"/>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BC5D6038-8DA7-5A6C-9B89-D7507BDDBDC2}"/>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9D2BEF79-B972-E1B0-67F2-DFC45E0126BE}"/>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012E8BD4-86D5-BE3B-E544-866FAE355003}"/>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65C75B8B-2EF9-67D2-7091-D433063EC08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ED3E8843-C024-3402-ACB5-0726827251E1}"/>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E497D1FD-7771-FF60-825A-7F2FA7A07956}"/>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D2101C24-0C1F-3E49-8E8A-0EC97992AB45}"/>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5019409F-265E-C129-148C-48AEDD0230C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824B9FFC-0ABE-A5ED-116B-B2BF9F8C5357}"/>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FDC8741B-2127-F86D-D95F-47A5431146E1}"/>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C7CB5249-2193-CE32-B134-A1D6C1F0BE5B}"/>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11340F1-16E1-BA40-52CD-3A21E9CF6839}"/>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3D16ADA0-6500-2006-45EF-F530701E0CA6}"/>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0164A01D-FB43-70F9-A156-A7AA8A0F6143}"/>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FED54F9C-4170-C2E4-6E5D-626E0BC9F170}"/>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2A6F5E49-8B81-445B-E1A2-B98E3AE42334}"/>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131CB994-672A-0E47-6572-29F952636B96}"/>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62C5C32-553E-2596-D7B7-40BEC1DAAFC0}"/>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0CEAA249-7F89-ED9F-48B7-E95E6EDD9025}"/>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B7369742-2A55-A6BE-B7B5-68B2BF576C6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D136CEF7-90FF-89CC-955F-0CAFDC76B859}"/>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2456592E-6957-5A72-3193-BA56BB4F0AFD}"/>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0FDB2751-824C-D335-B1D4-53BFA8B33C6D}"/>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C0BAC99E-93CE-BE35-7B0E-7C577661E401}"/>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4946E03D-F194-A089-B4E4-6836810C9047}"/>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0693FCF6-B399-A3D3-08C3-60FFDD9B1397}"/>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286FECEF-1BBC-F7D8-2A5D-B87D0B515AFD}"/>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9B12CE6-0122-EC5F-70CF-D299F9062C17}"/>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2CBE04F2-B273-3C2D-3B12-04ADC0437DC8}"/>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ADE19F8C-8852-1078-AF5A-8BBB66D81409}"/>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92E85A10-C35F-73A1-7610-5B5CDDBFB0B6}"/>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B371B262-EB2B-61C0-A836-98B485B1E747}"/>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30D05BD0-D1B3-2E52-6575-190E05BDF50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7170A814-5C13-C1C2-ECE6-F9143F874359}"/>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B12456B-3424-C842-6E71-2DEC14F4D9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022A0FCB-048D-C9CF-FA52-DB3ED7F6C1A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6AF0C1B2-F70E-25A0-FFEA-154046E6E5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F8CAEB28-89D4-7EF4-A1B4-EFFCC0B8C85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5597672E-7981-D36E-DD37-C1B60F8CBE6E}"/>
              </a:ext>
            </a:extLst>
          </p:cNvPr>
          <p:cNvGrpSpPr/>
          <p:nvPr/>
        </p:nvGrpSpPr>
        <p:grpSpPr>
          <a:xfrm>
            <a:off x="2267222" y="1823170"/>
            <a:ext cx="7657556" cy="3211661"/>
            <a:chOff x="2267222" y="1823170"/>
            <a:chExt cx="7657556" cy="3211661"/>
          </a:xfrm>
        </p:grpSpPr>
        <p:sp>
          <p:nvSpPr>
            <p:cNvPr id="5" name="四角形: 角を丸くする 4">
              <a:extLst>
                <a:ext uri="{FF2B5EF4-FFF2-40B4-BE49-F238E27FC236}">
                  <a16:creationId xmlns:a16="http://schemas.microsoft.com/office/drawing/2014/main" id="{9BDDB8A7-21AC-6CAF-2F87-EB113B43263D}"/>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02E18AB-89EC-F138-77B2-ACD85773D6BC}"/>
                </a:ext>
              </a:extLst>
            </p:cNvPr>
            <p:cNvSpPr txBox="1"/>
            <p:nvPr/>
          </p:nvSpPr>
          <p:spPr>
            <a:xfrm>
              <a:off x="2841751" y="2384084"/>
              <a:ext cx="650851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セーブデータを上書きしますか？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5" name="四角形: 角を丸くする 44">
              <a:extLst>
                <a:ext uri="{FF2B5EF4-FFF2-40B4-BE49-F238E27FC236}">
                  <a16:creationId xmlns:a16="http://schemas.microsoft.com/office/drawing/2014/main" id="{5C35CBF5-B326-A4EA-0397-0FDC3074B68D}"/>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47" name="四角形: 角を丸くする 46">
              <a:extLst>
                <a:ext uri="{FF2B5EF4-FFF2-40B4-BE49-F238E27FC236}">
                  <a16:creationId xmlns:a16="http://schemas.microsoft.com/office/drawing/2014/main" id="{C47A3B54-8468-F47B-ED7B-2F52D0B3FB95}"/>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56" name="テキスト ボックス 55">
              <a:extLst>
                <a:ext uri="{FF2B5EF4-FFF2-40B4-BE49-F238E27FC236}">
                  <a16:creationId xmlns:a16="http://schemas.microsoft.com/office/drawing/2014/main" id="{ABB54692-D3EE-5A0F-A0C8-28C4877963B5}"/>
                </a:ext>
              </a:extLst>
            </p:cNvPr>
            <p:cNvSpPr txBox="1"/>
            <p:nvPr/>
          </p:nvSpPr>
          <p:spPr>
            <a:xfrm>
              <a:off x="3631223" y="3112065"/>
              <a:ext cx="4929555"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上書きされるデータは消えてしまいます。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10079041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FF87E-0189-4C85-92AC-7E276D9ADBD5}"/>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D09BA052-056F-0C34-6F1F-56AD81444B41}"/>
              </a:ext>
            </a:extLst>
          </p:cNvPr>
          <p:cNvSpPr txBox="1"/>
          <p:nvPr/>
        </p:nvSpPr>
        <p:spPr>
          <a:xfrm>
            <a:off x="1921620" y="501178"/>
            <a:ext cx="8348760" cy="2308324"/>
          </a:xfrm>
          <a:prstGeom prst="rect">
            <a:avLst/>
          </a:prstGeom>
          <a:noFill/>
        </p:spPr>
        <p:txBody>
          <a:bodyPr wrap="none" rtlCol="0">
            <a:spAutoFit/>
          </a:bodyPr>
          <a:lstStyle/>
          <a:p>
            <a:r>
              <a:rPr lang="ja-JP" altLang="ja-JP">
                <a:solidFill>
                  <a:schemeClr val="bg1">
                    <a:lumMod val="95000"/>
                  </a:schemeClr>
                </a:solidFill>
              </a:rPr>
              <a:t>1. テキスト関連 メッセージスピード（瞬間/速い/普通/遅い） 未読スキップ / </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既読スキップ テキストウィンドウの透明度／</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背景の明度 自動送り（Autoモード） フォントサイズ変更（小/中/大）</a:t>
            </a:r>
            <a:br>
              <a:rPr lang="en-US" altLang="ja-JP">
                <a:solidFill>
                  <a:schemeClr val="bg1">
                    <a:lumMod val="95000"/>
                  </a:schemeClr>
                </a:solidFill>
              </a:rPr>
            </a:br>
            <a:r>
              <a:rPr lang="ja-JP" altLang="ja-JP">
                <a:solidFill>
                  <a:schemeClr val="bg1">
                    <a:lumMod val="95000"/>
                  </a:schemeClr>
                </a:solidFill>
              </a:rPr>
              <a:t> </a:t>
            </a:r>
            <a:br>
              <a:rPr lang="en-US" altLang="ja-JP">
                <a:solidFill>
                  <a:schemeClr val="bg1">
                    <a:lumMod val="95000"/>
                  </a:schemeClr>
                </a:solidFill>
              </a:rPr>
            </a:br>
            <a:r>
              <a:rPr lang="ja-JP" altLang="ja-JP">
                <a:solidFill>
                  <a:schemeClr val="bg1">
                    <a:lumMod val="95000"/>
                  </a:schemeClr>
                </a:solidFill>
              </a:rPr>
              <a:t>2. サウンド関連 BGM音量 SE音量 カットイン音量（ENBなど特殊演出）</a:t>
            </a:r>
            <a:br>
              <a:rPr lang="en-US" altLang="ja-JP">
                <a:solidFill>
                  <a:schemeClr val="bg1">
                    <a:lumMod val="95000"/>
                  </a:schemeClr>
                </a:solidFill>
              </a:rPr>
            </a:br>
            <a:r>
              <a:rPr lang="ja-JP" altLang="ja-JP">
                <a:solidFill>
                  <a:schemeClr val="bg1">
                    <a:lumMod val="95000"/>
                  </a:schemeClr>
                </a:solidFill>
              </a:rPr>
              <a:t> </a:t>
            </a:r>
            <a:br>
              <a:rPr lang="en-US" altLang="ja-JP">
                <a:solidFill>
                  <a:schemeClr val="bg1">
                    <a:lumMod val="95000"/>
                  </a:schemeClr>
                </a:solidFill>
              </a:rPr>
            </a:br>
            <a:r>
              <a:rPr lang="ja-JP" altLang="ja-JP">
                <a:solidFill>
                  <a:schemeClr val="bg1">
                    <a:lumMod val="95000"/>
                  </a:schemeClr>
                </a:solidFill>
              </a:rPr>
              <a:t>3. エロ演出の基本ON/OFF カットイン演出オン/オフ 画面揺れオン/</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オフ 喘ぎ声カットオン/オフ UIの点滅演出オフ バイブ・ピストン効果音オフ</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 name="テキスト ボックス 2">
            <a:extLst>
              <a:ext uri="{FF2B5EF4-FFF2-40B4-BE49-F238E27FC236}">
                <a16:creationId xmlns:a16="http://schemas.microsoft.com/office/drawing/2014/main" id="{E9690B9F-63D6-2533-720F-D24908271B58}"/>
              </a:ext>
            </a:extLst>
          </p:cNvPr>
          <p:cNvSpPr txBox="1"/>
          <p:nvPr/>
        </p:nvSpPr>
        <p:spPr>
          <a:xfrm>
            <a:off x="2909768" y="3557334"/>
            <a:ext cx="6095234" cy="2585323"/>
          </a:xfrm>
          <a:prstGeom prst="rect">
            <a:avLst/>
          </a:prstGeom>
          <a:noFill/>
        </p:spPr>
        <p:txBody>
          <a:bodyPr wrap="square">
            <a:spAutoFit/>
          </a:bodyPr>
          <a:lstStyle/>
          <a:p>
            <a:r>
              <a:rPr lang="ja-JP" altLang="en-US">
                <a:solidFill>
                  <a:schemeClr val="bg1">
                    <a:lumMod val="95000"/>
                  </a:schemeClr>
                </a:solidFill>
              </a:rPr>
              <a:t>┣キャラ絵変更アイコンを選択┃┣現在ホーム画面に表示されているキャラが通常の場合┳該当キャラのエロシーンに切り替え┃┃　　　　　　　　　　　　　　　　　　　　　　　　┗該当キャラのエロシーンが未開放の場合━エロシーンTips'を表示┃┃　　　　　　　　　　　　　　　　　　　　　　　　　　　　　　　　　　　　　　　　　　　　┗閉じるを選択┃┃　　　　　　　　　　　　　　　　　　　　　　　　　　　　　　　　　　　　　　　　　　　　　┗ホーム画面へ┃┗現在ホーム画面に表示されているキャラがエロシーンの場合━該当キャラの通常立ち絵に切り替え┃</a:t>
            </a:r>
          </a:p>
        </p:txBody>
      </p:sp>
    </p:spTree>
    <p:extLst>
      <p:ext uri="{BB962C8B-B14F-4D97-AF65-F5344CB8AC3E}">
        <p14:creationId xmlns:p14="http://schemas.microsoft.com/office/powerpoint/2010/main" val="38866293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6CC84-0A7D-7810-BF55-F64E1B40FF84}"/>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F3D2BE54-6C45-12E7-3766-BF48CA2DC214}"/>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ゲート</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6029331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4F26062-2E51-9021-4884-2A240886A80B}"/>
            </a:ext>
          </a:extLst>
        </p:cNvPr>
        <p:cNvGrpSpPr/>
        <p:nvPr/>
      </p:nvGrpSpPr>
      <p:grpSpPr>
        <a:xfrm>
          <a:off x="0" y="0"/>
          <a:ext cx="0" cy="0"/>
          <a:chOff x="0" y="0"/>
          <a:chExt cx="0" cy="0"/>
        </a:xfrm>
      </p:grpSpPr>
      <p:sp>
        <p:nvSpPr>
          <p:cNvPr id="21" name="四角形: 角を丸くする 20">
            <a:extLst>
              <a:ext uri="{FF2B5EF4-FFF2-40B4-BE49-F238E27FC236}">
                <a16:creationId xmlns:a16="http://schemas.microsoft.com/office/drawing/2014/main" id="{43B89A86-521D-1004-E830-DCC3713787E8}"/>
              </a:ext>
            </a:extLst>
          </p:cNvPr>
          <p:cNvSpPr/>
          <p:nvPr/>
        </p:nvSpPr>
        <p:spPr>
          <a:xfrm>
            <a:off x="1877400" y="1618979"/>
            <a:ext cx="3939838" cy="3404828"/>
          </a:xfrm>
          <a:prstGeom prst="roundRect">
            <a:avLst>
              <a:gd name="adj" fmla="val 14643"/>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4000">
                <a:latin typeface="原稿用標準書体" panose="03000503000000000000" pitchFamily="66" charset="-128"/>
                <a:ea typeface="原稿用標準書体" panose="03000503000000000000" pitchFamily="66" charset="-128"/>
              </a:rPr>
              <a:t>ストーリー</a:t>
            </a:r>
            <a:endParaRPr kumimoji="1" lang="ja-JP" altLang="en-US" sz="4000" dirty="0">
              <a:latin typeface="原稿用標準書体" panose="03000503000000000000" pitchFamily="66" charset="-128"/>
              <a:ea typeface="原稿用標準書体" panose="03000503000000000000" pitchFamily="66" charset="-128"/>
            </a:endParaRPr>
          </a:p>
        </p:txBody>
      </p:sp>
      <p:cxnSp>
        <p:nvCxnSpPr>
          <p:cNvPr id="23" name="直線コネクタ 22">
            <a:extLst>
              <a:ext uri="{FF2B5EF4-FFF2-40B4-BE49-F238E27FC236}">
                <a16:creationId xmlns:a16="http://schemas.microsoft.com/office/drawing/2014/main" id="{426C55AC-0B35-8339-79DE-DF6C961DD4A9}"/>
              </a:ext>
            </a:extLst>
          </p:cNvPr>
          <p:cNvCxnSpPr>
            <a:cxnSpLocks/>
          </p:cNvCxnSpPr>
          <p:nvPr/>
        </p:nvCxnSpPr>
        <p:spPr>
          <a:xfrm>
            <a:off x="6262951" y="1710833"/>
            <a:ext cx="0" cy="3276214"/>
          </a:xfrm>
          <a:prstGeom prst="line">
            <a:avLst/>
          </a:prstGeom>
          <a:ln>
            <a:solidFill>
              <a:srgbClr val="FFA4F3">
                <a:alpha val="30000"/>
              </a:srgbClr>
            </a:solidFill>
          </a:ln>
        </p:spPr>
        <p:style>
          <a:lnRef idx="2">
            <a:schemeClr val="accent1"/>
          </a:lnRef>
          <a:fillRef idx="0">
            <a:schemeClr val="accent1"/>
          </a:fillRef>
          <a:effectRef idx="1">
            <a:schemeClr val="accent1"/>
          </a:effectRef>
          <a:fontRef idx="minor">
            <a:schemeClr val="tx1"/>
          </a:fontRef>
        </p:style>
      </p:cxnSp>
      <p:sp>
        <p:nvSpPr>
          <p:cNvPr id="26" name="四角形: 角を丸くする 25">
            <a:extLst>
              <a:ext uri="{FF2B5EF4-FFF2-40B4-BE49-F238E27FC236}">
                <a16:creationId xmlns:a16="http://schemas.microsoft.com/office/drawing/2014/main" id="{A3A65B7F-D958-EB0C-77BF-DB8614177378}"/>
              </a:ext>
            </a:extLst>
          </p:cNvPr>
          <p:cNvSpPr/>
          <p:nvPr/>
        </p:nvSpPr>
        <p:spPr>
          <a:xfrm>
            <a:off x="6708665" y="1618979"/>
            <a:ext cx="3939838" cy="3404828"/>
          </a:xfrm>
          <a:prstGeom prst="roundRect">
            <a:avLst>
              <a:gd name="adj" fmla="val 14643"/>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latin typeface="原稿用標準書体" panose="03000503000000000000" pitchFamily="66" charset="-128"/>
                <a:ea typeface="原稿用標準書体" panose="03000503000000000000" pitchFamily="66" charset="-128"/>
              </a:rPr>
              <a:t>防衛戦</a:t>
            </a:r>
            <a:endParaRPr kumimoji="1" lang="ja-JP" altLang="en-US" sz="4000" dirty="0">
              <a:latin typeface="原稿用標準書体" panose="03000503000000000000" pitchFamily="66" charset="-128"/>
              <a:ea typeface="原稿用標準書体" panose="03000503000000000000" pitchFamily="66" charset="-128"/>
            </a:endParaRPr>
          </a:p>
        </p:txBody>
      </p:sp>
      <p:grpSp>
        <p:nvGrpSpPr>
          <p:cNvPr id="5" name="グループ化 4">
            <a:extLst>
              <a:ext uri="{FF2B5EF4-FFF2-40B4-BE49-F238E27FC236}">
                <a16:creationId xmlns:a16="http://schemas.microsoft.com/office/drawing/2014/main" id="{A688E773-3A89-C2D0-5A0E-7F8DD9223873}"/>
              </a:ext>
            </a:extLst>
          </p:cNvPr>
          <p:cNvGrpSpPr/>
          <p:nvPr/>
        </p:nvGrpSpPr>
        <p:grpSpPr>
          <a:xfrm>
            <a:off x="431675" y="5640918"/>
            <a:ext cx="11328651" cy="929715"/>
            <a:chOff x="431675" y="5640918"/>
            <a:chExt cx="11328651" cy="929715"/>
          </a:xfrm>
        </p:grpSpPr>
        <p:sp>
          <p:nvSpPr>
            <p:cNvPr id="20" name="四角形: 角を丸くする 19">
              <a:extLst>
                <a:ext uri="{FF2B5EF4-FFF2-40B4-BE49-F238E27FC236}">
                  <a16:creationId xmlns:a16="http://schemas.microsoft.com/office/drawing/2014/main" id="{84CA43C3-EC51-21B7-F775-4D960856C8F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四角形: 角を丸くする 21">
              <a:extLst>
                <a:ext uri="{FF2B5EF4-FFF2-40B4-BE49-F238E27FC236}">
                  <a16:creationId xmlns:a16="http://schemas.microsoft.com/office/drawing/2014/main" id="{5C6FE7E0-2CF9-1CA4-B784-73FC74D08739}"/>
                </a:ext>
              </a:extLst>
            </p:cNvPr>
            <p:cNvSpPr/>
            <p:nvPr/>
          </p:nvSpPr>
          <p:spPr>
            <a:xfrm>
              <a:off x="653134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テキスト ボックス 23">
              <a:extLst>
                <a:ext uri="{FF2B5EF4-FFF2-40B4-BE49-F238E27FC236}">
                  <a16:creationId xmlns:a16="http://schemas.microsoft.com/office/drawing/2014/main" id="{49A946B9-97EC-99BE-3392-32A5CF7C7B6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5" name="テキスト ボックス 24">
              <a:extLst>
                <a:ext uri="{FF2B5EF4-FFF2-40B4-BE49-F238E27FC236}">
                  <a16:creationId xmlns:a16="http://schemas.microsoft.com/office/drawing/2014/main" id="{C7A76F9E-00B2-6945-AABC-0BF15E687FB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6D69F94E-B396-D824-742E-B93FB6DE9F7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8" name="テキスト ボックス 27">
              <a:extLst>
                <a:ext uri="{FF2B5EF4-FFF2-40B4-BE49-F238E27FC236}">
                  <a16:creationId xmlns:a16="http://schemas.microsoft.com/office/drawing/2014/main" id="{2F46936B-806F-A5D2-4F4D-53139424FB3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28E96164-BD02-B2AB-DBFB-FDD9424AC151}"/>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0" name="テキスト ボックス 29">
              <a:extLst>
                <a:ext uri="{FF2B5EF4-FFF2-40B4-BE49-F238E27FC236}">
                  <a16:creationId xmlns:a16="http://schemas.microsoft.com/office/drawing/2014/main" id="{CF602BE6-D6C3-6489-EB2C-A5561AEC4BAE}"/>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1" name="グループ化 30">
            <a:extLst>
              <a:ext uri="{FF2B5EF4-FFF2-40B4-BE49-F238E27FC236}">
                <a16:creationId xmlns:a16="http://schemas.microsoft.com/office/drawing/2014/main" id="{8DDDB182-68DB-B9D7-2532-B83F05888764}"/>
              </a:ext>
            </a:extLst>
          </p:cNvPr>
          <p:cNvGrpSpPr/>
          <p:nvPr/>
        </p:nvGrpSpPr>
        <p:grpSpPr>
          <a:xfrm>
            <a:off x="617274" y="432515"/>
            <a:ext cx="2130007" cy="638703"/>
            <a:chOff x="1157024" y="508715"/>
            <a:chExt cx="2130007" cy="638703"/>
          </a:xfrm>
        </p:grpSpPr>
        <p:sp>
          <p:nvSpPr>
            <p:cNvPr id="32" name="六角形 31">
              <a:extLst>
                <a:ext uri="{FF2B5EF4-FFF2-40B4-BE49-F238E27FC236}">
                  <a16:creationId xmlns:a16="http://schemas.microsoft.com/office/drawing/2014/main" id="{626BA2CD-AFD9-9DAE-536D-38E52B9CF21F}"/>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3" name="テキスト ボックス 32">
              <a:extLst>
                <a:ext uri="{FF2B5EF4-FFF2-40B4-BE49-F238E27FC236}">
                  <a16:creationId xmlns:a16="http://schemas.microsoft.com/office/drawing/2014/main" id="{1F2241A3-16E1-7AAC-C748-4F9263014A38}"/>
                </a:ext>
              </a:extLst>
            </p:cNvPr>
            <p:cNvSpPr txBox="1"/>
            <p:nvPr/>
          </p:nvSpPr>
          <p:spPr>
            <a:xfrm>
              <a:off x="1488492"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0038461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10A90546-DA85-138C-66D3-0EF34B63CA3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566D3BA-7C56-0ED8-391A-77647603B6F2}"/>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0E6E80AB-BC98-3A06-CA3D-451CEBC761E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DA4FB94-5D86-BD62-D949-15BE94D39818}"/>
                </a:ext>
              </a:extLst>
            </p:cNvPr>
            <p:cNvSpPr txBox="1"/>
            <p:nvPr/>
          </p:nvSpPr>
          <p:spPr>
            <a:xfrm>
              <a:off x="1881072" y="641390"/>
              <a:ext cx="95410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C5D4C600-0CF9-1F3F-965F-B5C30FB3A4C6}"/>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157A2CEB-C585-1500-840D-239BDFA494F5}"/>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2FB89DE4-C713-FB0D-AC7E-8C595A2754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A2B7D1B-1A38-8123-85DB-147E9F6A941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6F1360E-230E-3B8C-70B5-AE707090441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B9FFA40E-1850-469B-92CB-EB8A9AB9BF9E}"/>
              </a:ext>
            </a:extLst>
          </p:cNvPr>
          <p:cNvGrpSpPr/>
          <p:nvPr/>
        </p:nvGrpSpPr>
        <p:grpSpPr>
          <a:xfrm>
            <a:off x="678143" y="2443433"/>
            <a:ext cx="3505752" cy="1484983"/>
            <a:chOff x="1151428" y="1944017"/>
            <a:chExt cx="3505752" cy="1484983"/>
          </a:xfrm>
        </p:grpSpPr>
        <p:sp>
          <p:nvSpPr>
            <p:cNvPr id="21" name="フローチャート: 手作業 20">
              <a:extLst>
                <a:ext uri="{FF2B5EF4-FFF2-40B4-BE49-F238E27FC236}">
                  <a16:creationId xmlns:a16="http://schemas.microsoft.com/office/drawing/2014/main" id="{8BF5244A-7E8A-B9C4-1D47-D5FDEFFE15C2}"/>
                </a:ext>
              </a:extLst>
            </p:cNvPr>
            <p:cNvSpPr/>
            <p:nvPr/>
          </p:nvSpPr>
          <p:spPr>
            <a:xfrm>
              <a:off x="1151428" y="1944017"/>
              <a:ext cx="3505752" cy="1484983"/>
            </a:xfrm>
            <a:prstGeom prst="flowChartManualOperati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53A06E63-6CD8-334F-57E9-AA13F0CF8E7A}"/>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 name="グループ化 24">
            <a:extLst>
              <a:ext uri="{FF2B5EF4-FFF2-40B4-BE49-F238E27FC236}">
                <a16:creationId xmlns:a16="http://schemas.microsoft.com/office/drawing/2014/main" id="{643177A6-FE2D-7FE5-1A87-156B88A1B536}"/>
              </a:ext>
            </a:extLst>
          </p:cNvPr>
          <p:cNvGrpSpPr/>
          <p:nvPr/>
        </p:nvGrpSpPr>
        <p:grpSpPr>
          <a:xfrm>
            <a:off x="3771721" y="4069959"/>
            <a:ext cx="3505752" cy="1484983"/>
            <a:chOff x="4237188" y="3251448"/>
            <a:chExt cx="3505752" cy="1484983"/>
          </a:xfrm>
        </p:grpSpPr>
        <p:sp>
          <p:nvSpPr>
            <p:cNvPr id="20" name="フローチャート: 手作業 19">
              <a:extLst>
                <a:ext uri="{FF2B5EF4-FFF2-40B4-BE49-F238E27FC236}">
                  <a16:creationId xmlns:a16="http://schemas.microsoft.com/office/drawing/2014/main" id="{071849F1-CE12-C622-0818-91570D90A25B}"/>
                </a:ext>
              </a:extLst>
            </p:cNvPr>
            <p:cNvSpPr/>
            <p:nvPr/>
          </p:nvSpPr>
          <p:spPr>
            <a:xfrm flipV="1">
              <a:off x="4237188" y="3251448"/>
              <a:ext cx="3505752" cy="1484983"/>
            </a:xfrm>
            <a:prstGeom prst="flowChartManualOperati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39D557C1-A4BC-BCDD-D6E6-E656D226040F}"/>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29" name="グループ化 28">
            <a:extLst>
              <a:ext uri="{FF2B5EF4-FFF2-40B4-BE49-F238E27FC236}">
                <a16:creationId xmlns:a16="http://schemas.microsoft.com/office/drawing/2014/main" id="{E4876DE7-956D-7272-4DF8-3050C0E836D7}"/>
              </a:ext>
            </a:extLst>
          </p:cNvPr>
          <p:cNvGrpSpPr/>
          <p:nvPr/>
        </p:nvGrpSpPr>
        <p:grpSpPr>
          <a:xfrm>
            <a:off x="6865299" y="2443433"/>
            <a:ext cx="3505752" cy="1484983"/>
            <a:chOff x="1151428" y="1944017"/>
            <a:chExt cx="3505752" cy="1484983"/>
          </a:xfrm>
        </p:grpSpPr>
        <p:sp>
          <p:nvSpPr>
            <p:cNvPr id="30" name="フローチャート: 手作業 29">
              <a:extLst>
                <a:ext uri="{FF2B5EF4-FFF2-40B4-BE49-F238E27FC236}">
                  <a16:creationId xmlns:a16="http://schemas.microsoft.com/office/drawing/2014/main" id="{F05DA158-23B2-A1CD-D59B-ECD7D80BA4BC}"/>
                </a:ext>
              </a:extLst>
            </p:cNvPr>
            <p:cNvSpPr/>
            <p:nvPr/>
          </p:nvSpPr>
          <p:spPr>
            <a:xfrm>
              <a:off x="1151428" y="1944017"/>
              <a:ext cx="3505752" cy="1484983"/>
            </a:xfrm>
            <a:prstGeom prst="flowChartManualOperat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EBA3121D-9E54-9BA0-1AE8-1FF799534174}"/>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2" name="グループ化 31">
            <a:extLst>
              <a:ext uri="{FF2B5EF4-FFF2-40B4-BE49-F238E27FC236}">
                <a16:creationId xmlns:a16="http://schemas.microsoft.com/office/drawing/2014/main" id="{77706B8C-7171-6E4A-DCE0-294FEC924AA8}"/>
              </a:ext>
            </a:extLst>
          </p:cNvPr>
          <p:cNvGrpSpPr/>
          <p:nvPr/>
        </p:nvGrpSpPr>
        <p:grpSpPr>
          <a:xfrm>
            <a:off x="9958877" y="4069959"/>
            <a:ext cx="3505752" cy="1484983"/>
            <a:chOff x="4237188" y="3251448"/>
            <a:chExt cx="3505752" cy="1484983"/>
          </a:xfrm>
        </p:grpSpPr>
        <p:sp>
          <p:nvSpPr>
            <p:cNvPr id="33" name="フローチャート: 手作業 32">
              <a:extLst>
                <a:ext uri="{FF2B5EF4-FFF2-40B4-BE49-F238E27FC236}">
                  <a16:creationId xmlns:a16="http://schemas.microsoft.com/office/drawing/2014/main" id="{DD2C913A-3B31-6CB0-2D3B-8DB0181C3206}"/>
                </a:ext>
              </a:extLst>
            </p:cNvPr>
            <p:cNvSpPr/>
            <p:nvPr/>
          </p:nvSpPr>
          <p:spPr>
            <a:xfrm flipV="1">
              <a:off x="4237188" y="3251448"/>
              <a:ext cx="3505752" cy="1484983"/>
            </a:xfrm>
            <a:prstGeom prst="flowChartManualOperat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C4EC31F5-D5A1-8178-CE9F-5F2E6FE65985}"/>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5" name="グループ化 4">
            <a:extLst>
              <a:ext uri="{FF2B5EF4-FFF2-40B4-BE49-F238E27FC236}">
                <a16:creationId xmlns:a16="http://schemas.microsoft.com/office/drawing/2014/main" id="{4A2BE03B-425D-5BBF-0F16-113D2198DE7D}"/>
              </a:ext>
            </a:extLst>
          </p:cNvPr>
          <p:cNvGrpSpPr/>
          <p:nvPr/>
        </p:nvGrpSpPr>
        <p:grpSpPr>
          <a:xfrm>
            <a:off x="4920182" y="2715391"/>
            <a:ext cx="1230262" cy="1230262"/>
            <a:chOff x="5881972" y="962320"/>
            <a:chExt cx="990440" cy="990440"/>
          </a:xfrm>
        </p:grpSpPr>
        <p:sp>
          <p:nvSpPr>
            <p:cNvPr id="23" name="涙形 22">
              <a:extLst>
                <a:ext uri="{FF2B5EF4-FFF2-40B4-BE49-F238E27FC236}">
                  <a16:creationId xmlns:a16="http://schemas.microsoft.com/office/drawing/2014/main" id="{AF85EE80-A777-34B5-7817-B14A419DDAF7}"/>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95FFD638-42E0-191A-CFFB-74D6363F410B}"/>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8242744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lin ang="16200000" scaled="1"/>
          <a:tileRect/>
        </a:gradFill>
        <a:effectLst/>
      </p:bgPr>
    </p:bg>
    <p:spTree>
      <p:nvGrpSpPr>
        <p:cNvPr id="1" name="">
          <a:extLst>
            <a:ext uri="{FF2B5EF4-FFF2-40B4-BE49-F238E27FC236}">
              <a16:creationId xmlns:a16="http://schemas.microsoft.com/office/drawing/2014/main" id="{8CC5A8C7-B30C-06A0-E293-743077CD0F42}"/>
            </a:ext>
          </a:extLst>
        </p:cNvPr>
        <p:cNvGrpSpPr/>
        <p:nvPr/>
      </p:nvGrpSpPr>
      <p:grpSpPr>
        <a:xfrm>
          <a:off x="0" y="0"/>
          <a:ext cx="0" cy="0"/>
          <a:chOff x="0" y="0"/>
          <a:chExt cx="0" cy="0"/>
        </a:xfrm>
      </p:grpSpPr>
      <p:grpSp>
        <p:nvGrpSpPr>
          <p:cNvPr id="64" name="グループ化 63">
            <a:extLst>
              <a:ext uri="{FF2B5EF4-FFF2-40B4-BE49-F238E27FC236}">
                <a16:creationId xmlns:a16="http://schemas.microsoft.com/office/drawing/2014/main" id="{AD55846F-6F25-53C6-6997-926DD0990DA3}"/>
              </a:ext>
            </a:extLst>
          </p:cNvPr>
          <p:cNvGrpSpPr/>
          <p:nvPr/>
        </p:nvGrpSpPr>
        <p:grpSpPr>
          <a:xfrm>
            <a:off x="5883738" y="5720672"/>
            <a:ext cx="2579659" cy="650436"/>
            <a:chOff x="379505" y="4358243"/>
            <a:chExt cx="3626554" cy="914400"/>
          </a:xfrm>
        </p:grpSpPr>
        <p:cxnSp>
          <p:nvCxnSpPr>
            <p:cNvPr id="65" name="直線コネクタ 64">
              <a:extLst>
                <a:ext uri="{FF2B5EF4-FFF2-40B4-BE49-F238E27FC236}">
                  <a16:creationId xmlns:a16="http://schemas.microsoft.com/office/drawing/2014/main" id="{2877D835-73DE-E166-F064-C033414C7715}"/>
                </a:ext>
              </a:extLst>
            </p:cNvPr>
            <p:cNvCxnSpPr>
              <a:cxnSpLocks/>
              <a:stCxn id="66" idx="6"/>
              <a:endCxn id="67"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6" name="楕円 65">
              <a:extLst>
                <a:ext uri="{FF2B5EF4-FFF2-40B4-BE49-F238E27FC236}">
                  <a16:creationId xmlns:a16="http://schemas.microsoft.com/office/drawing/2014/main" id="{170378A7-0F1C-E6CC-1B9B-C9EA6E4205C4}"/>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14F3DFD4-B7CA-E221-DAD2-1C000A9EC414}"/>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 name="グループ化 9">
            <a:extLst>
              <a:ext uri="{FF2B5EF4-FFF2-40B4-BE49-F238E27FC236}">
                <a16:creationId xmlns:a16="http://schemas.microsoft.com/office/drawing/2014/main" id="{83D18BAE-841B-9604-0F10-8FC6B8B63F8E}"/>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A81E2809-75E1-0257-5B43-63DE0E4A753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965BDF9-5A89-28F9-1A1A-C1D54D83FDB7}"/>
                </a:ext>
              </a:extLst>
            </p:cNvPr>
            <p:cNvSpPr txBox="1"/>
            <p:nvPr/>
          </p:nvSpPr>
          <p:spPr>
            <a:xfrm>
              <a:off x="2073432" y="641390"/>
              <a:ext cx="569387" cy="400110"/>
            </a:xfrm>
            <a:prstGeom prst="rect">
              <a:avLst/>
            </a:prstGeom>
            <a:noFill/>
          </p:spPr>
          <p:txBody>
            <a:bodyPr wrap="none" rtlCol="0">
              <a:spAutoFit/>
            </a:bodyPr>
            <a:lstStyle/>
            <a:p>
              <a:pPr algn="ctr"/>
              <a:r>
                <a:rPr kumimoji="1"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A19E089D-9C2A-9E2D-3507-841AB43287C6}"/>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1482971E-B584-BCF9-7F6D-FE1889C33B22}"/>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3D4B5699-ADD9-8196-8CCB-980BDBCF23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5FF5A446-C28E-C484-10BC-9599469515C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BE8A1B8-3AF5-3E3F-7F88-3F3CDC2CC9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35" name="グループ化 34">
            <a:extLst>
              <a:ext uri="{FF2B5EF4-FFF2-40B4-BE49-F238E27FC236}">
                <a16:creationId xmlns:a16="http://schemas.microsoft.com/office/drawing/2014/main" id="{CA7016E8-3C80-96C1-1550-2ACC57AEC3AB}"/>
              </a:ext>
            </a:extLst>
          </p:cNvPr>
          <p:cNvGrpSpPr/>
          <p:nvPr/>
        </p:nvGrpSpPr>
        <p:grpSpPr>
          <a:xfrm>
            <a:off x="4809918" y="2311126"/>
            <a:ext cx="3135206" cy="2351404"/>
            <a:chOff x="8376931" y="1797112"/>
            <a:chExt cx="3135206" cy="2351404"/>
          </a:xfrm>
        </p:grpSpPr>
        <p:pic>
          <p:nvPicPr>
            <p:cNvPr id="23" name="図 22">
              <a:extLst>
                <a:ext uri="{FF2B5EF4-FFF2-40B4-BE49-F238E27FC236}">
                  <a16:creationId xmlns:a16="http://schemas.microsoft.com/office/drawing/2014/main" id="{59050A62-03A4-15D7-47DB-3611C39C7AA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7" name="テキスト ボックス 26">
              <a:extLst>
                <a:ext uri="{FF2B5EF4-FFF2-40B4-BE49-F238E27FC236}">
                  <a16:creationId xmlns:a16="http://schemas.microsoft.com/office/drawing/2014/main" id="{FF08C6A9-B016-0B15-2F0B-3F0607B09E24}"/>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3" name="グループ化 42">
            <a:extLst>
              <a:ext uri="{FF2B5EF4-FFF2-40B4-BE49-F238E27FC236}">
                <a16:creationId xmlns:a16="http://schemas.microsoft.com/office/drawing/2014/main" id="{3238CCCC-5587-64FA-410B-4098AAB648F1}"/>
              </a:ext>
            </a:extLst>
          </p:cNvPr>
          <p:cNvGrpSpPr/>
          <p:nvPr/>
        </p:nvGrpSpPr>
        <p:grpSpPr>
          <a:xfrm>
            <a:off x="3951685" y="5720672"/>
            <a:ext cx="2579659" cy="650436"/>
            <a:chOff x="379505" y="4358243"/>
            <a:chExt cx="3626554" cy="914400"/>
          </a:xfrm>
        </p:grpSpPr>
        <p:cxnSp>
          <p:nvCxnSpPr>
            <p:cNvPr id="37" name="直線コネクタ 36">
              <a:extLst>
                <a:ext uri="{FF2B5EF4-FFF2-40B4-BE49-F238E27FC236}">
                  <a16:creationId xmlns:a16="http://schemas.microsoft.com/office/drawing/2014/main" id="{C9A6DA92-0C45-2241-F787-DFBB558F8434}"/>
                </a:ext>
              </a:extLst>
            </p:cNvPr>
            <p:cNvCxnSpPr>
              <a:cxnSpLocks/>
              <a:stCxn id="38" idx="6"/>
              <a:endCxn id="40" idx="2"/>
            </p:cNvCxnSpPr>
            <p:nvPr/>
          </p:nvCxnSpPr>
          <p:spPr>
            <a:xfrm>
              <a:off x="1293905" y="4815443"/>
              <a:ext cx="1797754" cy="0"/>
            </a:xfrm>
            <a:prstGeom prst="line">
              <a:avLst/>
            </a:prstGeom>
            <a:ln w="63500">
              <a:solidFill>
                <a:schemeClr val="bg1">
                  <a:lumMod val="8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38" name="楕円 37">
              <a:extLst>
                <a:ext uri="{FF2B5EF4-FFF2-40B4-BE49-F238E27FC236}">
                  <a16:creationId xmlns:a16="http://schemas.microsoft.com/office/drawing/2014/main" id="{5CC44C86-53C2-8335-71B0-668DCA9BC2CD}"/>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83A7AD87-4D5F-014C-3139-00D0019D18F3}"/>
                </a:ext>
              </a:extLst>
            </p:cNvPr>
            <p:cNvSpPr/>
            <p:nvPr/>
          </p:nvSpPr>
          <p:spPr>
            <a:xfrm>
              <a:off x="3091659" y="4358243"/>
              <a:ext cx="914400" cy="91440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a:extLst>
              <a:ext uri="{FF2B5EF4-FFF2-40B4-BE49-F238E27FC236}">
                <a16:creationId xmlns:a16="http://schemas.microsoft.com/office/drawing/2014/main" id="{D7653AE2-CFF3-1FC4-1CEF-0A66C2D3A623}"/>
              </a:ext>
            </a:extLst>
          </p:cNvPr>
          <p:cNvGrpSpPr/>
          <p:nvPr/>
        </p:nvGrpSpPr>
        <p:grpSpPr>
          <a:xfrm>
            <a:off x="2022463" y="5720672"/>
            <a:ext cx="2579658" cy="650436"/>
            <a:chOff x="379505" y="4358243"/>
            <a:chExt cx="3626553" cy="914400"/>
          </a:xfrm>
          <a:solidFill>
            <a:schemeClr val="tx1">
              <a:lumMod val="50000"/>
              <a:lumOff val="50000"/>
            </a:schemeClr>
          </a:solidFill>
        </p:grpSpPr>
        <p:cxnSp>
          <p:nvCxnSpPr>
            <p:cNvPr id="45" name="直線コネクタ 44">
              <a:extLst>
                <a:ext uri="{FF2B5EF4-FFF2-40B4-BE49-F238E27FC236}">
                  <a16:creationId xmlns:a16="http://schemas.microsoft.com/office/drawing/2014/main" id="{5FF36B91-7F61-3DB4-2B3B-57F42AFA9044}"/>
                </a:ext>
              </a:extLst>
            </p:cNvPr>
            <p:cNvCxnSpPr>
              <a:cxnSpLocks/>
              <a:stCxn id="46" idx="6"/>
              <a:endCxn id="47"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46" name="楕円 45">
              <a:extLst>
                <a:ext uri="{FF2B5EF4-FFF2-40B4-BE49-F238E27FC236}">
                  <a16:creationId xmlns:a16="http://schemas.microsoft.com/office/drawing/2014/main" id="{25AFE3C7-E805-99E8-2B0F-2E67708C5C3B}"/>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F88D469A-0342-FFEF-2822-37828E38A8C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A93E80A3-FBB6-9ABA-4ED9-99D17C43DAEB}"/>
              </a:ext>
            </a:extLst>
          </p:cNvPr>
          <p:cNvGrpSpPr/>
          <p:nvPr/>
        </p:nvGrpSpPr>
        <p:grpSpPr>
          <a:xfrm>
            <a:off x="93240" y="5720672"/>
            <a:ext cx="2579658" cy="650436"/>
            <a:chOff x="379505" y="4358243"/>
            <a:chExt cx="3626553" cy="914400"/>
          </a:xfrm>
          <a:solidFill>
            <a:schemeClr val="tx1">
              <a:lumMod val="50000"/>
              <a:lumOff val="50000"/>
            </a:schemeClr>
          </a:solidFill>
        </p:grpSpPr>
        <p:cxnSp>
          <p:nvCxnSpPr>
            <p:cNvPr id="57" name="直線コネクタ 56">
              <a:extLst>
                <a:ext uri="{FF2B5EF4-FFF2-40B4-BE49-F238E27FC236}">
                  <a16:creationId xmlns:a16="http://schemas.microsoft.com/office/drawing/2014/main" id="{4A7475D3-2E35-6AD0-AE1F-C154661F3A3D}"/>
                </a:ext>
              </a:extLst>
            </p:cNvPr>
            <p:cNvCxnSpPr>
              <a:cxnSpLocks/>
              <a:stCxn id="58" idx="6"/>
              <a:endCxn id="59"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58" name="楕円 57">
              <a:extLst>
                <a:ext uri="{FF2B5EF4-FFF2-40B4-BE49-F238E27FC236}">
                  <a16:creationId xmlns:a16="http://schemas.microsoft.com/office/drawing/2014/main" id="{A0CFFB81-5427-F4F6-2D01-A3C024F81EFA}"/>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77F0BF53-9352-621D-6943-830C7F1EDE06}"/>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0" name="グループ化 59">
            <a:extLst>
              <a:ext uri="{FF2B5EF4-FFF2-40B4-BE49-F238E27FC236}">
                <a16:creationId xmlns:a16="http://schemas.microsoft.com/office/drawing/2014/main" id="{54095788-7D70-2365-D534-32637C360BD3}"/>
              </a:ext>
            </a:extLst>
          </p:cNvPr>
          <p:cNvGrpSpPr/>
          <p:nvPr/>
        </p:nvGrpSpPr>
        <p:grpSpPr>
          <a:xfrm>
            <a:off x="-1835982" y="5720672"/>
            <a:ext cx="2579658" cy="650436"/>
            <a:chOff x="379505" y="4358243"/>
            <a:chExt cx="3626553" cy="914400"/>
          </a:xfrm>
          <a:solidFill>
            <a:schemeClr val="tx1">
              <a:lumMod val="50000"/>
              <a:lumOff val="50000"/>
            </a:schemeClr>
          </a:solidFill>
        </p:grpSpPr>
        <p:cxnSp>
          <p:nvCxnSpPr>
            <p:cNvPr id="61" name="直線コネクタ 60">
              <a:extLst>
                <a:ext uri="{FF2B5EF4-FFF2-40B4-BE49-F238E27FC236}">
                  <a16:creationId xmlns:a16="http://schemas.microsoft.com/office/drawing/2014/main" id="{8E782F69-4AD0-94EF-ADFB-07F13AD15156}"/>
                </a:ext>
              </a:extLst>
            </p:cNvPr>
            <p:cNvCxnSpPr>
              <a:cxnSpLocks/>
              <a:stCxn id="62" idx="6"/>
              <a:endCxn id="63"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2" name="楕円 61">
              <a:extLst>
                <a:ext uri="{FF2B5EF4-FFF2-40B4-BE49-F238E27FC236}">
                  <a16:creationId xmlns:a16="http://schemas.microsoft.com/office/drawing/2014/main" id="{8E90F38E-FF45-0071-A993-E16A1773DE00}"/>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5C514C01-6310-9B86-2FE8-67B089E6046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69" name="直線コネクタ 68">
            <a:extLst>
              <a:ext uri="{FF2B5EF4-FFF2-40B4-BE49-F238E27FC236}">
                <a16:creationId xmlns:a16="http://schemas.microsoft.com/office/drawing/2014/main" id="{A5345193-1D3B-55A3-C3D3-06B0B0C0A3E7}"/>
              </a:ext>
            </a:extLst>
          </p:cNvPr>
          <p:cNvCxnSpPr>
            <a:cxnSpLocks/>
            <a:stCxn id="70" idx="6"/>
            <a:endCxn id="71" idx="2"/>
          </p:cNvCxnSpPr>
          <p:nvPr/>
        </p:nvCxnSpPr>
        <p:spPr>
          <a:xfrm>
            <a:off x="8460567" y="6042062"/>
            <a:ext cx="1278788"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1" name="楕円 70">
            <a:extLst>
              <a:ext uri="{FF2B5EF4-FFF2-40B4-BE49-F238E27FC236}">
                <a16:creationId xmlns:a16="http://schemas.microsoft.com/office/drawing/2014/main" id="{2652D261-2FFA-746F-D1FF-7937065B7CEC}"/>
              </a:ext>
            </a:extLst>
          </p:cNvPr>
          <p:cNvSpPr/>
          <p:nvPr/>
        </p:nvSpPr>
        <p:spPr>
          <a:xfrm>
            <a:off x="9739354" y="571684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72066896-AC47-19D5-9510-85A3C449EEF8}"/>
              </a:ext>
            </a:extLst>
          </p:cNvPr>
          <p:cNvGrpSpPr/>
          <p:nvPr/>
        </p:nvGrpSpPr>
        <p:grpSpPr>
          <a:xfrm>
            <a:off x="9737051" y="5716844"/>
            <a:ext cx="2579659" cy="650436"/>
            <a:chOff x="379505" y="4358243"/>
            <a:chExt cx="3626554" cy="914400"/>
          </a:xfrm>
        </p:grpSpPr>
        <p:cxnSp>
          <p:nvCxnSpPr>
            <p:cNvPr id="76" name="直線コネクタ 75">
              <a:extLst>
                <a:ext uri="{FF2B5EF4-FFF2-40B4-BE49-F238E27FC236}">
                  <a16:creationId xmlns:a16="http://schemas.microsoft.com/office/drawing/2014/main" id="{5BF3E31D-3948-125F-8BF4-DFCB06132AB6}"/>
                </a:ext>
              </a:extLst>
            </p:cNvPr>
            <p:cNvCxnSpPr>
              <a:cxnSpLocks/>
              <a:stCxn id="77" idx="6"/>
              <a:endCxn id="78"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7" name="楕円 76">
              <a:extLst>
                <a:ext uri="{FF2B5EF4-FFF2-40B4-BE49-F238E27FC236}">
                  <a16:creationId xmlns:a16="http://schemas.microsoft.com/office/drawing/2014/main" id="{F0C82F15-43FC-9A83-B797-644F88172DBA}"/>
                </a:ext>
              </a:extLst>
            </p:cNvPr>
            <p:cNvSpPr/>
            <p:nvPr/>
          </p:nvSpPr>
          <p:spPr>
            <a:xfrm>
              <a:off x="379505"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楕円 77">
              <a:extLst>
                <a:ext uri="{FF2B5EF4-FFF2-40B4-BE49-F238E27FC236}">
                  <a16:creationId xmlns:a16="http://schemas.microsoft.com/office/drawing/2014/main" id="{EFC40FBC-5B57-5307-A459-B7F4444D2B87}"/>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8" name="グループ化 107">
            <a:extLst>
              <a:ext uri="{FF2B5EF4-FFF2-40B4-BE49-F238E27FC236}">
                <a16:creationId xmlns:a16="http://schemas.microsoft.com/office/drawing/2014/main" id="{287EE808-4CBD-63AC-C2B1-3B1200F15E6B}"/>
              </a:ext>
            </a:extLst>
          </p:cNvPr>
          <p:cNvGrpSpPr/>
          <p:nvPr/>
        </p:nvGrpSpPr>
        <p:grpSpPr>
          <a:xfrm>
            <a:off x="8111059" y="1475766"/>
            <a:ext cx="2269011" cy="2269011"/>
            <a:chOff x="2030967" y="2294494"/>
            <a:chExt cx="2269011" cy="2269011"/>
          </a:xfrm>
        </p:grpSpPr>
        <p:pic>
          <p:nvPicPr>
            <p:cNvPr id="80" name="図 79">
              <a:extLst>
                <a:ext uri="{FF2B5EF4-FFF2-40B4-BE49-F238E27FC236}">
                  <a16:creationId xmlns:a16="http://schemas.microsoft.com/office/drawing/2014/main" id="{8221D96E-0CA4-F260-5802-683749E7EB17}"/>
                </a:ext>
              </a:extLst>
            </p:cNvPr>
            <p:cNvPicPr>
              <a:picLocks noChangeAspect="1"/>
            </p:cNvPicPr>
            <p:nvPr/>
          </p:nvPicPr>
          <p:blipFill>
            <a:blip r:embed="rId5">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2030967" y="2294494"/>
              <a:ext cx="2269011" cy="2269011"/>
            </a:xfrm>
            <a:prstGeom prst="rect">
              <a:avLst/>
            </a:prstGeom>
          </p:spPr>
        </p:pic>
        <p:sp>
          <p:nvSpPr>
            <p:cNvPr id="82" name="テキスト ボックス 81">
              <a:extLst>
                <a:ext uri="{FF2B5EF4-FFF2-40B4-BE49-F238E27FC236}">
                  <a16:creationId xmlns:a16="http://schemas.microsoft.com/office/drawing/2014/main" id="{2AAF92A8-BCEC-FEA8-E621-AAB3F74CFFBA}"/>
                </a:ext>
              </a:extLst>
            </p:cNvPr>
            <p:cNvSpPr txBox="1"/>
            <p:nvPr/>
          </p:nvSpPr>
          <p:spPr>
            <a:xfrm flipH="1">
              <a:off x="2680399" y="3136612"/>
              <a:ext cx="1107996"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バトル</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84" name="テキスト ボックス 83">
            <a:extLst>
              <a:ext uri="{FF2B5EF4-FFF2-40B4-BE49-F238E27FC236}">
                <a16:creationId xmlns:a16="http://schemas.microsoft.com/office/drawing/2014/main" id="{B3BF766E-F101-986F-3805-B8E47BC768DA}"/>
              </a:ext>
            </a:extLst>
          </p:cNvPr>
          <p:cNvSpPr txBox="1"/>
          <p:nvPr/>
        </p:nvSpPr>
        <p:spPr>
          <a:xfrm flipH="1">
            <a:off x="206635"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6" name="テキスト ボックス 85">
            <a:extLst>
              <a:ext uri="{FF2B5EF4-FFF2-40B4-BE49-F238E27FC236}">
                <a16:creationId xmlns:a16="http://schemas.microsoft.com/office/drawing/2014/main" id="{148FFE27-1F4D-CCF8-800E-79A9A5880F94}"/>
              </a:ext>
            </a:extLst>
          </p:cNvPr>
          <p:cNvSpPr txBox="1"/>
          <p:nvPr/>
        </p:nvSpPr>
        <p:spPr>
          <a:xfrm flipH="1">
            <a:off x="2136068"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DC5A612F-E05C-9E99-0972-26ADA34835CB}"/>
              </a:ext>
            </a:extLst>
          </p:cNvPr>
          <p:cNvSpPr txBox="1"/>
          <p:nvPr/>
        </p:nvSpPr>
        <p:spPr>
          <a:xfrm flipH="1">
            <a:off x="5994934"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9A839E8A-08DC-BF64-E206-C08DA9D863F4}"/>
              </a:ext>
            </a:extLst>
          </p:cNvPr>
          <p:cNvGrpSpPr/>
          <p:nvPr/>
        </p:nvGrpSpPr>
        <p:grpSpPr>
          <a:xfrm>
            <a:off x="7810131" y="5716844"/>
            <a:ext cx="650436" cy="650436"/>
            <a:chOff x="7810131" y="4669094"/>
            <a:chExt cx="650436" cy="650436"/>
          </a:xfrm>
        </p:grpSpPr>
        <p:sp>
          <p:nvSpPr>
            <p:cNvPr id="70" name="楕円 69">
              <a:extLst>
                <a:ext uri="{FF2B5EF4-FFF2-40B4-BE49-F238E27FC236}">
                  <a16:creationId xmlns:a16="http://schemas.microsoft.com/office/drawing/2014/main" id="{34EC314B-9757-C2D0-2261-66821B336CC1}"/>
                </a:ext>
              </a:extLst>
            </p:cNvPr>
            <p:cNvSpPr/>
            <p:nvPr/>
          </p:nvSpPr>
          <p:spPr>
            <a:xfrm>
              <a:off x="7810131" y="466909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テキスト ボックス 89">
              <a:extLst>
                <a:ext uri="{FF2B5EF4-FFF2-40B4-BE49-F238E27FC236}">
                  <a16:creationId xmlns:a16="http://schemas.microsoft.com/office/drawing/2014/main" id="{58CB1AE7-B8D8-9A84-5D2D-D15357D04DDF}"/>
                </a:ext>
              </a:extLst>
            </p:cNvPr>
            <p:cNvSpPr txBox="1"/>
            <p:nvPr/>
          </p:nvSpPr>
          <p:spPr>
            <a:xfrm flipH="1">
              <a:off x="7924367" y="477748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テキスト ボックス 91">
            <a:extLst>
              <a:ext uri="{FF2B5EF4-FFF2-40B4-BE49-F238E27FC236}">
                <a16:creationId xmlns:a16="http://schemas.microsoft.com/office/drawing/2014/main" id="{A4FB55E2-2E17-4094-48ED-C2CDECA49C8A}"/>
              </a:ext>
            </a:extLst>
          </p:cNvPr>
          <p:cNvSpPr txBox="1"/>
          <p:nvPr/>
        </p:nvSpPr>
        <p:spPr>
          <a:xfrm flipH="1">
            <a:off x="9853800"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4" name="テキスト ボックス 93">
            <a:extLst>
              <a:ext uri="{FF2B5EF4-FFF2-40B4-BE49-F238E27FC236}">
                <a16:creationId xmlns:a16="http://schemas.microsoft.com/office/drawing/2014/main" id="{7CE1B1F1-B7DC-76DB-6BB7-E9BBB15072C4}"/>
              </a:ext>
            </a:extLst>
          </p:cNvPr>
          <p:cNvSpPr txBox="1"/>
          <p:nvPr/>
        </p:nvSpPr>
        <p:spPr>
          <a:xfrm flipH="1">
            <a:off x="11783232"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6" name="テキスト ボックス 95">
            <a:extLst>
              <a:ext uri="{FF2B5EF4-FFF2-40B4-BE49-F238E27FC236}">
                <a16:creationId xmlns:a16="http://schemas.microsoft.com/office/drawing/2014/main" id="{052731AD-33A5-330D-5752-217FB22C5C43}"/>
              </a:ext>
            </a:extLst>
          </p:cNvPr>
          <p:cNvSpPr txBox="1"/>
          <p:nvPr/>
        </p:nvSpPr>
        <p:spPr>
          <a:xfrm flipH="1">
            <a:off x="4065501"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1" name="グループ化 100">
            <a:extLst>
              <a:ext uri="{FF2B5EF4-FFF2-40B4-BE49-F238E27FC236}">
                <a16:creationId xmlns:a16="http://schemas.microsoft.com/office/drawing/2014/main" id="{42D44BB3-60FB-E53A-358B-D32EA3F9CB36}"/>
              </a:ext>
            </a:extLst>
          </p:cNvPr>
          <p:cNvGrpSpPr/>
          <p:nvPr/>
        </p:nvGrpSpPr>
        <p:grpSpPr>
          <a:xfrm>
            <a:off x="2123001" y="2996286"/>
            <a:ext cx="2520982" cy="2520982"/>
            <a:chOff x="8328573" y="864740"/>
            <a:chExt cx="2520982" cy="2520982"/>
          </a:xfrm>
        </p:grpSpPr>
        <p:pic>
          <p:nvPicPr>
            <p:cNvPr id="98" name="図 97">
              <a:extLst>
                <a:ext uri="{FF2B5EF4-FFF2-40B4-BE49-F238E27FC236}">
                  <a16:creationId xmlns:a16="http://schemas.microsoft.com/office/drawing/2014/main" id="{6C023578-15BA-E80F-B962-3966930040D9}"/>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0" name="テキスト ボックス 99">
              <a:extLst>
                <a:ext uri="{FF2B5EF4-FFF2-40B4-BE49-F238E27FC236}">
                  <a16:creationId xmlns:a16="http://schemas.microsoft.com/office/drawing/2014/main" id="{EB20F9D3-3438-7723-6E6B-2F934203052F}"/>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810D423B-7D6B-BD86-6045-CDC92F92D5FD}"/>
              </a:ext>
            </a:extLst>
          </p:cNvPr>
          <p:cNvGrpSpPr/>
          <p:nvPr/>
        </p:nvGrpSpPr>
        <p:grpSpPr>
          <a:xfrm>
            <a:off x="10774673" y="3066837"/>
            <a:ext cx="2520982" cy="2520982"/>
            <a:chOff x="8328573" y="864740"/>
            <a:chExt cx="2520982" cy="2520982"/>
          </a:xfrm>
        </p:grpSpPr>
        <p:pic>
          <p:nvPicPr>
            <p:cNvPr id="103" name="図 102">
              <a:extLst>
                <a:ext uri="{FF2B5EF4-FFF2-40B4-BE49-F238E27FC236}">
                  <a16:creationId xmlns:a16="http://schemas.microsoft.com/office/drawing/2014/main" id="{737C760E-C06A-94E2-EF4A-B4EC630DD2FC}"/>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4" name="テキスト ボックス 103">
              <a:extLst>
                <a:ext uri="{FF2B5EF4-FFF2-40B4-BE49-F238E27FC236}">
                  <a16:creationId xmlns:a16="http://schemas.microsoft.com/office/drawing/2014/main" id="{410BC733-706F-8A14-2DE4-680E1DD0FF06}"/>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5" name="グループ化 104">
            <a:extLst>
              <a:ext uri="{FF2B5EF4-FFF2-40B4-BE49-F238E27FC236}">
                <a16:creationId xmlns:a16="http://schemas.microsoft.com/office/drawing/2014/main" id="{776FCCD5-E72D-49ED-929C-9DC37282BDE2}"/>
              </a:ext>
            </a:extLst>
          </p:cNvPr>
          <p:cNvGrpSpPr/>
          <p:nvPr/>
        </p:nvGrpSpPr>
        <p:grpSpPr>
          <a:xfrm>
            <a:off x="-606354" y="1896408"/>
            <a:ext cx="2520982" cy="2520982"/>
            <a:chOff x="8328573" y="864740"/>
            <a:chExt cx="2520982" cy="2520982"/>
          </a:xfrm>
        </p:grpSpPr>
        <p:pic>
          <p:nvPicPr>
            <p:cNvPr id="106" name="図 105">
              <a:extLst>
                <a:ext uri="{FF2B5EF4-FFF2-40B4-BE49-F238E27FC236}">
                  <a16:creationId xmlns:a16="http://schemas.microsoft.com/office/drawing/2014/main" id="{77325585-D9BE-6A38-207B-5A899056F891}"/>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7" name="テキスト ボックス 106">
              <a:extLst>
                <a:ext uri="{FF2B5EF4-FFF2-40B4-BE49-F238E27FC236}">
                  <a16:creationId xmlns:a16="http://schemas.microsoft.com/office/drawing/2014/main" id="{837DF1E2-F5F2-FFDC-C577-7A4F74C94014}"/>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10" name="図 109">
            <a:extLst>
              <a:ext uri="{FF2B5EF4-FFF2-40B4-BE49-F238E27FC236}">
                <a16:creationId xmlns:a16="http://schemas.microsoft.com/office/drawing/2014/main" id="{08BA864E-5A15-C27B-C30A-19EC868DAF03}"/>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2911181" y="3784466"/>
            <a:ext cx="944622" cy="944622"/>
          </a:xfrm>
          <a:prstGeom prst="rect">
            <a:avLst/>
          </a:prstGeom>
        </p:spPr>
      </p:pic>
      <p:pic>
        <p:nvPicPr>
          <p:cNvPr id="112" name="図 111">
            <a:extLst>
              <a:ext uri="{FF2B5EF4-FFF2-40B4-BE49-F238E27FC236}">
                <a16:creationId xmlns:a16="http://schemas.microsoft.com/office/drawing/2014/main" id="{F44D26AD-6259-BF5D-BF82-AF180B97701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175471" y="2689183"/>
            <a:ext cx="944622" cy="944622"/>
          </a:xfrm>
          <a:prstGeom prst="rect">
            <a:avLst/>
          </a:prstGeom>
        </p:spPr>
      </p:pic>
      <p:cxnSp>
        <p:nvCxnSpPr>
          <p:cNvPr id="113" name="直線コネクタ 112">
            <a:extLst>
              <a:ext uri="{FF2B5EF4-FFF2-40B4-BE49-F238E27FC236}">
                <a16:creationId xmlns:a16="http://schemas.microsoft.com/office/drawing/2014/main" id="{5BC3C6A7-58C1-4B8A-5D25-FBE5C2DF1966}"/>
              </a:ext>
            </a:extLst>
          </p:cNvPr>
          <p:cNvCxnSpPr>
            <a:cxnSpLocks/>
            <a:stCxn id="110" idx="0"/>
          </p:cNvCxnSpPr>
          <p:nvPr/>
        </p:nvCxnSpPr>
        <p:spPr>
          <a:xfrm flipV="1">
            <a:off x="3383492" y="2996286"/>
            <a:ext cx="2994028" cy="788180"/>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cxnSp>
        <p:nvCxnSpPr>
          <p:cNvPr id="117" name="直線コネクタ 116">
            <a:extLst>
              <a:ext uri="{FF2B5EF4-FFF2-40B4-BE49-F238E27FC236}">
                <a16:creationId xmlns:a16="http://schemas.microsoft.com/office/drawing/2014/main" id="{A61E0961-42EC-7A6C-375A-16BCA558430D}"/>
              </a:ext>
            </a:extLst>
          </p:cNvPr>
          <p:cNvCxnSpPr>
            <a:cxnSpLocks/>
            <a:stCxn id="110" idx="0"/>
            <a:endCxn id="112" idx="0"/>
          </p:cNvCxnSpPr>
          <p:nvPr/>
        </p:nvCxnSpPr>
        <p:spPr>
          <a:xfrm flipH="1" flipV="1">
            <a:off x="647782" y="2689183"/>
            <a:ext cx="2735710" cy="1095283"/>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grpSp>
        <p:nvGrpSpPr>
          <p:cNvPr id="124" name="グループ化 123">
            <a:extLst>
              <a:ext uri="{FF2B5EF4-FFF2-40B4-BE49-F238E27FC236}">
                <a16:creationId xmlns:a16="http://schemas.microsoft.com/office/drawing/2014/main" id="{607B4015-CDF7-035A-E508-DD9CA2BA4292}"/>
              </a:ext>
            </a:extLst>
          </p:cNvPr>
          <p:cNvGrpSpPr/>
          <p:nvPr/>
        </p:nvGrpSpPr>
        <p:grpSpPr>
          <a:xfrm>
            <a:off x="5738645" y="1370198"/>
            <a:ext cx="1230262" cy="1230262"/>
            <a:chOff x="5881972" y="962320"/>
            <a:chExt cx="990440" cy="990440"/>
          </a:xfrm>
        </p:grpSpPr>
        <p:sp>
          <p:nvSpPr>
            <p:cNvPr id="51" name="涙形 50">
              <a:extLst>
                <a:ext uri="{FF2B5EF4-FFF2-40B4-BE49-F238E27FC236}">
                  <a16:creationId xmlns:a16="http://schemas.microsoft.com/office/drawing/2014/main" id="{E310B8F5-5EB1-C324-0926-E9BC5A84E077}"/>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二等辺三角形 122">
              <a:extLst>
                <a:ext uri="{FF2B5EF4-FFF2-40B4-BE49-F238E27FC236}">
                  <a16:creationId xmlns:a16="http://schemas.microsoft.com/office/drawing/2014/main" id="{209BF90D-6545-465C-87D9-DC544BB3ABE8}"/>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6688815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lin ang="16200000" scaled="1"/>
          <a:tileRect/>
        </a:gradFill>
        <a:effectLst/>
      </p:bgPr>
    </p:bg>
    <p:spTree>
      <p:nvGrpSpPr>
        <p:cNvPr id="1" name="">
          <a:extLst>
            <a:ext uri="{FF2B5EF4-FFF2-40B4-BE49-F238E27FC236}">
              <a16:creationId xmlns:a16="http://schemas.microsoft.com/office/drawing/2014/main" id="{C86559F0-794D-B332-7ACA-B087F92CE9D4}"/>
            </a:ext>
          </a:extLst>
        </p:cNvPr>
        <p:cNvGrpSpPr/>
        <p:nvPr/>
      </p:nvGrpSpPr>
      <p:grpSpPr>
        <a:xfrm>
          <a:off x="0" y="0"/>
          <a:ext cx="0" cy="0"/>
          <a:chOff x="0" y="0"/>
          <a:chExt cx="0" cy="0"/>
        </a:xfrm>
      </p:grpSpPr>
      <p:grpSp>
        <p:nvGrpSpPr>
          <p:cNvPr id="64" name="グループ化 63">
            <a:extLst>
              <a:ext uri="{FF2B5EF4-FFF2-40B4-BE49-F238E27FC236}">
                <a16:creationId xmlns:a16="http://schemas.microsoft.com/office/drawing/2014/main" id="{E7A6884E-FFB4-7481-19CC-BDBB74ED21B0}"/>
              </a:ext>
            </a:extLst>
          </p:cNvPr>
          <p:cNvGrpSpPr/>
          <p:nvPr/>
        </p:nvGrpSpPr>
        <p:grpSpPr>
          <a:xfrm>
            <a:off x="5883738" y="5720672"/>
            <a:ext cx="2579659" cy="650436"/>
            <a:chOff x="379505" y="4358243"/>
            <a:chExt cx="3626554" cy="914400"/>
          </a:xfrm>
        </p:grpSpPr>
        <p:cxnSp>
          <p:nvCxnSpPr>
            <p:cNvPr id="65" name="直線コネクタ 64">
              <a:extLst>
                <a:ext uri="{FF2B5EF4-FFF2-40B4-BE49-F238E27FC236}">
                  <a16:creationId xmlns:a16="http://schemas.microsoft.com/office/drawing/2014/main" id="{9821C186-9F15-4232-4E7E-AE7DF6A3A5D1}"/>
                </a:ext>
              </a:extLst>
            </p:cNvPr>
            <p:cNvCxnSpPr>
              <a:cxnSpLocks/>
              <a:stCxn id="66" idx="6"/>
              <a:endCxn id="67"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6" name="楕円 65">
              <a:extLst>
                <a:ext uri="{FF2B5EF4-FFF2-40B4-BE49-F238E27FC236}">
                  <a16:creationId xmlns:a16="http://schemas.microsoft.com/office/drawing/2014/main" id="{A5A77FA7-3E83-C875-28FD-BCC32043170A}"/>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DEF8F42A-6364-201C-2A59-F0ED3ED2AF29}"/>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 name="グループ化 9">
            <a:extLst>
              <a:ext uri="{FF2B5EF4-FFF2-40B4-BE49-F238E27FC236}">
                <a16:creationId xmlns:a16="http://schemas.microsoft.com/office/drawing/2014/main" id="{664911F8-7147-1048-FE1F-6CCA9F76B5E8}"/>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F1BE543-F541-D93E-E2DC-6E3BE88EA93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2430133B-0540-4068-0AEF-41E1E5B3F3BF}"/>
                </a:ext>
              </a:extLst>
            </p:cNvPr>
            <p:cNvSpPr txBox="1"/>
            <p:nvPr/>
          </p:nvSpPr>
          <p:spPr>
            <a:xfrm>
              <a:off x="2073432" y="641390"/>
              <a:ext cx="569387" cy="400110"/>
            </a:xfrm>
            <a:prstGeom prst="rect">
              <a:avLst/>
            </a:prstGeom>
            <a:noFill/>
          </p:spPr>
          <p:txBody>
            <a:bodyPr wrap="none" rtlCol="0">
              <a:spAutoFit/>
            </a:bodyPr>
            <a:lstStyle/>
            <a:p>
              <a:pPr algn="ctr"/>
              <a:r>
                <a:rPr kumimoji="1"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F3971609-A566-285B-A8ED-8949CEDF02C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693A3416-A2BA-C70C-627E-BC75E381862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B86B01B-9E42-E42D-6728-EE2D5CDE65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1130025-EC1C-00F0-74BF-7838625EDE4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3070C98-703A-0AC0-9DFB-96D729DCE1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35" name="グループ化 34">
            <a:extLst>
              <a:ext uri="{FF2B5EF4-FFF2-40B4-BE49-F238E27FC236}">
                <a16:creationId xmlns:a16="http://schemas.microsoft.com/office/drawing/2014/main" id="{0D83BDAF-C638-5C40-BE39-6387676D6A7F}"/>
              </a:ext>
            </a:extLst>
          </p:cNvPr>
          <p:cNvGrpSpPr/>
          <p:nvPr/>
        </p:nvGrpSpPr>
        <p:grpSpPr>
          <a:xfrm>
            <a:off x="4809918" y="2311126"/>
            <a:ext cx="3135206" cy="2351404"/>
            <a:chOff x="8376931" y="1797112"/>
            <a:chExt cx="3135206" cy="2351404"/>
          </a:xfrm>
        </p:grpSpPr>
        <p:pic>
          <p:nvPicPr>
            <p:cNvPr id="23" name="図 22">
              <a:extLst>
                <a:ext uri="{FF2B5EF4-FFF2-40B4-BE49-F238E27FC236}">
                  <a16:creationId xmlns:a16="http://schemas.microsoft.com/office/drawing/2014/main" id="{E41C2A09-B6C8-8007-6346-3BA8ABB525A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7" name="テキスト ボックス 26">
              <a:extLst>
                <a:ext uri="{FF2B5EF4-FFF2-40B4-BE49-F238E27FC236}">
                  <a16:creationId xmlns:a16="http://schemas.microsoft.com/office/drawing/2014/main" id="{B8804958-CD4C-666B-9D8C-07254364BE6C}"/>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3" name="グループ化 42">
            <a:extLst>
              <a:ext uri="{FF2B5EF4-FFF2-40B4-BE49-F238E27FC236}">
                <a16:creationId xmlns:a16="http://schemas.microsoft.com/office/drawing/2014/main" id="{86E32A33-5EB0-A27E-3344-60216A145752}"/>
              </a:ext>
            </a:extLst>
          </p:cNvPr>
          <p:cNvGrpSpPr/>
          <p:nvPr/>
        </p:nvGrpSpPr>
        <p:grpSpPr>
          <a:xfrm>
            <a:off x="3951685" y="5720672"/>
            <a:ext cx="2579659" cy="650436"/>
            <a:chOff x="379505" y="4358243"/>
            <a:chExt cx="3626554" cy="914400"/>
          </a:xfrm>
        </p:grpSpPr>
        <p:cxnSp>
          <p:nvCxnSpPr>
            <p:cNvPr id="37" name="直線コネクタ 36">
              <a:extLst>
                <a:ext uri="{FF2B5EF4-FFF2-40B4-BE49-F238E27FC236}">
                  <a16:creationId xmlns:a16="http://schemas.microsoft.com/office/drawing/2014/main" id="{AF480B85-378D-9A29-CC78-C9585BB94F4C}"/>
                </a:ext>
              </a:extLst>
            </p:cNvPr>
            <p:cNvCxnSpPr>
              <a:cxnSpLocks/>
              <a:stCxn id="38" idx="6"/>
              <a:endCxn id="40" idx="2"/>
            </p:cNvCxnSpPr>
            <p:nvPr/>
          </p:nvCxnSpPr>
          <p:spPr>
            <a:xfrm>
              <a:off x="1293905" y="4815443"/>
              <a:ext cx="1797754" cy="0"/>
            </a:xfrm>
            <a:prstGeom prst="line">
              <a:avLst/>
            </a:prstGeom>
            <a:ln w="63500">
              <a:solidFill>
                <a:schemeClr val="bg1">
                  <a:lumMod val="8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38" name="楕円 37">
              <a:extLst>
                <a:ext uri="{FF2B5EF4-FFF2-40B4-BE49-F238E27FC236}">
                  <a16:creationId xmlns:a16="http://schemas.microsoft.com/office/drawing/2014/main" id="{7E16316E-C82D-945B-12CD-222F466B6381}"/>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9D9FCBF6-7ECB-9E89-9AC4-FD36D8F8FBBD}"/>
                </a:ext>
              </a:extLst>
            </p:cNvPr>
            <p:cNvSpPr/>
            <p:nvPr/>
          </p:nvSpPr>
          <p:spPr>
            <a:xfrm>
              <a:off x="3091659" y="4358243"/>
              <a:ext cx="914400" cy="91440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a:extLst>
              <a:ext uri="{FF2B5EF4-FFF2-40B4-BE49-F238E27FC236}">
                <a16:creationId xmlns:a16="http://schemas.microsoft.com/office/drawing/2014/main" id="{6D730C8F-B7E9-8F07-06D4-9FC100197358}"/>
              </a:ext>
            </a:extLst>
          </p:cNvPr>
          <p:cNvGrpSpPr/>
          <p:nvPr/>
        </p:nvGrpSpPr>
        <p:grpSpPr>
          <a:xfrm>
            <a:off x="2022463" y="5720672"/>
            <a:ext cx="2579658" cy="650436"/>
            <a:chOff x="379505" y="4358243"/>
            <a:chExt cx="3626553" cy="914400"/>
          </a:xfrm>
          <a:solidFill>
            <a:schemeClr val="tx1">
              <a:lumMod val="50000"/>
              <a:lumOff val="50000"/>
            </a:schemeClr>
          </a:solidFill>
        </p:grpSpPr>
        <p:cxnSp>
          <p:nvCxnSpPr>
            <p:cNvPr id="45" name="直線コネクタ 44">
              <a:extLst>
                <a:ext uri="{FF2B5EF4-FFF2-40B4-BE49-F238E27FC236}">
                  <a16:creationId xmlns:a16="http://schemas.microsoft.com/office/drawing/2014/main" id="{09BBF9FA-3AE9-D173-BBAC-360C56DE1472}"/>
                </a:ext>
              </a:extLst>
            </p:cNvPr>
            <p:cNvCxnSpPr>
              <a:cxnSpLocks/>
              <a:stCxn id="46" idx="6"/>
              <a:endCxn id="47"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46" name="楕円 45">
              <a:extLst>
                <a:ext uri="{FF2B5EF4-FFF2-40B4-BE49-F238E27FC236}">
                  <a16:creationId xmlns:a16="http://schemas.microsoft.com/office/drawing/2014/main" id="{E98FCA17-8433-0102-AAC4-036A5D585AD8}"/>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A0B5E3B0-CAE3-211A-B106-02386714D831}"/>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290A382E-C5FC-E1AA-CAD2-6EBED4CE7885}"/>
              </a:ext>
            </a:extLst>
          </p:cNvPr>
          <p:cNvGrpSpPr/>
          <p:nvPr/>
        </p:nvGrpSpPr>
        <p:grpSpPr>
          <a:xfrm>
            <a:off x="93240" y="5720672"/>
            <a:ext cx="2579658" cy="650436"/>
            <a:chOff x="379505" y="4358243"/>
            <a:chExt cx="3626553" cy="914400"/>
          </a:xfrm>
          <a:solidFill>
            <a:schemeClr val="tx1">
              <a:lumMod val="50000"/>
              <a:lumOff val="50000"/>
            </a:schemeClr>
          </a:solidFill>
        </p:grpSpPr>
        <p:cxnSp>
          <p:nvCxnSpPr>
            <p:cNvPr id="57" name="直線コネクタ 56">
              <a:extLst>
                <a:ext uri="{FF2B5EF4-FFF2-40B4-BE49-F238E27FC236}">
                  <a16:creationId xmlns:a16="http://schemas.microsoft.com/office/drawing/2014/main" id="{F3BDC7AF-43CB-2B2F-6ED8-3A28C7DEAB05}"/>
                </a:ext>
              </a:extLst>
            </p:cNvPr>
            <p:cNvCxnSpPr>
              <a:cxnSpLocks/>
              <a:stCxn id="58" idx="6"/>
              <a:endCxn id="59"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58" name="楕円 57">
              <a:extLst>
                <a:ext uri="{FF2B5EF4-FFF2-40B4-BE49-F238E27FC236}">
                  <a16:creationId xmlns:a16="http://schemas.microsoft.com/office/drawing/2014/main" id="{C69DD3C1-F2F9-2BFA-2C64-AF11C6412F09}"/>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C734D533-0609-36E0-3322-252FD4A15950}"/>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0" name="グループ化 59">
            <a:extLst>
              <a:ext uri="{FF2B5EF4-FFF2-40B4-BE49-F238E27FC236}">
                <a16:creationId xmlns:a16="http://schemas.microsoft.com/office/drawing/2014/main" id="{00B02A5D-E2C9-498E-1C43-C62B1D636A05}"/>
              </a:ext>
            </a:extLst>
          </p:cNvPr>
          <p:cNvGrpSpPr/>
          <p:nvPr/>
        </p:nvGrpSpPr>
        <p:grpSpPr>
          <a:xfrm>
            <a:off x="-1835982" y="5720672"/>
            <a:ext cx="2579658" cy="650436"/>
            <a:chOff x="379505" y="4358243"/>
            <a:chExt cx="3626553" cy="914400"/>
          </a:xfrm>
          <a:solidFill>
            <a:schemeClr val="tx1">
              <a:lumMod val="50000"/>
              <a:lumOff val="50000"/>
            </a:schemeClr>
          </a:solidFill>
        </p:grpSpPr>
        <p:cxnSp>
          <p:nvCxnSpPr>
            <p:cNvPr id="61" name="直線コネクタ 60">
              <a:extLst>
                <a:ext uri="{FF2B5EF4-FFF2-40B4-BE49-F238E27FC236}">
                  <a16:creationId xmlns:a16="http://schemas.microsoft.com/office/drawing/2014/main" id="{0150DE4D-B590-29A2-8D5C-420BBBD15D16}"/>
                </a:ext>
              </a:extLst>
            </p:cNvPr>
            <p:cNvCxnSpPr>
              <a:cxnSpLocks/>
              <a:stCxn id="62" idx="6"/>
              <a:endCxn id="63"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2" name="楕円 61">
              <a:extLst>
                <a:ext uri="{FF2B5EF4-FFF2-40B4-BE49-F238E27FC236}">
                  <a16:creationId xmlns:a16="http://schemas.microsoft.com/office/drawing/2014/main" id="{E4FCB41A-B928-2A4B-A1CF-F781DCE92503}"/>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26C18C16-DBAA-D10D-E73E-3C2A8B72D8C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69" name="直線コネクタ 68">
            <a:extLst>
              <a:ext uri="{FF2B5EF4-FFF2-40B4-BE49-F238E27FC236}">
                <a16:creationId xmlns:a16="http://schemas.microsoft.com/office/drawing/2014/main" id="{8E4FB849-58D7-6F3B-ABE4-53C5966B50BC}"/>
              </a:ext>
            </a:extLst>
          </p:cNvPr>
          <p:cNvCxnSpPr>
            <a:cxnSpLocks/>
            <a:stCxn id="70" idx="6"/>
            <a:endCxn id="71" idx="2"/>
          </p:cNvCxnSpPr>
          <p:nvPr/>
        </p:nvCxnSpPr>
        <p:spPr>
          <a:xfrm>
            <a:off x="8460567" y="6042062"/>
            <a:ext cx="1278788"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1" name="楕円 70">
            <a:extLst>
              <a:ext uri="{FF2B5EF4-FFF2-40B4-BE49-F238E27FC236}">
                <a16:creationId xmlns:a16="http://schemas.microsoft.com/office/drawing/2014/main" id="{9E2D19A5-81B6-15D1-9483-CBA117EDF8D4}"/>
              </a:ext>
            </a:extLst>
          </p:cNvPr>
          <p:cNvSpPr/>
          <p:nvPr/>
        </p:nvSpPr>
        <p:spPr>
          <a:xfrm>
            <a:off x="9739354" y="571684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E5AA30F7-3E6C-475E-5B88-468368DB3CE3}"/>
              </a:ext>
            </a:extLst>
          </p:cNvPr>
          <p:cNvGrpSpPr/>
          <p:nvPr/>
        </p:nvGrpSpPr>
        <p:grpSpPr>
          <a:xfrm>
            <a:off x="9737051" y="5716844"/>
            <a:ext cx="2579659" cy="650436"/>
            <a:chOff x="379505" y="4358243"/>
            <a:chExt cx="3626554" cy="914400"/>
          </a:xfrm>
        </p:grpSpPr>
        <p:cxnSp>
          <p:nvCxnSpPr>
            <p:cNvPr id="76" name="直線コネクタ 75">
              <a:extLst>
                <a:ext uri="{FF2B5EF4-FFF2-40B4-BE49-F238E27FC236}">
                  <a16:creationId xmlns:a16="http://schemas.microsoft.com/office/drawing/2014/main" id="{8A0A365C-5E26-F3C0-EF67-06D8F9ECF2DF}"/>
                </a:ext>
              </a:extLst>
            </p:cNvPr>
            <p:cNvCxnSpPr>
              <a:cxnSpLocks/>
              <a:stCxn id="77" idx="6"/>
              <a:endCxn id="78"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7" name="楕円 76">
              <a:extLst>
                <a:ext uri="{FF2B5EF4-FFF2-40B4-BE49-F238E27FC236}">
                  <a16:creationId xmlns:a16="http://schemas.microsoft.com/office/drawing/2014/main" id="{3FD4DF8A-B8E8-B4F1-DBAE-1C037B03B4E4}"/>
                </a:ext>
              </a:extLst>
            </p:cNvPr>
            <p:cNvSpPr/>
            <p:nvPr/>
          </p:nvSpPr>
          <p:spPr>
            <a:xfrm>
              <a:off x="379505"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楕円 77">
              <a:extLst>
                <a:ext uri="{FF2B5EF4-FFF2-40B4-BE49-F238E27FC236}">
                  <a16:creationId xmlns:a16="http://schemas.microsoft.com/office/drawing/2014/main" id="{A17472FD-499A-9193-AF6E-44E818D08106}"/>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8" name="グループ化 107">
            <a:extLst>
              <a:ext uri="{FF2B5EF4-FFF2-40B4-BE49-F238E27FC236}">
                <a16:creationId xmlns:a16="http://schemas.microsoft.com/office/drawing/2014/main" id="{532B1E59-3E5F-BDBA-4DCF-316CF7521694}"/>
              </a:ext>
            </a:extLst>
          </p:cNvPr>
          <p:cNvGrpSpPr/>
          <p:nvPr/>
        </p:nvGrpSpPr>
        <p:grpSpPr>
          <a:xfrm>
            <a:off x="8111059" y="1475766"/>
            <a:ext cx="2269011" cy="2269011"/>
            <a:chOff x="2030967" y="2294494"/>
            <a:chExt cx="2269011" cy="2269011"/>
          </a:xfrm>
        </p:grpSpPr>
        <p:pic>
          <p:nvPicPr>
            <p:cNvPr id="80" name="図 79">
              <a:extLst>
                <a:ext uri="{FF2B5EF4-FFF2-40B4-BE49-F238E27FC236}">
                  <a16:creationId xmlns:a16="http://schemas.microsoft.com/office/drawing/2014/main" id="{287F13C5-C3C4-3200-621C-1BEC57C093F4}"/>
                </a:ext>
              </a:extLst>
            </p:cNvPr>
            <p:cNvPicPr>
              <a:picLocks noChangeAspect="1"/>
            </p:cNvPicPr>
            <p:nvPr/>
          </p:nvPicPr>
          <p:blipFill>
            <a:blip r:embed="rId5">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2030967" y="2294494"/>
              <a:ext cx="2269011" cy="2269011"/>
            </a:xfrm>
            <a:prstGeom prst="rect">
              <a:avLst/>
            </a:prstGeom>
          </p:spPr>
        </p:pic>
        <p:sp>
          <p:nvSpPr>
            <p:cNvPr id="82" name="テキスト ボックス 81">
              <a:extLst>
                <a:ext uri="{FF2B5EF4-FFF2-40B4-BE49-F238E27FC236}">
                  <a16:creationId xmlns:a16="http://schemas.microsoft.com/office/drawing/2014/main" id="{05B5B0E9-36B1-9950-E796-AA9352560991}"/>
                </a:ext>
              </a:extLst>
            </p:cNvPr>
            <p:cNvSpPr txBox="1"/>
            <p:nvPr/>
          </p:nvSpPr>
          <p:spPr>
            <a:xfrm flipH="1">
              <a:off x="2680399" y="3136612"/>
              <a:ext cx="1107996"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バトル</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84" name="テキスト ボックス 83">
            <a:extLst>
              <a:ext uri="{FF2B5EF4-FFF2-40B4-BE49-F238E27FC236}">
                <a16:creationId xmlns:a16="http://schemas.microsoft.com/office/drawing/2014/main" id="{95728051-1EFE-226E-2694-C315618F6884}"/>
              </a:ext>
            </a:extLst>
          </p:cNvPr>
          <p:cNvSpPr txBox="1"/>
          <p:nvPr/>
        </p:nvSpPr>
        <p:spPr>
          <a:xfrm flipH="1">
            <a:off x="206635"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6" name="テキスト ボックス 85">
            <a:extLst>
              <a:ext uri="{FF2B5EF4-FFF2-40B4-BE49-F238E27FC236}">
                <a16:creationId xmlns:a16="http://schemas.microsoft.com/office/drawing/2014/main" id="{ACF4B683-4AC1-1637-2A17-5E7D17087909}"/>
              </a:ext>
            </a:extLst>
          </p:cNvPr>
          <p:cNvSpPr txBox="1"/>
          <p:nvPr/>
        </p:nvSpPr>
        <p:spPr>
          <a:xfrm flipH="1">
            <a:off x="2136068"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382753A3-B8B4-C2E8-89F9-1B0069AB8661}"/>
              </a:ext>
            </a:extLst>
          </p:cNvPr>
          <p:cNvSpPr txBox="1"/>
          <p:nvPr/>
        </p:nvSpPr>
        <p:spPr>
          <a:xfrm flipH="1">
            <a:off x="5994934"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F1B5D6DF-B9D9-D4CD-B5E4-C08669994B74}"/>
              </a:ext>
            </a:extLst>
          </p:cNvPr>
          <p:cNvGrpSpPr/>
          <p:nvPr/>
        </p:nvGrpSpPr>
        <p:grpSpPr>
          <a:xfrm>
            <a:off x="7810131" y="5716844"/>
            <a:ext cx="650436" cy="650436"/>
            <a:chOff x="7810131" y="4669094"/>
            <a:chExt cx="650436" cy="650436"/>
          </a:xfrm>
        </p:grpSpPr>
        <p:sp>
          <p:nvSpPr>
            <p:cNvPr id="70" name="楕円 69">
              <a:extLst>
                <a:ext uri="{FF2B5EF4-FFF2-40B4-BE49-F238E27FC236}">
                  <a16:creationId xmlns:a16="http://schemas.microsoft.com/office/drawing/2014/main" id="{98D4FBB5-356B-D4D2-B30C-4F1D7250381D}"/>
                </a:ext>
              </a:extLst>
            </p:cNvPr>
            <p:cNvSpPr/>
            <p:nvPr/>
          </p:nvSpPr>
          <p:spPr>
            <a:xfrm>
              <a:off x="7810131" y="466909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テキスト ボックス 89">
              <a:extLst>
                <a:ext uri="{FF2B5EF4-FFF2-40B4-BE49-F238E27FC236}">
                  <a16:creationId xmlns:a16="http://schemas.microsoft.com/office/drawing/2014/main" id="{8F5E8103-1535-FF9B-C3BD-8EE2585E14AC}"/>
                </a:ext>
              </a:extLst>
            </p:cNvPr>
            <p:cNvSpPr txBox="1"/>
            <p:nvPr/>
          </p:nvSpPr>
          <p:spPr>
            <a:xfrm flipH="1">
              <a:off x="7924367" y="477748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テキスト ボックス 91">
            <a:extLst>
              <a:ext uri="{FF2B5EF4-FFF2-40B4-BE49-F238E27FC236}">
                <a16:creationId xmlns:a16="http://schemas.microsoft.com/office/drawing/2014/main" id="{517DA16B-B788-AF47-4E3B-B4634F624137}"/>
              </a:ext>
            </a:extLst>
          </p:cNvPr>
          <p:cNvSpPr txBox="1"/>
          <p:nvPr/>
        </p:nvSpPr>
        <p:spPr>
          <a:xfrm flipH="1">
            <a:off x="9853800"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4" name="テキスト ボックス 93">
            <a:extLst>
              <a:ext uri="{FF2B5EF4-FFF2-40B4-BE49-F238E27FC236}">
                <a16:creationId xmlns:a16="http://schemas.microsoft.com/office/drawing/2014/main" id="{8D764B4D-72E6-C1C7-2F04-1AA474517BFB}"/>
              </a:ext>
            </a:extLst>
          </p:cNvPr>
          <p:cNvSpPr txBox="1"/>
          <p:nvPr/>
        </p:nvSpPr>
        <p:spPr>
          <a:xfrm flipH="1">
            <a:off x="11783232"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6" name="テキスト ボックス 95">
            <a:extLst>
              <a:ext uri="{FF2B5EF4-FFF2-40B4-BE49-F238E27FC236}">
                <a16:creationId xmlns:a16="http://schemas.microsoft.com/office/drawing/2014/main" id="{A5F9FB20-7F77-7599-CF7F-D2AC9586C6A1}"/>
              </a:ext>
            </a:extLst>
          </p:cNvPr>
          <p:cNvSpPr txBox="1"/>
          <p:nvPr/>
        </p:nvSpPr>
        <p:spPr>
          <a:xfrm flipH="1">
            <a:off x="4065501"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1" name="グループ化 100">
            <a:extLst>
              <a:ext uri="{FF2B5EF4-FFF2-40B4-BE49-F238E27FC236}">
                <a16:creationId xmlns:a16="http://schemas.microsoft.com/office/drawing/2014/main" id="{8D458D25-05CC-4BDF-267E-B7536B67878F}"/>
              </a:ext>
            </a:extLst>
          </p:cNvPr>
          <p:cNvGrpSpPr/>
          <p:nvPr/>
        </p:nvGrpSpPr>
        <p:grpSpPr>
          <a:xfrm>
            <a:off x="2123001" y="2996286"/>
            <a:ext cx="2520982" cy="2520982"/>
            <a:chOff x="8328573" y="864740"/>
            <a:chExt cx="2520982" cy="2520982"/>
          </a:xfrm>
        </p:grpSpPr>
        <p:pic>
          <p:nvPicPr>
            <p:cNvPr id="98" name="図 97">
              <a:extLst>
                <a:ext uri="{FF2B5EF4-FFF2-40B4-BE49-F238E27FC236}">
                  <a16:creationId xmlns:a16="http://schemas.microsoft.com/office/drawing/2014/main" id="{3E2C847A-D2E5-A043-6B22-6FDB7E13BE24}"/>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0" name="テキスト ボックス 99">
              <a:extLst>
                <a:ext uri="{FF2B5EF4-FFF2-40B4-BE49-F238E27FC236}">
                  <a16:creationId xmlns:a16="http://schemas.microsoft.com/office/drawing/2014/main" id="{72158E58-619A-2F4B-12E8-6EC31EAC71A8}"/>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D3B1BEA9-14B5-AA51-97A9-F6163989C610}"/>
              </a:ext>
            </a:extLst>
          </p:cNvPr>
          <p:cNvGrpSpPr/>
          <p:nvPr/>
        </p:nvGrpSpPr>
        <p:grpSpPr>
          <a:xfrm>
            <a:off x="10774673" y="3066837"/>
            <a:ext cx="2520982" cy="2520982"/>
            <a:chOff x="8328573" y="864740"/>
            <a:chExt cx="2520982" cy="2520982"/>
          </a:xfrm>
        </p:grpSpPr>
        <p:pic>
          <p:nvPicPr>
            <p:cNvPr id="103" name="図 102">
              <a:extLst>
                <a:ext uri="{FF2B5EF4-FFF2-40B4-BE49-F238E27FC236}">
                  <a16:creationId xmlns:a16="http://schemas.microsoft.com/office/drawing/2014/main" id="{DDAF9D5C-C852-DFA5-A790-F0D886115751}"/>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4" name="テキスト ボックス 103">
              <a:extLst>
                <a:ext uri="{FF2B5EF4-FFF2-40B4-BE49-F238E27FC236}">
                  <a16:creationId xmlns:a16="http://schemas.microsoft.com/office/drawing/2014/main" id="{F1F5BB03-FD7B-23EF-7768-B861EBF344F9}"/>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5" name="グループ化 104">
            <a:extLst>
              <a:ext uri="{FF2B5EF4-FFF2-40B4-BE49-F238E27FC236}">
                <a16:creationId xmlns:a16="http://schemas.microsoft.com/office/drawing/2014/main" id="{31657DA5-6350-F244-36A2-227FB91ADFEF}"/>
              </a:ext>
            </a:extLst>
          </p:cNvPr>
          <p:cNvGrpSpPr/>
          <p:nvPr/>
        </p:nvGrpSpPr>
        <p:grpSpPr>
          <a:xfrm>
            <a:off x="-606354" y="1896408"/>
            <a:ext cx="2520982" cy="2520982"/>
            <a:chOff x="8328573" y="864740"/>
            <a:chExt cx="2520982" cy="2520982"/>
          </a:xfrm>
        </p:grpSpPr>
        <p:pic>
          <p:nvPicPr>
            <p:cNvPr id="106" name="図 105">
              <a:extLst>
                <a:ext uri="{FF2B5EF4-FFF2-40B4-BE49-F238E27FC236}">
                  <a16:creationId xmlns:a16="http://schemas.microsoft.com/office/drawing/2014/main" id="{72C4DD49-E3BC-3D18-4409-AE238B8EEC14}"/>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7" name="テキスト ボックス 106">
              <a:extLst>
                <a:ext uri="{FF2B5EF4-FFF2-40B4-BE49-F238E27FC236}">
                  <a16:creationId xmlns:a16="http://schemas.microsoft.com/office/drawing/2014/main" id="{41D0C505-175C-9978-1E71-C30BB207C959}"/>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10" name="図 109">
            <a:extLst>
              <a:ext uri="{FF2B5EF4-FFF2-40B4-BE49-F238E27FC236}">
                <a16:creationId xmlns:a16="http://schemas.microsoft.com/office/drawing/2014/main" id="{445ECC6E-F640-0AAF-EC2A-35F0ED88443A}"/>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2911181" y="3784466"/>
            <a:ext cx="944622" cy="944622"/>
          </a:xfrm>
          <a:prstGeom prst="rect">
            <a:avLst/>
          </a:prstGeom>
        </p:spPr>
      </p:pic>
      <p:pic>
        <p:nvPicPr>
          <p:cNvPr id="112" name="図 111">
            <a:extLst>
              <a:ext uri="{FF2B5EF4-FFF2-40B4-BE49-F238E27FC236}">
                <a16:creationId xmlns:a16="http://schemas.microsoft.com/office/drawing/2014/main" id="{7E66FDCD-6999-CA7F-638B-2420B4CF03C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175471" y="2689183"/>
            <a:ext cx="944622" cy="944622"/>
          </a:xfrm>
          <a:prstGeom prst="rect">
            <a:avLst/>
          </a:prstGeom>
        </p:spPr>
      </p:pic>
      <p:cxnSp>
        <p:nvCxnSpPr>
          <p:cNvPr id="113" name="直線コネクタ 112">
            <a:extLst>
              <a:ext uri="{FF2B5EF4-FFF2-40B4-BE49-F238E27FC236}">
                <a16:creationId xmlns:a16="http://schemas.microsoft.com/office/drawing/2014/main" id="{A92CF592-937D-A0E7-55FC-63591BEF5461}"/>
              </a:ext>
            </a:extLst>
          </p:cNvPr>
          <p:cNvCxnSpPr>
            <a:cxnSpLocks/>
            <a:stCxn id="110" idx="0"/>
          </p:cNvCxnSpPr>
          <p:nvPr/>
        </p:nvCxnSpPr>
        <p:spPr>
          <a:xfrm flipV="1">
            <a:off x="3383492" y="2996286"/>
            <a:ext cx="2994028" cy="788180"/>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cxnSp>
        <p:nvCxnSpPr>
          <p:cNvPr id="117" name="直線コネクタ 116">
            <a:extLst>
              <a:ext uri="{FF2B5EF4-FFF2-40B4-BE49-F238E27FC236}">
                <a16:creationId xmlns:a16="http://schemas.microsoft.com/office/drawing/2014/main" id="{A8137A43-1F6C-B77E-A556-EF731B591E72}"/>
              </a:ext>
            </a:extLst>
          </p:cNvPr>
          <p:cNvCxnSpPr>
            <a:cxnSpLocks/>
            <a:stCxn id="110" idx="0"/>
            <a:endCxn id="112" idx="0"/>
          </p:cNvCxnSpPr>
          <p:nvPr/>
        </p:nvCxnSpPr>
        <p:spPr>
          <a:xfrm flipH="1" flipV="1">
            <a:off x="647782" y="2689183"/>
            <a:ext cx="2735710" cy="1095283"/>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grpSp>
        <p:nvGrpSpPr>
          <p:cNvPr id="124" name="グループ化 123">
            <a:extLst>
              <a:ext uri="{FF2B5EF4-FFF2-40B4-BE49-F238E27FC236}">
                <a16:creationId xmlns:a16="http://schemas.microsoft.com/office/drawing/2014/main" id="{C254C662-AE02-AB4C-49D9-15ED94ED95C2}"/>
              </a:ext>
            </a:extLst>
          </p:cNvPr>
          <p:cNvGrpSpPr/>
          <p:nvPr/>
        </p:nvGrpSpPr>
        <p:grpSpPr>
          <a:xfrm>
            <a:off x="5738645" y="1370198"/>
            <a:ext cx="1230262" cy="1230262"/>
            <a:chOff x="5881972" y="962320"/>
            <a:chExt cx="990440" cy="990440"/>
          </a:xfrm>
        </p:grpSpPr>
        <p:sp>
          <p:nvSpPr>
            <p:cNvPr id="51" name="涙形 50">
              <a:extLst>
                <a:ext uri="{FF2B5EF4-FFF2-40B4-BE49-F238E27FC236}">
                  <a16:creationId xmlns:a16="http://schemas.microsoft.com/office/drawing/2014/main" id="{249E4C99-658F-E8EB-8356-62300AB971B5}"/>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二等辺三角形 122">
              <a:extLst>
                <a:ext uri="{FF2B5EF4-FFF2-40B4-BE49-F238E27FC236}">
                  <a16:creationId xmlns:a16="http://schemas.microsoft.com/office/drawing/2014/main" id="{638AE964-5FF9-37D3-8BC0-118DF76E9020}"/>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 name="グループ化 10">
            <a:extLst>
              <a:ext uri="{FF2B5EF4-FFF2-40B4-BE49-F238E27FC236}">
                <a16:creationId xmlns:a16="http://schemas.microsoft.com/office/drawing/2014/main" id="{EA83C193-9A23-6447-6EFD-B41946E46D5A}"/>
              </a:ext>
            </a:extLst>
          </p:cNvPr>
          <p:cNvGrpSpPr/>
          <p:nvPr/>
        </p:nvGrpSpPr>
        <p:grpSpPr>
          <a:xfrm>
            <a:off x="0" y="-1"/>
            <a:ext cx="12192000" cy="6858001"/>
            <a:chOff x="0" y="-1"/>
            <a:chExt cx="12192000" cy="6858001"/>
          </a:xfrm>
        </p:grpSpPr>
        <p:sp>
          <p:nvSpPr>
            <p:cNvPr id="12" name="正方形/長方形 11">
              <a:extLst>
                <a:ext uri="{FF2B5EF4-FFF2-40B4-BE49-F238E27FC236}">
                  <a16:creationId xmlns:a16="http://schemas.microsoft.com/office/drawing/2014/main" id="{58E53180-0254-4D3A-D876-D4B0BD4E168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23E4E5AB-446C-6C58-93CA-E9BA06D7974F}"/>
                </a:ext>
              </a:extLst>
            </p:cNvPr>
            <p:cNvGrpSpPr/>
            <p:nvPr/>
          </p:nvGrpSpPr>
          <p:grpSpPr>
            <a:xfrm>
              <a:off x="2616038" y="1823170"/>
              <a:ext cx="6959925" cy="3211661"/>
              <a:chOff x="2616038" y="1823170"/>
              <a:chExt cx="6959925" cy="3211661"/>
            </a:xfrm>
          </p:grpSpPr>
          <p:sp>
            <p:nvSpPr>
              <p:cNvPr id="14" name="四角形: 角を丸くする 13">
                <a:extLst>
                  <a:ext uri="{FF2B5EF4-FFF2-40B4-BE49-F238E27FC236}">
                    <a16:creationId xmlns:a16="http://schemas.microsoft.com/office/drawing/2014/main" id="{D40A75F8-5824-A274-779B-1B8552EA8B77}"/>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3F2674C9-1A0E-5CE8-92B1-05C81F62C6DF}"/>
                  </a:ext>
                </a:extLst>
              </p:cNvPr>
              <p:cNvSpPr txBox="1"/>
              <p:nvPr/>
            </p:nvSpPr>
            <p:spPr>
              <a:xfrm>
                <a:off x="3052547" y="2384084"/>
                <a:ext cx="608692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受け取り可能な報酬があります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6" name="四角形: 角を丸くする 15">
                <a:extLst>
                  <a:ext uri="{FF2B5EF4-FFF2-40B4-BE49-F238E27FC236}">
                    <a16:creationId xmlns:a16="http://schemas.microsoft.com/office/drawing/2014/main" id="{A2F377AA-788F-0EFC-E633-9EB3735D5414}"/>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受け取る</a:t>
                </a:r>
                <a:endParaRPr kumimoji="1" lang="ja-JP" altLang="en-US" sz="2400" dirty="0">
                  <a:latin typeface="和音 Joyo R" panose="00000500000000000000" pitchFamily="50" charset="-128"/>
                  <a:ea typeface="和音 Joyo R" panose="00000500000000000000" pitchFamily="50" charset="-128"/>
                </a:endParaRPr>
              </a:p>
            </p:txBody>
          </p:sp>
          <p:sp>
            <p:nvSpPr>
              <p:cNvPr id="17" name="四角形: 角を丸くする 16">
                <a:extLst>
                  <a:ext uri="{FF2B5EF4-FFF2-40B4-BE49-F238E27FC236}">
                    <a16:creationId xmlns:a16="http://schemas.microsoft.com/office/drawing/2014/main" id="{C1AD320B-24BE-2050-53F4-3DDB30815E92}"/>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受け取らない</a:t>
                </a:r>
                <a:endParaRPr kumimoji="1" lang="ja-JP" altLang="en-US" sz="2400" dirty="0">
                  <a:latin typeface="和音 Joyo R" panose="00000500000000000000" pitchFamily="50" charset="-128"/>
                  <a:ea typeface="和音 Joyo R" panose="00000500000000000000" pitchFamily="50" charset="-128"/>
                </a:endParaRPr>
              </a:p>
            </p:txBody>
          </p:sp>
          <p:sp>
            <p:nvSpPr>
              <p:cNvPr id="18" name="テキスト ボックス 17">
                <a:extLst>
                  <a:ext uri="{FF2B5EF4-FFF2-40B4-BE49-F238E27FC236}">
                    <a16:creationId xmlns:a16="http://schemas.microsoft.com/office/drawing/2014/main" id="{E35B5DF9-DF58-338C-1FE2-53F9A8788075}"/>
                  </a:ext>
                </a:extLst>
              </p:cNvPr>
              <p:cNvSpPr txBox="1"/>
              <p:nvPr/>
            </p:nvSpPr>
            <p:spPr>
              <a:xfrm>
                <a:off x="2800874" y="3112065"/>
                <a:ext cx="6590267"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このまま進行すると、リミットミッションが更新されます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30163806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r="100000" b="100000"/>
          </a:path>
          <a:tileRect l="-100000" t="-100000"/>
        </a:gradFill>
        <a:effectLst/>
      </p:bgPr>
    </p:bg>
    <p:spTree>
      <p:nvGrpSpPr>
        <p:cNvPr id="1" name="">
          <a:extLst>
            <a:ext uri="{FF2B5EF4-FFF2-40B4-BE49-F238E27FC236}">
              <a16:creationId xmlns:a16="http://schemas.microsoft.com/office/drawing/2014/main" id="{4CE54756-FCC2-631B-5EC4-5D76B3A95724}"/>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FFD01457-070E-C7DE-09E0-9D99F90D74B8}"/>
              </a:ext>
            </a:extLst>
          </p:cNvPr>
          <p:cNvGrpSpPr/>
          <p:nvPr/>
        </p:nvGrpSpPr>
        <p:grpSpPr>
          <a:xfrm>
            <a:off x="6071560" y="5019810"/>
            <a:ext cx="3763828" cy="699624"/>
            <a:chOff x="6865299" y="2611603"/>
            <a:chExt cx="3094443" cy="699624"/>
          </a:xfrm>
        </p:grpSpPr>
        <p:sp>
          <p:nvSpPr>
            <p:cNvPr id="49" name="フローチャート: 手作業 29">
              <a:extLst>
                <a:ext uri="{FF2B5EF4-FFF2-40B4-BE49-F238E27FC236}">
                  <a16:creationId xmlns:a16="http://schemas.microsoft.com/office/drawing/2014/main" id="{0C1802F4-9671-24F5-5C39-936BD0E0676E}"/>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57CBB4BA-B01C-11DF-AFDB-F54947709283}"/>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51" name="グループ化 50">
            <a:extLst>
              <a:ext uri="{FF2B5EF4-FFF2-40B4-BE49-F238E27FC236}">
                <a16:creationId xmlns:a16="http://schemas.microsoft.com/office/drawing/2014/main" id="{5D7DC07E-8743-F469-727F-5707E1075B10}"/>
              </a:ext>
            </a:extLst>
          </p:cNvPr>
          <p:cNvGrpSpPr/>
          <p:nvPr/>
        </p:nvGrpSpPr>
        <p:grpSpPr>
          <a:xfrm>
            <a:off x="5856057" y="5987908"/>
            <a:ext cx="3763828" cy="699624"/>
            <a:chOff x="6865299" y="2611603"/>
            <a:chExt cx="3094443" cy="699624"/>
          </a:xfrm>
        </p:grpSpPr>
        <p:sp>
          <p:nvSpPr>
            <p:cNvPr id="52" name="フローチャート: 手作業 29">
              <a:extLst>
                <a:ext uri="{FF2B5EF4-FFF2-40B4-BE49-F238E27FC236}">
                  <a16:creationId xmlns:a16="http://schemas.microsoft.com/office/drawing/2014/main" id="{C33F3C51-B7CF-8209-E6A1-8E4CE2DCB300}"/>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35CACFA5-3D05-ED91-49A6-0E0C399E845E}"/>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54" name="グループ化 53">
            <a:extLst>
              <a:ext uri="{FF2B5EF4-FFF2-40B4-BE49-F238E27FC236}">
                <a16:creationId xmlns:a16="http://schemas.microsoft.com/office/drawing/2014/main" id="{835DAD58-39D9-D640-25EF-70AE7FDAEF68}"/>
              </a:ext>
            </a:extLst>
          </p:cNvPr>
          <p:cNvGrpSpPr/>
          <p:nvPr/>
        </p:nvGrpSpPr>
        <p:grpSpPr>
          <a:xfrm>
            <a:off x="5199684" y="6956004"/>
            <a:ext cx="3763828" cy="699624"/>
            <a:chOff x="6865299" y="2611603"/>
            <a:chExt cx="3094443" cy="699624"/>
          </a:xfrm>
        </p:grpSpPr>
        <p:sp>
          <p:nvSpPr>
            <p:cNvPr id="55" name="フローチャート: 手作業 29">
              <a:extLst>
                <a:ext uri="{FF2B5EF4-FFF2-40B4-BE49-F238E27FC236}">
                  <a16:creationId xmlns:a16="http://schemas.microsoft.com/office/drawing/2014/main" id="{C7DFCA4F-E0FA-3730-D6D5-50EB38419C9E}"/>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6" name="テキスト ボックス 55">
              <a:extLst>
                <a:ext uri="{FF2B5EF4-FFF2-40B4-BE49-F238E27FC236}">
                  <a16:creationId xmlns:a16="http://schemas.microsoft.com/office/drawing/2014/main" id="{D527A169-6C90-607C-0A36-8B0DFC1FB698}"/>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10" name="グループ化 9">
            <a:extLst>
              <a:ext uri="{FF2B5EF4-FFF2-40B4-BE49-F238E27FC236}">
                <a16:creationId xmlns:a16="http://schemas.microsoft.com/office/drawing/2014/main" id="{ECF65B7C-9EE1-B4FE-1CED-9C96507AA09D}"/>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616946E3-3B5E-5573-9911-F4B557B887A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5F159497-EF10-AB52-7CB9-D744E4429C7B}"/>
                </a:ext>
              </a:extLst>
            </p:cNvPr>
            <p:cNvSpPr txBox="1"/>
            <p:nvPr/>
          </p:nvSpPr>
          <p:spPr>
            <a:xfrm>
              <a:off x="1881074" y="641390"/>
              <a:ext cx="954107"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02A359B2-1D5E-F3D8-33D0-5F347AF1EAE4}"/>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24614A44-5270-B58D-FCFB-70A179FD3857}"/>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5B1820B5-A193-0C6F-20B3-A0B3D6513F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3C07461-FA6A-4068-887E-F40F8F86A7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E52BBE29-23E9-2D29-A666-4BBF0C7F53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47B3DF49-ED40-2388-7B74-3806C72C8FDA}"/>
              </a:ext>
            </a:extLst>
          </p:cNvPr>
          <p:cNvGrpSpPr/>
          <p:nvPr/>
        </p:nvGrpSpPr>
        <p:grpSpPr>
          <a:xfrm>
            <a:off x="6933570" y="1147418"/>
            <a:ext cx="3763828" cy="699624"/>
            <a:chOff x="678143" y="2611602"/>
            <a:chExt cx="3094443" cy="699624"/>
          </a:xfrm>
        </p:grpSpPr>
        <p:sp>
          <p:nvSpPr>
            <p:cNvPr id="21" name="フローチャート: 手作業 20">
              <a:extLst>
                <a:ext uri="{FF2B5EF4-FFF2-40B4-BE49-F238E27FC236}">
                  <a16:creationId xmlns:a16="http://schemas.microsoft.com/office/drawing/2014/main" id="{3CD8D9DA-48C7-C5B4-B201-1BE3482FA8EE}"/>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9055C357-6668-3B06-9544-B011F8BC2D30}"/>
                </a:ext>
              </a:extLst>
            </p:cNvPr>
            <p:cNvSpPr txBox="1"/>
            <p:nvPr/>
          </p:nvSpPr>
          <p:spPr>
            <a:xfrm>
              <a:off x="1505276" y="2721384"/>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F0302C45-C506-E902-EFA7-A4A35914EC2A}"/>
              </a:ext>
            </a:extLst>
          </p:cNvPr>
          <p:cNvGrpSpPr/>
          <p:nvPr/>
        </p:nvGrpSpPr>
        <p:grpSpPr>
          <a:xfrm>
            <a:off x="6718069" y="2115516"/>
            <a:ext cx="3763828" cy="699624"/>
            <a:chOff x="6865299" y="2611603"/>
            <a:chExt cx="3094443" cy="699624"/>
          </a:xfrm>
        </p:grpSpPr>
        <p:sp>
          <p:nvSpPr>
            <p:cNvPr id="30" name="フローチャート: 手作業 29">
              <a:extLst>
                <a:ext uri="{FF2B5EF4-FFF2-40B4-BE49-F238E27FC236}">
                  <a16:creationId xmlns:a16="http://schemas.microsoft.com/office/drawing/2014/main" id="{0476AA6E-0225-2763-B031-F0CA9B9E3BA3}"/>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9A4AB382-3986-92B4-6325-ABB10E2ABE2A}"/>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sp>
        <p:nvSpPr>
          <p:cNvPr id="38" name="フローチャート: 手作業 20">
            <a:extLst>
              <a:ext uri="{FF2B5EF4-FFF2-40B4-BE49-F238E27FC236}">
                <a16:creationId xmlns:a16="http://schemas.microsoft.com/office/drawing/2014/main" id="{9F41C01F-2A22-8D68-A039-0D7FB5EB44A4}"/>
              </a:ext>
            </a:extLst>
          </p:cNvPr>
          <p:cNvSpPr/>
          <p:nvPr/>
        </p:nvSpPr>
        <p:spPr>
          <a:xfrm>
            <a:off x="1141282" y="2075447"/>
            <a:ext cx="4464529" cy="3692750"/>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原稿用標準書体" panose="03000503000000000000" pitchFamily="66" charset="-128"/>
                <a:ea typeface="原稿用標準書体" panose="03000503000000000000" pitchFamily="66" charset="-128"/>
              </a:rPr>
              <a:t>ゲート探索能力強化</a:t>
            </a:r>
            <a:endParaRPr kumimoji="1" lang="ja-JP" altLang="en-US" sz="2400" dirty="0">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78E9FCA9-1703-CFBF-336D-12882C052DD4}"/>
              </a:ext>
            </a:extLst>
          </p:cNvPr>
          <p:cNvGrpSpPr/>
          <p:nvPr/>
        </p:nvGrpSpPr>
        <p:grpSpPr>
          <a:xfrm>
            <a:off x="6502566" y="3083614"/>
            <a:ext cx="3763828" cy="699624"/>
            <a:chOff x="6865299" y="2611603"/>
            <a:chExt cx="3094443" cy="699624"/>
          </a:xfrm>
        </p:grpSpPr>
        <p:sp>
          <p:nvSpPr>
            <p:cNvPr id="40" name="フローチャート: 手作業 29">
              <a:extLst>
                <a:ext uri="{FF2B5EF4-FFF2-40B4-BE49-F238E27FC236}">
                  <a16:creationId xmlns:a16="http://schemas.microsoft.com/office/drawing/2014/main" id="{26AFA8B7-78B7-F22F-4395-404FEF0C348F}"/>
                </a:ext>
              </a:extLst>
            </p:cNvPr>
            <p:cNvSpPr/>
            <p:nvPr/>
          </p:nvSpPr>
          <p:spPr>
            <a:xfrm>
              <a:off x="6865299" y="2611603"/>
              <a:ext cx="3094443" cy="699624"/>
            </a:xfrm>
            <a:prstGeom prst="parallelogram">
              <a:avLst/>
            </a:prstGeom>
            <a:solidFill>
              <a:srgbClr val="FF99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C2C0A78E-706F-C0C0-CBF3-A4D8F09BB9E7}"/>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42" name="グループ化 41">
            <a:extLst>
              <a:ext uri="{FF2B5EF4-FFF2-40B4-BE49-F238E27FC236}">
                <a16:creationId xmlns:a16="http://schemas.microsoft.com/office/drawing/2014/main" id="{C3740BC2-A28D-5DEA-1D02-578B9A1D0CD3}"/>
              </a:ext>
            </a:extLst>
          </p:cNvPr>
          <p:cNvGrpSpPr/>
          <p:nvPr/>
        </p:nvGrpSpPr>
        <p:grpSpPr>
          <a:xfrm>
            <a:off x="6287063" y="4051712"/>
            <a:ext cx="3763828" cy="699624"/>
            <a:chOff x="6865299" y="2611603"/>
            <a:chExt cx="3094443" cy="699624"/>
          </a:xfrm>
        </p:grpSpPr>
        <p:sp>
          <p:nvSpPr>
            <p:cNvPr id="43" name="フローチャート: 手作業 29">
              <a:extLst>
                <a:ext uri="{FF2B5EF4-FFF2-40B4-BE49-F238E27FC236}">
                  <a16:creationId xmlns:a16="http://schemas.microsoft.com/office/drawing/2014/main" id="{DF6024C9-3FAB-6406-ECA5-F5EB537AF05C}"/>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43467AD9-89F3-BA13-ED03-A62A86935E36}"/>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60" name="グループ化 59">
            <a:extLst>
              <a:ext uri="{FF2B5EF4-FFF2-40B4-BE49-F238E27FC236}">
                <a16:creationId xmlns:a16="http://schemas.microsoft.com/office/drawing/2014/main" id="{C75CE92C-67C0-82CF-5EFF-387B50AFCE39}"/>
              </a:ext>
            </a:extLst>
          </p:cNvPr>
          <p:cNvGrpSpPr/>
          <p:nvPr/>
        </p:nvGrpSpPr>
        <p:grpSpPr>
          <a:xfrm>
            <a:off x="6735162" y="2282389"/>
            <a:ext cx="893714" cy="893714"/>
            <a:chOff x="5738645" y="722498"/>
            <a:chExt cx="1230262" cy="1230262"/>
          </a:xfrm>
        </p:grpSpPr>
        <p:sp>
          <p:nvSpPr>
            <p:cNvPr id="58" name="涙形 57">
              <a:extLst>
                <a:ext uri="{FF2B5EF4-FFF2-40B4-BE49-F238E27FC236}">
                  <a16:creationId xmlns:a16="http://schemas.microsoft.com/office/drawing/2014/main" id="{40AF7E38-1936-9968-6125-E67B9B33F7B4}"/>
                </a:ext>
              </a:extLst>
            </p:cNvPr>
            <p:cNvSpPr/>
            <p:nvPr/>
          </p:nvSpPr>
          <p:spPr>
            <a:xfrm rot="8079010">
              <a:off x="5738645" y="722498"/>
              <a:ext cx="1230262" cy="1230262"/>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二等辺三角形 58">
              <a:extLst>
                <a:ext uri="{FF2B5EF4-FFF2-40B4-BE49-F238E27FC236}">
                  <a16:creationId xmlns:a16="http://schemas.microsoft.com/office/drawing/2014/main" id="{9E0C4051-E523-DE08-AC7C-C4DD132CA39B}"/>
                </a:ext>
              </a:extLst>
            </p:cNvPr>
            <p:cNvSpPr/>
            <p:nvPr/>
          </p:nvSpPr>
          <p:spPr>
            <a:xfrm rot="5400000">
              <a:off x="6067509" y="1003555"/>
              <a:ext cx="741530" cy="639250"/>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3" name="グループ化 72">
            <a:extLst>
              <a:ext uri="{FF2B5EF4-FFF2-40B4-BE49-F238E27FC236}">
                <a16:creationId xmlns:a16="http://schemas.microsoft.com/office/drawing/2014/main" id="{E236AC1C-20C1-45F3-8342-72881E1848D4}"/>
              </a:ext>
            </a:extLst>
          </p:cNvPr>
          <p:cNvGrpSpPr/>
          <p:nvPr/>
        </p:nvGrpSpPr>
        <p:grpSpPr>
          <a:xfrm>
            <a:off x="9854072" y="1214767"/>
            <a:ext cx="543740" cy="615897"/>
            <a:chOff x="9413202" y="1214767"/>
            <a:chExt cx="543740" cy="615897"/>
          </a:xfrm>
        </p:grpSpPr>
        <p:sp>
          <p:nvSpPr>
            <p:cNvPr id="66" name="楕円 65">
              <a:extLst>
                <a:ext uri="{FF2B5EF4-FFF2-40B4-BE49-F238E27FC236}">
                  <a16:creationId xmlns:a16="http://schemas.microsoft.com/office/drawing/2014/main" id="{3FA04336-9E86-2059-97DD-B7B18E54A3D9}"/>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テキスト ボックス 70">
              <a:extLst>
                <a:ext uri="{FF2B5EF4-FFF2-40B4-BE49-F238E27FC236}">
                  <a16:creationId xmlns:a16="http://schemas.microsoft.com/office/drawing/2014/main" id="{43689014-8757-02E3-5CEA-A43A6DA9124F}"/>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4" name="グループ化 73">
            <a:extLst>
              <a:ext uri="{FF2B5EF4-FFF2-40B4-BE49-F238E27FC236}">
                <a16:creationId xmlns:a16="http://schemas.microsoft.com/office/drawing/2014/main" id="{0A9CBB16-364C-0771-A0CF-AFCE5825F9BC}"/>
              </a:ext>
            </a:extLst>
          </p:cNvPr>
          <p:cNvGrpSpPr/>
          <p:nvPr/>
        </p:nvGrpSpPr>
        <p:grpSpPr>
          <a:xfrm>
            <a:off x="9634422" y="2184747"/>
            <a:ext cx="543740" cy="615897"/>
            <a:chOff x="9413202" y="1214767"/>
            <a:chExt cx="543740" cy="615897"/>
          </a:xfrm>
        </p:grpSpPr>
        <p:sp>
          <p:nvSpPr>
            <p:cNvPr id="77" name="楕円 76">
              <a:extLst>
                <a:ext uri="{FF2B5EF4-FFF2-40B4-BE49-F238E27FC236}">
                  <a16:creationId xmlns:a16="http://schemas.microsoft.com/office/drawing/2014/main" id="{695B1F87-A797-9DEC-7EDC-41FDCA825802}"/>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1C770DD6-AD80-C4D1-FC3C-F6677A96F81B}"/>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9" name="グループ化 78">
            <a:extLst>
              <a:ext uri="{FF2B5EF4-FFF2-40B4-BE49-F238E27FC236}">
                <a16:creationId xmlns:a16="http://schemas.microsoft.com/office/drawing/2014/main" id="{7E77B69D-B7E8-AC5F-36DD-B526DF3FB101}"/>
              </a:ext>
            </a:extLst>
          </p:cNvPr>
          <p:cNvGrpSpPr/>
          <p:nvPr/>
        </p:nvGrpSpPr>
        <p:grpSpPr>
          <a:xfrm>
            <a:off x="9414772" y="3154727"/>
            <a:ext cx="543740" cy="615897"/>
            <a:chOff x="9413202" y="1214767"/>
            <a:chExt cx="543740" cy="615897"/>
          </a:xfrm>
        </p:grpSpPr>
        <p:sp>
          <p:nvSpPr>
            <p:cNvPr id="82" name="楕円 81">
              <a:extLst>
                <a:ext uri="{FF2B5EF4-FFF2-40B4-BE49-F238E27FC236}">
                  <a16:creationId xmlns:a16="http://schemas.microsoft.com/office/drawing/2014/main" id="{FEEC01BA-286A-9F2C-1616-8E8609F77780}"/>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95022DF5-5E71-BACE-FF6B-3EF70A9B4DAB}"/>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4" name="グループ化 83">
            <a:extLst>
              <a:ext uri="{FF2B5EF4-FFF2-40B4-BE49-F238E27FC236}">
                <a16:creationId xmlns:a16="http://schemas.microsoft.com/office/drawing/2014/main" id="{D7165354-64FC-C32E-06D2-47ECF49853D3}"/>
              </a:ext>
            </a:extLst>
          </p:cNvPr>
          <p:cNvGrpSpPr/>
          <p:nvPr/>
        </p:nvGrpSpPr>
        <p:grpSpPr>
          <a:xfrm>
            <a:off x="9195122" y="4124707"/>
            <a:ext cx="543740" cy="615897"/>
            <a:chOff x="9413202" y="1214767"/>
            <a:chExt cx="543740" cy="615897"/>
          </a:xfrm>
        </p:grpSpPr>
        <p:sp>
          <p:nvSpPr>
            <p:cNvPr id="87" name="楕円 86">
              <a:extLst>
                <a:ext uri="{FF2B5EF4-FFF2-40B4-BE49-F238E27FC236}">
                  <a16:creationId xmlns:a16="http://schemas.microsoft.com/office/drawing/2014/main" id="{D149ABBD-A2C5-872E-A8FD-E5B25F7FCD51}"/>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テキスト ボックス 85">
              <a:extLst>
                <a:ext uri="{FF2B5EF4-FFF2-40B4-BE49-F238E27FC236}">
                  <a16:creationId xmlns:a16="http://schemas.microsoft.com/office/drawing/2014/main" id="{DF87DD8A-0CB1-FD67-1369-A2FC8D2EE135}"/>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9" name="グループ化 88">
            <a:extLst>
              <a:ext uri="{FF2B5EF4-FFF2-40B4-BE49-F238E27FC236}">
                <a16:creationId xmlns:a16="http://schemas.microsoft.com/office/drawing/2014/main" id="{FB8CE96F-6414-44A4-F7EC-E8718AB9BA57}"/>
              </a:ext>
            </a:extLst>
          </p:cNvPr>
          <p:cNvGrpSpPr/>
          <p:nvPr/>
        </p:nvGrpSpPr>
        <p:grpSpPr>
          <a:xfrm>
            <a:off x="8975472" y="5094685"/>
            <a:ext cx="543740" cy="615897"/>
            <a:chOff x="9413202" y="1214767"/>
            <a:chExt cx="543740" cy="615897"/>
          </a:xfrm>
        </p:grpSpPr>
        <p:sp>
          <p:nvSpPr>
            <p:cNvPr id="92" name="楕円 91">
              <a:extLst>
                <a:ext uri="{FF2B5EF4-FFF2-40B4-BE49-F238E27FC236}">
                  <a16:creationId xmlns:a16="http://schemas.microsoft.com/office/drawing/2014/main" id="{224791A8-DDE2-B1FF-B8E8-20DA3249ECFC}"/>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テキスト ボックス 90">
              <a:extLst>
                <a:ext uri="{FF2B5EF4-FFF2-40B4-BE49-F238E27FC236}">
                  <a16:creationId xmlns:a16="http://schemas.microsoft.com/office/drawing/2014/main" id="{85C51221-732C-FE5A-6EFC-E5AE02D7EE80}"/>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95" name="図 94">
            <a:extLst>
              <a:ext uri="{FF2B5EF4-FFF2-40B4-BE49-F238E27FC236}">
                <a16:creationId xmlns:a16="http://schemas.microsoft.com/office/drawing/2014/main" id="{D2C6CF79-0D47-3049-29B7-224E60FC6621}"/>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9938032" y="1222797"/>
            <a:ext cx="422491" cy="422491"/>
          </a:xfrm>
          <a:prstGeom prst="rect">
            <a:avLst/>
          </a:prstGeom>
        </p:spPr>
      </p:pic>
      <p:pic>
        <p:nvPicPr>
          <p:cNvPr id="97" name="図 96">
            <a:extLst>
              <a:ext uri="{FF2B5EF4-FFF2-40B4-BE49-F238E27FC236}">
                <a16:creationId xmlns:a16="http://schemas.microsoft.com/office/drawing/2014/main" id="{73811AE1-F212-50F2-F19D-B3A6A6BA17FE}"/>
              </a:ext>
            </a:extLst>
          </p:cNvPr>
          <p:cNvPicPr>
            <a:picLocks noChangeAspect="1"/>
          </p:cNvPicPr>
          <p:nvPr/>
        </p:nvPicPr>
        <p:blipFill>
          <a:blip r:embed="rId4">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722641" y="2189557"/>
            <a:ext cx="422491" cy="422491"/>
          </a:xfrm>
          <a:prstGeom prst="rect">
            <a:avLst/>
          </a:prstGeom>
        </p:spPr>
      </p:pic>
      <p:pic>
        <p:nvPicPr>
          <p:cNvPr id="99" name="図 98">
            <a:extLst>
              <a:ext uri="{FF2B5EF4-FFF2-40B4-BE49-F238E27FC236}">
                <a16:creationId xmlns:a16="http://schemas.microsoft.com/office/drawing/2014/main" id="{6A0E0072-5AFB-450D-572C-1C3F97467B11}"/>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9507681" y="3155898"/>
            <a:ext cx="422491" cy="422491"/>
          </a:xfrm>
          <a:prstGeom prst="rect">
            <a:avLst/>
          </a:prstGeom>
        </p:spPr>
      </p:pic>
      <p:pic>
        <p:nvPicPr>
          <p:cNvPr id="101" name="図 100">
            <a:extLst>
              <a:ext uri="{FF2B5EF4-FFF2-40B4-BE49-F238E27FC236}">
                <a16:creationId xmlns:a16="http://schemas.microsoft.com/office/drawing/2014/main" id="{519C435D-3678-0CB4-39CB-5171BE8688B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11247" y="4151771"/>
            <a:ext cx="355874" cy="346702"/>
          </a:xfrm>
          <a:prstGeom prst="rect">
            <a:avLst/>
          </a:prstGeom>
        </p:spPr>
      </p:pic>
      <p:pic>
        <p:nvPicPr>
          <p:cNvPr id="105" name="図 104">
            <a:extLst>
              <a:ext uri="{FF2B5EF4-FFF2-40B4-BE49-F238E27FC236}">
                <a16:creationId xmlns:a16="http://schemas.microsoft.com/office/drawing/2014/main" id="{C1B7F6ED-D8AF-A5EF-9C26-BE8771B0139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19159" y="5163138"/>
            <a:ext cx="297185" cy="297185"/>
          </a:xfrm>
          <a:prstGeom prst="rect">
            <a:avLst/>
          </a:prstGeom>
        </p:spPr>
      </p:pic>
      <p:grpSp>
        <p:nvGrpSpPr>
          <p:cNvPr id="5" name="グループ化 4">
            <a:extLst>
              <a:ext uri="{FF2B5EF4-FFF2-40B4-BE49-F238E27FC236}">
                <a16:creationId xmlns:a16="http://schemas.microsoft.com/office/drawing/2014/main" id="{B207976B-E1AF-697C-862E-F82E3B3BE1D1}"/>
              </a:ext>
            </a:extLst>
          </p:cNvPr>
          <p:cNvGrpSpPr/>
          <p:nvPr/>
        </p:nvGrpSpPr>
        <p:grpSpPr>
          <a:xfrm>
            <a:off x="7150190" y="237452"/>
            <a:ext cx="3763828" cy="699624"/>
            <a:chOff x="6865299" y="2611603"/>
            <a:chExt cx="3094443" cy="699624"/>
          </a:xfrm>
        </p:grpSpPr>
        <p:sp>
          <p:nvSpPr>
            <p:cNvPr id="11" name="フローチャート: 手作業 29">
              <a:extLst>
                <a:ext uri="{FF2B5EF4-FFF2-40B4-BE49-F238E27FC236}">
                  <a16:creationId xmlns:a16="http://schemas.microsoft.com/office/drawing/2014/main" id="{5F6C38A9-A473-127B-BAA7-63A163CE43E8}"/>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6BC41BA8-4A27-58B2-2BAC-80A76D90AB04}"/>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spTree>
    <p:extLst>
      <p:ext uri="{BB962C8B-B14F-4D97-AF65-F5344CB8AC3E}">
        <p14:creationId xmlns:p14="http://schemas.microsoft.com/office/powerpoint/2010/main" val="19624482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C59D09AF-3086-C086-46E9-481DFB72490F}"/>
            </a:ext>
          </a:extLst>
        </p:cNvPr>
        <p:cNvGrpSpPr/>
        <p:nvPr/>
      </p:nvGrpSpPr>
      <p:grpSpPr>
        <a:xfrm>
          <a:off x="0" y="0"/>
          <a:ext cx="0" cy="0"/>
          <a:chOff x="0" y="0"/>
          <a:chExt cx="0" cy="0"/>
        </a:xfrm>
      </p:grpSpPr>
      <p:sp>
        <p:nvSpPr>
          <p:cNvPr id="195" name="楕円 194">
            <a:extLst>
              <a:ext uri="{FF2B5EF4-FFF2-40B4-BE49-F238E27FC236}">
                <a16:creationId xmlns:a16="http://schemas.microsoft.com/office/drawing/2014/main" id="{6FE0FAFA-A8A0-5712-138E-3D5401884FFB}"/>
              </a:ext>
            </a:extLst>
          </p:cNvPr>
          <p:cNvSpPr/>
          <p:nvPr/>
        </p:nvSpPr>
        <p:spPr>
          <a:xfrm>
            <a:off x="5676478" y="2758426"/>
            <a:ext cx="1041258" cy="1041258"/>
          </a:xfrm>
          <a:prstGeom prst="ellipse">
            <a:avLst/>
          </a:prstGeom>
          <a:solidFill>
            <a:srgbClr val="FFA4F3">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3" name="グループ化 192">
            <a:extLst>
              <a:ext uri="{FF2B5EF4-FFF2-40B4-BE49-F238E27FC236}">
                <a16:creationId xmlns:a16="http://schemas.microsoft.com/office/drawing/2014/main" id="{CF6527A3-5A12-9BDD-2307-BBA679494D25}"/>
              </a:ext>
            </a:extLst>
          </p:cNvPr>
          <p:cNvGrpSpPr/>
          <p:nvPr/>
        </p:nvGrpSpPr>
        <p:grpSpPr>
          <a:xfrm>
            <a:off x="5412768" y="1994028"/>
            <a:ext cx="1362771" cy="4059898"/>
            <a:chOff x="5412768" y="1371728"/>
            <a:chExt cx="1362771" cy="4059898"/>
          </a:xfrm>
        </p:grpSpPr>
        <p:sp>
          <p:nvSpPr>
            <p:cNvPr id="126" name="四角形: 角を丸くする 125">
              <a:extLst>
                <a:ext uri="{FF2B5EF4-FFF2-40B4-BE49-F238E27FC236}">
                  <a16:creationId xmlns:a16="http://schemas.microsoft.com/office/drawing/2014/main" id="{08D64255-07EF-0DF0-0D76-41FAC852CD0B}"/>
                </a:ext>
              </a:extLst>
            </p:cNvPr>
            <p:cNvSpPr/>
            <p:nvPr/>
          </p:nvSpPr>
          <p:spPr>
            <a:xfrm>
              <a:off x="5788290" y="2235180"/>
              <a:ext cx="843736" cy="839911"/>
            </a:xfrm>
            <a:prstGeom prst="roundRect">
              <a:avLst>
                <a:gd name="adj" fmla="val 50000"/>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原稿用標準書体" panose="03000503000000000000" pitchFamily="66" charset="-128"/>
                <a:ea typeface="原稿用標準書体" panose="03000503000000000000" pitchFamily="66" charset="-128"/>
              </a:endParaRPr>
            </a:p>
          </p:txBody>
        </p:sp>
        <p:pic>
          <p:nvPicPr>
            <p:cNvPr id="20" name="図 19">
              <a:extLst>
                <a:ext uri="{FF2B5EF4-FFF2-40B4-BE49-F238E27FC236}">
                  <a16:creationId xmlns:a16="http://schemas.microsoft.com/office/drawing/2014/main" id="{5780B4F5-FC5C-CFA7-AA44-03C487411D68}"/>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5765886" y="1371728"/>
              <a:ext cx="839911" cy="839911"/>
            </a:xfrm>
            <a:prstGeom prst="rect">
              <a:avLst/>
            </a:prstGeom>
          </p:spPr>
        </p:pic>
        <p:grpSp>
          <p:nvGrpSpPr>
            <p:cNvPr id="120" name="グループ化 119">
              <a:extLst>
                <a:ext uri="{FF2B5EF4-FFF2-40B4-BE49-F238E27FC236}">
                  <a16:creationId xmlns:a16="http://schemas.microsoft.com/office/drawing/2014/main" id="{73068421-AB26-AE7A-9EA6-8A57696852CD}"/>
                </a:ext>
              </a:extLst>
            </p:cNvPr>
            <p:cNvGrpSpPr/>
            <p:nvPr/>
          </p:nvGrpSpPr>
          <p:grpSpPr>
            <a:xfrm>
              <a:off x="5654879" y="3213599"/>
              <a:ext cx="1099221" cy="1076252"/>
              <a:chOff x="5494054" y="3310690"/>
              <a:chExt cx="1099221" cy="1076252"/>
            </a:xfrm>
          </p:grpSpPr>
          <p:pic>
            <p:nvPicPr>
              <p:cNvPr id="94" name="図 93">
                <a:extLst>
                  <a:ext uri="{FF2B5EF4-FFF2-40B4-BE49-F238E27FC236}">
                    <a16:creationId xmlns:a16="http://schemas.microsoft.com/office/drawing/2014/main" id="{CD5CABD4-D209-AEB2-C94E-6C869C3A855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5494054" y="3310690"/>
                <a:ext cx="1099221" cy="1076252"/>
              </a:xfrm>
              <a:prstGeom prst="rect">
                <a:avLst/>
              </a:prstGeom>
            </p:spPr>
          </p:pic>
          <p:pic>
            <p:nvPicPr>
              <p:cNvPr id="104" name="図 103">
                <a:extLst>
                  <a:ext uri="{FF2B5EF4-FFF2-40B4-BE49-F238E27FC236}">
                    <a16:creationId xmlns:a16="http://schemas.microsoft.com/office/drawing/2014/main" id="{673B58E2-817E-042B-9714-9C0EEEAE714F}"/>
                  </a:ext>
                </a:extLst>
              </p:cNvPr>
              <p:cNvPicPr>
                <a:picLocks noChangeAspect="1"/>
              </p:cNvPicPr>
              <p:nvPr/>
            </p:nvPicPr>
            <p:blipFill>
              <a:blip r:embed="rId4">
                <a:grayscl/>
                <a:extLst>
                  <a:ext uri="{28A0092B-C50C-407E-A947-70E740481C1C}">
                    <a14:useLocalDpi xmlns:a14="http://schemas.microsoft.com/office/drawing/2010/main" val="0"/>
                  </a:ext>
                </a:extLst>
              </a:blip>
              <a:stretch>
                <a:fillRect/>
              </a:stretch>
            </p:blipFill>
            <p:spPr>
              <a:xfrm>
                <a:off x="5797624" y="3625093"/>
                <a:ext cx="461127" cy="461127"/>
              </a:xfrm>
              <a:prstGeom prst="rect">
                <a:avLst/>
              </a:prstGeom>
            </p:spPr>
          </p:pic>
        </p:grpSp>
        <p:grpSp>
          <p:nvGrpSpPr>
            <p:cNvPr id="118" name="グループ化 117">
              <a:extLst>
                <a:ext uri="{FF2B5EF4-FFF2-40B4-BE49-F238E27FC236}">
                  <a16:creationId xmlns:a16="http://schemas.microsoft.com/office/drawing/2014/main" id="{16153506-9561-8D85-0E20-00355BFFC973}"/>
                </a:ext>
              </a:extLst>
            </p:cNvPr>
            <p:cNvGrpSpPr/>
            <p:nvPr/>
          </p:nvGrpSpPr>
          <p:grpSpPr>
            <a:xfrm>
              <a:off x="5667384" y="2118778"/>
              <a:ext cx="1074210" cy="1071280"/>
              <a:chOff x="5506559" y="2288793"/>
              <a:chExt cx="1074210" cy="1071280"/>
            </a:xfrm>
          </p:grpSpPr>
          <p:pic>
            <p:nvPicPr>
              <p:cNvPr id="107" name="図 106">
                <a:extLst>
                  <a:ext uri="{FF2B5EF4-FFF2-40B4-BE49-F238E27FC236}">
                    <a16:creationId xmlns:a16="http://schemas.microsoft.com/office/drawing/2014/main" id="{0E5D4D1E-EB41-37A2-7DFC-B6C0E6E9125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5506559" y="2288793"/>
                <a:ext cx="1074210" cy="1071280"/>
              </a:xfrm>
              <a:prstGeom prst="rect">
                <a:avLst/>
              </a:prstGeom>
            </p:spPr>
          </p:pic>
          <p:pic>
            <p:nvPicPr>
              <p:cNvPr id="90" name="図 89">
                <a:extLst>
                  <a:ext uri="{FF2B5EF4-FFF2-40B4-BE49-F238E27FC236}">
                    <a16:creationId xmlns:a16="http://schemas.microsoft.com/office/drawing/2014/main" id="{B222143D-526C-45FC-92D8-4AA63F61CB80}"/>
                  </a:ext>
                </a:extLst>
              </p:cNvPr>
              <p:cNvPicPr>
                <a:picLocks noChangeAspect="1"/>
              </p:cNvPicPr>
              <p:nvPr/>
            </p:nvPicPr>
            <p:blipFill>
              <a:blip r:embed="rId5">
                <a:grayscl/>
                <a:extLst>
                  <a:ext uri="{28A0092B-C50C-407E-A947-70E740481C1C}">
                    <a14:useLocalDpi xmlns:a14="http://schemas.microsoft.com/office/drawing/2010/main" val="0"/>
                  </a:ext>
                </a:extLst>
              </a:blip>
              <a:srcRect l="18338" t="53869" r="53661" b="7428"/>
              <a:stretch>
                <a:fillRect/>
              </a:stretch>
            </p:blipFill>
            <p:spPr>
              <a:xfrm>
                <a:off x="5706137" y="2476703"/>
                <a:ext cx="644101" cy="667674"/>
              </a:xfrm>
              <a:prstGeom prst="rect">
                <a:avLst/>
              </a:prstGeom>
            </p:spPr>
          </p:pic>
        </p:grpSp>
        <p:grpSp>
          <p:nvGrpSpPr>
            <p:cNvPr id="121" name="グループ化 120">
              <a:extLst>
                <a:ext uri="{FF2B5EF4-FFF2-40B4-BE49-F238E27FC236}">
                  <a16:creationId xmlns:a16="http://schemas.microsoft.com/office/drawing/2014/main" id="{0F32AC4E-A331-AD5F-11F1-30C11D90F7A6}"/>
                </a:ext>
              </a:extLst>
            </p:cNvPr>
            <p:cNvGrpSpPr/>
            <p:nvPr/>
          </p:nvGrpSpPr>
          <p:grpSpPr>
            <a:xfrm>
              <a:off x="5633440" y="4313392"/>
              <a:ext cx="1142099" cy="1118234"/>
              <a:chOff x="5472615" y="4313392"/>
              <a:chExt cx="1142099" cy="1118234"/>
            </a:xfrm>
          </p:grpSpPr>
          <p:pic>
            <p:nvPicPr>
              <p:cNvPr id="109" name="図 108">
                <a:extLst>
                  <a:ext uri="{FF2B5EF4-FFF2-40B4-BE49-F238E27FC236}">
                    <a16:creationId xmlns:a16="http://schemas.microsoft.com/office/drawing/2014/main" id="{A9417012-826B-2AEF-7F37-FD85960DAD60}"/>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5472615" y="4313392"/>
                <a:ext cx="1142099" cy="1118234"/>
              </a:xfrm>
              <a:prstGeom prst="rect">
                <a:avLst/>
              </a:prstGeom>
            </p:spPr>
          </p:pic>
          <p:pic>
            <p:nvPicPr>
              <p:cNvPr id="111" name="図 110">
                <a:extLst>
                  <a:ext uri="{FF2B5EF4-FFF2-40B4-BE49-F238E27FC236}">
                    <a16:creationId xmlns:a16="http://schemas.microsoft.com/office/drawing/2014/main" id="{0EDF2702-85AE-1B4F-2A84-B37DFDAD6F13}"/>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5855988" y="4605242"/>
                <a:ext cx="374797" cy="510475"/>
              </a:xfrm>
              <a:prstGeom prst="rect">
                <a:avLst/>
              </a:prstGeom>
            </p:spPr>
          </p:pic>
        </p:grpSp>
        <p:grpSp>
          <p:nvGrpSpPr>
            <p:cNvPr id="165" name="グループ化 164">
              <a:extLst>
                <a:ext uri="{FF2B5EF4-FFF2-40B4-BE49-F238E27FC236}">
                  <a16:creationId xmlns:a16="http://schemas.microsoft.com/office/drawing/2014/main" id="{D359AEE0-C4CE-78A2-93EC-D0B57AEDDC3C}"/>
                </a:ext>
              </a:extLst>
            </p:cNvPr>
            <p:cNvGrpSpPr/>
            <p:nvPr/>
          </p:nvGrpSpPr>
          <p:grpSpPr>
            <a:xfrm>
              <a:off x="5450578" y="2681706"/>
              <a:ext cx="442253" cy="442253"/>
              <a:chOff x="4148632" y="2798340"/>
              <a:chExt cx="554882" cy="554882"/>
            </a:xfrm>
          </p:grpSpPr>
          <p:sp>
            <p:nvSpPr>
              <p:cNvPr id="166" name="楕円 165">
                <a:extLst>
                  <a:ext uri="{FF2B5EF4-FFF2-40B4-BE49-F238E27FC236}">
                    <a16:creationId xmlns:a16="http://schemas.microsoft.com/office/drawing/2014/main" id="{39BB6936-76AB-2B54-9359-95E8DA60E510}"/>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7" name="テキスト ボックス 166">
                <a:extLst>
                  <a:ext uri="{FF2B5EF4-FFF2-40B4-BE49-F238E27FC236}">
                    <a16:creationId xmlns:a16="http://schemas.microsoft.com/office/drawing/2014/main" id="{7A1E1562-4472-9F74-8837-19896F4BC2B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8" name="グループ化 167">
              <a:extLst>
                <a:ext uri="{FF2B5EF4-FFF2-40B4-BE49-F238E27FC236}">
                  <a16:creationId xmlns:a16="http://schemas.microsoft.com/office/drawing/2014/main" id="{9A924033-5DAE-3E48-8E09-D38405844158}"/>
                </a:ext>
              </a:extLst>
            </p:cNvPr>
            <p:cNvGrpSpPr/>
            <p:nvPr/>
          </p:nvGrpSpPr>
          <p:grpSpPr>
            <a:xfrm>
              <a:off x="5450578" y="3796655"/>
              <a:ext cx="442253" cy="442253"/>
              <a:chOff x="4148632" y="2798340"/>
              <a:chExt cx="554882" cy="554882"/>
            </a:xfrm>
          </p:grpSpPr>
          <p:sp>
            <p:nvSpPr>
              <p:cNvPr id="169" name="楕円 168">
                <a:extLst>
                  <a:ext uri="{FF2B5EF4-FFF2-40B4-BE49-F238E27FC236}">
                    <a16:creationId xmlns:a16="http://schemas.microsoft.com/office/drawing/2014/main" id="{7BE6031B-0F62-9E07-9A2B-DBBDB2E4985F}"/>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0" name="テキスト ボックス 169">
                <a:extLst>
                  <a:ext uri="{FF2B5EF4-FFF2-40B4-BE49-F238E27FC236}">
                    <a16:creationId xmlns:a16="http://schemas.microsoft.com/office/drawing/2014/main" id="{A35D5EB8-BA18-6E51-0505-ACB85A1A995D}"/>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71" name="グループ化 170">
              <a:extLst>
                <a:ext uri="{FF2B5EF4-FFF2-40B4-BE49-F238E27FC236}">
                  <a16:creationId xmlns:a16="http://schemas.microsoft.com/office/drawing/2014/main" id="{EA60635F-D79C-73E2-A077-7D7D740566F2}"/>
                </a:ext>
              </a:extLst>
            </p:cNvPr>
            <p:cNvGrpSpPr/>
            <p:nvPr/>
          </p:nvGrpSpPr>
          <p:grpSpPr>
            <a:xfrm>
              <a:off x="5412768" y="4911603"/>
              <a:ext cx="530916" cy="442253"/>
              <a:chOff x="4101194" y="2798340"/>
              <a:chExt cx="666125" cy="554882"/>
            </a:xfrm>
          </p:grpSpPr>
          <p:sp>
            <p:nvSpPr>
              <p:cNvPr id="172" name="楕円 171">
                <a:extLst>
                  <a:ext uri="{FF2B5EF4-FFF2-40B4-BE49-F238E27FC236}">
                    <a16:creationId xmlns:a16="http://schemas.microsoft.com/office/drawing/2014/main" id="{2E438310-DD70-F5B3-8CB9-6CB9ADF6B9D2}"/>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3" name="テキスト ボックス 172">
                <a:extLst>
                  <a:ext uri="{FF2B5EF4-FFF2-40B4-BE49-F238E27FC236}">
                    <a16:creationId xmlns:a16="http://schemas.microsoft.com/office/drawing/2014/main" id="{D47D0C02-A8BB-9226-19C8-952975570461}"/>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0" name="グループ化 9">
            <a:extLst>
              <a:ext uri="{FF2B5EF4-FFF2-40B4-BE49-F238E27FC236}">
                <a16:creationId xmlns:a16="http://schemas.microsoft.com/office/drawing/2014/main" id="{6CC9371C-4538-138C-4FFE-2DAE2B47D3C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8FFE38C-D1F4-AABE-B85C-77B25C0F026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0C7B3736-29C3-2B15-7445-AA89A0522C84}"/>
                </a:ext>
              </a:extLst>
            </p:cNvPr>
            <p:cNvSpPr txBox="1"/>
            <p:nvPr/>
          </p:nvSpPr>
          <p:spPr>
            <a:xfrm>
              <a:off x="1752833"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探索強化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43C7DC96-65F3-656C-4B0C-27559279DAAA}"/>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B6D2D057-5AFA-4019-C14E-B73AF7B989CF}"/>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91D52ED8-48C9-CCA8-FE42-ECA3F1479D5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C7EE41FF-13A2-E2D4-EBF4-DDAD9D64592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D013D2B-7C7D-7731-8C4C-A9A24593CB7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63" name="正方形/長方形 62">
            <a:extLst>
              <a:ext uri="{FF2B5EF4-FFF2-40B4-BE49-F238E27FC236}">
                <a16:creationId xmlns:a16="http://schemas.microsoft.com/office/drawing/2014/main" id="{BFDDD425-254E-A6D2-6D0A-1AAEBBE216B0}"/>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フローチャート: 手作業 20">
            <a:extLst>
              <a:ext uri="{FF2B5EF4-FFF2-40B4-BE49-F238E27FC236}">
                <a16:creationId xmlns:a16="http://schemas.microsoft.com/office/drawing/2014/main" id="{ACD94683-10D7-5ABA-6BBE-4D3404766050}"/>
              </a:ext>
            </a:extLst>
          </p:cNvPr>
          <p:cNvSpPr/>
          <p:nvPr/>
        </p:nvSpPr>
        <p:spPr>
          <a:xfrm>
            <a:off x="7663178" y="2547604"/>
            <a:ext cx="3692349" cy="2206996"/>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8" name="フローチャート: 手作業 20">
            <a:extLst>
              <a:ext uri="{FF2B5EF4-FFF2-40B4-BE49-F238E27FC236}">
                <a16:creationId xmlns:a16="http://schemas.microsoft.com/office/drawing/2014/main" id="{495DEFF1-FE5A-83FB-6CFA-621ABDAA9773}"/>
              </a:ext>
            </a:extLst>
          </p:cNvPr>
          <p:cNvSpPr/>
          <p:nvPr/>
        </p:nvSpPr>
        <p:spPr>
          <a:xfrm>
            <a:off x="8219805" y="2108510"/>
            <a:ext cx="3238398" cy="439094"/>
          </a:xfrm>
          <a:prstGeom prst="parallelogram">
            <a:avLst/>
          </a:prstGeom>
          <a:solidFill>
            <a:schemeClr val="tx1">
              <a:lumMod val="85000"/>
              <a:lumOff val="1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能力名</a:t>
            </a:r>
            <a:endParaRPr kumimoji="1" lang="ja-JP" altLang="en-US" dirty="0">
              <a:latin typeface="原稿用標準書体" panose="03000503000000000000" pitchFamily="66" charset="-128"/>
              <a:ea typeface="原稿用標準書体" panose="03000503000000000000" pitchFamily="66" charset="-128"/>
            </a:endParaRPr>
          </a:p>
        </p:txBody>
      </p:sp>
      <p:sp>
        <p:nvSpPr>
          <p:cNvPr id="85" name="フローチャート: 手作業 20">
            <a:extLst>
              <a:ext uri="{FF2B5EF4-FFF2-40B4-BE49-F238E27FC236}">
                <a16:creationId xmlns:a16="http://schemas.microsoft.com/office/drawing/2014/main" id="{65C5A996-321B-8825-AF9E-6AF5E9115047}"/>
              </a:ext>
            </a:extLst>
          </p:cNvPr>
          <p:cNvSpPr/>
          <p:nvPr/>
        </p:nvSpPr>
        <p:spPr>
          <a:xfrm>
            <a:off x="7393315" y="4760725"/>
            <a:ext cx="3404876" cy="1011250"/>
          </a:xfrm>
          <a:prstGeom prst="parallelogram">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solidFill>
                  <a:srgbClr val="FF00FF"/>
                </a:solidFill>
                <a:latin typeface="原稿用標準書体" panose="03000503000000000000" pitchFamily="66" charset="-128"/>
                <a:ea typeface="原稿用標準書体" panose="03000503000000000000" pitchFamily="66" charset="-128"/>
              </a:rPr>
              <a:t>強化する</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endParaRPr>
          </a:p>
        </p:txBody>
      </p:sp>
      <p:pic>
        <p:nvPicPr>
          <p:cNvPr id="128" name="図 127">
            <a:extLst>
              <a:ext uri="{FF2B5EF4-FFF2-40B4-BE49-F238E27FC236}">
                <a16:creationId xmlns:a16="http://schemas.microsoft.com/office/drawing/2014/main" id="{3045CE11-52AA-EC2E-70DB-65ABA3679B45}"/>
              </a:ext>
            </a:extLst>
          </p:cNvPr>
          <p:cNvPicPr>
            <a:picLocks noChangeAspect="1"/>
          </p:cNvPicPr>
          <p:nvPr/>
        </p:nvPicPr>
        <p:blipFill>
          <a:blip r:embed="rId5">
            <a:grayscl/>
            <a:extLst>
              <a:ext uri="{28A0092B-C50C-407E-A947-70E740481C1C}">
                <a14:useLocalDpi xmlns:a14="http://schemas.microsoft.com/office/drawing/2010/main" val="0"/>
              </a:ext>
            </a:extLst>
          </a:blip>
          <a:srcRect l="18338" t="53869" r="53661" b="7428"/>
          <a:stretch>
            <a:fillRect/>
          </a:stretch>
        </p:blipFill>
        <p:spPr>
          <a:xfrm>
            <a:off x="8085284" y="3245005"/>
            <a:ext cx="732190" cy="758987"/>
          </a:xfrm>
          <a:prstGeom prst="rect">
            <a:avLst/>
          </a:prstGeom>
        </p:spPr>
      </p:pic>
      <p:sp>
        <p:nvSpPr>
          <p:cNvPr id="130" name="テキスト ボックス 129">
            <a:extLst>
              <a:ext uri="{FF2B5EF4-FFF2-40B4-BE49-F238E27FC236}">
                <a16:creationId xmlns:a16="http://schemas.microsoft.com/office/drawing/2014/main" id="{D44ED751-0C73-9943-BF62-D171480E4CE8}"/>
              </a:ext>
            </a:extLst>
          </p:cNvPr>
          <p:cNvSpPr txBox="1"/>
          <p:nvPr/>
        </p:nvSpPr>
        <p:spPr>
          <a:xfrm>
            <a:off x="8907186" y="2688667"/>
            <a:ext cx="2031325" cy="461665"/>
          </a:xfrm>
          <a:prstGeom prst="rect">
            <a:avLst/>
          </a:prstGeom>
          <a:noFill/>
        </p:spPr>
        <p:txBody>
          <a:bodyPr wrap="none" rtlCol="0">
            <a:spAutoFit/>
          </a:bodyPr>
          <a:lstStyle/>
          <a:p>
            <a:r>
              <a:rPr kumimoji="1"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a:t>
            </a: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テキスト説明テキスト</a:t>
            </a:r>
            <a:br>
              <a:rPr lang="en-US" altLang="ja-JP"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a:t>
            </a:r>
          </a:p>
        </p:txBody>
      </p:sp>
      <p:grpSp>
        <p:nvGrpSpPr>
          <p:cNvPr id="192" name="グループ化 191">
            <a:extLst>
              <a:ext uri="{FF2B5EF4-FFF2-40B4-BE49-F238E27FC236}">
                <a16:creationId xmlns:a16="http://schemas.microsoft.com/office/drawing/2014/main" id="{F1D1732D-370A-FCEB-D74B-DC93B0235B72}"/>
              </a:ext>
            </a:extLst>
          </p:cNvPr>
          <p:cNvGrpSpPr/>
          <p:nvPr/>
        </p:nvGrpSpPr>
        <p:grpSpPr>
          <a:xfrm>
            <a:off x="3330645" y="1994028"/>
            <a:ext cx="1346502" cy="4059898"/>
            <a:chOff x="3261636" y="1371728"/>
            <a:chExt cx="1346502" cy="4059898"/>
          </a:xfrm>
        </p:grpSpPr>
        <p:pic>
          <p:nvPicPr>
            <p:cNvPr id="137" name="図 136">
              <a:extLst>
                <a:ext uri="{FF2B5EF4-FFF2-40B4-BE49-F238E27FC236}">
                  <a16:creationId xmlns:a16="http://schemas.microsoft.com/office/drawing/2014/main" id="{708F6127-F542-FEAD-DC3D-BE9EB05C5BD8}"/>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3487478" y="3213599"/>
              <a:ext cx="1099221" cy="1076252"/>
            </a:xfrm>
            <a:prstGeom prst="rect">
              <a:avLst/>
            </a:prstGeom>
          </p:spPr>
        </p:pic>
        <p:pic>
          <p:nvPicPr>
            <p:cNvPr id="140" name="図 139">
              <a:extLst>
                <a:ext uri="{FF2B5EF4-FFF2-40B4-BE49-F238E27FC236}">
                  <a16:creationId xmlns:a16="http://schemas.microsoft.com/office/drawing/2014/main" id="{0247CD21-4F12-AA9C-7128-3A0BBC1EFABA}"/>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3499983" y="2118778"/>
              <a:ext cx="1074210" cy="1071280"/>
            </a:xfrm>
            <a:prstGeom prst="rect">
              <a:avLst/>
            </a:prstGeom>
          </p:spPr>
        </p:pic>
        <p:pic>
          <p:nvPicPr>
            <p:cNvPr id="143" name="図 142">
              <a:extLst>
                <a:ext uri="{FF2B5EF4-FFF2-40B4-BE49-F238E27FC236}">
                  <a16:creationId xmlns:a16="http://schemas.microsoft.com/office/drawing/2014/main" id="{982D7CBB-E4FF-33B3-50F2-772D34A36557}"/>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flipV="1">
              <a:off x="3466039" y="4313392"/>
              <a:ext cx="1142099" cy="1118234"/>
            </a:xfrm>
            <a:prstGeom prst="rect">
              <a:avLst/>
            </a:prstGeom>
          </p:spPr>
        </p:pic>
        <p:pic>
          <p:nvPicPr>
            <p:cNvPr id="24" name="図 23">
              <a:extLst>
                <a:ext uri="{FF2B5EF4-FFF2-40B4-BE49-F238E27FC236}">
                  <a16:creationId xmlns:a16="http://schemas.microsoft.com/office/drawing/2014/main" id="{ABABC256-F752-C4F5-EE6D-3B7E45719C45}"/>
                </a:ext>
              </a:extLst>
            </p:cNvPr>
            <p:cNvPicPr>
              <a:picLocks noChangeAspect="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3565668" y="1371728"/>
              <a:ext cx="839911" cy="839911"/>
            </a:xfrm>
            <a:prstGeom prst="rect">
              <a:avLst/>
            </a:prstGeom>
          </p:spPr>
        </p:pic>
        <p:pic>
          <p:nvPicPr>
            <p:cNvPr id="115" name="図 114">
              <a:extLst>
                <a:ext uri="{FF2B5EF4-FFF2-40B4-BE49-F238E27FC236}">
                  <a16:creationId xmlns:a16="http://schemas.microsoft.com/office/drawing/2014/main" id="{7F974F96-7A71-8B5F-431A-1BAE148E34F3}"/>
                </a:ext>
              </a:extLst>
            </p:cNvPr>
            <p:cNvPicPr>
              <a:picLocks noChangeAspect="1"/>
            </p:cNvPicPr>
            <p:nvPr/>
          </p:nvPicPr>
          <p:blipFill>
            <a:blip r:embed="rId9">
              <a:grayscl/>
              <a:extLst>
                <a:ext uri="{28A0092B-C50C-407E-A947-70E740481C1C}">
                  <a14:useLocalDpi xmlns:a14="http://schemas.microsoft.com/office/drawing/2010/main" val="0"/>
                </a:ext>
              </a:extLst>
            </a:blip>
            <a:stretch>
              <a:fillRect/>
            </a:stretch>
          </p:blipFill>
          <p:spPr>
            <a:xfrm>
              <a:off x="3782853" y="4657165"/>
              <a:ext cx="505856" cy="505856"/>
            </a:xfrm>
            <a:prstGeom prst="rect">
              <a:avLst/>
            </a:prstGeom>
          </p:spPr>
        </p:pic>
        <p:pic>
          <p:nvPicPr>
            <p:cNvPr id="135" name="図 134">
              <a:extLst>
                <a:ext uri="{FF2B5EF4-FFF2-40B4-BE49-F238E27FC236}">
                  <a16:creationId xmlns:a16="http://schemas.microsoft.com/office/drawing/2014/main" id="{CF4CA2AC-3113-F91D-337A-4AE18D528C30}"/>
                </a:ext>
              </a:extLst>
            </p:cNvPr>
            <p:cNvPicPr>
              <a:picLocks noChangeAspect="1"/>
            </p:cNvPicPr>
            <p:nvPr/>
          </p:nvPicPr>
          <p:blipFill>
            <a:blip r:embed="rId10">
              <a:duotone>
                <a:schemeClr val="bg2">
                  <a:shade val="45000"/>
                  <a:satMod val="135000"/>
                </a:schemeClr>
                <a:prstClr val="white"/>
              </a:duotone>
              <a:extLst>
                <a:ext uri="{BEBA8EAE-BF5A-486C-A8C5-ECC9F3942E4B}">
                  <a14:imgProps xmlns:a14="http://schemas.microsoft.com/office/drawing/2010/main">
                    <a14:imgLayer r:embed="rId11">
                      <a14:imgEffect>
                        <a14:backgroundRemoval t="3125" b="99609" l="7813" r="93750">
                          <a14:foregroundMark x1="33594" y1="8594" x2="62500" y2="7813"/>
                          <a14:foregroundMark x1="59766" y1="3125" x2="37891" y2="3906"/>
                          <a14:foregroundMark x1="91406" y1="69922" x2="87109" y2="61719"/>
                          <a14:foregroundMark x1="93750" y1="71484" x2="93750" y2="68359"/>
                          <a14:foregroundMark x1="8984" y1="94531" x2="7813" y2="59375"/>
                          <a14:foregroundMark x1="7813" y1="99609" x2="7813" y2="96484"/>
                        </a14:backgroundRemoval>
                      </a14:imgEffect>
                    </a14:imgLayer>
                  </a14:imgProps>
                </a:ext>
                <a:ext uri="{28A0092B-C50C-407E-A947-70E740481C1C}">
                  <a14:useLocalDpi xmlns:a14="http://schemas.microsoft.com/office/drawing/2010/main" val="0"/>
                </a:ext>
              </a:extLst>
            </a:blip>
            <a:stretch>
              <a:fillRect/>
            </a:stretch>
          </p:blipFill>
          <p:spPr>
            <a:xfrm>
              <a:off x="3787448" y="2405113"/>
              <a:ext cx="505856" cy="505856"/>
            </a:xfrm>
            <a:prstGeom prst="rect">
              <a:avLst/>
            </a:prstGeom>
          </p:spPr>
        </p:pic>
        <p:pic>
          <p:nvPicPr>
            <p:cNvPr id="146" name="図 145">
              <a:extLst>
                <a:ext uri="{FF2B5EF4-FFF2-40B4-BE49-F238E27FC236}">
                  <a16:creationId xmlns:a16="http://schemas.microsoft.com/office/drawing/2014/main" id="{26104C2C-7964-B17F-06A2-6D4E622813FF}"/>
                </a:ext>
              </a:extLst>
            </p:cNvPr>
            <p:cNvPicPr>
              <a:picLocks noChangeAspect="1"/>
            </p:cNvPicPr>
            <p:nvPr/>
          </p:nvPicPr>
          <p:blipFill>
            <a:blip r:embed="rId12">
              <a:grayscl/>
              <a:extLst>
                <a:ext uri="{28A0092B-C50C-407E-A947-70E740481C1C}">
                  <a14:useLocalDpi xmlns:a14="http://schemas.microsoft.com/office/drawing/2010/main" val="0"/>
                </a:ext>
              </a:extLst>
            </a:blip>
            <a:stretch>
              <a:fillRect/>
            </a:stretch>
          </p:blipFill>
          <p:spPr>
            <a:xfrm>
              <a:off x="3804931" y="3516280"/>
              <a:ext cx="461699" cy="461699"/>
            </a:xfrm>
            <a:prstGeom prst="rect">
              <a:avLst/>
            </a:prstGeom>
          </p:spPr>
        </p:pic>
        <p:grpSp>
          <p:nvGrpSpPr>
            <p:cNvPr id="158" name="グループ化 157">
              <a:extLst>
                <a:ext uri="{FF2B5EF4-FFF2-40B4-BE49-F238E27FC236}">
                  <a16:creationId xmlns:a16="http://schemas.microsoft.com/office/drawing/2014/main" id="{E4ED0D3C-F93D-2A6E-A59A-590401CE4368}"/>
                </a:ext>
              </a:extLst>
            </p:cNvPr>
            <p:cNvGrpSpPr/>
            <p:nvPr/>
          </p:nvGrpSpPr>
          <p:grpSpPr>
            <a:xfrm>
              <a:off x="3299446" y="2681706"/>
              <a:ext cx="442253" cy="442253"/>
              <a:chOff x="4148632" y="2798340"/>
              <a:chExt cx="554882" cy="554882"/>
            </a:xfrm>
          </p:grpSpPr>
          <p:sp>
            <p:nvSpPr>
              <p:cNvPr id="156" name="楕円 155">
                <a:extLst>
                  <a:ext uri="{FF2B5EF4-FFF2-40B4-BE49-F238E27FC236}">
                    <a16:creationId xmlns:a16="http://schemas.microsoft.com/office/drawing/2014/main" id="{62982E89-8568-B325-BD47-FBEFF35E166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57" name="テキスト ボックス 156">
                <a:extLst>
                  <a:ext uri="{FF2B5EF4-FFF2-40B4-BE49-F238E27FC236}">
                    <a16:creationId xmlns:a16="http://schemas.microsoft.com/office/drawing/2014/main" id="{54D11157-F008-332E-4975-EBA8E2A95B83}"/>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9" name="グループ化 158">
              <a:extLst>
                <a:ext uri="{FF2B5EF4-FFF2-40B4-BE49-F238E27FC236}">
                  <a16:creationId xmlns:a16="http://schemas.microsoft.com/office/drawing/2014/main" id="{A42E8039-9D16-B058-0ADF-22A2541B25BE}"/>
                </a:ext>
              </a:extLst>
            </p:cNvPr>
            <p:cNvGrpSpPr/>
            <p:nvPr/>
          </p:nvGrpSpPr>
          <p:grpSpPr>
            <a:xfrm>
              <a:off x="3299446" y="3796655"/>
              <a:ext cx="442253" cy="442253"/>
              <a:chOff x="4148632" y="2798340"/>
              <a:chExt cx="554882" cy="554882"/>
            </a:xfrm>
          </p:grpSpPr>
          <p:sp>
            <p:nvSpPr>
              <p:cNvPr id="160" name="楕円 159">
                <a:extLst>
                  <a:ext uri="{FF2B5EF4-FFF2-40B4-BE49-F238E27FC236}">
                    <a16:creationId xmlns:a16="http://schemas.microsoft.com/office/drawing/2014/main" id="{6EFB8089-52A6-A6E1-37AF-4EE07D9FDF5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1" name="テキスト ボックス 160">
                <a:extLst>
                  <a:ext uri="{FF2B5EF4-FFF2-40B4-BE49-F238E27FC236}">
                    <a16:creationId xmlns:a16="http://schemas.microsoft.com/office/drawing/2014/main" id="{558D058E-13E6-488D-A461-109E03C51106}"/>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2" name="グループ化 161">
              <a:extLst>
                <a:ext uri="{FF2B5EF4-FFF2-40B4-BE49-F238E27FC236}">
                  <a16:creationId xmlns:a16="http://schemas.microsoft.com/office/drawing/2014/main" id="{45EAF2DD-C855-374F-3136-65032EDF20D2}"/>
                </a:ext>
              </a:extLst>
            </p:cNvPr>
            <p:cNvGrpSpPr/>
            <p:nvPr/>
          </p:nvGrpSpPr>
          <p:grpSpPr>
            <a:xfrm>
              <a:off x="3261636" y="4911603"/>
              <a:ext cx="530916" cy="442253"/>
              <a:chOff x="4101194" y="2798340"/>
              <a:chExt cx="666125" cy="554882"/>
            </a:xfrm>
          </p:grpSpPr>
          <p:sp>
            <p:nvSpPr>
              <p:cNvPr id="163" name="楕円 162">
                <a:extLst>
                  <a:ext uri="{FF2B5EF4-FFF2-40B4-BE49-F238E27FC236}">
                    <a16:creationId xmlns:a16="http://schemas.microsoft.com/office/drawing/2014/main" id="{CB95585A-F423-C5B0-F559-4A1DF2A127D3}"/>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4" name="テキスト ボックス 163">
                <a:extLst>
                  <a:ext uri="{FF2B5EF4-FFF2-40B4-BE49-F238E27FC236}">
                    <a16:creationId xmlns:a16="http://schemas.microsoft.com/office/drawing/2014/main" id="{3A6234C1-05AB-3F35-3872-702A0475B7C8}"/>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91" name="グループ化 190">
            <a:extLst>
              <a:ext uri="{FF2B5EF4-FFF2-40B4-BE49-F238E27FC236}">
                <a16:creationId xmlns:a16="http://schemas.microsoft.com/office/drawing/2014/main" id="{CEAD4A57-9330-384B-1AAA-726B863F1512}"/>
              </a:ext>
            </a:extLst>
          </p:cNvPr>
          <p:cNvGrpSpPr/>
          <p:nvPr/>
        </p:nvGrpSpPr>
        <p:grpSpPr>
          <a:xfrm>
            <a:off x="1227306" y="1994028"/>
            <a:ext cx="1340147" cy="4059898"/>
            <a:chOff x="1011341" y="1371728"/>
            <a:chExt cx="1340147" cy="4059898"/>
          </a:xfrm>
        </p:grpSpPr>
        <p:pic>
          <p:nvPicPr>
            <p:cNvPr id="175" name="図 174">
              <a:extLst>
                <a:ext uri="{FF2B5EF4-FFF2-40B4-BE49-F238E27FC236}">
                  <a16:creationId xmlns:a16="http://schemas.microsoft.com/office/drawing/2014/main" id="{B9C63315-C4F0-614C-2705-1D4E5772E18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1230828" y="2118778"/>
              <a:ext cx="1099221" cy="1076252"/>
            </a:xfrm>
            <a:prstGeom prst="rect">
              <a:avLst/>
            </a:prstGeom>
          </p:spPr>
        </p:pic>
        <p:pic>
          <p:nvPicPr>
            <p:cNvPr id="177" name="図 176">
              <a:extLst>
                <a:ext uri="{FF2B5EF4-FFF2-40B4-BE49-F238E27FC236}">
                  <a16:creationId xmlns:a16="http://schemas.microsoft.com/office/drawing/2014/main" id="{35F46F47-8F30-9C1C-2959-840D278D4BF5}"/>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1243333" y="4360346"/>
              <a:ext cx="1074210" cy="1071280"/>
            </a:xfrm>
            <a:prstGeom prst="rect">
              <a:avLst/>
            </a:prstGeom>
          </p:spPr>
        </p:pic>
        <p:pic>
          <p:nvPicPr>
            <p:cNvPr id="179" name="図 178">
              <a:extLst>
                <a:ext uri="{FF2B5EF4-FFF2-40B4-BE49-F238E27FC236}">
                  <a16:creationId xmlns:a16="http://schemas.microsoft.com/office/drawing/2014/main" id="{652F2C86-AF85-1A55-CDF0-FE94A2D40BBE}"/>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1209389" y="3218571"/>
              <a:ext cx="1142099" cy="1118234"/>
            </a:xfrm>
            <a:prstGeom prst="rect">
              <a:avLst/>
            </a:prstGeom>
          </p:spPr>
        </p:pic>
        <p:pic>
          <p:nvPicPr>
            <p:cNvPr id="26" name="図 25">
              <a:extLst>
                <a:ext uri="{FF2B5EF4-FFF2-40B4-BE49-F238E27FC236}">
                  <a16:creationId xmlns:a16="http://schemas.microsoft.com/office/drawing/2014/main" id="{FF874C9D-C3B5-078A-7E26-223C1710778B}"/>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365449" y="1371728"/>
              <a:ext cx="839911" cy="839911"/>
            </a:xfrm>
            <a:prstGeom prst="rect">
              <a:avLst/>
            </a:prstGeom>
          </p:spPr>
        </p:pic>
        <p:pic>
          <p:nvPicPr>
            <p:cNvPr id="113" name="図 112">
              <a:extLst>
                <a:ext uri="{FF2B5EF4-FFF2-40B4-BE49-F238E27FC236}">
                  <a16:creationId xmlns:a16="http://schemas.microsoft.com/office/drawing/2014/main" id="{E6B7A558-1772-D503-02E8-1B87A9EC4481}"/>
                </a:ext>
              </a:extLst>
            </p:cNvPr>
            <p:cNvPicPr>
              <a:picLocks noChangeAspect="1"/>
            </p:cNvPicPr>
            <p:nvPr/>
          </p:nvPicPr>
          <p:blipFill>
            <a:blip r:embed="rId13">
              <a:grayscl/>
              <a:extLst>
                <a:ext uri="{28A0092B-C50C-407E-A947-70E740481C1C}">
                  <a14:useLocalDpi xmlns:a14="http://schemas.microsoft.com/office/drawing/2010/main" val="0"/>
                </a:ext>
              </a:extLst>
            </a:blip>
            <a:stretch>
              <a:fillRect/>
            </a:stretch>
          </p:blipFill>
          <p:spPr>
            <a:xfrm>
              <a:off x="1523522" y="4647975"/>
              <a:ext cx="522951" cy="522951"/>
            </a:xfrm>
            <a:prstGeom prst="rect">
              <a:avLst/>
            </a:prstGeom>
          </p:spPr>
        </p:pic>
        <p:pic>
          <p:nvPicPr>
            <p:cNvPr id="152" name="図 151">
              <a:extLst>
                <a:ext uri="{FF2B5EF4-FFF2-40B4-BE49-F238E27FC236}">
                  <a16:creationId xmlns:a16="http://schemas.microsoft.com/office/drawing/2014/main" id="{A8F7601A-E08C-A002-B73A-89DE0A5EBD0E}"/>
                </a:ext>
              </a:extLst>
            </p:cNvPr>
            <p:cNvPicPr>
              <a:picLocks noChangeAspect="1"/>
            </p:cNvPicPr>
            <p:nvPr/>
          </p:nvPicPr>
          <p:blipFill>
            <a:blip r:embed="rId14">
              <a:lum bright="70000" contrast="-70000"/>
              <a:extLst>
                <a:ext uri="{28A0092B-C50C-407E-A947-70E740481C1C}">
                  <a14:useLocalDpi xmlns:a14="http://schemas.microsoft.com/office/drawing/2010/main" val="0"/>
                </a:ext>
              </a:extLst>
            </a:blip>
            <a:stretch>
              <a:fillRect/>
            </a:stretch>
          </p:blipFill>
          <p:spPr>
            <a:xfrm>
              <a:off x="1514559" y="2379211"/>
              <a:ext cx="531758" cy="531758"/>
            </a:xfrm>
            <a:prstGeom prst="rect">
              <a:avLst/>
            </a:prstGeom>
          </p:spPr>
        </p:pic>
        <p:pic>
          <p:nvPicPr>
            <p:cNvPr id="154" name="図 153">
              <a:extLst>
                <a:ext uri="{FF2B5EF4-FFF2-40B4-BE49-F238E27FC236}">
                  <a16:creationId xmlns:a16="http://schemas.microsoft.com/office/drawing/2014/main" id="{411D3117-5162-3D9B-62B0-EEED36FCE243}"/>
                </a:ext>
              </a:extLst>
            </p:cNvPr>
            <p:cNvPicPr>
              <a:picLocks noChangeAspect="1"/>
            </p:cNvPicPr>
            <p:nvPr/>
          </p:nvPicPr>
          <p:blipFill>
            <a:blip r:embed="rId15">
              <a:lum bright="70000" contrast="-70000"/>
              <a:extLst>
                <a:ext uri="{28A0092B-C50C-407E-A947-70E740481C1C}">
                  <a14:useLocalDpi xmlns:a14="http://schemas.microsoft.com/office/drawing/2010/main" val="0"/>
                </a:ext>
              </a:extLst>
            </a:blip>
            <a:stretch>
              <a:fillRect/>
            </a:stretch>
          </p:blipFill>
          <p:spPr>
            <a:xfrm>
              <a:off x="1537673" y="3495283"/>
              <a:ext cx="526563" cy="526563"/>
            </a:xfrm>
            <a:prstGeom prst="rect">
              <a:avLst/>
            </a:prstGeom>
          </p:spPr>
        </p:pic>
        <p:grpSp>
          <p:nvGrpSpPr>
            <p:cNvPr id="182" name="グループ化 181">
              <a:extLst>
                <a:ext uri="{FF2B5EF4-FFF2-40B4-BE49-F238E27FC236}">
                  <a16:creationId xmlns:a16="http://schemas.microsoft.com/office/drawing/2014/main" id="{7FE6E75F-A50A-C2CE-848F-600F9FAA0974}"/>
                </a:ext>
              </a:extLst>
            </p:cNvPr>
            <p:cNvGrpSpPr/>
            <p:nvPr/>
          </p:nvGrpSpPr>
          <p:grpSpPr>
            <a:xfrm>
              <a:off x="1049151" y="2679936"/>
              <a:ext cx="442253" cy="442253"/>
              <a:chOff x="4148632" y="2798340"/>
              <a:chExt cx="554882" cy="554882"/>
            </a:xfrm>
          </p:grpSpPr>
          <p:sp>
            <p:nvSpPr>
              <p:cNvPr id="183" name="楕円 182">
                <a:extLst>
                  <a:ext uri="{FF2B5EF4-FFF2-40B4-BE49-F238E27FC236}">
                    <a16:creationId xmlns:a16="http://schemas.microsoft.com/office/drawing/2014/main" id="{04B1D6F6-FD99-F2E2-F56E-1A37A19F04A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4" name="テキスト ボックス 183">
                <a:extLst>
                  <a:ext uri="{FF2B5EF4-FFF2-40B4-BE49-F238E27FC236}">
                    <a16:creationId xmlns:a16="http://schemas.microsoft.com/office/drawing/2014/main" id="{FC28C460-0371-63BC-ECC0-D91816D9AA5D}"/>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5" name="グループ化 184">
              <a:extLst>
                <a:ext uri="{FF2B5EF4-FFF2-40B4-BE49-F238E27FC236}">
                  <a16:creationId xmlns:a16="http://schemas.microsoft.com/office/drawing/2014/main" id="{47B18C7F-AF34-A069-7E5E-267CF5AB6D17}"/>
                </a:ext>
              </a:extLst>
            </p:cNvPr>
            <p:cNvGrpSpPr/>
            <p:nvPr/>
          </p:nvGrpSpPr>
          <p:grpSpPr>
            <a:xfrm>
              <a:off x="1011341" y="3794885"/>
              <a:ext cx="530916" cy="442253"/>
              <a:chOff x="4101194" y="2798340"/>
              <a:chExt cx="666125" cy="554882"/>
            </a:xfrm>
          </p:grpSpPr>
          <p:sp>
            <p:nvSpPr>
              <p:cNvPr id="186" name="楕円 185">
                <a:extLst>
                  <a:ext uri="{FF2B5EF4-FFF2-40B4-BE49-F238E27FC236}">
                    <a16:creationId xmlns:a16="http://schemas.microsoft.com/office/drawing/2014/main" id="{2170F76C-9EC7-57E2-24CD-129B28834FF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7" name="テキスト ボックス 186">
                <a:extLst>
                  <a:ext uri="{FF2B5EF4-FFF2-40B4-BE49-F238E27FC236}">
                    <a16:creationId xmlns:a16="http://schemas.microsoft.com/office/drawing/2014/main" id="{E354A29B-81A3-18AE-5BB1-25BDB47EB68A}"/>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8" name="グループ化 187">
              <a:extLst>
                <a:ext uri="{FF2B5EF4-FFF2-40B4-BE49-F238E27FC236}">
                  <a16:creationId xmlns:a16="http://schemas.microsoft.com/office/drawing/2014/main" id="{A2B6010B-498F-6D95-25E7-9EBB23936F60}"/>
                </a:ext>
              </a:extLst>
            </p:cNvPr>
            <p:cNvGrpSpPr/>
            <p:nvPr/>
          </p:nvGrpSpPr>
          <p:grpSpPr>
            <a:xfrm>
              <a:off x="1049151" y="4909833"/>
              <a:ext cx="442253" cy="442253"/>
              <a:chOff x="4148632" y="2798340"/>
              <a:chExt cx="554882" cy="554882"/>
            </a:xfrm>
          </p:grpSpPr>
          <p:sp>
            <p:nvSpPr>
              <p:cNvPr id="189" name="楕円 188">
                <a:extLst>
                  <a:ext uri="{FF2B5EF4-FFF2-40B4-BE49-F238E27FC236}">
                    <a16:creationId xmlns:a16="http://schemas.microsoft.com/office/drawing/2014/main" id="{42DD53DD-6C1A-6161-C9FE-0416136B4D8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90" name="テキスト ボックス 189">
                <a:extLst>
                  <a:ext uri="{FF2B5EF4-FFF2-40B4-BE49-F238E27FC236}">
                    <a16:creationId xmlns:a16="http://schemas.microsoft.com/office/drawing/2014/main" id="{4F8E1FCC-D37E-46E6-2860-3DE154439EE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21" name="図 20">
            <a:extLst>
              <a:ext uri="{FF2B5EF4-FFF2-40B4-BE49-F238E27FC236}">
                <a16:creationId xmlns:a16="http://schemas.microsoft.com/office/drawing/2014/main" id="{34E31834-6028-3316-8594-8B30C15044C7}"/>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9432695" y="4146185"/>
            <a:ext cx="532696" cy="532696"/>
          </a:xfrm>
          <a:prstGeom prst="rect">
            <a:avLst/>
          </a:prstGeom>
        </p:spPr>
      </p:pic>
      <p:pic>
        <p:nvPicPr>
          <p:cNvPr id="23" name="図 22">
            <a:extLst>
              <a:ext uri="{FF2B5EF4-FFF2-40B4-BE49-F238E27FC236}">
                <a16:creationId xmlns:a16="http://schemas.microsoft.com/office/drawing/2014/main" id="{E2BB1D06-270E-6486-9402-D0E715FAF9EC}"/>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8206056" y="4108861"/>
            <a:ext cx="532696" cy="518967"/>
          </a:xfrm>
          <a:prstGeom prst="rect">
            <a:avLst/>
          </a:prstGeom>
        </p:spPr>
      </p:pic>
      <p:pic>
        <p:nvPicPr>
          <p:cNvPr id="22" name="図 21">
            <a:extLst>
              <a:ext uri="{FF2B5EF4-FFF2-40B4-BE49-F238E27FC236}">
                <a16:creationId xmlns:a16="http://schemas.microsoft.com/office/drawing/2014/main" id="{E62B9A42-073B-33C7-A388-757AD4A8A2A8}"/>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27" name="図 26">
            <a:extLst>
              <a:ext uri="{FF2B5EF4-FFF2-40B4-BE49-F238E27FC236}">
                <a16:creationId xmlns:a16="http://schemas.microsoft.com/office/drawing/2014/main" id="{F4852AD5-4830-1F25-677E-86EC835A1ACD}"/>
              </a:ext>
            </a:extLst>
          </p:cNvPr>
          <p:cNvPicPr>
            <a:picLocks noChangeAspect="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29" name="図 28">
            <a:extLst>
              <a:ext uri="{FF2B5EF4-FFF2-40B4-BE49-F238E27FC236}">
                <a16:creationId xmlns:a16="http://schemas.microsoft.com/office/drawing/2014/main" id="{974C3E08-6554-B67F-9B1A-569421944C91}"/>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31" name="図 30">
            <a:extLst>
              <a:ext uri="{FF2B5EF4-FFF2-40B4-BE49-F238E27FC236}">
                <a16:creationId xmlns:a16="http://schemas.microsoft.com/office/drawing/2014/main" id="{5DD66197-8BEC-391C-A528-51556FB1E99B}"/>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33" name="テキスト ボックス 32">
            <a:extLst>
              <a:ext uri="{FF2B5EF4-FFF2-40B4-BE49-F238E27FC236}">
                <a16:creationId xmlns:a16="http://schemas.microsoft.com/office/drawing/2014/main" id="{19C21DC5-956F-00BD-3BC7-271D0E5560E9}"/>
              </a:ext>
            </a:extLst>
          </p:cNvPr>
          <p:cNvSpPr txBox="1"/>
          <p:nvPr/>
        </p:nvSpPr>
        <p:spPr>
          <a:xfrm>
            <a:off x="8662964" y="4210504"/>
            <a:ext cx="646331" cy="369332"/>
          </a:xfrm>
          <a:prstGeom prst="rect">
            <a:avLst/>
          </a:prstGeom>
          <a:noFill/>
        </p:spPr>
        <p:txBody>
          <a:bodyPr wrap="none" rtlCol="0">
            <a:spAutoFit/>
          </a:bodyPr>
          <a:lstStyle/>
          <a:p>
            <a:r>
              <a:rPr lang="en-US" altLang="ja-JP">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42005A88-752D-F34F-B597-C60D71187CBE}"/>
              </a:ext>
            </a:extLst>
          </p:cNvPr>
          <p:cNvSpPr txBox="1"/>
          <p:nvPr/>
        </p:nvSpPr>
        <p:spPr>
          <a:xfrm>
            <a:off x="9948810" y="4210504"/>
            <a:ext cx="646331" cy="369332"/>
          </a:xfrm>
          <a:prstGeom prst="rect">
            <a:avLst/>
          </a:prstGeom>
          <a:noFill/>
        </p:spPr>
        <p:txBody>
          <a:bodyPr wrap="none" rtlCol="0">
            <a:spAutoFit/>
          </a:bodyPr>
          <a:lstStyle/>
          <a:p>
            <a:r>
              <a:rPr lang="en-US" altLang="ja-JP">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60A162EA-A27D-7465-5DCF-D74D129096EB}"/>
              </a:ext>
            </a:extLst>
          </p:cNvPr>
          <p:cNvSpPr txBox="1"/>
          <p:nvPr/>
        </p:nvSpPr>
        <p:spPr>
          <a:xfrm>
            <a:off x="8851277" y="3202316"/>
            <a:ext cx="1107996" cy="338554"/>
          </a:xfrm>
          <a:prstGeom prst="rect">
            <a:avLst/>
          </a:prstGeom>
          <a:noFill/>
        </p:spPr>
        <p:txBody>
          <a:bodyPr wrap="none" rtlCol="0">
            <a:spAutoFit/>
          </a:bodyPr>
          <a:lstStyle/>
          <a:p>
            <a:r>
              <a:rPr kumimoji="1" lang="en-US" altLang="ja-JP" sz="1600">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二等辺三角形 40">
            <a:extLst>
              <a:ext uri="{FF2B5EF4-FFF2-40B4-BE49-F238E27FC236}">
                <a16:creationId xmlns:a16="http://schemas.microsoft.com/office/drawing/2014/main" id="{DB33B656-71D7-55BD-9A4B-08D808C82978}"/>
              </a:ext>
            </a:extLst>
          </p:cNvPr>
          <p:cNvSpPr/>
          <p:nvPr/>
        </p:nvSpPr>
        <p:spPr>
          <a:xfrm rot="10800000">
            <a:off x="9428834" y="3617789"/>
            <a:ext cx="538679" cy="166556"/>
          </a:xfrm>
          <a:prstGeom prst="triangl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41933EAD-89F2-513B-D365-B2308DE7EB48}"/>
              </a:ext>
            </a:extLst>
          </p:cNvPr>
          <p:cNvSpPr txBox="1"/>
          <p:nvPr/>
        </p:nvSpPr>
        <p:spPr>
          <a:xfrm>
            <a:off x="8851277" y="3803393"/>
            <a:ext cx="1107996" cy="338554"/>
          </a:xfrm>
          <a:prstGeom prst="rect">
            <a:avLst/>
          </a:prstGeom>
          <a:noFill/>
        </p:spPr>
        <p:txBody>
          <a:bodyPr wrap="none" rtlCol="0">
            <a:spAutoFit/>
          </a:bodyPr>
          <a:lstStyle/>
          <a:p>
            <a:r>
              <a:rPr kumimoji="1" lang="en-US" altLang="ja-JP" sz="1600">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5" name="テキスト ボックス 44">
            <a:extLst>
              <a:ext uri="{FF2B5EF4-FFF2-40B4-BE49-F238E27FC236}">
                <a16:creationId xmlns:a16="http://schemas.microsoft.com/office/drawing/2014/main" id="{C8386963-DC71-BD6C-DC05-D4CADC46FDD8}"/>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7" name="テキスト ボックス 46">
            <a:extLst>
              <a:ext uri="{FF2B5EF4-FFF2-40B4-BE49-F238E27FC236}">
                <a16:creationId xmlns:a16="http://schemas.microsoft.com/office/drawing/2014/main" id="{EC2D69CE-2A88-E342-4A48-E11DFFDEA94A}"/>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9" name="テキスト ボックス 48">
            <a:extLst>
              <a:ext uri="{FF2B5EF4-FFF2-40B4-BE49-F238E27FC236}">
                <a16:creationId xmlns:a16="http://schemas.microsoft.com/office/drawing/2014/main" id="{FCBFE65B-A42A-3A13-4BC7-18928989BBF4}"/>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テキスト ボックス 50">
            <a:extLst>
              <a:ext uri="{FF2B5EF4-FFF2-40B4-BE49-F238E27FC236}">
                <a16:creationId xmlns:a16="http://schemas.microsoft.com/office/drawing/2014/main" id="{A132311F-7682-22B2-7D6E-52830CDBBF65}"/>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7499835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765B82C-3D71-0589-CF15-412645373E7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0C1A278-90A1-23AB-CF8F-B287D5D63330}"/>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078832FA-1D6D-EB85-F6D8-5ECB17BFDF89}"/>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C1EFDA95-8060-1404-1226-F2ECD5EDECD8}"/>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3B061424-BA82-0FB7-30F0-B582C71A60D9}"/>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1DDDB10-0761-EB9C-A7A4-9C407B960303}"/>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DE020734-EEDA-7B08-E2E8-A04C9E40A2B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D5FB9625-207B-907A-1A8A-CDFAFAD46036}"/>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45F2DB89-FA49-A160-02DF-B80FC441260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7E2CCAE3-98C9-CFF1-5EB6-532A17076B7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4662CCB6-42D9-CA3B-2434-8DB8B869E81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7F812A2D-C5E3-5D44-1710-45F5DD57B4A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D3334D42-6CF1-2FF8-A1E7-4A7BEC4A620B}"/>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044E2FCE-5FC8-C713-4466-23B178455B1A}"/>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05DC43D0-DB65-D710-0D69-46F1C2CD2A7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243FDD4-065F-9080-7CD0-4CE56950F4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FF20D2EF-A76C-CF54-C2F3-7686B40ACB2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EDE327E6-98F1-6902-B6B8-025C23B3316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30D670F-5975-3BAD-7020-2EE6C39EC0AF}"/>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ABC42DF1-8039-5C63-40EC-881C32EFBAE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E533103-D634-20BA-7F75-4440192FB9D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B08AE6D-00FB-5EF0-554C-895FEB8355D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EB26052-663A-AF8C-C194-D8B9C5F8C36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9050D7D2-0185-EA45-804F-5A042E374F3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42BE2C8D-CC1A-91F6-0BE2-319C77D22F83}"/>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0D754BD6-0344-D0C1-47C4-1E510C2A1BB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8190BDE6-8DAF-E651-932D-52807EAB585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8E102B7-7D9B-716A-580C-91A036650C4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454105EA-3168-954A-726B-6BA1C1DF737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5B3086A-3786-7403-B85B-06EBB8DAD2A5}"/>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A7EDCF8A-211A-9EC2-5EBE-AED43C8CB958}"/>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2F8C0087-5144-B754-29FD-8E91EED83EFA}"/>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1C25A6E0-27EA-9E6D-9854-267A8F40F067}"/>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96391C22-367F-3A44-74E8-CABFF9EAEC4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0BDD469-AB54-1EB9-E374-3D8D7BED4389}"/>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F26FCA05-7287-2163-9105-D42333F1A5B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3489C8FD-3562-5CCD-260D-D665F64D4CF7}"/>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69A60D6D-9135-46C9-368B-7F8BC9CA286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AD1EF39-2712-F76E-AA8D-F34B2E48D0DA}"/>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9C049FA-36DF-A110-125C-B59287B6359E}"/>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A632941C-E861-A506-FC2F-FB9F0E1B9569}"/>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7507EE31-DA20-DB02-3061-95C1CDA00586}"/>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152016CA-95DF-661A-3484-72C0CF3B0BF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D2598D6-C7D4-FAA0-0513-82E296C1D49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4A636038-B201-DB9E-0454-0656998668ED}"/>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EA6ED9C-EF7D-2F49-F0BC-D92F52B31422}"/>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04179FBA-2C68-917E-7AF7-768358E6CCF6}"/>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0CD0BD3C-8A96-2C87-67E2-5698FC6B3D68}"/>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246BA99D-FAC7-97BD-A1C3-F31110CDB583}"/>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57D308F1-C034-97AC-0CCA-27D76E99BD2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877F289B-8AE6-14DF-29AF-49EDE4D17824}"/>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9963962B-B165-0D14-0A3D-6D0FAFBF8ED5}"/>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DD82E011-2379-B9D5-DD38-D09CF69004BD}"/>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B0CC81F6-A281-3C68-656A-11BBDECDC86F}"/>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2E910E65-313C-FBA3-E04A-685DF601013C}"/>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869F0BD7-2116-7994-0C63-29683DE44573}"/>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F26CCCF5-DC52-7955-971C-B7F4E3B57EA9}"/>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EFF324A3-6A74-28E7-2F11-7E2E9D43A60A}"/>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5483DF7A-DEC7-9575-C90E-3769C2798768}"/>
              </a:ext>
            </a:extLst>
          </p:cNvPr>
          <p:cNvGrpSpPr/>
          <p:nvPr/>
        </p:nvGrpSpPr>
        <p:grpSpPr>
          <a:xfrm>
            <a:off x="9732245" y="3520465"/>
            <a:ext cx="954109" cy="1465540"/>
            <a:chOff x="7715754" y="3672865"/>
            <a:chExt cx="954109" cy="1465540"/>
          </a:xfrm>
        </p:grpSpPr>
        <p:sp>
          <p:nvSpPr>
            <p:cNvPr id="10" name="テキスト ボックス 9">
              <a:extLst>
                <a:ext uri="{FF2B5EF4-FFF2-40B4-BE49-F238E27FC236}">
                  <a16:creationId xmlns:a16="http://schemas.microsoft.com/office/drawing/2014/main" id="{01BFDACF-991D-D24F-AED1-095EC1E157DF}"/>
                </a:ext>
              </a:extLst>
            </p:cNvPr>
            <p:cNvSpPr txBox="1"/>
            <p:nvPr/>
          </p:nvSpPr>
          <p:spPr>
            <a:xfrm>
              <a:off x="7715756" y="3672865"/>
              <a:ext cx="954107" cy="400110"/>
            </a:xfrm>
            <a:prstGeom prst="rect">
              <a:avLst/>
            </a:prstGeom>
            <a:noFill/>
          </p:spPr>
          <p:txBody>
            <a:bodyPr wrap="none" rtlCol="0">
              <a:spAutoFit/>
            </a:bodyPr>
            <a:lstStyle/>
            <a:p>
              <a:pPr algn="ctr"/>
              <a:r>
                <a:rPr lang="ja-JP" altLang="en-US" sz="2000">
                  <a:solidFill>
                    <a:schemeClr val="tx1">
                      <a:lumMod val="75000"/>
                      <a:lumOff val="25000"/>
                    </a:schemeClr>
                  </a:solidFill>
                  <a:latin typeface="原稿用標準書体" panose="03000503000000000000" pitchFamily="66" charset="-128"/>
                  <a:ea typeface="原稿用標準書体" panose="03000503000000000000" pitchFamily="66" charset="-128"/>
                </a:rPr>
                <a:t>難易度</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7AAA0641-EEFC-1510-E189-0D248E97C858}"/>
                </a:ext>
              </a:extLst>
            </p:cNvPr>
            <p:cNvSpPr txBox="1"/>
            <p:nvPr/>
          </p:nvSpPr>
          <p:spPr>
            <a:xfrm>
              <a:off x="7715754" y="4122742"/>
              <a:ext cx="954107" cy="1015663"/>
            </a:xfrm>
            <a:prstGeom prst="rect">
              <a:avLst/>
            </a:prstGeom>
            <a:noFill/>
          </p:spPr>
          <p:txBody>
            <a:bodyPr wrap="none" rtlCol="0">
              <a:spAutoFit/>
            </a:bodyPr>
            <a:lstStyle/>
            <a:p>
              <a:pPr algn="ctr"/>
              <a:r>
                <a:rPr lang="ja-JP" altLang="en-US" sz="6000">
                  <a:solidFill>
                    <a:schemeClr val="tx1">
                      <a:lumMod val="75000"/>
                      <a:lumOff val="25000"/>
                    </a:schemeClr>
                  </a:solidFill>
                  <a:latin typeface="原稿用標準書体" panose="03000503000000000000" pitchFamily="66" charset="-128"/>
                  <a:ea typeface="原稿用標準書体" panose="03000503000000000000" pitchFamily="66" charset="-128"/>
                </a:rPr>
                <a:t>高</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3" name="グループ化 2">
            <a:extLst>
              <a:ext uri="{FF2B5EF4-FFF2-40B4-BE49-F238E27FC236}">
                <a16:creationId xmlns:a16="http://schemas.microsoft.com/office/drawing/2014/main" id="{871C7706-D634-9FE4-16CA-9F6F78CF96E7}"/>
              </a:ext>
            </a:extLst>
          </p:cNvPr>
          <p:cNvGrpSpPr/>
          <p:nvPr/>
        </p:nvGrpSpPr>
        <p:grpSpPr>
          <a:xfrm>
            <a:off x="6847854" y="5498744"/>
            <a:ext cx="4556517" cy="732910"/>
            <a:chOff x="6847854" y="5498744"/>
            <a:chExt cx="4556517" cy="732910"/>
          </a:xfrm>
        </p:grpSpPr>
        <p:sp>
          <p:nvSpPr>
            <p:cNvPr id="4" name="矢印: 五方向 3">
              <a:extLst>
                <a:ext uri="{FF2B5EF4-FFF2-40B4-BE49-F238E27FC236}">
                  <a16:creationId xmlns:a16="http://schemas.microsoft.com/office/drawing/2014/main" id="{48176EA9-EAD4-1E24-B4A4-8A555B990FDC}"/>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 name="矢印: 五方向 6">
              <a:extLst>
                <a:ext uri="{FF2B5EF4-FFF2-40B4-BE49-F238E27FC236}">
                  <a16:creationId xmlns:a16="http://schemas.microsoft.com/office/drawing/2014/main" id="{41FB8D41-AE2F-3D15-E3C9-B36ABEAAC981}"/>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15C38519-A51D-CDB0-32BF-905859E57821}"/>
                </a:ext>
              </a:extLst>
            </p:cNvPr>
            <p:cNvGrpSpPr/>
            <p:nvPr/>
          </p:nvGrpSpPr>
          <p:grpSpPr>
            <a:xfrm>
              <a:off x="6901145" y="5498744"/>
              <a:ext cx="1645326" cy="732910"/>
              <a:chOff x="163586" y="134635"/>
              <a:chExt cx="3134182" cy="1396119"/>
            </a:xfrm>
          </p:grpSpPr>
          <p:sp>
            <p:nvSpPr>
              <p:cNvPr id="24" name="テキスト ボックス 23">
                <a:extLst>
                  <a:ext uri="{FF2B5EF4-FFF2-40B4-BE49-F238E27FC236}">
                    <a16:creationId xmlns:a16="http://schemas.microsoft.com/office/drawing/2014/main" id="{662700C5-2AFE-A9DD-085C-E8962FC5352C}"/>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7" name="グループ化 26">
                <a:extLst>
                  <a:ext uri="{FF2B5EF4-FFF2-40B4-BE49-F238E27FC236}">
                    <a16:creationId xmlns:a16="http://schemas.microsoft.com/office/drawing/2014/main" id="{00AEB83D-82AE-ECA0-B0A4-442AC5BAE557}"/>
                  </a:ext>
                </a:extLst>
              </p:cNvPr>
              <p:cNvGrpSpPr/>
              <p:nvPr/>
            </p:nvGrpSpPr>
            <p:grpSpPr>
              <a:xfrm>
                <a:off x="163586" y="134635"/>
                <a:ext cx="1975684" cy="1396119"/>
                <a:chOff x="163586" y="134635"/>
                <a:chExt cx="1975684" cy="1396119"/>
              </a:xfrm>
            </p:grpSpPr>
            <p:grpSp>
              <p:nvGrpSpPr>
                <p:cNvPr id="38" name="グループ化 37">
                  <a:extLst>
                    <a:ext uri="{FF2B5EF4-FFF2-40B4-BE49-F238E27FC236}">
                      <a16:creationId xmlns:a16="http://schemas.microsoft.com/office/drawing/2014/main" id="{4577EBC9-75E4-797C-B206-77CB1F7CC9BF}"/>
                    </a:ext>
                  </a:extLst>
                </p:cNvPr>
                <p:cNvGrpSpPr/>
                <p:nvPr/>
              </p:nvGrpSpPr>
              <p:grpSpPr>
                <a:xfrm>
                  <a:off x="163586" y="134635"/>
                  <a:ext cx="1975684" cy="1396119"/>
                  <a:chOff x="163586" y="134635"/>
                  <a:chExt cx="1975684" cy="1396119"/>
                </a:xfrm>
              </p:grpSpPr>
              <p:pic>
                <p:nvPicPr>
                  <p:cNvPr id="41" name="図 40">
                    <a:extLst>
                      <a:ext uri="{FF2B5EF4-FFF2-40B4-BE49-F238E27FC236}">
                        <a16:creationId xmlns:a16="http://schemas.microsoft.com/office/drawing/2014/main" id="{08E0DFCA-C9D2-C528-BBD7-4BAB171DA2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42" name="楕円 41">
                    <a:extLst>
                      <a:ext uri="{FF2B5EF4-FFF2-40B4-BE49-F238E27FC236}">
                        <a16:creationId xmlns:a16="http://schemas.microsoft.com/office/drawing/2014/main" id="{1DC9DFAB-39C3-1EAF-67A1-627357D56408}"/>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40" name="図 39">
                  <a:extLst>
                    <a:ext uri="{FF2B5EF4-FFF2-40B4-BE49-F238E27FC236}">
                      <a16:creationId xmlns:a16="http://schemas.microsoft.com/office/drawing/2014/main" id="{9FFAB4EE-D14C-E7A6-F7BC-228F4AF5F0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7" name="テキスト ボックス 16">
              <a:extLst>
                <a:ext uri="{FF2B5EF4-FFF2-40B4-BE49-F238E27FC236}">
                  <a16:creationId xmlns:a16="http://schemas.microsoft.com/office/drawing/2014/main" id="{955FF46F-241D-FDE3-5519-B9C2D0ECD3D1}"/>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8" name="二等辺三角形 17">
              <a:extLst>
                <a:ext uri="{FF2B5EF4-FFF2-40B4-BE49-F238E27FC236}">
                  <a16:creationId xmlns:a16="http://schemas.microsoft.com/office/drawing/2014/main" id="{F59D751D-92D9-B553-E6DE-F0B6ADA20981}"/>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8143005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2CD09C59-84B7-86C8-D503-0558A0C9801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7432EF9A-704E-507E-2A03-38871F84A64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DF7E425-A61E-B188-0CD3-2D5066630228}"/>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CCAE6506-47E9-7657-6402-DC0B638E96F2}"/>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CB2825D0-BE86-FC92-9A80-8D19CB0742DD}"/>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89D85D82-F9EB-49C2-E665-1CDDE116BD6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0B0816A-4FCE-A0ED-26D5-7A22EB6132C8}"/>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9EA432F4-A976-5DB7-EC60-4DF58B3E72D9}"/>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E5CE8CF3-7A67-AD16-83F2-360E28CDA22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931E4403-4FFE-3287-A52C-575F5BC3086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3FF42B67-DE5D-1072-5465-19DECB6EB6D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0B5F842F-D25B-2AB1-7CB8-35531A85FC7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888D2E17-5505-D948-DC93-818B5DEA2FE5}"/>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4B9A2F7D-5904-3E59-73F0-825C92A77A71}"/>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9F465D3-2794-94C9-2FCA-6CFE219E243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BCE343C-3BC4-B464-8D73-D2E94785F58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4D84A9B-8B3E-5F39-5D11-5E23F35D364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53C9577-4F93-EFB0-F7F7-FB0270F4715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EF309898-EE2B-CE51-7742-F7C2844E5045}"/>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B4C02521-71D6-7544-37C4-F3F01F4C62C2}"/>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C60F2B65-5711-186F-3744-FD8875EFD51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49E8F2A-7B38-4034-B4B6-6E1D5A48629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A125A50F-18B6-4E70-B48E-A287D72FE21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FA70F61-4155-5F14-3893-0C0D91C6C70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1A7B5576-B515-88D3-15FD-CCB02ABC3BBC}"/>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1F59C638-0039-7D36-0AC8-A4C816D0C98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B09306A5-21EB-B181-0342-6A621FE9DE4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3443684E-C093-7E4A-E995-30DF6E29A35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171248E-3224-524E-EB37-D0AB7D9AFD5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FB491D07-992F-532F-D0D5-E35856E70E22}"/>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C8D13D0-5BF5-2C06-94E4-87680A121D8D}"/>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4105A101-938F-A939-C8DB-65AF1FE3CBAB}"/>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5D055E5B-B9E9-329A-E83C-F88936A0E80E}"/>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5B5C9A4-0134-66FD-581C-D8AF2A7497E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E58CAE20-5FB3-6719-4AFD-30E44384DDEA}"/>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9C1AFB12-6D3E-30F1-F80C-A745F0C60FE2}"/>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997E0BF-B804-9124-717C-3D1CF93C5F8B}"/>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AE59157D-8340-B746-3FC6-D22684285F88}"/>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9CA626FD-DF04-B3DD-2787-7CEC9DD41D53}"/>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C20D6055-3AA3-598A-F0E8-78AA1CF71BFF}"/>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23C7F7F9-C011-1C2E-B589-542B353764F8}"/>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66EFF085-F2EF-2108-6518-FD3584AE03E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E90DC12C-4800-E5F1-84B9-6DA1626D17D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DBCCEC68-3B0E-83EE-77BD-0FCF9CDF1D3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BC4195F6-C47B-5165-E319-0E80A3041274}"/>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7E39FEC6-00EF-CE4E-EE4F-59122D3ACE53}"/>
              </a:ext>
            </a:extLst>
          </p:cNvPr>
          <p:cNvGrpSpPr/>
          <p:nvPr/>
        </p:nvGrpSpPr>
        <p:grpSpPr>
          <a:xfrm>
            <a:off x="895727" y="4764316"/>
            <a:ext cx="4637565" cy="400110"/>
            <a:chOff x="1039849" y="2766548"/>
            <a:chExt cx="4637565" cy="400110"/>
          </a:xfrm>
        </p:grpSpPr>
        <p:sp>
          <p:nvSpPr>
            <p:cNvPr id="67" name="テキスト ボックス 66">
              <a:extLst>
                <a:ext uri="{FF2B5EF4-FFF2-40B4-BE49-F238E27FC236}">
                  <a16:creationId xmlns:a16="http://schemas.microsoft.com/office/drawing/2014/main" id="{98DDA8A1-8DEC-84B2-18D3-B15F9A600DB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1F94A5AD-2362-5C59-52F0-1B3B9F6AB2CB}"/>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7D48EBCE-39CD-C74F-52D8-B1C4D86B7D5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9F1A53BC-C1F1-183D-BEF0-F8E7F68EE018}"/>
                </a:ext>
              </a:extLst>
            </p:cNvPr>
            <p:cNvSpPr txBox="1"/>
            <p:nvPr/>
          </p:nvSpPr>
          <p:spPr>
            <a:xfrm>
              <a:off x="5492683"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 name="四角形: 角を丸くする 6">
            <a:extLst>
              <a:ext uri="{FF2B5EF4-FFF2-40B4-BE49-F238E27FC236}">
                <a16:creationId xmlns:a16="http://schemas.microsoft.com/office/drawing/2014/main" id="{B6DAC5BB-F124-ABE1-2227-6C3876EE8788}"/>
              </a:ext>
            </a:extLst>
          </p:cNvPr>
          <p:cNvSpPr/>
          <p:nvPr/>
        </p:nvSpPr>
        <p:spPr>
          <a:xfrm>
            <a:off x="7078828" y="1383963"/>
            <a:ext cx="3995040" cy="161941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E162758C-6EB0-F85B-B2DE-CB67FAD56A0C}"/>
              </a:ext>
            </a:extLst>
          </p:cNvPr>
          <p:cNvSpPr/>
          <p:nvPr/>
        </p:nvSpPr>
        <p:spPr>
          <a:xfrm>
            <a:off x="7150516" y="3173416"/>
            <a:ext cx="815234" cy="794299"/>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四角形: 角を丸くする 39">
            <a:extLst>
              <a:ext uri="{FF2B5EF4-FFF2-40B4-BE49-F238E27FC236}">
                <a16:creationId xmlns:a16="http://schemas.microsoft.com/office/drawing/2014/main" id="{1FAFBDF5-3740-A93E-9C65-2A7E311311DB}"/>
              </a:ext>
            </a:extLst>
          </p:cNvPr>
          <p:cNvSpPr/>
          <p:nvPr/>
        </p:nvSpPr>
        <p:spPr>
          <a:xfrm>
            <a:off x="8161272"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四角形: 角を丸くする 110">
            <a:extLst>
              <a:ext uri="{FF2B5EF4-FFF2-40B4-BE49-F238E27FC236}">
                <a16:creationId xmlns:a16="http://schemas.microsoft.com/office/drawing/2014/main" id="{3F5FEA9C-EBD0-A2F8-5958-7BC8BAEBCBDA}"/>
              </a:ext>
            </a:extLst>
          </p:cNvPr>
          <p:cNvSpPr/>
          <p:nvPr/>
        </p:nvSpPr>
        <p:spPr>
          <a:xfrm>
            <a:off x="9172028"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四角形: 角を丸くする 113">
            <a:extLst>
              <a:ext uri="{FF2B5EF4-FFF2-40B4-BE49-F238E27FC236}">
                <a16:creationId xmlns:a16="http://schemas.microsoft.com/office/drawing/2014/main" id="{485F634C-262B-6B36-7D55-B24630862709}"/>
              </a:ext>
            </a:extLst>
          </p:cNvPr>
          <p:cNvSpPr/>
          <p:nvPr/>
        </p:nvSpPr>
        <p:spPr>
          <a:xfrm>
            <a:off x="10182784"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二等辺三角形 115">
            <a:extLst>
              <a:ext uri="{FF2B5EF4-FFF2-40B4-BE49-F238E27FC236}">
                <a16:creationId xmlns:a16="http://schemas.microsoft.com/office/drawing/2014/main" id="{EDE2627F-2263-F9A1-FFAB-ED593FD69D4A}"/>
              </a:ext>
            </a:extLst>
          </p:cNvPr>
          <p:cNvSpPr/>
          <p:nvPr/>
        </p:nvSpPr>
        <p:spPr>
          <a:xfrm>
            <a:off x="7349615" y="3911732"/>
            <a:ext cx="450025" cy="26340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四角形: 角を丸くする 117">
            <a:extLst>
              <a:ext uri="{FF2B5EF4-FFF2-40B4-BE49-F238E27FC236}">
                <a16:creationId xmlns:a16="http://schemas.microsoft.com/office/drawing/2014/main" id="{035FF6EA-4129-D2C6-CD58-67355CF26E75}"/>
              </a:ext>
            </a:extLst>
          </p:cNvPr>
          <p:cNvSpPr/>
          <p:nvPr/>
        </p:nvSpPr>
        <p:spPr>
          <a:xfrm>
            <a:off x="7150516" y="4283839"/>
            <a:ext cx="815234" cy="794299"/>
          </a:xfrm>
          <a:prstGeom prst="roundRect">
            <a:avLst>
              <a:gd name="adj" fmla="val 6896"/>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四角形: 角を丸くする 120">
            <a:extLst>
              <a:ext uri="{FF2B5EF4-FFF2-40B4-BE49-F238E27FC236}">
                <a16:creationId xmlns:a16="http://schemas.microsoft.com/office/drawing/2014/main" id="{60C9B998-5BA0-7FA5-1512-9CB212740A24}"/>
              </a:ext>
            </a:extLst>
          </p:cNvPr>
          <p:cNvSpPr/>
          <p:nvPr/>
        </p:nvSpPr>
        <p:spPr>
          <a:xfrm>
            <a:off x="8161272" y="4283839"/>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7914ACD0-E12F-0CA6-620E-5ACD55FAA50C}"/>
              </a:ext>
            </a:extLst>
          </p:cNvPr>
          <p:cNvSpPr/>
          <p:nvPr/>
        </p:nvSpPr>
        <p:spPr>
          <a:xfrm>
            <a:off x="9172028" y="4283839"/>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7" name="テキスト ボックス 126">
            <a:extLst>
              <a:ext uri="{FF2B5EF4-FFF2-40B4-BE49-F238E27FC236}">
                <a16:creationId xmlns:a16="http://schemas.microsoft.com/office/drawing/2014/main" id="{DC8A450B-268A-A7BE-C021-16660297016A}"/>
              </a:ext>
            </a:extLst>
          </p:cNvPr>
          <p:cNvSpPr txBox="1"/>
          <p:nvPr/>
        </p:nvSpPr>
        <p:spPr>
          <a:xfrm>
            <a:off x="7156074"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29" name="テキスト ボックス 128">
            <a:extLst>
              <a:ext uri="{FF2B5EF4-FFF2-40B4-BE49-F238E27FC236}">
                <a16:creationId xmlns:a16="http://schemas.microsoft.com/office/drawing/2014/main" id="{3B522E2D-7932-4AB0-4328-EB8F32EBFE27}"/>
              </a:ext>
            </a:extLst>
          </p:cNvPr>
          <p:cNvSpPr txBox="1"/>
          <p:nvPr/>
        </p:nvSpPr>
        <p:spPr>
          <a:xfrm>
            <a:off x="8166340"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1" name="テキスト ボックス 130">
            <a:extLst>
              <a:ext uri="{FF2B5EF4-FFF2-40B4-BE49-F238E27FC236}">
                <a16:creationId xmlns:a16="http://schemas.microsoft.com/office/drawing/2014/main" id="{FADE80EB-2BF1-CCF1-A6E9-074A6D023409}"/>
              </a:ext>
            </a:extLst>
          </p:cNvPr>
          <p:cNvSpPr txBox="1"/>
          <p:nvPr/>
        </p:nvSpPr>
        <p:spPr>
          <a:xfrm>
            <a:off x="9176606"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3" name="テキスト ボックス 132">
            <a:extLst>
              <a:ext uri="{FF2B5EF4-FFF2-40B4-BE49-F238E27FC236}">
                <a16:creationId xmlns:a16="http://schemas.microsoft.com/office/drawing/2014/main" id="{E98F54F4-EE47-0952-4771-960BE1BF7C5F}"/>
              </a:ext>
            </a:extLst>
          </p:cNvPr>
          <p:cNvSpPr txBox="1"/>
          <p:nvPr/>
        </p:nvSpPr>
        <p:spPr>
          <a:xfrm>
            <a:off x="10186873"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5" name="テキスト ボックス 134">
            <a:extLst>
              <a:ext uri="{FF2B5EF4-FFF2-40B4-BE49-F238E27FC236}">
                <a16:creationId xmlns:a16="http://schemas.microsoft.com/office/drawing/2014/main" id="{3327C1BB-CAE0-EB89-81A6-BA4D334B2CF3}"/>
              </a:ext>
            </a:extLst>
          </p:cNvPr>
          <p:cNvSpPr txBox="1"/>
          <p:nvPr/>
        </p:nvSpPr>
        <p:spPr>
          <a:xfrm>
            <a:off x="7151496"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7" name="テキスト ボックス 136">
            <a:extLst>
              <a:ext uri="{FF2B5EF4-FFF2-40B4-BE49-F238E27FC236}">
                <a16:creationId xmlns:a16="http://schemas.microsoft.com/office/drawing/2014/main" id="{57ABF863-8932-B7B1-98A0-ED529B5D7AE0}"/>
              </a:ext>
            </a:extLst>
          </p:cNvPr>
          <p:cNvSpPr txBox="1"/>
          <p:nvPr/>
        </p:nvSpPr>
        <p:spPr>
          <a:xfrm>
            <a:off x="8161762"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9" name="テキスト ボックス 138">
            <a:extLst>
              <a:ext uri="{FF2B5EF4-FFF2-40B4-BE49-F238E27FC236}">
                <a16:creationId xmlns:a16="http://schemas.microsoft.com/office/drawing/2014/main" id="{84FE999B-7728-2FA0-1F17-DEBC9B46270D}"/>
              </a:ext>
            </a:extLst>
          </p:cNvPr>
          <p:cNvSpPr txBox="1"/>
          <p:nvPr/>
        </p:nvSpPr>
        <p:spPr>
          <a:xfrm>
            <a:off x="9172028"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grpSp>
        <p:nvGrpSpPr>
          <p:cNvPr id="146" name="グループ化 145">
            <a:extLst>
              <a:ext uri="{FF2B5EF4-FFF2-40B4-BE49-F238E27FC236}">
                <a16:creationId xmlns:a16="http://schemas.microsoft.com/office/drawing/2014/main" id="{3CC25991-1789-7A46-3FFF-5959D79D9D76}"/>
              </a:ext>
            </a:extLst>
          </p:cNvPr>
          <p:cNvGrpSpPr/>
          <p:nvPr/>
        </p:nvGrpSpPr>
        <p:grpSpPr>
          <a:xfrm>
            <a:off x="9252688" y="2277737"/>
            <a:ext cx="1321756" cy="407528"/>
            <a:chOff x="9601908" y="2222597"/>
            <a:chExt cx="1321756" cy="407528"/>
          </a:xfrm>
        </p:grpSpPr>
        <p:sp>
          <p:nvSpPr>
            <p:cNvPr id="143" name="四角形: 角を丸くする 142">
              <a:extLst>
                <a:ext uri="{FF2B5EF4-FFF2-40B4-BE49-F238E27FC236}">
                  <a16:creationId xmlns:a16="http://schemas.microsoft.com/office/drawing/2014/main" id="{81CD0518-8FA2-22E2-5C06-DB8C61F7CCE0}"/>
                </a:ext>
              </a:extLst>
            </p:cNvPr>
            <p:cNvSpPr/>
            <p:nvPr/>
          </p:nvSpPr>
          <p:spPr>
            <a:xfrm>
              <a:off x="9601908" y="2222597"/>
              <a:ext cx="1321756" cy="407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45CA988-73F7-8553-CDDE-8AB0014D159F}"/>
                </a:ext>
              </a:extLst>
            </p:cNvPr>
            <p:cNvGrpSpPr/>
            <p:nvPr/>
          </p:nvGrpSpPr>
          <p:grpSpPr>
            <a:xfrm flipH="1">
              <a:off x="9680617" y="2257084"/>
              <a:ext cx="1093603" cy="338554"/>
              <a:chOff x="9754137" y="2257084"/>
              <a:chExt cx="1093603" cy="338554"/>
            </a:xfrm>
          </p:grpSpPr>
          <p:sp>
            <p:nvSpPr>
              <p:cNvPr id="144" name="二等辺三角形 143">
                <a:extLst>
                  <a:ext uri="{FF2B5EF4-FFF2-40B4-BE49-F238E27FC236}">
                    <a16:creationId xmlns:a16="http://schemas.microsoft.com/office/drawing/2014/main" id="{D9FF5CA3-0EE1-5862-7443-E98DB47018EB}"/>
                  </a:ext>
                </a:extLst>
              </p:cNvPr>
              <p:cNvSpPr/>
              <p:nvPr/>
            </p:nvSpPr>
            <p:spPr>
              <a:xfrm rot="16200000" flipH="1">
                <a:off x="9735761" y="2311513"/>
                <a:ext cx="266447" cy="229696"/>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2" name="テキスト ボックス 141">
                <a:extLst>
                  <a:ext uri="{FF2B5EF4-FFF2-40B4-BE49-F238E27FC236}">
                    <a16:creationId xmlns:a16="http://schemas.microsoft.com/office/drawing/2014/main" id="{98D781FB-2E95-1285-B518-A2BD98FA9D16}"/>
                  </a:ext>
                </a:extLst>
              </p:cNvPr>
              <p:cNvSpPr txBox="1"/>
              <p:nvPr/>
            </p:nvSpPr>
            <p:spPr>
              <a:xfrm>
                <a:off x="10047521" y="2257084"/>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詳細へ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47" name="グループ化 146">
            <a:extLst>
              <a:ext uri="{FF2B5EF4-FFF2-40B4-BE49-F238E27FC236}">
                <a16:creationId xmlns:a16="http://schemas.microsoft.com/office/drawing/2014/main" id="{3443880E-A73C-033F-4629-C0CD174DA3C6}"/>
              </a:ext>
            </a:extLst>
          </p:cNvPr>
          <p:cNvGrpSpPr/>
          <p:nvPr/>
        </p:nvGrpSpPr>
        <p:grpSpPr>
          <a:xfrm>
            <a:off x="9252688" y="1725997"/>
            <a:ext cx="1321756" cy="407528"/>
            <a:chOff x="9601908" y="2222597"/>
            <a:chExt cx="1321756" cy="407528"/>
          </a:xfrm>
        </p:grpSpPr>
        <p:sp>
          <p:nvSpPr>
            <p:cNvPr id="148" name="四角形: 角を丸くする 147">
              <a:extLst>
                <a:ext uri="{FF2B5EF4-FFF2-40B4-BE49-F238E27FC236}">
                  <a16:creationId xmlns:a16="http://schemas.microsoft.com/office/drawing/2014/main" id="{F6EA6874-0742-3114-FADA-9AE37F58A137}"/>
                </a:ext>
              </a:extLst>
            </p:cNvPr>
            <p:cNvSpPr/>
            <p:nvPr/>
          </p:nvSpPr>
          <p:spPr>
            <a:xfrm>
              <a:off x="9601908" y="2222597"/>
              <a:ext cx="1321756" cy="407528"/>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1" name="テキスト ボックス 150">
              <a:extLst>
                <a:ext uri="{FF2B5EF4-FFF2-40B4-BE49-F238E27FC236}">
                  <a16:creationId xmlns:a16="http://schemas.microsoft.com/office/drawing/2014/main" id="{B0AE009D-0D4C-7186-4FB3-1DF2AF77E1FD}"/>
                </a:ext>
              </a:extLst>
            </p:cNvPr>
            <p:cNvSpPr txBox="1"/>
            <p:nvPr/>
          </p:nvSpPr>
          <p:spPr>
            <a:xfrm flipH="1">
              <a:off x="9965269" y="2257084"/>
              <a:ext cx="595035"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6" name="グループ化 155">
            <a:extLst>
              <a:ext uri="{FF2B5EF4-FFF2-40B4-BE49-F238E27FC236}">
                <a16:creationId xmlns:a16="http://schemas.microsoft.com/office/drawing/2014/main" id="{DAA9776F-21B0-59FD-D936-6876EC501170}"/>
              </a:ext>
            </a:extLst>
          </p:cNvPr>
          <p:cNvGrpSpPr/>
          <p:nvPr/>
        </p:nvGrpSpPr>
        <p:grpSpPr>
          <a:xfrm>
            <a:off x="7744785" y="1971116"/>
            <a:ext cx="815234" cy="794299"/>
            <a:chOff x="7302916" y="3164991"/>
            <a:chExt cx="815234" cy="794299"/>
          </a:xfrm>
        </p:grpSpPr>
        <p:sp>
          <p:nvSpPr>
            <p:cNvPr id="153" name="四角形: 角を丸くする 152">
              <a:extLst>
                <a:ext uri="{FF2B5EF4-FFF2-40B4-BE49-F238E27FC236}">
                  <a16:creationId xmlns:a16="http://schemas.microsoft.com/office/drawing/2014/main" id="{6BA684D7-327C-6A9D-0EEC-D4BBD1E1D287}"/>
                </a:ext>
              </a:extLst>
            </p:cNvPr>
            <p:cNvSpPr/>
            <p:nvPr/>
          </p:nvSpPr>
          <p:spPr>
            <a:xfrm>
              <a:off x="7302916" y="3164991"/>
              <a:ext cx="815234" cy="794299"/>
            </a:xfrm>
            <a:prstGeom prst="roundRect">
              <a:avLst>
                <a:gd name="adj" fmla="val 6896"/>
              </a:avLst>
            </a:prstGeom>
            <a:solidFill>
              <a:schemeClr val="bg1">
                <a:lumMod val="95000"/>
              </a:schemeClr>
            </a:solid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テキスト ボックス 154">
              <a:extLst>
                <a:ext uri="{FF2B5EF4-FFF2-40B4-BE49-F238E27FC236}">
                  <a16:creationId xmlns:a16="http://schemas.microsoft.com/office/drawing/2014/main" id="{95435501-14E9-8725-3A8C-72BDFB57A3BD}"/>
                </a:ext>
              </a:extLst>
            </p:cNvPr>
            <p:cNvSpPr txBox="1"/>
            <p:nvPr/>
          </p:nvSpPr>
          <p:spPr>
            <a:xfrm>
              <a:off x="7308474" y="3327591"/>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grpSp>
      <p:sp>
        <p:nvSpPr>
          <p:cNvPr id="158" name="テキスト ボックス 157">
            <a:extLst>
              <a:ext uri="{FF2B5EF4-FFF2-40B4-BE49-F238E27FC236}">
                <a16:creationId xmlns:a16="http://schemas.microsoft.com/office/drawing/2014/main" id="{DD5E4076-9F99-47B6-DDA3-2A78151AAC1A}"/>
              </a:ext>
            </a:extLst>
          </p:cNvPr>
          <p:cNvSpPr txBox="1"/>
          <p:nvPr/>
        </p:nvSpPr>
        <p:spPr>
          <a:xfrm flipH="1">
            <a:off x="7598404" y="1558679"/>
            <a:ext cx="1107996" cy="369332"/>
          </a:xfrm>
          <a:prstGeom prst="rect">
            <a:avLst/>
          </a:prstGeom>
          <a:noFill/>
        </p:spPr>
        <p:txBody>
          <a:bodyPr wrap="none" rtlCol="0">
            <a:spAutoFit/>
          </a:bodyPr>
          <a:lstStyle/>
          <a:p>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 name="グループ化 2">
            <a:extLst>
              <a:ext uri="{FF2B5EF4-FFF2-40B4-BE49-F238E27FC236}">
                <a16:creationId xmlns:a16="http://schemas.microsoft.com/office/drawing/2014/main" id="{1D018E56-8838-AB23-B68E-94DB744636B6}"/>
              </a:ext>
            </a:extLst>
          </p:cNvPr>
          <p:cNvGrpSpPr/>
          <p:nvPr/>
        </p:nvGrpSpPr>
        <p:grpSpPr>
          <a:xfrm>
            <a:off x="6847854" y="5498744"/>
            <a:ext cx="4556517" cy="732910"/>
            <a:chOff x="6847854" y="5498744"/>
            <a:chExt cx="4556517" cy="732910"/>
          </a:xfrm>
        </p:grpSpPr>
        <p:sp>
          <p:nvSpPr>
            <p:cNvPr id="8" name="矢印: 五方向 7">
              <a:extLst>
                <a:ext uri="{FF2B5EF4-FFF2-40B4-BE49-F238E27FC236}">
                  <a16:creationId xmlns:a16="http://schemas.microsoft.com/office/drawing/2014/main" id="{D745F59F-9128-8C1F-7429-971832F6F7A2}"/>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F96688FD-1CBA-1D1A-66E5-B65B69B273C4}"/>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F92766BB-8501-2452-7092-AC61FD760850}"/>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EBEC45C0-AA22-EF8F-B5ED-4C5EB1A4660A}"/>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9" name="グループ化 38">
                <a:extLst>
                  <a:ext uri="{FF2B5EF4-FFF2-40B4-BE49-F238E27FC236}">
                    <a16:creationId xmlns:a16="http://schemas.microsoft.com/office/drawing/2014/main" id="{1C2C9A6D-2795-0C7F-ACE9-EA32CDFDC520}"/>
                  </a:ext>
                </a:extLst>
              </p:cNvPr>
              <p:cNvGrpSpPr/>
              <p:nvPr/>
            </p:nvGrpSpPr>
            <p:grpSpPr>
              <a:xfrm>
                <a:off x="163586" y="134635"/>
                <a:ext cx="1975684" cy="1396119"/>
                <a:chOff x="163586" y="134635"/>
                <a:chExt cx="1975684" cy="1396119"/>
              </a:xfrm>
            </p:grpSpPr>
            <p:grpSp>
              <p:nvGrpSpPr>
                <p:cNvPr id="41" name="グループ化 40">
                  <a:extLst>
                    <a:ext uri="{FF2B5EF4-FFF2-40B4-BE49-F238E27FC236}">
                      <a16:creationId xmlns:a16="http://schemas.microsoft.com/office/drawing/2014/main" id="{869A746B-8D6B-1E9B-C371-1BDBD1B6B607}"/>
                    </a:ext>
                  </a:extLst>
                </p:cNvPr>
                <p:cNvGrpSpPr/>
                <p:nvPr/>
              </p:nvGrpSpPr>
              <p:grpSpPr>
                <a:xfrm>
                  <a:off x="163586" y="134635"/>
                  <a:ext cx="1975684" cy="1396119"/>
                  <a:chOff x="163586" y="134635"/>
                  <a:chExt cx="1975684" cy="1396119"/>
                </a:xfrm>
              </p:grpSpPr>
              <p:pic>
                <p:nvPicPr>
                  <p:cNvPr id="45" name="図 44">
                    <a:extLst>
                      <a:ext uri="{FF2B5EF4-FFF2-40B4-BE49-F238E27FC236}">
                        <a16:creationId xmlns:a16="http://schemas.microsoft.com/office/drawing/2014/main" id="{06813504-C853-8D22-0B9D-5EBF606622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46" name="楕円 45">
                    <a:extLst>
                      <a:ext uri="{FF2B5EF4-FFF2-40B4-BE49-F238E27FC236}">
                        <a16:creationId xmlns:a16="http://schemas.microsoft.com/office/drawing/2014/main" id="{1381FB4F-B3FB-B27C-0611-753E24CA4A2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42" name="図 41">
                  <a:extLst>
                    <a:ext uri="{FF2B5EF4-FFF2-40B4-BE49-F238E27FC236}">
                      <a16:creationId xmlns:a16="http://schemas.microsoft.com/office/drawing/2014/main" id="{6BFB2202-E29B-7E01-8A82-5F7BF11D63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87A583FB-D82A-E55A-8FCA-F93EE9F99253}"/>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二等辺三角形 26">
              <a:extLst>
                <a:ext uri="{FF2B5EF4-FFF2-40B4-BE49-F238E27FC236}">
                  <a16:creationId xmlns:a16="http://schemas.microsoft.com/office/drawing/2014/main" id="{54631CF7-E8DA-E9F2-538B-4C17F7687FA8}"/>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03563762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1F1E1B6-EAD1-B58A-6B66-5998CE2E6250}"/>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4F53496D-4FAD-40D0-0D70-A614B4BE8C1F}"/>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DF4121BD-D5C9-0D40-8748-339A15AC15E9}"/>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86C4925F-6137-B6D7-EBA6-8026C7AE0DB8}"/>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E3626735-4AFA-4010-EA41-C064CF4B691B}"/>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F8A16552-A15F-A28E-08AC-FBE3959BF99D}"/>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6A55FF85-7BE2-ECA6-9BCE-7F727F9DE7D8}"/>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4A9B573E-F702-6CD5-7D5E-D94D093EE87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E606B1D0-A498-CC6F-A331-E9E1673C2057}"/>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160DA204-F9C8-A1E8-99FB-3D303F7F4808}"/>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AE6C576F-2943-649D-CB3F-C2D646081AD3}"/>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0CB38DA-7E88-981D-DE51-1A08839ABE71}"/>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E85FA8EC-FB2B-CB25-8067-AD52DBA08C95}"/>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3A16DDF-157B-3F5E-A9FA-062F1E78414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6E625BC-AA41-3C29-DCA0-9DDF681DDBC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791C51C2-E630-8E28-722B-E5193EADF6E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FEB36134-3F39-EDA0-C618-651E6164F0B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9EB2C5EF-F7C2-A930-9EEF-4DB534A620D8}"/>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366FC0AD-8A14-B8C1-9949-54D864B17724}"/>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BCCD29AC-B946-F9DD-55FA-4F807134532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A644004-FAB3-8623-F747-9DDB3A46718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E7C20D8E-988C-2FCB-0B6A-CB60DDD9BC6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AAAA5242-5DC2-4304-59F6-2EB20FF5E8A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EA81D58E-4D0B-4DA5-2519-8F4AC5061DF3}"/>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BE1EA1DB-D770-B3B1-1D5A-24A67818055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7ABA84FA-8CCB-C5BB-61E1-DAA74DC8AA3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F804A4E-7ECF-5DF1-0C03-DC155E5E3A5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A0C0F1B-D547-A89E-0D96-3C740738CDD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360D7D4E-5FD3-6F4C-D5AD-00D653C7A06B}"/>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2ACCFA4E-458D-4B46-CF61-7F22B545189C}"/>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97ED6ACE-E5A2-210F-F61C-E74C533137C2}"/>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7F9593A2-695C-83FF-80F9-E6C93B018C88}"/>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DE87C664-944A-A043-2D74-D0FC32F34E20}"/>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56A63FD-0570-7FB3-3482-6826C0D7927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6C429AA1-DAB8-8201-A35D-BD5EE73897D5}"/>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F566138-6F3C-D97A-82EE-69C9369308D3}"/>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70A9FE0F-58D1-809C-0660-C12BAA9A1C84}"/>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097F928-F4D7-33B6-124A-1A9148E072E8}"/>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94DF272-303A-7C22-C34C-3CA498B4D1F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6273D9EF-B60B-9E52-C29E-B916A166B362}"/>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D6E06213-D235-00C9-2616-56A5AAFA30F8}"/>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41578605-4462-7F4B-DF4E-FC274B378BFD}"/>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093A8EC-A82C-8320-17EB-3B40C8EA096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854924F8-B680-E6D5-65F9-42C2186E1179}"/>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EEAE2840-BC8A-0DEB-47FA-030DC5124B88}"/>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5BDBE834-2D0D-B1D2-77D2-26C5ABD2EB0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41A63F8-F45F-0168-8563-ED98707A1F36}"/>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E279F34C-3F55-1734-3A91-5DBE73154D2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16B0973C-6CA2-CDC0-4EEF-782C68AF21F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C766186A-07FC-67FD-2E9A-28E585073177}"/>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12205975-DE08-80FA-D15B-601A121FE3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33A81428-8023-7953-DBCD-BD529E1442D6}"/>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DFDB5329-F76B-AD73-0319-2F48F4A9B846}"/>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3B76E40F-F00A-D658-DF3E-020571D06758}"/>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502C1960-4FFD-A59F-B1B9-D3C9469F4126}"/>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EB30C1E9-6024-CC93-4FBB-1AD5A81958BD}"/>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E44E85E5-AEF3-5311-F5A1-C291FA470345}"/>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A21E6268-085A-F61A-2440-FABDB25D649F}"/>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B6B02CAB-F5C4-3422-1889-D100AA662AD2}"/>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7BD70F82-5A6D-F26F-2F9A-F4F612037B96}"/>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A58858B3-2762-3221-150C-20301B9D5C24}"/>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5F5566CB-E457-B598-EB76-1BE19B95AA5C}"/>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492D1BED-770E-2AF2-9939-372DEBB81B02}"/>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FDF5ADA2-8D25-8944-0C36-AB667B4308A3}"/>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99EEE265-139A-4BC8-75E5-EF1D150179D9}"/>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1EC6CB11-397F-68B0-A89B-2AFCA52BF3CB}"/>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F9257080-3DF2-FFFF-8E62-8EC5BCAC9AA3}"/>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521E0D2A-58F0-3948-0F81-D85D4641AEB5}"/>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D45733CA-753F-BC6B-04B1-CD2286F408F3}"/>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B8DE2C66-9BA8-2E4C-A482-C13706A1BE8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0881354A-4A06-868F-69C3-002B91D2AB83}"/>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86FF3095-9E59-53D2-71D0-94436ABB9129}"/>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CBC56E94-C416-4757-C151-DC5F3F6308F4}"/>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6DE05103-BDF5-5EA8-C29B-89C9E59CCC3A}"/>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5B1A80B-A28C-2D91-A187-531B4ED5DE8F}"/>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756BCBE-8637-009A-26BE-3636F026B2E6}"/>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5E38EB43-F5A4-F682-3EBA-906E0A08B2F4}"/>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43C27CC-D36A-D927-F40E-32AAA5E8C172}"/>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A2BAC4B5-CAD2-CDC0-6D0B-D357A97EE0E5}"/>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20A5568-4A56-00A9-EEE5-0FDF703A9570}"/>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D44F7208-8E78-5642-AA25-A01312263E1B}"/>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A578A2C0-7D19-977C-41E9-DF1C48408621}"/>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7A401DA9-E3F7-733B-E14D-2C8631E1F10A}"/>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451A1A6E-554D-0E3A-94FE-E30DA52323A0}"/>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06048B3F-7A0C-2F52-D811-E98C6E2B4E01}"/>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0028A10C-7D48-9234-60E3-12DE47F526D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7D8A006E-27AF-871A-841A-1321231B2BF6}"/>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E6E89C96-58A7-F467-A394-65CA37022C40}"/>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D7CAD52C-D7FE-A033-9D18-6CF497CA16B0}"/>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BDF02DAD-425A-7509-3AF8-78018E151C04}"/>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8F315BE5-AD68-24D0-7BD7-2FFC52DB2E24}"/>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374EA13-B76B-EDDF-6639-B516D2055E50}"/>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309A474E-C09F-2EE2-AED4-279069F45A25}"/>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FF9A7E66-B3E7-9009-AD1A-04C35F1F6C3F}"/>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C6B033D6-8F26-5E70-EEE3-4F4F8E73F915}"/>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9B6DFAA6-6092-CCED-6C4F-253BF142B9E0}"/>
              </a:ext>
            </a:extLst>
          </p:cNvPr>
          <p:cNvGrpSpPr/>
          <p:nvPr/>
        </p:nvGrpSpPr>
        <p:grpSpPr>
          <a:xfrm>
            <a:off x="1006480" y="1624031"/>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C8C7F5E2-6509-827B-C6CB-70401DCE526E}"/>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469B9164-3848-549E-E8D9-462FFB1B92E5}"/>
                </a:ext>
              </a:extLst>
            </p:cNvPr>
            <p:cNvSpPr txBox="1"/>
            <p:nvPr/>
          </p:nvSpPr>
          <p:spPr>
            <a:xfrm>
              <a:off x="981599" y="170742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EFE698F0-7846-207C-3668-424FB6E86253}"/>
              </a:ext>
            </a:extLst>
          </p:cNvPr>
          <p:cNvGrpSpPr/>
          <p:nvPr/>
        </p:nvGrpSpPr>
        <p:grpSpPr>
          <a:xfrm>
            <a:off x="6847854" y="5498744"/>
            <a:ext cx="4556517" cy="732910"/>
            <a:chOff x="6847854" y="5498744"/>
            <a:chExt cx="4556517" cy="732910"/>
          </a:xfrm>
        </p:grpSpPr>
        <p:sp>
          <p:nvSpPr>
            <p:cNvPr id="16" name="矢印: 五方向 15">
              <a:extLst>
                <a:ext uri="{FF2B5EF4-FFF2-40B4-BE49-F238E27FC236}">
                  <a16:creationId xmlns:a16="http://schemas.microsoft.com/office/drawing/2014/main" id="{7F21C8E3-97E5-4CB6-68DC-9607BC536243}"/>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DA886682-A6A6-D3FA-129A-47E0EA5D2EBA}"/>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3BC15E1-FB3E-5A24-A634-E40419BBD8FB}"/>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AC13E079-342F-935C-1565-071FD9B1DC5D}"/>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ADE289CC-C529-53D6-9830-F29BC3866499}"/>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6FB07557-5E66-EEEF-6F91-4DC713E8F018}"/>
                    </a:ext>
                  </a:extLst>
                </p:cNvPr>
                <p:cNvGrpSpPr/>
                <p:nvPr/>
              </p:nvGrpSpPr>
              <p:grpSpPr>
                <a:xfrm>
                  <a:off x="163586" y="134635"/>
                  <a:ext cx="1975684" cy="1396119"/>
                  <a:chOff x="163586" y="134635"/>
                  <a:chExt cx="1975684" cy="1396119"/>
                </a:xfrm>
              </p:grpSpPr>
              <p:pic>
                <p:nvPicPr>
                  <p:cNvPr id="111" name="図 110">
                    <a:extLst>
                      <a:ext uri="{FF2B5EF4-FFF2-40B4-BE49-F238E27FC236}">
                        <a16:creationId xmlns:a16="http://schemas.microsoft.com/office/drawing/2014/main" id="{BF926B05-1C5C-376B-610B-2A614E9A0B6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3" name="楕円 112">
                    <a:extLst>
                      <a:ext uri="{FF2B5EF4-FFF2-40B4-BE49-F238E27FC236}">
                        <a16:creationId xmlns:a16="http://schemas.microsoft.com/office/drawing/2014/main" id="{FF28EC7A-2439-FD8E-D75C-DDE62524579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6" name="図 75">
                  <a:extLst>
                    <a:ext uri="{FF2B5EF4-FFF2-40B4-BE49-F238E27FC236}">
                      <a16:creationId xmlns:a16="http://schemas.microsoft.com/office/drawing/2014/main" id="{2C97E455-55D7-60F9-11AD-08D19380A34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3A3AE826-65CA-0BF4-D4D6-EF426EF67EEB}"/>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CF0E4961-EFDC-3B96-3E41-0E931BAA828D}"/>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4461044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168A27BA-C4AB-30C1-4847-38B4DF016293}"/>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923C94F7-CD6C-D3E4-7A0D-64D057FCD3CF}"/>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7E88107-F6C0-5072-8D75-D31D79645D2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F2944D06-1122-5D8B-46CB-16E5BD3C963F}"/>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790F074B-8DEF-D419-BC1C-253E16582FB9}"/>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A4824B8A-08E5-0EF5-3F44-B27453342C0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49565005-D54D-5E9C-E0C4-79DFFDC3B865}"/>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B1F4468E-040B-5B22-213B-312E8E98D1F3}"/>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B5D54038-A4BC-9A2A-441B-EED813987AA0}"/>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C0EFBC52-98BC-1DA3-CEA8-4676E74DF115}"/>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E8EFD57-7D06-2926-5B9E-35AF2D17437D}"/>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4C51F854-8463-4C97-4407-31FEE4C444D7}"/>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216ECF9-E4F4-39BA-D115-86803AAF497A}"/>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4316B950-537C-F0CF-D9A6-3283323B4AA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93BF3D36-983A-F714-B519-A63DDEE9750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4771C56-8157-5138-6E02-726B87E8850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781C586A-5223-7129-2A09-7C0F66434C6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187327FA-2CF3-5A6A-7C15-709A7CEDF0C7}"/>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48F3761C-71EA-0BFF-006B-53DD26E7A5E3}"/>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09FC4774-DDCA-EB66-3200-1E17C310F1C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0F96CEA-5158-0CA2-725B-0101751D22D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29D397D-ECC9-9614-EF2B-C0A53EA8E12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FC35F85B-28FA-88CE-D801-69BEC2DC586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C7A81671-67D4-12B2-219F-45663D2B78D6}"/>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F91C8C3B-A6D2-CC21-663B-E78EE61866F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194A2FB-46AF-ABC9-722A-967A9E92349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17A67A9-1482-C4AF-4656-8225AD61B5E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2E999A54-F20C-C826-EEAA-0F955FDE6CE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E7119875-5CC2-4A88-C0CE-D6B8EEC98A8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63F6FBB-3691-7354-025B-317FABADBD65}"/>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8A69F6E-4814-05F2-1435-C0919B2B6271}"/>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D2D57B7C-B800-5982-61A0-033874065B45}"/>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3D832DF8-B9A5-A975-0814-5FEC7F1DF9E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D2576801-D7F9-723F-2AB1-912A1CDE1B1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817A62DF-F2F2-F5F2-9A1B-8AA87405034A}"/>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55D5C795-007C-72DD-B067-796F3EE34444}"/>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060B206A-A055-8752-7F54-589CA236F8BF}"/>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62D1F49-6974-8629-1AA5-C7EB3F83A79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3A43C8B-1F97-7084-058C-D9B118C21DF7}"/>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5284CA52-DAAE-ECE3-53DB-A466A7FDD28C}"/>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18C8F103-4905-BF1D-4139-90863BF6227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3FCB456-5C07-079B-2062-1CA1D2A5C5F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65054AAC-6C18-5FBA-E096-83C3AE189B4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32BE8AB3-52CB-D459-2B24-7B9A961E3946}"/>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28D8AF7B-DE80-76B3-491E-06C55FFA4E4A}"/>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6CE2B5CA-9A02-1437-BE8D-1778C468091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FDE0FE0-8C16-5BFE-1EC3-832396AE8BD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DCFF2A2-AB97-5370-4C30-42F136A6EA7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CA0249D1-AA77-BE72-3C97-F7989BA9E7D7}"/>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E40A54C2-4C09-80F9-71E6-43C5B8842947}"/>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A531ECE4-46FF-81C9-5F86-279F7B8F6E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E901BE27-DD35-560A-2BB5-C6E9B72FEE84}"/>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C390577F-FC02-5C43-7AD8-A378F5ABC50B}"/>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BC460589-2068-3967-A5D0-B4942E070379}"/>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C8386D52-B0A0-EEBC-BE22-01945F36FA49}"/>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2D4365A8-F57F-0465-AFED-0DE692220D36}"/>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4321295C-47A6-0708-4510-AB19C73AEB39}"/>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1140745A-FAF2-1C2B-E3D8-B91D289D21C7}"/>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D35A8957-26D2-2916-9F1C-E7A685B58B2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D2D83147-DCB3-43C8-519C-F293ADE9AAAE}"/>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D3527F6-6A06-A27D-3C31-7AE10CA767EC}"/>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FAA1E380-2939-20C4-068D-44D34A451825}"/>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69CC9B0A-5E94-F15D-D71A-DABAC3EF54CB}"/>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4FDB17F7-09F1-1C12-1D49-3DDCF8212B15}"/>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631C22BB-6842-D490-2E50-6B75CC5D5BEE}"/>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C3080BF6-69E9-ED29-5007-6B325EE05547}"/>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CD2D33CE-F199-47CE-591A-D9E814505BBC}"/>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26F4D4A0-E86B-6772-82A6-3A4C9B43B618}"/>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403C56A6-B391-382F-FE5A-5F5FAB724E46}"/>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E6DEA1BB-1FC1-9EF7-86F8-EA93E3BDE68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59CBD393-6444-8B30-C1C4-DCA98FA779EE}"/>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6C8B6AA9-9F18-8B12-B2BB-A5C81C80D30F}"/>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6E9287C0-8F9B-CA0F-D5E2-A9FF52160218}"/>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1DD538E-F07D-D598-BFCE-CB20C9AB7B83}"/>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E9F5B0C7-4A8E-2041-F9D4-E15A8F602434}"/>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2E5B21F-0872-FEA3-A30D-FB2C03594E68}"/>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D70B748A-4D8D-52D3-6C58-B87F0B151B15}"/>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66024448-668B-2A27-D45C-4E0F73775E7D}"/>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9B003331-D1C4-4500-E4B3-1A25D8D13B4D}"/>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CC53263-D878-C9C7-D395-0E9676468F2D}"/>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069DF2DF-FC51-9580-986D-474C88094F98}"/>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BD220AAD-B8D1-A16C-24F9-A72AFCC999F4}"/>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E3A7CE7-CCF6-5D40-61BA-56DF75FD0938}"/>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E9E501D0-DFFD-3AA1-D761-194071FDFFCE}"/>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5D3A9775-35B1-A811-8A17-2523B1F1F31D}"/>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AFCDED37-882C-9500-6980-D73717B509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6E7D6C68-77EE-598F-7C49-BA6A63C8377F}"/>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FD5CEA42-048D-2F03-584B-EA620A3CB80F}"/>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C8C69AAE-E326-05DF-70F0-F0F0D3DF1EC4}"/>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2D0039CB-6558-EC30-9B42-A306947BC4BE}"/>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27B42527-66C3-36B7-6D5C-B6FC7746F022}"/>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96109A75-5ED6-08B2-3F5A-2409C9B71282}"/>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A7B8C7BB-9480-4842-18ED-0C4FE7577708}"/>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6454BFD4-B390-587D-F7F3-474B4DCDD7ED}"/>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B97EFF53-637F-A9C4-B0E4-2ADE6F7FC3A4}"/>
              </a:ext>
            </a:extLst>
          </p:cNvPr>
          <p:cNvSpPr/>
          <p:nvPr/>
        </p:nvSpPr>
        <p:spPr>
          <a:xfrm>
            <a:off x="789687" y="432047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D38E90E6-6B61-A2A5-4624-C8166366CC7E}"/>
              </a:ext>
            </a:extLst>
          </p:cNvPr>
          <p:cNvGrpSpPr/>
          <p:nvPr/>
        </p:nvGrpSpPr>
        <p:grpSpPr>
          <a:xfrm flipV="1">
            <a:off x="1006480" y="4624566"/>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706A181F-63AB-0591-2ED5-6B8BCA6D1313}"/>
                </a:ext>
              </a:extLst>
            </p:cNvPr>
            <p:cNvSpPr/>
            <p:nvPr/>
          </p:nvSpPr>
          <p:spPr>
            <a:xfrm>
              <a:off x="1002683" y="1624031"/>
              <a:ext cx="758051" cy="612648"/>
            </a:xfrm>
            <a:prstGeom prst="flowChartOffpageConnector">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D5F99156-C0D3-F5CA-EB75-4BFF388AD1AA}"/>
                </a:ext>
              </a:extLst>
            </p:cNvPr>
            <p:cNvSpPr txBox="1"/>
            <p:nvPr/>
          </p:nvSpPr>
          <p:spPr>
            <a:xfrm flipV="1">
              <a:off x="981599" y="1707423"/>
              <a:ext cx="800219"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前衛へ</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2" name="グループ化 41">
            <a:extLst>
              <a:ext uri="{FF2B5EF4-FFF2-40B4-BE49-F238E27FC236}">
                <a16:creationId xmlns:a16="http://schemas.microsoft.com/office/drawing/2014/main" id="{BFF93D7E-1829-1FEF-94EF-25AD82076BA6}"/>
              </a:ext>
            </a:extLst>
          </p:cNvPr>
          <p:cNvGrpSpPr/>
          <p:nvPr/>
        </p:nvGrpSpPr>
        <p:grpSpPr>
          <a:xfrm>
            <a:off x="903889" y="1588680"/>
            <a:ext cx="1005403" cy="708107"/>
            <a:chOff x="903889" y="1561110"/>
            <a:chExt cx="1005403" cy="708107"/>
          </a:xfrm>
        </p:grpSpPr>
        <p:grpSp>
          <p:nvGrpSpPr>
            <p:cNvPr id="7" name="グループ化 6">
              <a:extLst>
                <a:ext uri="{FF2B5EF4-FFF2-40B4-BE49-F238E27FC236}">
                  <a16:creationId xmlns:a16="http://schemas.microsoft.com/office/drawing/2014/main" id="{FDD0C928-B14A-7FB4-821D-F701FFCFDBBF}"/>
                </a:ext>
              </a:extLst>
            </p:cNvPr>
            <p:cNvGrpSpPr/>
            <p:nvPr/>
          </p:nvGrpSpPr>
          <p:grpSpPr>
            <a:xfrm>
              <a:off x="903889" y="1624031"/>
              <a:ext cx="1005403" cy="612648"/>
              <a:chOff x="981599" y="1624031"/>
              <a:chExt cx="1005403" cy="612648"/>
            </a:xfrm>
          </p:grpSpPr>
          <p:sp>
            <p:nvSpPr>
              <p:cNvPr id="16" name="フローチャート: 他ページ結合子 15">
                <a:extLst>
                  <a:ext uri="{FF2B5EF4-FFF2-40B4-BE49-F238E27FC236}">
                    <a16:creationId xmlns:a16="http://schemas.microsoft.com/office/drawing/2014/main" id="{954DA4BD-B137-D559-B257-5CA55491536A}"/>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3D950F91-3217-AD92-241F-2E30485DEE4A}"/>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0" name="グループ化 39">
              <a:extLst>
                <a:ext uri="{FF2B5EF4-FFF2-40B4-BE49-F238E27FC236}">
                  <a16:creationId xmlns:a16="http://schemas.microsoft.com/office/drawing/2014/main" id="{B7FDF39F-BE1B-6292-A3C2-978377B7BA3B}"/>
                </a:ext>
              </a:extLst>
            </p:cNvPr>
            <p:cNvGrpSpPr/>
            <p:nvPr/>
          </p:nvGrpSpPr>
          <p:grpSpPr>
            <a:xfrm>
              <a:off x="1052537" y="1561110"/>
              <a:ext cx="708107" cy="708107"/>
              <a:chOff x="4374416" y="4170056"/>
              <a:chExt cx="914400" cy="914400"/>
            </a:xfrm>
          </p:grpSpPr>
          <p:sp>
            <p:nvSpPr>
              <p:cNvPr id="18" name="楕円 17">
                <a:extLst>
                  <a:ext uri="{FF2B5EF4-FFF2-40B4-BE49-F238E27FC236}">
                    <a16:creationId xmlns:a16="http://schemas.microsoft.com/office/drawing/2014/main" id="{E73501EC-146F-9467-44E4-140339BE12CE}"/>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5E583584-491B-D7B5-5AEF-777D9D7E5ABC}"/>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59" name="グループ化 58">
            <a:extLst>
              <a:ext uri="{FF2B5EF4-FFF2-40B4-BE49-F238E27FC236}">
                <a16:creationId xmlns:a16="http://schemas.microsoft.com/office/drawing/2014/main" id="{57C7D860-369D-B3F3-0ADA-6CF0D01FB0F5}"/>
              </a:ext>
            </a:extLst>
          </p:cNvPr>
          <p:cNvGrpSpPr/>
          <p:nvPr/>
        </p:nvGrpSpPr>
        <p:grpSpPr>
          <a:xfrm>
            <a:off x="2262882" y="1588680"/>
            <a:ext cx="1005403" cy="708107"/>
            <a:chOff x="903889" y="1561110"/>
            <a:chExt cx="1005403" cy="708107"/>
          </a:xfrm>
        </p:grpSpPr>
        <p:grpSp>
          <p:nvGrpSpPr>
            <p:cNvPr id="76" name="グループ化 75">
              <a:extLst>
                <a:ext uri="{FF2B5EF4-FFF2-40B4-BE49-F238E27FC236}">
                  <a16:creationId xmlns:a16="http://schemas.microsoft.com/office/drawing/2014/main" id="{84F66BA3-0B56-6FEE-25E2-250951F97EC3}"/>
                </a:ext>
              </a:extLst>
            </p:cNvPr>
            <p:cNvGrpSpPr/>
            <p:nvPr/>
          </p:nvGrpSpPr>
          <p:grpSpPr>
            <a:xfrm>
              <a:off x="903889" y="1624031"/>
              <a:ext cx="1005403" cy="612648"/>
              <a:chOff x="981599" y="1624031"/>
              <a:chExt cx="1005403" cy="612648"/>
            </a:xfrm>
          </p:grpSpPr>
          <p:sp>
            <p:nvSpPr>
              <p:cNvPr id="120" name="フローチャート: 他ページ結合子 119">
                <a:extLst>
                  <a:ext uri="{FF2B5EF4-FFF2-40B4-BE49-F238E27FC236}">
                    <a16:creationId xmlns:a16="http://schemas.microsoft.com/office/drawing/2014/main" id="{70817B97-9A97-425D-49B2-8972A52335B5}"/>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テキスト ボックス 122">
                <a:extLst>
                  <a:ext uri="{FF2B5EF4-FFF2-40B4-BE49-F238E27FC236}">
                    <a16:creationId xmlns:a16="http://schemas.microsoft.com/office/drawing/2014/main" id="{9C1CAE84-6014-3044-A274-F27B2C4D2615}"/>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1" name="グループ化 110">
              <a:extLst>
                <a:ext uri="{FF2B5EF4-FFF2-40B4-BE49-F238E27FC236}">
                  <a16:creationId xmlns:a16="http://schemas.microsoft.com/office/drawing/2014/main" id="{88E2B489-C418-B0E1-223F-B2058CAD1005}"/>
                </a:ext>
              </a:extLst>
            </p:cNvPr>
            <p:cNvGrpSpPr/>
            <p:nvPr/>
          </p:nvGrpSpPr>
          <p:grpSpPr>
            <a:xfrm>
              <a:off x="1052537" y="1561110"/>
              <a:ext cx="708107" cy="708107"/>
              <a:chOff x="4374416" y="4170056"/>
              <a:chExt cx="914400" cy="914400"/>
            </a:xfrm>
          </p:grpSpPr>
          <p:sp>
            <p:nvSpPr>
              <p:cNvPr id="113" name="楕円 112">
                <a:extLst>
                  <a:ext uri="{FF2B5EF4-FFF2-40B4-BE49-F238E27FC236}">
                    <a16:creationId xmlns:a16="http://schemas.microsoft.com/office/drawing/2014/main" id="{5B513CBA-426C-0D86-2FC6-3129AA421D4A}"/>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楕円 114">
                <a:extLst>
                  <a:ext uri="{FF2B5EF4-FFF2-40B4-BE49-F238E27FC236}">
                    <a16:creationId xmlns:a16="http://schemas.microsoft.com/office/drawing/2014/main" id="{C8AF6C8F-8496-6B17-D941-B31D2DFD5DF3}"/>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24" name="グループ化 123">
            <a:extLst>
              <a:ext uri="{FF2B5EF4-FFF2-40B4-BE49-F238E27FC236}">
                <a16:creationId xmlns:a16="http://schemas.microsoft.com/office/drawing/2014/main" id="{4961FA8C-5906-6C7D-8790-26517867BFAC}"/>
              </a:ext>
            </a:extLst>
          </p:cNvPr>
          <p:cNvGrpSpPr/>
          <p:nvPr/>
        </p:nvGrpSpPr>
        <p:grpSpPr>
          <a:xfrm>
            <a:off x="3621875" y="1588680"/>
            <a:ext cx="1005403" cy="708107"/>
            <a:chOff x="903889" y="1561110"/>
            <a:chExt cx="1005403" cy="708107"/>
          </a:xfrm>
        </p:grpSpPr>
        <p:grpSp>
          <p:nvGrpSpPr>
            <p:cNvPr id="126" name="グループ化 125">
              <a:extLst>
                <a:ext uri="{FF2B5EF4-FFF2-40B4-BE49-F238E27FC236}">
                  <a16:creationId xmlns:a16="http://schemas.microsoft.com/office/drawing/2014/main" id="{A052DB09-FB2B-4D9E-44FC-BD20A87C88B5}"/>
                </a:ext>
              </a:extLst>
            </p:cNvPr>
            <p:cNvGrpSpPr/>
            <p:nvPr/>
          </p:nvGrpSpPr>
          <p:grpSpPr>
            <a:xfrm>
              <a:off x="903889" y="1624031"/>
              <a:ext cx="1005403" cy="612648"/>
              <a:chOff x="981599" y="1624031"/>
              <a:chExt cx="1005403" cy="612648"/>
            </a:xfrm>
          </p:grpSpPr>
          <p:sp>
            <p:nvSpPr>
              <p:cNvPr id="133" name="フローチャート: 他ページ結合子 132">
                <a:extLst>
                  <a:ext uri="{FF2B5EF4-FFF2-40B4-BE49-F238E27FC236}">
                    <a16:creationId xmlns:a16="http://schemas.microsoft.com/office/drawing/2014/main" id="{F7139D87-6F9D-D0E1-51FD-8A070B61ECFE}"/>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4" name="テキスト ボックス 133">
                <a:extLst>
                  <a:ext uri="{FF2B5EF4-FFF2-40B4-BE49-F238E27FC236}">
                    <a16:creationId xmlns:a16="http://schemas.microsoft.com/office/drawing/2014/main" id="{E682635F-6D0C-4332-DA57-46D38276353C}"/>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28" name="グループ化 127">
              <a:extLst>
                <a:ext uri="{FF2B5EF4-FFF2-40B4-BE49-F238E27FC236}">
                  <a16:creationId xmlns:a16="http://schemas.microsoft.com/office/drawing/2014/main" id="{E4AFF033-7448-2246-F648-38F8774F9A89}"/>
                </a:ext>
              </a:extLst>
            </p:cNvPr>
            <p:cNvGrpSpPr/>
            <p:nvPr/>
          </p:nvGrpSpPr>
          <p:grpSpPr>
            <a:xfrm>
              <a:off x="1052537" y="1561110"/>
              <a:ext cx="708107" cy="708107"/>
              <a:chOff x="4374416" y="4170056"/>
              <a:chExt cx="914400" cy="914400"/>
            </a:xfrm>
          </p:grpSpPr>
          <p:sp>
            <p:nvSpPr>
              <p:cNvPr id="131" name="楕円 130">
                <a:extLst>
                  <a:ext uri="{FF2B5EF4-FFF2-40B4-BE49-F238E27FC236}">
                    <a16:creationId xmlns:a16="http://schemas.microsoft.com/office/drawing/2014/main" id="{92981B82-613D-8DA0-938F-F7406A524B6C}"/>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楕円 131">
                <a:extLst>
                  <a:ext uri="{FF2B5EF4-FFF2-40B4-BE49-F238E27FC236}">
                    <a16:creationId xmlns:a16="http://schemas.microsoft.com/office/drawing/2014/main" id="{4BA79172-1FF3-3740-884F-8BD55FFC6701}"/>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35" name="グループ化 134">
            <a:extLst>
              <a:ext uri="{FF2B5EF4-FFF2-40B4-BE49-F238E27FC236}">
                <a16:creationId xmlns:a16="http://schemas.microsoft.com/office/drawing/2014/main" id="{ACBB0BA0-FDEE-FE1C-676A-4050CC50AB17}"/>
              </a:ext>
            </a:extLst>
          </p:cNvPr>
          <p:cNvGrpSpPr/>
          <p:nvPr/>
        </p:nvGrpSpPr>
        <p:grpSpPr>
          <a:xfrm>
            <a:off x="4980869" y="1588680"/>
            <a:ext cx="1005403" cy="708107"/>
            <a:chOff x="903889" y="1561110"/>
            <a:chExt cx="1005403" cy="708107"/>
          </a:xfrm>
        </p:grpSpPr>
        <p:grpSp>
          <p:nvGrpSpPr>
            <p:cNvPr id="136" name="グループ化 135">
              <a:extLst>
                <a:ext uri="{FF2B5EF4-FFF2-40B4-BE49-F238E27FC236}">
                  <a16:creationId xmlns:a16="http://schemas.microsoft.com/office/drawing/2014/main" id="{C6DEFBA8-F3EF-F926-5AD7-B678FE02BE0E}"/>
                </a:ext>
              </a:extLst>
            </p:cNvPr>
            <p:cNvGrpSpPr/>
            <p:nvPr/>
          </p:nvGrpSpPr>
          <p:grpSpPr>
            <a:xfrm>
              <a:off x="903889" y="1624031"/>
              <a:ext cx="1005403" cy="612648"/>
              <a:chOff x="981599" y="1624031"/>
              <a:chExt cx="1005403" cy="612648"/>
            </a:xfrm>
          </p:grpSpPr>
          <p:sp>
            <p:nvSpPr>
              <p:cNvPr id="140" name="フローチャート: 他ページ結合子 139">
                <a:extLst>
                  <a:ext uri="{FF2B5EF4-FFF2-40B4-BE49-F238E27FC236}">
                    <a16:creationId xmlns:a16="http://schemas.microsoft.com/office/drawing/2014/main" id="{1DAC7F36-67F7-5A29-B83A-57D2AB6ABB2B}"/>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1" name="テキスト ボックス 140">
                <a:extLst>
                  <a:ext uri="{FF2B5EF4-FFF2-40B4-BE49-F238E27FC236}">
                    <a16:creationId xmlns:a16="http://schemas.microsoft.com/office/drawing/2014/main" id="{ADF6C53F-E1CD-DABE-76F1-F370F426FE46}"/>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7" name="グループ化 136">
              <a:extLst>
                <a:ext uri="{FF2B5EF4-FFF2-40B4-BE49-F238E27FC236}">
                  <a16:creationId xmlns:a16="http://schemas.microsoft.com/office/drawing/2014/main" id="{F4D73561-81E0-4444-358F-A6FB6D1D6F84}"/>
                </a:ext>
              </a:extLst>
            </p:cNvPr>
            <p:cNvGrpSpPr/>
            <p:nvPr/>
          </p:nvGrpSpPr>
          <p:grpSpPr>
            <a:xfrm>
              <a:off x="1052537" y="1561110"/>
              <a:ext cx="708107" cy="708107"/>
              <a:chOff x="4374416" y="4170056"/>
              <a:chExt cx="914400" cy="914400"/>
            </a:xfrm>
          </p:grpSpPr>
          <p:sp>
            <p:nvSpPr>
              <p:cNvPr id="138" name="楕円 137">
                <a:extLst>
                  <a:ext uri="{FF2B5EF4-FFF2-40B4-BE49-F238E27FC236}">
                    <a16:creationId xmlns:a16="http://schemas.microsoft.com/office/drawing/2014/main" id="{23ECB7AD-E568-07CC-CD10-BED9D76C8E03}"/>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楕円 138">
                <a:extLst>
                  <a:ext uri="{FF2B5EF4-FFF2-40B4-BE49-F238E27FC236}">
                    <a16:creationId xmlns:a16="http://schemas.microsoft.com/office/drawing/2014/main" id="{BB92C2F7-35D1-24DD-17A8-F5371FC617C1}"/>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26" name="グループ化 25">
            <a:extLst>
              <a:ext uri="{FF2B5EF4-FFF2-40B4-BE49-F238E27FC236}">
                <a16:creationId xmlns:a16="http://schemas.microsoft.com/office/drawing/2014/main" id="{F07CBC90-583D-11D2-0BEE-A842AE9955CC}"/>
              </a:ext>
            </a:extLst>
          </p:cNvPr>
          <p:cNvGrpSpPr/>
          <p:nvPr/>
        </p:nvGrpSpPr>
        <p:grpSpPr>
          <a:xfrm>
            <a:off x="6847854" y="5498744"/>
            <a:ext cx="4556517" cy="732910"/>
            <a:chOff x="6847854" y="5498744"/>
            <a:chExt cx="4556517" cy="732910"/>
          </a:xfrm>
        </p:grpSpPr>
        <p:sp>
          <p:nvSpPr>
            <p:cNvPr id="142" name="矢印: 五方向 141">
              <a:extLst>
                <a:ext uri="{FF2B5EF4-FFF2-40B4-BE49-F238E27FC236}">
                  <a16:creationId xmlns:a16="http://schemas.microsoft.com/office/drawing/2014/main" id="{1892E223-B15C-7482-3A58-D8572B1D77FF}"/>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43" name="矢印: 五方向 142">
              <a:extLst>
                <a:ext uri="{FF2B5EF4-FFF2-40B4-BE49-F238E27FC236}">
                  <a16:creationId xmlns:a16="http://schemas.microsoft.com/office/drawing/2014/main" id="{2C3F06EA-A108-A3C4-F34D-D2E04DFF93B0}"/>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6BE4572-EA8C-6C85-9D39-BB02E7198738}"/>
                </a:ext>
              </a:extLst>
            </p:cNvPr>
            <p:cNvGrpSpPr/>
            <p:nvPr/>
          </p:nvGrpSpPr>
          <p:grpSpPr>
            <a:xfrm>
              <a:off x="6901145" y="5498744"/>
              <a:ext cx="1645326" cy="732910"/>
              <a:chOff x="163586" y="134635"/>
              <a:chExt cx="3134182" cy="1396119"/>
            </a:xfrm>
          </p:grpSpPr>
          <p:sp>
            <p:nvSpPr>
              <p:cNvPr id="147" name="テキスト ボックス 146">
                <a:extLst>
                  <a:ext uri="{FF2B5EF4-FFF2-40B4-BE49-F238E27FC236}">
                    <a16:creationId xmlns:a16="http://schemas.microsoft.com/office/drawing/2014/main" id="{234326EC-8A7F-F39A-AD18-49F99C465021}"/>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8" name="グループ化 147">
                <a:extLst>
                  <a:ext uri="{FF2B5EF4-FFF2-40B4-BE49-F238E27FC236}">
                    <a16:creationId xmlns:a16="http://schemas.microsoft.com/office/drawing/2014/main" id="{9D4D564A-5F85-FCA0-E911-8AF40930FA45}"/>
                  </a:ext>
                </a:extLst>
              </p:cNvPr>
              <p:cNvGrpSpPr/>
              <p:nvPr/>
            </p:nvGrpSpPr>
            <p:grpSpPr>
              <a:xfrm>
                <a:off x="163586" y="134635"/>
                <a:ext cx="1975684" cy="1396119"/>
                <a:chOff x="163586" y="134635"/>
                <a:chExt cx="1975684" cy="1396119"/>
              </a:xfrm>
            </p:grpSpPr>
            <p:grpSp>
              <p:nvGrpSpPr>
                <p:cNvPr id="149" name="グループ化 148">
                  <a:extLst>
                    <a:ext uri="{FF2B5EF4-FFF2-40B4-BE49-F238E27FC236}">
                      <a16:creationId xmlns:a16="http://schemas.microsoft.com/office/drawing/2014/main" id="{8F57515A-154E-A5EA-FD8E-C604BC04F4C8}"/>
                    </a:ext>
                  </a:extLst>
                </p:cNvPr>
                <p:cNvGrpSpPr/>
                <p:nvPr/>
              </p:nvGrpSpPr>
              <p:grpSpPr>
                <a:xfrm>
                  <a:off x="163586" y="134635"/>
                  <a:ext cx="1975684" cy="1396119"/>
                  <a:chOff x="163586" y="134635"/>
                  <a:chExt cx="1975684" cy="1396119"/>
                </a:xfrm>
              </p:grpSpPr>
              <p:pic>
                <p:nvPicPr>
                  <p:cNvPr id="151" name="図 150">
                    <a:extLst>
                      <a:ext uri="{FF2B5EF4-FFF2-40B4-BE49-F238E27FC236}">
                        <a16:creationId xmlns:a16="http://schemas.microsoft.com/office/drawing/2014/main" id="{E68267E1-972D-DDA3-1193-18F5704E20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52" name="楕円 151">
                    <a:extLst>
                      <a:ext uri="{FF2B5EF4-FFF2-40B4-BE49-F238E27FC236}">
                        <a16:creationId xmlns:a16="http://schemas.microsoft.com/office/drawing/2014/main" id="{B06E8F6F-B0CF-E374-0C5A-71CBD3C18ADC}"/>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0" name="図 149">
                  <a:extLst>
                    <a:ext uri="{FF2B5EF4-FFF2-40B4-BE49-F238E27FC236}">
                      <a16:creationId xmlns:a16="http://schemas.microsoft.com/office/drawing/2014/main" id="{1C49289D-3AB8-E355-804F-57AC66C750E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45" name="テキスト ボックス 144">
              <a:extLst>
                <a:ext uri="{FF2B5EF4-FFF2-40B4-BE49-F238E27FC236}">
                  <a16:creationId xmlns:a16="http://schemas.microsoft.com/office/drawing/2014/main" id="{4F6C1C60-F3D8-F31B-3D68-6D1C9236D44A}"/>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6" name="二等辺三角形 145">
              <a:extLst>
                <a:ext uri="{FF2B5EF4-FFF2-40B4-BE49-F238E27FC236}">
                  <a16:creationId xmlns:a16="http://schemas.microsoft.com/office/drawing/2014/main" id="{DFEC3333-1C9E-55D2-FECA-3CB7DEBE4CCA}"/>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92978308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A074ED3-88BB-85EF-93A0-6C3F7A561798}"/>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27CB23AB-614F-9466-8C32-BC031013A9A7}"/>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65E496C9-558E-6D2B-1A49-60197E76BAFD}"/>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AE077843-7EA4-DAA8-A088-447C6222EA0D}"/>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2C54465F-D90A-9035-3DD9-8400E5F1918D}"/>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C359A4CD-8378-6B48-4BDC-C7D3F743051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EA6502B5-0A5F-5FC3-E94F-2933AE7C3A9E}"/>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2844F9F1-D4F5-6AAD-D910-B79EECBECCBE}"/>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175A821-C74A-E15C-B0E5-B2C6555183F2}"/>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D3A8A76-0E84-5332-6ABD-B16852C350F4}"/>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E8554EA5-BB61-CFD2-5786-64E599CDBA19}"/>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18E5F6F2-0DA7-C73B-02D2-7A101984B411}"/>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2C7364F1-9B65-2ADF-C94D-A6449DB4E6CD}"/>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603F086-D236-297C-208D-C315E72B3BE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3821C479-10AF-1E04-37B9-13DE5AE1638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D28D1231-1FFD-1712-18E2-52D13539521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2216C95-A2FE-21BC-A0D2-87857AC43EB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845DD0BD-48D6-345E-B874-7B56996AE25B}"/>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63F7EFE-5B55-1A60-1609-7CCB8D320FE6}"/>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DFFC5096-4B72-61D3-983C-93BBD516C1F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77A2670-C1CE-2BD6-F877-7EAD1B2539A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4BDC4C8-FA41-7072-AD7D-4D8E221CF75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018B05E-2479-23E4-22E7-59F9F385C02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650AF3E8-1505-9042-BCE1-5482174870D4}"/>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2877AD8C-2F4B-3D73-F1F3-169D0108F6E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C319FAD6-615D-2BD1-56E5-7A400E5F308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1DB787D5-4636-AB42-D284-07DE67AEAD6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B4395970-2BD6-D22A-ECCA-449FF92CE6D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A9CBC947-2948-FB0C-AC88-AE405B24F259}"/>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8E4D823-8208-31E4-6510-DDA8BF3EE58A}"/>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614636C-9702-DD19-7226-2D90428CB535}"/>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ADC3999F-BCF1-0D43-1C20-34453C31A601}"/>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4A614C8D-CE86-D4F8-EE1C-EFE40BC3C165}"/>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7CB6EB78-376E-8B1D-2BFD-C08A7D1E2DC5}"/>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2BAF050-0B53-7BF1-D673-2B2DDD23290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68C99A88-9B65-D837-2530-0F813E6F90DF}"/>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1380E89-2D52-217E-7C07-96989E27BA14}"/>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DCC72DA-2AC1-4B9C-6301-79E668E6553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6F255B98-33BB-AE1B-2E77-EC6664D303D7}"/>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A80EC068-EAFA-4ACC-6731-9BCBA5410C94}"/>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F43FAAE5-325A-F5E4-FDAF-8B85D266B0B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ED5A5639-A19D-5124-3164-AA19CFF2BFC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27C4B160-B60C-21B7-9609-2736DE762DC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544B225E-7BA4-DDCC-5AA1-4D30F37E296B}"/>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24D41636-B602-8465-5607-A2EE7E65706A}"/>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E1059F66-EAB1-020F-3A99-3667AECAF45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AF324D9B-D61C-C7A9-9998-D7D46E66D2E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83680A23-B43E-2E2C-C0A7-D77AF5508621}"/>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0AA2ABA8-BD0B-BB5D-A406-3E8E55FECCD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DBCA6730-5DD7-D53D-EBE8-35EB1E6CAA5A}"/>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178F72CD-7934-0243-D8AE-C21BFCF530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DA764A0E-D569-8DC8-EBB4-8B9A5007117C}"/>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15D3F045-6966-C838-BE3C-31A13CBD7A57}"/>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AAE8E3BB-E322-2CBB-59DB-5D4AF18A5D38}"/>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E689E5C1-080B-503E-1EF2-945E3459058B}"/>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78612204-4D9E-272A-8FFB-2C19F358394F}"/>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FCBDAE36-E024-9A2E-9FF3-80D3A35BD5E0}"/>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E1A3353B-EE63-9B4E-D383-330AA7A37B5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864F5AE5-EEFA-34D9-6563-00911D5C8A9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A7F6FE56-DCC4-BBE8-0651-C5F26A49FAF7}"/>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114344D2-E363-43C4-AEBF-50391BBE99D6}"/>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4CADE4F9-0B60-A9AF-C5A9-0179B8666A5F}"/>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248E87C8-9841-5E42-7F90-72924EE20EE5}"/>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9E5E02B-EFF2-CECA-1CA5-DB01AF572E6F}"/>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89F8BE97-B025-855A-4E79-213898E67475}"/>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145B39A1-1577-4E2F-FBCB-523D3D0EB74D}"/>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23EF6DEA-DDEE-89AE-0EBA-6ED4584A23BF}"/>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972FCF7B-5F73-EE64-5F9A-424DC433EC85}"/>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1FEC3010-51E8-09D8-7AFD-FA789F312173}"/>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93A1B5E8-45F4-19F8-AB88-F0025FDC47E2}"/>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C6C6771B-92A1-3EDB-C077-5563887E0037}"/>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53C40F7F-89F3-4A57-9A22-68A480391DA9}"/>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6A82434-848F-604E-DF39-7481D622F46F}"/>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D337EA8-F105-4B8E-B1D3-767C943598AC}"/>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335F92A-9A9E-DDB7-113E-BC5A12DF3C8B}"/>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3B40BF9C-3582-3ECC-9968-1414CFCCA0E7}"/>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ACCA2068-DCAE-E12B-8505-03560824B0D9}"/>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F7BCC1A3-9A82-6F0E-1AE1-3B2C42789242}"/>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396B5249-7C09-12BC-200A-C4D5DAEFDF22}"/>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566C1114-F21B-D33F-B9CC-2F8E4DA68FE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0D57A855-26EF-C73F-976A-6F11BDBB216C}"/>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2676F52F-53F6-F3A2-5016-75826E82B24D}"/>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1958B113-A4EC-01CC-C44B-F8ED94C0D527}"/>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DC106C17-89D3-9CE5-6C15-23D42363859E}"/>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16D641DB-2172-E294-6CBA-C87DA14A0A94}"/>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F93D8009-4D13-D236-8232-A77ACFE5CFC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DD3327AA-2C7D-992D-5847-BE2F52A91EAD}"/>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3AB8FF55-BD54-1333-4CAD-2794DD4434B9}"/>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2BB3D516-44B4-2782-4F83-01D4A0C7079B}"/>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D1ED5EBB-857E-0B74-CEF4-DC71529ABD1E}"/>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8B80A841-6DD0-5924-1F53-7DE0D1E5D106}"/>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66CB1EE2-08CA-09CA-A8A0-F64385781089}"/>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96FA75FB-C8DE-7F66-CAF9-74E24BE9DFC4}"/>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49CE9622-6312-CDFF-D564-D6EBD105346D}"/>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0B54E649-D6BE-541D-339E-2734BEC80520}"/>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3D47235D-5E8E-9045-B2EB-67785AEBDDB6}"/>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F47A3E49-5029-C7C3-ED7A-03914A428002}"/>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F1B71043-5A3E-EBCA-DF54-4D94B89243E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grpSp>
        <p:nvGrpSpPr>
          <p:cNvPr id="7" name="グループ化 6">
            <a:extLst>
              <a:ext uri="{FF2B5EF4-FFF2-40B4-BE49-F238E27FC236}">
                <a16:creationId xmlns:a16="http://schemas.microsoft.com/office/drawing/2014/main" id="{6A69901E-3314-352C-4287-CA68EBDECDD7}"/>
              </a:ext>
            </a:extLst>
          </p:cNvPr>
          <p:cNvGrpSpPr/>
          <p:nvPr/>
        </p:nvGrpSpPr>
        <p:grpSpPr>
          <a:xfrm>
            <a:off x="6847854" y="5498744"/>
            <a:ext cx="4556517" cy="732910"/>
            <a:chOff x="6847854" y="5498744"/>
            <a:chExt cx="4556517" cy="732910"/>
          </a:xfrm>
        </p:grpSpPr>
        <p:sp>
          <p:nvSpPr>
            <p:cNvPr id="17" name="矢印: 五方向 16">
              <a:extLst>
                <a:ext uri="{FF2B5EF4-FFF2-40B4-BE49-F238E27FC236}">
                  <a16:creationId xmlns:a16="http://schemas.microsoft.com/office/drawing/2014/main" id="{907BE3FB-5007-6CDD-E8FC-46EB43738149}"/>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26" name="矢印: 五方向 25">
              <a:extLst>
                <a:ext uri="{FF2B5EF4-FFF2-40B4-BE49-F238E27FC236}">
                  <a16:creationId xmlns:a16="http://schemas.microsoft.com/office/drawing/2014/main" id="{A519F4F2-B2A0-B967-8197-615ACDF98CC3}"/>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70185BFB-EB30-41C1-D996-C2290784F683}"/>
                </a:ext>
              </a:extLst>
            </p:cNvPr>
            <p:cNvGrpSpPr/>
            <p:nvPr/>
          </p:nvGrpSpPr>
          <p:grpSpPr>
            <a:xfrm>
              <a:off x="6901145" y="5498744"/>
              <a:ext cx="1645326" cy="732910"/>
              <a:chOff x="163586" y="134635"/>
              <a:chExt cx="3134182" cy="1396119"/>
            </a:xfrm>
          </p:grpSpPr>
          <p:sp>
            <p:nvSpPr>
              <p:cNvPr id="76" name="テキスト ボックス 75">
                <a:extLst>
                  <a:ext uri="{FF2B5EF4-FFF2-40B4-BE49-F238E27FC236}">
                    <a16:creationId xmlns:a16="http://schemas.microsoft.com/office/drawing/2014/main" id="{3B948E41-C126-E72F-4903-ADAAF72FFFEE}"/>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11" name="グループ化 110">
                <a:extLst>
                  <a:ext uri="{FF2B5EF4-FFF2-40B4-BE49-F238E27FC236}">
                    <a16:creationId xmlns:a16="http://schemas.microsoft.com/office/drawing/2014/main" id="{513C08AE-F2BF-CD4C-6D2C-79A676941BC5}"/>
                  </a:ext>
                </a:extLst>
              </p:cNvPr>
              <p:cNvGrpSpPr/>
              <p:nvPr/>
            </p:nvGrpSpPr>
            <p:grpSpPr>
              <a:xfrm>
                <a:off x="163586" y="134635"/>
                <a:ext cx="1975684" cy="1396119"/>
                <a:chOff x="163586" y="134635"/>
                <a:chExt cx="1975684" cy="1396119"/>
              </a:xfrm>
            </p:grpSpPr>
            <p:grpSp>
              <p:nvGrpSpPr>
                <p:cNvPr id="113" name="グループ化 112">
                  <a:extLst>
                    <a:ext uri="{FF2B5EF4-FFF2-40B4-BE49-F238E27FC236}">
                      <a16:creationId xmlns:a16="http://schemas.microsoft.com/office/drawing/2014/main" id="{DF0A90D7-B086-B54D-66F1-6A93546F03F3}"/>
                    </a:ext>
                  </a:extLst>
                </p:cNvPr>
                <p:cNvGrpSpPr/>
                <p:nvPr/>
              </p:nvGrpSpPr>
              <p:grpSpPr>
                <a:xfrm>
                  <a:off x="163586" y="134635"/>
                  <a:ext cx="1975684" cy="1396119"/>
                  <a:chOff x="163586" y="134635"/>
                  <a:chExt cx="1975684" cy="1396119"/>
                </a:xfrm>
              </p:grpSpPr>
              <p:pic>
                <p:nvPicPr>
                  <p:cNvPr id="120" name="図 119">
                    <a:extLst>
                      <a:ext uri="{FF2B5EF4-FFF2-40B4-BE49-F238E27FC236}">
                        <a16:creationId xmlns:a16="http://schemas.microsoft.com/office/drawing/2014/main" id="{E39BBC56-DC9B-4A25-8B0C-E5E0EAA6ED2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23" name="楕円 122">
                    <a:extLst>
                      <a:ext uri="{FF2B5EF4-FFF2-40B4-BE49-F238E27FC236}">
                        <a16:creationId xmlns:a16="http://schemas.microsoft.com/office/drawing/2014/main" id="{1674E9CB-23A0-8EA4-37BF-CDCFE7CA21C7}"/>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15" name="図 114">
                  <a:extLst>
                    <a:ext uri="{FF2B5EF4-FFF2-40B4-BE49-F238E27FC236}">
                      <a16:creationId xmlns:a16="http://schemas.microsoft.com/office/drawing/2014/main" id="{B969D79D-5D2F-A714-4906-212376A82E6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2" name="テキスト ボックス 41">
              <a:extLst>
                <a:ext uri="{FF2B5EF4-FFF2-40B4-BE49-F238E27FC236}">
                  <a16:creationId xmlns:a16="http://schemas.microsoft.com/office/drawing/2014/main" id="{D54B3A42-67F4-2C92-D04D-32C29C4D59EB}"/>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二等辺三角形 58">
              <a:extLst>
                <a:ext uri="{FF2B5EF4-FFF2-40B4-BE49-F238E27FC236}">
                  <a16:creationId xmlns:a16="http://schemas.microsoft.com/office/drawing/2014/main" id="{99AC8D4F-08E9-3E13-CB4D-96871ABAD8F2}"/>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4153516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493A8F0-85D8-955D-7EF0-656B391465B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CD70022A-4A2B-0781-639D-C6145FED1D29}"/>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3263671C-BD7B-89BF-AA70-F660B3703F25}"/>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BB6A3D48-6D11-322C-B4BB-4620A3DA9F0E}"/>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846FA3C5-D69B-89F1-73E5-B0C87F6A3A95}"/>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2CE74E6-ECC3-7655-F5AE-DC59617AC110}"/>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A9BAE56C-BCA8-C350-2031-6B4E3A5D122D}"/>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982FDD3F-FA35-19F5-A218-1440BED0296C}"/>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DF1BCA81-F610-F663-7A68-AACE8ADD652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E6B9B852-A41E-8665-34A7-F351B298F5C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A8AF91B5-5925-08ED-2645-A007CB20EBA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8736F68-B84D-B79C-981F-17A50CBF0A0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BA74D59C-283A-4D62-7E0D-FCAD614C1FD8}"/>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A25F678C-6EB2-1AF4-730F-E59188885D52}"/>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304A392-11A9-3D58-4A10-4162ECE3747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A3F2FA7-998C-E7A7-6F9B-53C75EBB331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2E037146-C8FC-A20C-1EE5-CA3C6F78CA1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EE417A7-77C0-00CD-9C94-7F2043097F4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AE1F368E-7A4B-D3C9-4C43-03243E4B8D76}"/>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11740EA0-7537-6366-1018-F6BB3DF3BF1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3A39B385-E705-8D74-455A-55F58A44D9CF}"/>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EFFFA5D-A562-3BCF-AAD7-1A9A2C1144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7A50490-DF15-5776-D366-5DA70E1F7E0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E30C76A-B2B5-85DE-9EF5-1BD96AC3362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4DF2E68A-56B5-8C51-80E8-987E037958AC}"/>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D1AFCAE6-A0FD-1342-CF3A-F9459A10D758}"/>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ED232DBE-B506-A4EF-2F98-EC21A99D7FD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0F44CBD4-3709-CF60-32E7-743E67BBEAA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6A5B04BE-38E6-15A4-A42F-DA431629009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597639C7-57C4-EFC3-DA70-AA4C2B09E46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3A8863FE-AB83-6426-A755-432D593F822E}"/>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42F7DA9-EDF8-F418-1F89-64B3DEA6211F}"/>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33B6C820-CA14-EACE-12CD-FCC4D9C47EE2}"/>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96CEFD1-C882-8A47-2C1D-38508A32648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76CEE65-BEF6-C74E-20C0-9E7CE0C2ECBC}"/>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BBFCED10-A412-C470-82E5-22295CF47CE5}"/>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C33D4897-C288-321B-FB9A-481709974C19}"/>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107F70E6-C264-32D9-8240-699524CA9C3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04482CEF-0846-86AC-B388-D1F371A44FBC}"/>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01DCB6A7-772A-5589-E544-55CC2B53D661}"/>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6523ADA6-F5F1-B48C-E5E4-8A30F0156DF3}"/>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E847F741-CD40-CFE8-A595-53FAC72E25E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C5C17A8F-E6A6-CFBD-1335-6D260957A255}"/>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D76F59DA-F406-9E82-1427-BDA0F9640A53}"/>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904A26D0-8DB7-5596-3638-20FA6B1123A9}"/>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851A992-6333-7728-DA47-9122184B3ED4}"/>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651C9B38-D7CB-8590-A606-927E07ABB16E}"/>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77484D0C-C31A-2145-821C-E88DD4C72462}"/>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EF5B1BE-A1A2-F3DB-4291-6334099632A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92FC12FC-FFF9-A8AA-5F3A-4F019CDF4D8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39" name="グループ化 38">
            <a:extLst>
              <a:ext uri="{FF2B5EF4-FFF2-40B4-BE49-F238E27FC236}">
                <a16:creationId xmlns:a16="http://schemas.microsoft.com/office/drawing/2014/main" id="{D1337844-5D3D-B35C-D78A-D0B2FCC1A5A7}"/>
              </a:ext>
            </a:extLst>
          </p:cNvPr>
          <p:cNvGrpSpPr/>
          <p:nvPr/>
        </p:nvGrpSpPr>
        <p:grpSpPr>
          <a:xfrm>
            <a:off x="7150516" y="3178011"/>
            <a:ext cx="815234" cy="794299"/>
            <a:chOff x="7726816" y="3269363"/>
            <a:chExt cx="1349421" cy="1314768"/>
          </a:xfrm>
        </p:grpSpPr>
        <p:sp>
          <p:nvSpPr>
            <p:cNvPr id="26" name="四角形: 角を丸くする 25">
              <a:extLst>
                <a:ext uri="{FF2B5EF4-FFF2-40B4-BE49-F238E27FC236}">
                  <a16:creationId xmlns:a16="http://schemas.microsoft.com/office/drawing/2014/main" id="{B9122A9A-00D6-5308-6E0F-34BC1FC754AE}"/>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A6B0F119-B69D-6D9F-EA0F-50FABB6881D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AEF6A4E6-ECB5-17D2-D4B4-0276BCABE1E6}"/>
              </a:ext>
            </a:extLst>
          </p:cNvPr>
          <p:cNvGrpSpPr/>
          <p:nvPr/>
        </p:nvGrpSpPr>
        <p:grpSpPr>
          <a:xfrm>
            <a:off x="8161272" y="3178011"/>
            <a:ext cx="815234" cy="794299"/>
            <a:chOff x="7726816" y="3269363"/>
            <a:chExt cx="1349421" cy="1314768"/>
          </a:xfrm>
        </p:grpSpPr>
        <p:sp>
          <p:nvSpPr>
            <p:cNvPr id="45" name="四角形: 角を丸くする 44">
              <a:extLst>
                <a:ext uri="{FF2B5EF4-FFF2-40B4-BE49-F238E27FC236}">
                  <a16:creationId xmlns:a16="http://schemas.microsoft.com/office/drawing/2014/main" id="{6CEC886D-5B63-2A38-F406-DB0D12653E08}"/>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04EF921F-21EA-3FC9-4967-E54FE19CAE0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5A21450B-F171-6510-440F-F205714B2A10}"/>
              </a:ext>
            </a:extLst>
          </p:cNvPr>
          <p:cNvGrpSpPr/>
          <p:nvPr/>
        </p:nvGrpSpPr>
        <p:grpSpPr>
          <a:xfrm>
            <a:off x="9172028" y="3178011"/>
            <a:ext cx="815234" cy="794299"/>
            <a:chOff x="7726816" y="3269363"/>
            <a:chExt cx="1349421" cy="1314768"/>
          </a:xfrm>
        </p:grpSpPr>
        <p:sp>
          <p:nvSpPr>
            <p:cNvPr id="48" name="四角形: 角を丸くする 47">
              <a:extLst>
                <a:ext uri="{FF2B5EF4-FFF2-40B4-BE49-F238E27FC236}">
                  <a16:creationId xmlns:a16="http://schemas.microsoft.com/office/drawing/2014/main" id="{CE8F93F0-8189-F456-F455-F3B6674E860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7A2E6600-0171-2CAB-5D96-FD5E2BA0445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78" name="グループ化 77">
            <a:extLst>
              <a:ext uri="{FF2B5EF4-FFF2-40B4-BE49-F238E27FC236}">
                <a16:creationId xmlns:a16="http://schemas.microsoft.com/office/drawing/2014/main" id="{B02D840A-E5EC-2112-4D3A-AEC48818A026}"/>
              </a:ext>
            </a:extLst>
          </p:cNvPr>
          <p:cNvGrpSpPr/>
          <p:nvPr/>
        </p:nvGrpSpPr>
        <p:grpSpPr>
          <a:xfrm>
            <a:off x="10182784" y="3178011"/>
            <a:ext cx="815234" cy="794299"/>
            <a:chOff x="7726816" y="3269363"/>
            <a:chExt cx="1349421" cy="1314768"/>
          </a:xfrm>
        </p:grpSpPr>
        <p:sp>
          <p:nvSpPr>
            <p:cNvPr id="79" name="四角形: 角を丸くする 78">
              <a:extLst>
                <a:ext uri="{FF2B5EF4-FFF2-40B4-BE49-F238E27FC236}">
                  <a16:creationId xmlns:a16="http://schemas.microsoft.com/office/drawing/2014/main" id="{0C36CAA3-BBF9-869D-7674-844E96E7985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0" name="図 79">
              <a:extLst>
                <a:ext uri="{FF2B5EF4-FFF2-40B4-BE49-F238E27FC236}">
                  <a16:creationId xmlns:a16="http://schemas.microsoft.com/office/drawing/2014/main" id="{2FFFC915-A2B4-8093-1304-DA6F9A217EBE}"/>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4C3CB865-0207-1325-BDD2-EBB5A6C1E283}"/>
              </a:ext>
            </a:extLst>
          </p:cNvPr>
          <p:cNvSpPr/>
          <p:nvPr/>
        </p:nvSpPr>
        <p:spPr>
          <a:xfrm>
            <a:off x="7349615" y="3916327"/>
            <a:ext cx="450025" cy="26340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90" name="グループ化 89">
            <a:extLst>
              <a:ext uri="{FF2B5EF4-FFF2-40B4-BE49-F238E27FC236}">
                <a16:creationId xmlns:a16="http://schemas.microsoft.com/office/drawing/2014/main" id="{96898DD7-2E7B-4E7D-E6CA-A62C95159EAA}"/>
              </a:ext>
            </a:extLst>
          </p:cNvPr>
          <p:cNvGrpSpPr/>
          <p:nvPr/>
        </p:nvGrpSpPr>
        <p:grpSpPr>
          <a:xfrm>
            <a:off x="7150516" y="4288434"/>
            <a:ext cx="815234" cy="794299"/>
            <a:chOff x="7726816" y="3269363"/>
            <a:chExt cx="1349421" cy="1314768"/>
          </a:xfrm>
        </p:grpSpPr>
        <p:sp>
          <p:nvSpPr>
            <p:cNvPr id="91" name="四角形: 角を丸くする 90">
              <a:extLst>
                <a:ext uri="{FF2B5EF4-FFF2-40B4-BE49-F238E27FC236}">
                  <a16:creationId xmlns:a16="http://schemas.microsoft.com/office/drawing/2014/main" id="{49200CB2-9D6C-87EC-6AA1-76CB5D75B7A6}"/>
                </a:ext>
              </a:extLst>
            </p:cNvPr>
            <p:cNvSpPr/>
            <p:nvPr/>
          </p:nvSpPr>
          <p:spPr>
            <a:xfrm>
              <a:off x="7726816" y="3269363"/>
              <a:ext cx="1349421" cy="1314768"/>
            </a:xfrm>
            <a:prstGeom prst="roundRect">
              <a:avLst>
                <a:gd name="adj" fmla="val 6896"/>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2" name="図 91">
              <a:extLst>
                <a:ext uri="{FF2B5EF4-FFF2-40B4-BE49-F238E27FC236}">
                  <a16:creationId xmlns:a16="http://schemas.microsoft.com/office/drawing/2014/main" id="{A91D0CD2-099A-02CB-4DCD-3F564074A7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3" name="グループ化 92">
            <a:extLst>
              <a:ext uri="{FF2B5EF4-FFF2-40B4-BE49-F238E27FC236}">
                <a16:creationId xmlns:a16="http://schemas.microsoft.com/office/drawing/2014/main" id="{5AB550A9-4561-2CBB-B42C-395D6F6F146B}"/>
              </a:ext>
            </a:extLst>
          </p:cNvPr>
          <p:cNvGrpSpPr/>
          <p:nvPr/>
        </p:nvGrpSpPr>
        <p:grpSpPr>
          <a:xfrm>
            <a:off x="8161272" y="4288434"/>
            <a:ext cx="815234" cy="794299"/>
            <a:chOff x="7726816" y="3269363"/>
            <a:chExt cx="1349421" cy="1314768"/>
          </a:xfrm>
        </p:grpSpPr>
        <p:sp>
          <p:nvSpPr>
            <p:cNvPr id="94" name="四角形: 角を丸くする 93">
              <a:extLst>
                <a:ext uri="{FF2B5EF4-FFF2-40B4-BE49-F238E27FC236}">
                  <a16:creationId xmlns:a16="http://schemas.microsoft.com/office/drawing/2014/main" id="{40D5D617-8BA0-2EAF-82AF-EEFF37D7AC2C}"/>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5" name="図 94">
              <a:extLst>
                <a:ext uri="{FF2B5EF4-FFF2-40B4-BE49-F238E27FC236}">
                  <a16:creationId xmlns:a16="http://schemas.microsoft.com/office/drawing/2014/main" id="{418ED5F3-7AAF-2958-1DB2-A43F2027895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6" name="グループ化 95">
            <a:extLst>
              <a:ext uri="{FF2B5EF4-FFF2-40B4-BE49-F238E27FC236}">
                <a16:creationId xmlns:a16="http://schemas.microsoft.com/office/drawing/2014/main" id="{D0DB57B0-B46F-28A4-9BCB-37CB4ED67749}"/>
              </a:ext>
            </a:extLst>
          </p:cNvPr>
          <p:cNvGrpSpPr/>
          <p:nvPr/>
        </p:nvGrpSpPr>
        <p:grpSpPr>
          <a:xfrm>
            <a:off x="9172028" y="4288434"/>
            <a:ext cx="815234" cy="794299"/>
            <a:chOff x="7726816" y="3269363"/>
            <a:chExt cx="1349421" cy="1314768"/>
          </a:xfrm>
        </p:grpSpPr>
        <p:sp>
          <p:nvSpPr>
            <p:cNvPr id="97" name="四角形: 角を丸くする 96">
              <a:extLst>
                <a:ext uri="{FF2B5EF4-FFF2-40B4-BE49-F238E27FC236}">
                  <a16:creationId xmlns:a16="http://schemas.microsoft.com/office/drawing/2014/main" id="{026F3DE8-88AF-951C-4568-64C71486B873}"/>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8" name="図 97">
              <a:extLst>
                <a:ext uri="{FF2B5EF4-FFF2-40B4-BE49-F238E27FC236}">
                  <a16:creationId xmlns:a16="http://schemas.microsoft.com/office/drawing/2014/main" id="{3979FE68-3B3C-58D2-954B-EDAD5FA466C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31" name="四角形: 角を丸くする 130">
            <a:extLst>
              <a:ext uri="{FF2B5EF4-FFF2-40B4-BE49-F238E27FC236}">
                <a16:creationId xmlns:a16="http://schemas.microsoft.com/office/drawing/2014/main" id="{DEB31D6F-C458-1B13-895E-E7AA4FC7A89C}"/>
              </a:ext>
            </a:extLst>
          </p:cNvPr>
          <p:cNvSpPr/>
          <p:nvPr/>
        </p:nvSpPr>
        <p:spPr>
          <a:xfrm>
            <a:off x="7078828" y="1383963"/>
            <a:ext cx="3995040" cy="161941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BF77942D-5D33-6339-65C2-D2AEC4F495E6}"/>
              </a:ext>
            </a:extLst>
          </p:cNvPr>
          <p:cNvGrpSpPr/>
          <p:nvPr/>
        </p:nvGrpSpPr>
        <p:grpSpPr>
          <a:xfrm>
            <a:off x="9252688" y="2277737"/>
            <a:ext cx="1321756" cy="407528"/>
            <a:chOff x="9601908" y="2222597"/>
            <a:chExt cx="1321756" cy="407528"/>
          </a:xfrm>
        </p:grpSpPr>
        <p:sp>
          <p:nvSpPr>
            <p:cNvPr id="133" name="四角形: 角を丸くする 132">
              <a:extLst>
                <a:ext uri="{FF2B5EF4-FFF2-40B4-BE49-F238E27FC236}">
                  <a16:creationId xmlns:a16="http://schemas.microsoft.com/office/drawing/2014/main" id="{F4891D9A-7694-D7F0-ACA6-9544C0DEF44E}"/>
                </a:ext>
              </a:extLst>
            </p:cNvPr>
            <p:cNvSpPr/>
            <p:nvPr/>
          </p:nvSpPr>
          <p:spPr>
            <a:xfrm>
              <a:off x="9601908" y="2222597"/>
              <a:ext cx="1321756" cy="407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4" name="グループ化 133">
              <a:extLst>
                <a:ext uri="{FF2B5EF4-FFF2-40B4-BE49-F238E27FC236}">
                  <a16:creationId xmlns:a16="http://schemas.microsoft.com/office/drawing/2014/main" id="{F1E48455-5E38-025D-89A2-63144566D66B}"/>
                </a:ext>
              </a:extLst>
            </p:cNvPr>
            <p:cNvGrpSpPr/>
            <p:nvPr/>
          </p:nvGrpSpPr>
          <p:grpSpPr>
            <a:xfrm flipH="1">
              <a:off x="9680617" y="2257084"/>
              <a:ext cx="1093603" cy="338554"/>
              <a:chOff x="9754137" y="2257084"/>
              <a:chExt cx="1093603" cy="338554"/>
            </a:xfrm>
          </p:grpSpPr>
          <p:sp>
            <p:nvSpPr>
              <p:cNvPr id="135" name="二等辺三角形 134">
                <a:extLst>
                  <a:ext uri="{FF2B5EF4-FFF2-40B4-BE49-F238E27FC236}">
                    <a16:creationId xmlns:a16="http://schemas.microsoft.com/office/drawing/2014/main" id="{82885675-D334-7916-41E9-156C993CC2E2}"/>
                  </a:ext>
                </a:extLst>
              </p:cNvPr>
              <p:cNvSpPr/>
              <p:nvPr/>
            </p:nvSpPr>
            <p:spPr>
              <a:xfrm rot="16200000" flipH="1">
                <a:off x="9735761" y="2311513"/>
                <a:ext cx="266447" cy="229696"/>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6" name="テキスト ボックス 135">
                <a:extLst>
                  <a:ext uri="{FF2B5EF4-FFF2-40B4-BE49-F238E27FC236}">
                    <a16:creationId xmlns:a16="http://schemas.microsoft.com/office/drawing/2014/main" id="{E333A668-BA4D-1635-C649-9543B7DD0559}"/>
                  </a:ext>
                </a:extLst>
              </p:cNvPr>
              <p:cNvSpPr txBox="1"/>
              <p:nvPr/>
            </p:nvSpPr>
            <p:spPr>
              <a:xfrm>
                <a:off x="10047521" y="2257084"/>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詳細へ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37" name="グループ化 136">
            <a:extLst>
              <a:ext uri="{FF2B5EF4-FFF2-40B4-BE49-F238E27FC236}">
                <a16:creationId xmlns:a16="http://schemas.microsoft.com/office/drawing/2014/main" id="{1BD62F3F-7DE2-707E-134C-E1AB9AA1334C}"/>
              </a:ext>
            </a:extLst>
          </p:cNvPr>
          <p:cNvGrpSpPr/>
          <p:nvPr/>
        </p:nvGrpSpPr>
        <p:grpSpPr>
          <a:xfrm>
            <a:off x="9239081" y="1725997"/>
            <a:ext cx="1321756" cy="407528"/>
            <a:chOff x="9588301" y="2222597"/>
            <a:chExt cx="1321756" cy="407528"/>
          </a:xfrm>
        </p:grpSpPr>
        <p:sp>
          <p:nvSpPr>
            <p:cNvPr id="138" name="四角形: 角を丸くする 137">
              <a:extLst>
                <a:ext uri="{FF2B5EF4-FFF2-40B4-BE49-F238E27FC236}">
                  <a16:creationId xmlns:a16="http://schemas.microsoft.com/office/drawing/2014/main" id="{F098CAB6-1466-45A5-0D30-6BB9BAE65EF9}"/>
                </a:ext>
              </a:extLst>
            </p:cNvPr>
            <p:cNvSpPr/>
            <p:nvPr/>
          </p:nvSpPr>
          <p:spPr>
            <a:xfrm>
              <a:off x="9588301" y="2222597"/>
              <a:ext cx="1321756" cy="407528"/>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9" name="テキスト ボックス 138">
              <a:extLst>
                <a:ext uri="{FF2B5EF4-FFF2-40B4-BE49-F238E27FC236}">
                  <a16:creationId xmlns:a16="http://schemas.microsoft.com/office/drawing/2014/main" id="{20BE7EDB-92D6-87EB-6567-A2E9470D6528}"/>
                </a:ext>
              </a:extLst>
            </p:cNvPr>
            <p:cNvSpPr txBox="1"/>
            <p:nvPr/>
          </p:nvSpPr>
          <p:spPr>
            <a:xfrm flipH="1">
              <a:off x="9618237" y="2257084"/>
              <a:ext cx="1261884" cy="307777"/>
            </a:xfrm>
            <a:prstGeom prst="rect">
              <a:avLst/>
            </a:prstGeom>
            <a:noFill/>
          </p:spPr>
          <p:txBody>
            <a:bodyPr wrap="none" rtlCol="0">
              <a:spAutoFit/>
            </a:bodyPr>
            <a:lstStyle/>
            <a:p>
              <a:r>
                <a:rPr lang="ja-JP" altLang="en-US" sz="1400" u="sng">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41" name="四角形: 角を丸くする 140">
            <a:extLst>
              <a:ext uri="{FF2B5EF4-FFF2-40B4-BE49-F238E27FC236}">
                <a16:creationId xmlns:a16="http://schemas.microsoft.com/office/drawing/2014/main" id="{C729E2CA-B29E-0349-CE04-A7687DACC724}"/>
              </a:ext>
            </a:extLst>
          </p:cNvPr>
          <p:cNvSpPr/>
          <p:nvPr/>
        </p:nvSpPr>
        <p:spPr>
          <a:xfrm>
            <a:off x="7744785" y="1971116"/>
            <a:ext cx="815234" cy="794299"/>
          </a:xfrm>
          <a:prstGeom prst="roundRect">
            <a:avLst>
              <a:gd name="adj" fmla="val 6896"/>
            </a:avLst>
          </a:prstGeom>
          <a:solidFill>
            <a:schemeClr val="bg1">
              <a:lumMod val="95000"/>
            </a:schemeClr>
          </a:solid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30A44AB4-2CB8-7110-D2F0-82DCB97F0E7B}"/>
              </a:ext>
            </a:extLst>
          </p:cNvPr>
          <p:cNvSpPr txBox="1"/>
          <p:nvPr/>
        </p:nvSpPr>
        <p:spPr>
          <a:xfrm flipH="1">
            <a:off x="7598404" y="1558679"/>
            <a:ext cx="1107996" cy="369332"/>
          </a:xfrm>
          <a:prstGeom prst="rect">
            <a:avLst/>
          </a:prstGeom>
          <a:noFill/>
        </p:spPr>
        <p:txBody>
          <a:bodyPr wrap="none" rtlCol="0">
            <a:spAutoFit/>
          </a:bodyPr>
          <a:lstStyle/>
          <a:p>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45" name="図 144">
            <a:extLst>
              <a:ext uri="{FF2B5EF4-FFF2-40B4-BE49-F238E27FC236}">
                <a16:creationId xmlns:a16="http://schemas.microsoft.com/office/drawing/2014/main" id="{60F95699-2D49-BD7F-61B5-9D1AD0F6171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33627" y="2036718"/>
            <a:ext cx="640384" cy="679837"/>
          </a:xfrm>
          <a:prstGeom prst="rect">
            <a:avLst/>
          </a:prstGeom>
        </p:spPr>
      </p:pic>
      <p:grpSp>
        <p:nvGrpSpPr>
          <p:cNvPr id="4" name="グループ化 3">
            <a:extLst>
              <a:ext uri="{FF2B5EF4-FFF2-40B4-BE49-F238E27FC236}">
                <a16:creationId xmlns:a16="http://schemas.microsoft.com/office/drawing/2014/main" id="{9397CD87-B1E9-2907-ECEC-089AEC478AF2}"/>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A2E02EEF-AB27-023D-0BC9-F3A5054152E1}"/>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6922919D-2BCD-FF49-88F6-B07E90D0012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D271A99E-9BE2-6C22-7BA6-C10480BEFBC0}"/>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83C63360-D0BB-9F04-3929-3999FE4F5635}"/>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E9D0D6F8-66D9-AE8F-E9C6-45328FA48139}"/>
                  </a:ext>
                </a:extLst>
              </p:cNvPr>
              <p:cNvGrpSpPr/>
              <p:nvPr/>
            </p:nvGrpSpPr>
            <p:grpSpPr>
              <a:xfrm>
                <a:off x="163586" y="134635"/>
                <a:ext cx="1975684" cy="1396119"/>
                <a:chOff x="163586" y="134635"/>
                <a:chExt cx="1975684" cy="1396119"/>
              </a:xfrm>
            </p:grpSpPr>
            <p:grpSp>
              <p:nvGrpSpPr>
                <p:cNvPr id="42" name="グループ化 41">
                  <a:extLst>
                    <a:ext uri="{FF2B5EF4-FFF2-40B4-BE49-F238E27FC236}">
                      <a16:creationId xmlns:a16="http://schemas.microsoft.com/office/drawing/2014/main" id="{018A46B1-4804-F7BE-717A-E99B3BB85AE4}"/>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8EE7F59F-31E0-2788-82E9-0565700BE3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BA041FBA-DD92-5A99-768A-79FC6DD966F9}"/>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5B884E8F-9905-F47A-E1DE-59B64BC411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8" name="テキスト ボックス 17">
              <a:extLst>
                <a:ext uri="{FF2B5EF4-FFF2-40B4-BE49-F238E27FC236}">
                  <a16:creationId xmlns:a16="http://schemas.microsoft.com/office/drawing/2014/main" id="{A71C1975-6076-066D-B5EC-DAF56EC81115}"/>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4" name="二等辺三角形 23">
              <a:extLst>
                <a:ext uri="{FF2B5EF4-FFF2-40B4-BE49-F238E27FC236}">
                  <a16:creationId xmlns:a16="http://schemas.microsoft.com/office/drawing/2014/main" id="{8A822B48-2B85-CB92-59A9-14104929E20E}"/>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57794481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E5038EF-5027-A7D7-0E14-2A9A235B852E}"/>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6F3DFABD-5315-0CA2-0499-FC8DBE139B9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09705F6-244B-B7F9-0447-81CADB030973}"/>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B14A2D13-B6DF-BEEF-E733-78D52D3B5F47}"/>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3A3C4E83-479B-AB8E-FEB3-1A60B7CF1D8E}"/>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DFC4667A-BC38-0365-27D9-7C36FF425E62}"/>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4340C2F-C435-98DC-82E2-2E5B05358EC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8966B5A2-A198-1EB9-1B7F-DFC3B3BC57B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C5FF989E-DDF0-AB62-9793-026C82D083C3}"/>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B3F5BEBE-56A0-A444-CD05-584420AE919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AF855052-61D8-2C00-40E6-C0515FD7F48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2C3D39BC-F5F1-ECCC-A83E-128B659229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F7EB385B-36C9-3070-B9A8-0AD1AF20C0E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39479633-BF41-BA2D-B5DF-CFE96D6FFAA9}"/>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FFECCD2-B0C5-E010-8D3F-C3DE1188A66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A81D003A-B6A6-58B6-F1CB-82CD3923F9B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CF68D928-42A6-5323-04B3-9B6FC0578CE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E1000137-A3E4-E185-853D-737131C9E4F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363073B1-F61A-BC00-8D43-69CC34645DB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69D593C-3569-4F90-BDE9-3B337F5E519A}"/>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A21167F3-3010-4B15-9DDE-2127E641FEE1}"/>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2FFD920-4C52-4DFA-3391-0177F5FB32A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10AB2BDD-EF55-76D6-BC3E-2D6469527D9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32A5E5B5-370D-D90F-C65E-705A995EC3C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6F984E4-4ECC-15C2-9F4C-7C523FB6DA1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F44A79C-DBD4-1C16-B0EB-B9D896B97D0E}"/>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E15C9B1-53ED-A0A5-369D-87FAAC2F005A}"/>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4E148B6B-AD5C-0D69-3FEA-48CE5DD57002}"/>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D7CC57D7-7793-BD2F-EED9-FCEDD8735E3C}"/>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FFD18C42-B1B4-E9BD-65D5-8BED11A3A1F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BAAC9D9-3174-DDA9-0070-986D353D9B3D}"/>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8470F7B0-854A-8701-C516-B20EFEE65AD8}"/>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B67BDC39-6840-C3D8-6980-3BF9D2853D1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5217A4CA-8D65-4983-1875-7EE282A4A784}"/>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1B204EC-8769-EEE2-C7AD-5974B593B11D}"/>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D8ACC930-5F17-A7E2-413B-97DF5ECE1CA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6E0973E-7405-AA11-1BC9-3FE8AB9F1D75}"/>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71D1ADF-3F8E-3818-7D07-FAA0B6E841FB}"/>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15DF8F52-2EA4-E597-BA37-64EBC989E342}"/>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07A4C0D-40CD-8D03-54B7-1C6BC870EBFA}"/>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7DE9B21C-CDB6-F129-4E1F-9CF8093E53AB}"/>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13A3AB25-53EC-1BF2-0BB6-4AD3DB058B8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AAB00A1-37C8-CB76-28F8-5C11E80CBC1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943BA1BE-AC12-552E-2940-27D05242E7F7}"/>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3843C1CB-6134-803C-BEBD-D8E63987DDF4}"/>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29D4CFF7-4FF0-EC71-4C9D-5449FC091F90}"/>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306D421-C6F3-4854-E441-837C51FC061A}"/>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5594CE7-AC5F-7EBE-F7EA-C81D13811CA5}"/>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F0B59A0B-E6F0-B818-BD16-8BC0D225A3AE}"/>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355A7FD7-E00D-9C66-08C6-94CF8F0F0BBC}"/>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55046EED-9A85-C41A-0C07-E0EFF1A7CDE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36571068-179D-3E0A-26BF-EEE8EFE3CD7D}"/>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CF1A64EB-C7C7-0FA2-53C7-A0EB5E000104}"/>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F4BD565E-359C-24F9-BAF9-FF79D55F686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1A7716D4-EE9A-2B5A-C16A-A3C2DFB46338}"/>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BC1742AD-0327-5307-30C7-D2D2D9C1990D}"/>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14406202-5027-0975-EC63-7D0402FC93D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16BE2AB5-3A12-CE62-D542-86386298071D}"/>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28D4B164-078E-5F34-3872-88D17B07534D}"/>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D163B38F-79F7-6FCC-8A75-B0389AB1910E}"/>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C1A2910B-EFFF-45D5-A0E0-B10B34FE950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02FEFEE2-FB9D-B19D-AB74-41E0ADC21635}"/>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B2AA62BC-9A71-8E93-EC52-BC5A1A4579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1787860"/>
            <a:ext cx="217724" cy="223877"/>
          </a:xfrm>
          <a:prstGeom prst="rect">
            <a:avLst/>
          </a:prstGeom>
        </p:spPr>
      </p:pic>
      <p:pic>
        <p:nvPicPr>
          <p:cNvPr id="50" name="図 49">
            <a:extLst>
              <a:ext uri="{FF2B5EF4-FFF2-40B4-BE49-F238E27FC236}">
                <a16:creationId xmlns:a16="http://schemas.microsoft.com/office/drawing/2014/main" id="{935C9AA9-5C52-D24C-6F2A-F7241C0500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2134232"/>
            <a:ext cx="217724" cy="223877"/>
          </a:xfrm>
          <a:prstGeom prst="rect">
            <a:avLst/>
          </a:prstGeom>
        </p:spPr>
      </p:pic>
      <p:pic>
        <p:nvPicPr>
          <p:cNvPr id="51" name="図 50">
            <a:extLst>
              <a:ext uri="{FF2B5EF4-FFF2-40B4-BE49-F238E27FC236}">
                <a16:creationId xmlns:a16="http://schemas.microsoft.com/office/drawing/2014/main" id="{2DBB8ACA-22A5-A6F4-91C3-4779F116E0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9549688" y="2480603"/>
            <a:ext cx="217724" cy="223877"/>
          </a:xfrm>
          <a:prstGeom prst="rect">
            <a:avLst/>
          </a:prstGeom>
        </p:spPr>
      </p:pic>
      <p:sp>
        <p:nvSpPr>
          <p:cNvPr id="71" name="テキスト ボックス 70">
            <a:extLst>
              <a:ext uri="{FF2B5EF4-FFF2-40B4-BE49-F238E27FC236}">
                <a16:creationId xmlns:a16="http://schemas.microsoft.com/office/drawing/2014/main" id="{3B384CB1-19CA-75DC-999C-1FE3E8A06CA3}"/>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E19B3C47-5755-6D79-A6F5-B0F650B9B0C9}"/>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070527FC-CECE-41EB-E08D-1A5EFCA9C53C}"/>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07B10B7E-319B-C708-514B-3C36648A8705}"/>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A06A74E5-37DC-4DA8-3A38-C648B9266797}"/>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A9F51350-CA77-652A-370E-687FCCFD5B7B}"/>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75DC6727-1A8E-C053-ECEA-974C21EB3F05}"/>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7824B46A-7B2C-A677-EC6E-4EC6A5F2917C}"/>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170FD972-B3AC-78BE-D79F-7880DD51420A}"/>
              </a:ext>
            </a:extLst>
          </p:cNvPr>
          <p:cNvSpPr/>
          <p:nvPr/>
        </p:nvSpPr>
        <p:spPr>
          <a:xfrm>
            <a:off x="8402658"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37A064B5-B6AE-C4CD-65BB-373B60564414}"/>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55D0C903-040F-2142-EE61-F6E891702DDD}"/>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9963E7A6-9A26-EFEF-9540-72631A8A8D28}"/>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789B425E-95F2-318D-DEBF-1FF6EFEE4F8E}"/>
              </a:ext>
            </a:extLst>
          </p:cNvPr>
          <p:cNvGrpSpPr/>
          <p:nvPr/>
        </p:nvGrpSpPr>
        <p:grpSpPr>
          <a:xfrm>
            <a:off x="9938981" y="2366846"/>
            <a:ext cx="902811" cy="307777"/>
            <a:chOff x="9933025" y="1885589"/>
            <a:chExt cx="902811" cy="307777"/>
          </a:xfrm>
        </p:grpSpPr>
        <p:sp>
          <p:nvSpPr>
            <p:cNvPr id="145" name="四角形: 角を丸くする 144">
              <a:extLst>
                <a:ext uri="{FF2B5EF4-FFF2-40B4-BE49-F238E27FC236}">
                  <a16:creationId xmlns:a16="http://schemas.microsoft.com/office/drawing/2014/main" id="{037C0ABE-9C51-25BE-34C2-CF75764D1D73}"/>
                </a:ext>
              </a:extLst>
            </p:cNvPr>
            <p:cNvSpPr/>
            <p:nvPr/>
          </p:nvSpPr>
          <p:spPr>
            <a:xfrm>
              <a:off x="9966073" y="1901097"/>
              <a:ext cx="836714" cy="292269"/>
            </a:xfrm>
            <a:prstGeom prst="roundRect">
              <a:avLst>
                <a:gd name="adj" fmla="val 4721"/>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EA75CABD-C8B4-FDC9-BADB-9990060E8171}"/>
                </a:ext>
              </a:extLst>
            </p:cNvPr>
            <p:cNvSpPr txBox="1"/>
            <p:nvPr/>
          </p:nvSpPr>
          <p:spPr>
            <a:xfrm>
              <a:off x="9933025" y="1885589"/>
              <a:ext cx="902811" cy="307777"/>
            </a:xfrm>
            <a:prstGeom prst="rect">
              <a:avLst/>
            </a:prstGeom>
            <a:noFill/>
          </p:spPr>
          <p:txBody>
            <a:bodyPr wrap="none" rtlCol="0">
              <a:spAutoFit/>
            </a:bodyPr>
            <a:lstStyle/>
            <a:p>
              <a:pPr algn="ctr"/>
              <a:r>
                <a:rPr lang="ja-JP" altLang="en-US" sz="1400">
                  <a:solidFill>
                    <a:schemeClr val="accent2"/>
                  </a:solidFill>
                  <a:latin typeface="原稿用標準書体" panose="03000503000000000000" pitchFamily="66" charset="-128"/>
                  <a:ea typeface="原稿用標準書体" panose="03000503000000000000" pitchFamily="66" charset="-128"/>
                </a:rPr>
                <a:t>装備する</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58B94022-73F6-7CC2-7176-2A5FED1FD6FE}"/>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5C155CCC-8C64-2F1D-9C8C-3932FB056D68}"/>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26303218-2CBF-3D94-21DE-FDB5060F62D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1C241D27-11FB-C1D0-2F53-14882BB08C98}"/>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C8FEC753-45CA-1A65-0787-E06930883AA9}"/>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DBD44F35-D746-7398-5969-56202AEB8392}"/>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2FF53C4A-D9C5-040F-1456-71F0D28A2DA6}"/>
                    </a:ext>
                  </a:extLst>
                </p:cNvPr>
                <p:cNvGrpSpPr/>
                <p:nvPr/>
              </p:nvGrpSpPr>
              <p:grpSpPr>
                <a:xfrm>
                  <a:off x="163586" y="134635"/>
                  <a:ext cx="1975684" cy="1396119"/>
                  <a:chOff x="163586" y="134635"/>
                  <a:chExt cx="1975684" cy="1396119"/>
                </a:xfrm>
              </p:grpSpPr>
              <p:pic>
                <p:nvPicPr>
                  <p:cNvPr id="70" name="図 69">
                    <a:extLst>
                      <a:ext uri="{FF2B5EF4-FFF2-40B4-BE49-F238E27FC236}">
                        <a16:creationId xmlns:a16="http://schemas.microsoft.com/office/drawing/2014/main" id="{EE9442CC-DA06-3170-1901-5B7E52748D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73" name="楕円 72">
                    <a:extLst>
                      <a:ext uri="{FF2B5EF4-FFF2-40B4-BE49-F238E27FC236}">
                        <a16:creationId xmlns:a16="http://schemas.microsoft.com/office/drawing/2014/main" id="{10446F80-98A7-4615-0708-BD5ED3A89EF1}"/>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6" name="図 65">
                  <a:extLst>
                    <a:ext uri="{FF2B5EF4-FFF2-40B4-BE49-F238E27FC236}">
                      <a16:creationId xmlns:a16="http://schemas.microsoft.com/office/drawing/2014/main" id="{86E9040C-7D08-9EC3-B6E3-04B1E6D041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33" name="テキスト ボックス 32">
              <a:extLst>
                <a:ext uri="{FF2B5EF4-FFF2-40B4-BE49-F238E27FC236}">
                  <a16:creationId xmlns:a16="http://schemas.microsoft.com/office/drawing/2014/main" id="{4E1A17C3-E035-7E6D-C80F-E0D9A6458A88}"/>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87E3523E-F88B-CC48-5D1D-5FA227165CD1}"/>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98886442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39827D5-8CBA-229B-749E-3A865D38C5B0}"/>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154F1CF-0051-3E12-0D25-1BB17277FE4A}"/>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8EA4138-C6EA-DACE-C892-53FBA4D25D24}"/>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9D260FA4-DCDA-A1BB-8BF3-7766B256B606}"/>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41E74FCF-FC94-940C-9818-562CC08A50C5}"/>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CAB0FD66-19D3-06BC-8F48-24E5816DE2EA}"/>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D60AF479-9A64-73E1-4191-D9CBB76BB07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8F1C5E8E-6249-0372-6B19-3F8D71CAA826}"/>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24E89D0-61DA-F4BA-CFB0-D3743F38F9F1}"/>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E74E872E-0861-1545-1A48-762E3A14856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69B60DC-8081-3031-E1EC-71611F4DC64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12525F9-A3E0-B4FD-A43B-B76811F0734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8E2A039C-96CF-EBCA-717F-BCFFC357816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8D6CA3BF-B65A-EF14-7636-FFA7BBAED4C7}"/>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BDFAC17B-C246-087B-6558-27889AD986E0}"/>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D8E15EC7-D011-27A3-A142-62398D9D2FF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B3BD71A-B194-3CCC-4C23-EA0F5D3E145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2EF6543-145E-4334-F883-0C698712380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E6F56235-D3DD-4337-102B-E84991A7658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54D6ED78-7B0D-A870-8F93-9D1F3A6225A8}"/>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E920AA52-B511-1320-06F3-93F760F9C101}"/>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A640F21-9ED4-98AA-86B5-0E6E85A43C7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067A7B73-16DB-6902-F2C8-4C62BB05BBA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99D8AEE-7C31-A47E-7FB5-41824A2B8E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261AB5C4-2736-CE42-D6F2-48A67AF92F7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C255DE76-2612-8D4C-8856-6295A2E01C8A}"/>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A91D8754-FF7D-D374-369E-05BD801CD6C8}"/>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B5DE9239-6B27-0222-CE19-310228D8CA07}"/>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7B67C06-071A-2889-A38C-5296F357BDD8}"/>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668256AF-3C3D-A823-1A9A-5D0FF9F8721E}"/>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473154B-1460-568C-8C18-D12234C6680F}"/>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97AA6A50-8174-9362-10D9-2DE7CDADFC53}"/>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7EA09C53-BFFE-AAE9-7C27-08D58DFBB7C2}"/>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8096BBDB-647D-7667-9A57-ACB427D8EC2A}"/>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327CA212-93BD-C3A0-785A-1E233A52E65D}"/>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786DB0A-8A6C-9742-3EED-DCACBF1830A2}"/>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36B7A2B-27E2-46CF-D81A-85808C010391}"/>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28A6D77A-EA91-B619-C565-79290F3CB2E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993F5ABA-9045-72DA-22C0-DA036E1290AC}"/>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5DAEF03-C873-3C15-B6B0-3F1D9C99583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14DBA648-8A4B-544E-E083-CBD9036DE2D0}"/>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B1D83588-5BCC-D0AF-10E1-2B1D7C5C8C9E}"/>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78C3A9CF-4C8F-479C-27EC-9AA2D3A3A1AD}"/>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834A6E28-E2B1-63BF-5E69-15C8ED9158A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5FE4397A-D7EC-3C06-8C36-3E2B70F4832D}"/>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7946B0C8-EEE9-988B-E362-8797CE36AD8C}"/>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71FB1303-7325-D458-5D00-6B76656150A4}"/>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F0E1DF33-6674-37DD-9C97-C65FDE7A543F}"/>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510AC7FE-CDF4-75F6-E124-84576D5191A1}"/>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C3ACCF5A-2244-B0AA-0240-5395D478A7B5}"/>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02C573A2-C3C1-62D8-095D-2F120613BEA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7F8C8665-6208-1E3D-A705-5158AEF5EB80}"/>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24943DED-9DD5-12FA-0538-31D259B4C5B8}"/>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7EB5F32A-623E-9ED5-0B9F-704E3A23F18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D35B8A7E-83B1-20B0-8718-D1F898C1097F}"/>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958F7961-736B-D21A-50A4-D9952D10712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1724AB89-B83F-DDED-65A0-BD5C294A921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8B9B40B8-C3FE-9159-B7F6-D30B46B9A220}"/>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13DDFE61-AE70-5EC6-5BC0-A8D5EA0F4B48}"/>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83203543-2EEE-5C30-47CD-6EE281A3D600}"/>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6FD14D4D-3CD4-8F93-4ABE-74DDD8F9871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5F21FC0E-F46E-0E51-E986-3083528A7E5D}"/>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69870FD2-562A-6D50-C8EE-EA34549544A1}"/>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F40B52CF-40ED-DD55-1135-91F0A8FCCD08}"/>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154762D2-24BD-EDD2-E087-EA1F03FFA04D}"/>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17E4F02A-C180-195A-8F89-F924E15747D4}"/>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B065246B-3CB3-EC20-9A26-634317EF6E4C}"/>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D26EAFD8-4CFA-B2E0-AF9F-91E8E7AEEAD5}"/>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530A2648-F77E-0246-1570-DB512AC44446}"/>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A8C5C28A-0F14-0E78-9E82-D432749A863C}"/>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CAEF58EB-9FC5-9634-66C1-FEB0358B7552}"/>
              </a:ext>
            </a:extLst>
          </p:cNvPr>
          <p:cNvSpPr/>
          <p:nvPr/>
        </p:nvSpPr>
        <p:spPr>
          <a:xfrm>
            <a:off x="7001183"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52278FC5-84E2-AEB7-F763-5346C3DC54C7}"/>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C1410E74-4166-A32C-84BB-BB46E90BD391}"/>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C50AE474-8107-1DAC-961D-930EE793589C}"/>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26127D0-018D-6883-1528-3DC43AC36FDB}"/>
              </a:ext>
            </a:extLst>
          </p:cNvPr>
          <p:cNvGrpSpPr/>
          <p:nvPr/>
        </p:nvGrpSpPr>
        <p:grpSpPr>
          <a:xfrm>
            <a:off x="9972029" y="2366846"/>
            <a:ext cx="836714" cy="307777"/>
            <a:chOff x="9966073" y="1885589"/>
            <a:chExt cx="836714" cy="307777"/>
          </a:xfrm>
        </p:grpSpPr>
        <p:sp>
          <p:nvSpPr>
            <p:cNvPr id="145" name="四角形: 角を丸くする 144">
              <a:extLst>
                <a:ext uri="{FF2B5EF4-FFF2-40B4-BE49-F238E27FC236}">
                  <a16:creationId xmlns:a16="http://schemas.microsoft.com/office/drawing/2014/main" id="{7FF39E4B-647B-86A6-F1C6-114701D2C2E9}"/>
                </a:ext>
              </a:extLst>
            </p:cNvPr>
            <p:cNvSpPr/>
            <p:nvPr/>
          </p:nvSpPr>
          <p:spPr>
            <a:xfrm>
              <a:off x="9966073" y="1901097"/>
              <a:ext cx="836714" cy="292269"/>
            </a:xfrm>
            <a:prstGeom prst="roundRect">
              <a:avLst>
                <a:gd name="adj" fmla="val 4721"/>
              </a:avLst>
            </a:prstGeom>
            <a:solidFill>
              <a:schemeClr val="accent2">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08248F80-38E3-59AE-6D54-B623F99A7797}"/>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rgbClr val="FF00FF"/>
                  </a:solidFill>
                  <a:latin typeface="原稿用標準書体" panose="03000503000000000000" pitchFamily="66" charset="-128"/>
                  <a:ea typeface="原稿用標準書体" panose="03000503000000000000" pitchFamily="66" charset="-128"/>
                </a:rPr>
                <a:t>装備中</a:t>
              </a:r>
              <a:endParaRPr lang="en-US" altLang="ja-JP" sz="1400" dirty="0">
                <a:solidFill>
                  <a:srgbClr val="FF00FF"/>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03B31D78-7258-FB69-4C49-D6DE4C7890BA}"/>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B1D1007A-A534-7A2A-C0B3-D8EAC42883CE}"/>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F404DDE1-60CC-2712-D706-A565DEBF9E0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58E9D97B-4526-AEE4-A99E-326651FB2445}"/>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248BA556-69A4-70F4-8E31-335284C26C33}"/>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D5B9AB4E-B8F1-E4D2-EE95-CD5B4CB4C521}"/>
                  </a:ext>
                </a:extLst>
              </p:cNvPr>
              <p:cNvGrpSpPr/>
              <p:nvPr/>
            </p:nvGrpSpPr>
            <p:grpSpPr>
              <a:xfrm>
                <a:off x="163586" y="134635"/>
                <a:ext cx="1975684" cy="1396119"/>
                <a:chOff x="163586" y="134635"/>
                <a:chExt cx="1975684" cy="1396119"/>
              </a:xfrm>
            </p:grpSpPr>
            <p:grpSp>
              <p:nvGrpSpPr>
                <p:cNvPr id="42" name="グループ化 41">
                  <a:extLst>
                    <a:ext uri="{FF2B5EF4-FFF2-40B4-BE49-F238E27FC236}">
                      <a16:creationId xmlns:a16="http://schemas.microsoft.com/office/drawing/2014/main" id="{19A4AF17-B131-672D-A422-7976CE74EF46}"/>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50AB2F0E-B142-EB74-AF72-16D7837B3D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8CD0255F-0E87-8ABB-CCF9-9F04CDFC60AF}"/>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E16BDF10-FEC0-463B-0E75-7D9D0AEF8BE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8" name="テキスト ボックス 17">
              <a:extLst>
                <a:ext uri="{FF2B5EF4-FFF2-40B4-BE49-F238E27FC236}">
                  <a16:creationId xmlns:a16="http://schemas.microsoft.com/office/drawing/2014/main" id="{F9FF2907-A1A0-3213-49B2-13DD7CDA3CC1}"/>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二等辺三角形 32">
              <a:extLst>
                <a:ext uri="{FF2B5EF4-FFF2-40B4-BE49-F238E27FC236}">
                  <a16:creationId xmlns:a16="http://schemas.microsoft.com/office/drawing/2014/main" id="{7F604EAC-7865-2599-0065-D19D22030EDB}"/>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99868578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C3B2DC6-A3AE-3B26-5ADF-CC89D0F200CF}"/>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49D219B4-5BFF-7BF5-84A9-9D801A914B4D}"/>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FBC60FBC-66C3-4E8D-A53B-1D9C35E2B552}"/>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0430C94B-0B84-D717-3D60-8D33E2E8FB67}"/>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D4F009E5-C273-8E42-84A7-CBE0F169C474}"/>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71768986-0930-0728-AFCF-7B87503CA1F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4E6DD9A2-624A-22D0-BCB7-D7D0E55153D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ADDC21CD-3203-791C-6DCD-734A13F2B6FD}"/>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99B55F8B-4237-1901-2579-4F76FB585793}"/>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E51DF8A8-B533-6300-A118-920393A69C31}"/>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4297BB17-A9F8-5EF2-13C1-599A20179D9C}"/>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4A7D84CB-32DC-3D37-1ACF-F0A96C7C1C00}"/>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D0E3BB30-C9B5-EDC0-746A-7F33C0F887FC}"/>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BCD67494-45F4-C2A5-2229-C917CD8D4E6D}"/>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09D3B02C-BF61-CD7A-A224-161B4BFFCC96}"/>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F46CB43E-D48D-7B63-4BDF-B0CE4261C262}"/>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15742945-7FBA-0C53-E4ED-E71ECAC2C10E}"/>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9A88D10D-85D0-CE4E-108B-8FB0C3D9C1CA}"/>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DC5D46DB-83B1-8969-1B41-045582309011}"/>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437A88A3-76ED-A79B-F2BC-865F4A3871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227A8E43-FA55-209D-2A93-B5BEDF6B7771}"/>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5096221F-E8E2-71D6-1E87-3D156DD53E5C}"/>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260F17C4-149F-78AB-99EC-9913E7E2D6A2}"/>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354BFA6C-86AA-B41C-E219-75E1B32A541C}"/>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7D3851CB-0D85-9B89-9B2A-8EE180FD34EB}"/>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A59FE49-BC2A-2915-E932-81F0EE815105}"/>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196FDAA1-1C73-B5E2-6D5E-2CADC4F8D986}"/>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75410F0D-82A9-86A9-3F08-C1CBB9EA34E6}"/>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B5E0FA69-63B5-0ADE-1E56-070808411D60}"/>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4681017-7CB2-E31A-9956-0B274D3E3150}"/>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4467BC71-B03D-F485-F027-0C4D08F0FC84}"/>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5F85E810-ED77-8A29-C923-910184DFF10D}"/>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63684218-FC9F-CC4A-8FCF-3AD5AE7B07C9}"/>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9EEFDEB2-4E69-AD56-ECC2-098889EB63DF}"/>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0BE30875-6149-EE61-05B2-66CFEEB5771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875ACC41-B1FC-783E-FD45-1062DBDBFC6A}"/>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066181AF-9C77-F2B8-D42E-FC9AB510F7E2}"/>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E17A5578-2019-AEAA-DA1D-220B2B4FD06F}"/>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5EA17250-146D-1928-4D1B-992ED9600F12}"/>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61D8C63C-B873-726C-A911-D487FB1C7684}"/>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834B2D5-F8D4-EAED-BC53-6D9D6DF8480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2C47D7FA-7668-46AF-8553-C9FB568ADDBC}"/>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99FF47E9-D4CB-98CE-E01A-2F1E9097E630}"/>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53C13B1B-FBB5-2470-E5DB-57D86C5218FD}"/>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7CD2AA3E-B623-F742-BDBC-4981B11938ED}"/>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639E086-0142-4921-3246-4B01EF4CBCED}"/>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882244B-A038-801B-DBB7-C7BD9907668C}"/>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46903BF9-63CB-9A76-C21D-4CD3C06175EC}"/>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EC381D1F-35EB-8703-383F-A51068090606}"/>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DD400AFC-C368-FB8C-93C2-699F6742F19B}"/>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0D5B1782-6C91-0524-87B0-55C7D729C8D2}"/>
              </a:ext>
            </a:extLst>
          </p:cNvPr>
          <p:cNvGrpSpPr/>
          <p:nvPr/>
        </p:nvGrpSpPr>
        <p:grpSpPr>
          <a:xfrm flipH="1">
            <a:off x="9887984" y="2041200"/>
            <a:ext cx="1443249" cy="2934324"/>
            <a:chOff x="7506277" y="2003876"/>
            <a:chExt cx="1265547" cy="2573030"/>
          </a:xfrm>
          <a:solidFill>
            <a:schemeClr val="tx1">
              <a:lumMod val="95000"/>
              <a:lumOff val="5000"/>
            </a:schemeClr>
          </a:solidFill>
        </p:grpSpPr>
        <p:sp>
          <p:nvSpPr>
            <p:cNvPr id="87" name="四角形: 角を丸くする 86">
              <a:extLst>
                <a:ext uri="{FF2B5EF4-FFF2-40B4-BE49-F238E27FC236}">
                  <a16:creationId xmlns:a16="http://schemas.microsoft.com/office/drawing/2014/main" id="{74FF2D97-DF35-C7FD-6A1F-9269DD584E70}"/>
                </a:ext>
              </a:extLst>
            </p:cNvPr>
            <p:cNvSpPr/>
            <p:nvPr/>
          </p:nvSpPr>
          <p:spPr>
            <a:xfrm>
              <a:off x="8202006" y="20038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981B2DA0-DA4F-81B8-3137-0C08A0221F5C}"/>
                </a:ext>
              </a:extLst>
            </p:cNvPr>
            <p:cNvSpPr/>
            <p:nvPr/>
          </p:nvSpPr>
          <p:spPr>
            <a:xfrm>
              <a:off x="8202006" y="26738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AD690929-DFD7-786C-B9F3-0DA921C1D6DE}"/>
                </a:ext>
              </a:extLst>
            </p:cNvPr>
            <p:cNvSpPr/>
            <p:nvPr/>
          </p:nvSpPr>
          <p:spPr>
            <a:xfrm>
              <a:off x="8202006" y="33412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角を丸くする 92">
              <a:extLst>
                <a:ext uri="{FF2B5EF4-FFF2-40B4-BE49-F238E27FC236}">
                  <a16:creationId xmlns:a16="http://schemas.microsoft.com/office/drawing/2014/main" id="{22EE4F8C-3B9A-AB35-1F50-716B38820941}"/>
                </a:ext>
              </a:extLst>
            </p:cNvPr>
            <p:cNvSpPr/>
            <p:nvPr/>
          </p:nvSpPr>
          <p:spPr>
            <a:xfrm>
              <a:off x="8202006" y="40070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D76C5B02-3D9D-30BD-B3FF-AA1B06D96349}"/>
                </a:ext>
              </a:extLst>
            </p:cNvPr>
            <p:cNvSpPr/>
            <p:nvPr/>
          </p:nvSpPr>
          <p:spPr>
            <a:xfrm>
              <a:off x="7506277" y="20038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7783A599-5909-76FF-83E4-55375E26CEFC}"/>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BF792C6F-8FC7-6D6B-43D1-89E157B7249B}"/>
                </a:ext>
              </a:extLst>
            </p:cNvPr>
            <p:cNvSpPr/>
            <p:nvPr/>
          </p:nvSpPr>
          <p:spPr>
            <a:xfrm>
              <a:off x="7506277" y="33412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89E6F7A5-F2BD-44C6-BFD7-3EB5AF817023}"/>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4D3DA1B2-FB00-6EEF-C56C-F0932BDF3016}"/>
              </a:ext>
            </a:extLst>
          </p:cNvPr>
          <p:cNvSpPr txBox="1"/>
          <p:nvPr/>
        </p:nvSpPr>
        <p:spPr>
          <a:xfrm>
            <a:off x="8350164" y="393745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EE1F5372-AD11-825E-58D9-128E53066415}"/>
              </a:ext>
            </a:extLst>
          </p:cNvPr>
          <p:cNvSpPr txBox="1"/>
          <p:nvPr/>
        </p:nvSpPr>
        <p:spPr>
          <a:xfrm>
            <a:off x="8350164" y="4698525"/>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1776DF3E-C9D2-EBBA-F14A-F7B9EE60C7DC}"/>
              </a:ext>
            </a:extLst>
          </p:cNvPr>
          <p:cNvSpPr txBox="1"/>
          <p:nvPr/>
        </p:nvSpPr>
        <p:spPr>
          <a:xfrm>
            <a:off x="8350164" y="241532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4EAAAB15-01B2-9931-ED6A-48A955E19D04}"/>
              </a:ext>
            </a:extLst>
          </p:cNvPr>
          <p:cNvSpPr txBox="1"/>
          <p:nvPr/>
        </p:nvSpPr>
        <p:spPr>
          <a:xfrm>
            <a:off x="8350164" y="317638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BFD23657-5FC5-511A-1B2A-A674B226F280}"/>
              </a:ext>
            </a:extLst>
          </p:cNvPr>
          <p:cNvSpPr txBox="1"/>
          <p:nvPr/>
        </p:nvSpPr>
        <p:spPr>
          <a:xfrm>
            <a:off x="7550169" y="393616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B232A1B9-3E09-CE5E-AA30-E7823351B83B}"/>
              </a:ext>
            </a:extLst>
          </p:cNvPr>
          <p:cNvSpPr txBox="1"/>
          <p:nvPr/>
        </p:nvSpPr>
        <p:spPr>
          <a:xfrm>
            <a:off x="7550169" y="241403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8E86251D-F174-332B-8D3E-4B75A4A3514D}"/>
              </a:ext>
            </a:extLst>
          </p:cNvPr>
          <p:cNvSpPr txBox="1"/>
          <p:nvPr/>
        </p:nvSpPr>
        <p:spPr>
          <a:xfrm>
            <a:off x="7550169" y="317509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113" name="グループ化 112">
            <a:extLst>
              <a:ext uri="{FF2B5EF4-FFF2-40B4-BE49-F238E27FC236}">
                <a16:creationId xmlns:a16="http://schemas.microsoft.com/office/drawing/2014/main" id="{EB5D0EFF-52AE-F20A-691E-8EBB8D5A5174}"/>
              </a:ext>
            </a:extLst>
          </p:cNvPr>
          <p:cNvGrpSpPr/>
          <p:nvPr/>
        </p:nvGrpSpPr>
        <p:grpSpPr>
          <a:xfrm>
            <a:off x="9927223" y="2404699"/>
            <a:ext cx="562032" cy="2560204"/>
            <a:chOff x="9927223" y="2404699"/>
            <a:chExt cx="562032" cy="2560204"/>
          </a:xfrm>
        </p:grpSpPr>
        <p:sp>
          <p:nvSpPr>
            <p:cNvPr id="108" name="テキスト ボックス 107">
              <a:extLst>
                <a:ext uri="{FF2B5EF4-FFF2-40B4-BE49-F238E27FC236}">
                  <a16:creationId xmlns:a16="http://schemas.microsoft.com/office/drawing/2014/main" id="{962FBA8E-1A14-8276-E154-EB4B5DE21547}"/>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54FB203F-90C0-93BA-5FA5-07D7EDC0BA11}"/>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0" name="テキスト ボックス 109">
              <a:extLst>
                <a:ext uri="{FF2B5EF4-FFF2-40B4-BE49-F238E27FC236}">
                  <a16:creationId xmlns:a16="http://schemas.microsoft.com/office/drawing/2014/main" id="{E1C9B38D-67CD-0749-2485-7302B6641126}"/>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A4ECD05A-E35B-B800-CE38-D8590DCDB635}"/>
                </a:ext>
              </a:extLst>
            </p:cNvPr>
            <p:cNvSpPr txBox="1"/>
            <p:nvPr/>
          </p:nvSpPr>
          <p:spPr>
            <a:xfrm>
              <a:off x="9927223" y="3165767"/>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C24D0001-1EDD-CB45-2D4C-7B371B2DF886}"/>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14" name="グループ化 113">
            <a:extLst>
              <a:ext uri="{FF2B5EF4-FFF2-40B4-BE49-F238E27FC236}">
                <a16:creationId xmlns:a16="http://schemas.microsoft.com/office/drawing/2014/main" id="{D94C3775-A92D-D8FB-5592-EB44461FFF5E}"/>
              </a:ext>
            </a:extLst>
          </p:cNvPr>
          <p:cNvGrpSpPr/>
          <p:nvPr/>
        </p:nvGrpSpPr>
        <p:grpSpPr>
          <a:xfrm>
            <a:off x="10732766" y="2407809"/>
            <a:ext cx="562032" cy="2560204"/>
            <a:chOff x="9927223" y="2404699"/>
            <a:chExt cx="562032" cy="2560204"/>
          </a:xfrm>
        </p:grpSpPr>
        <p:sp>
          <p:nvSpPr>
            <p:cNvPr id="115" name="テキスト ボックス 114">
              <a:extLst>
                <a:ext uri="{FF2B5EF4-FFF2-40B4-BE49-F238E27FC236}">
                  <a16:creationId xmlns:a16="http://schemas.microsoft.com/office/drawing/2014/main" id="{B2BE3670-82F1-CECD-F11D-0C58C4C776C9}"/>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6" name="テキスト ボックス 115">
              <a:extLst>
                <a:ext uri="{FF2B5EF4-FFF2-40B4-BE49-F238E27FC236}">
                  <a16:creationId xmlns:a16="http://schemas.microsoft.com/office/drawing/2014/main" id="{D58929AD-8641-E0F4-74F9-C862DA348C23}"/>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7" name="テキスト ボックス 116">
              <a:extLst>
                <a:ext uri="{FF2B5EF4-FFF2-40B4-BE49-F238E27FC236}">
                  <a16:creationId xmlns:a16="http://schemas.microsoft.com/office/drawing/2014/main" id="{073DEB82-634C-3805-F967-6883CAF84046}"/>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FE42B16A-8DBF-906C-A7F4-E6E2510EB4A3}"/>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7AC4A356-A6AD-C5D8-6FCC-47DC17594FA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B19403D-6B17-E2DF-F8AA-8CDEF2574D6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AB7FFFFF-2DC8-6371-269C-EFA500557CFE}"/>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C1245FE1-AA4C-5448-6A04-55716800766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9FD6E4A2-1302-1E59-56CF-9B7566971CC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498A2D80-FAFD-B8E8-84E3-CFE7B6F78417}"/>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005267EC-E7BE-CDDA-FBC4-732DA2A965D2}"/>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6BE9098D-7975-C3AE-7445-C224B5ECC57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86F4C888-38A8-F616-315F-2414F6C0E223}"/>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CB079946-4DE3-9EF3-6C2F-44EEE9E78BA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832D4D5-48EF-E0C5-A533-032DB570C1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361EB538-A1E6-8166-2BB5-413E7F61F06F}"/>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7F2754B4-F3E4-C16C-D6CC-FDD06EBC7DEA}"/>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62BBD461-3E3F-BA97-0112-D1F40FBA7D0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7A5F1D3D-F733-1D05-6E6C-188568002751}"/>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49F8CDBF-DA42-F55B-0ACB-5183D0AE71C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8B890792-1C3F-729E-0EC0-728D116C70F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0C04538E-7B4A-3E77-2849-2BC751C943C1}"/>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8B18F075-7370-A2E9-20C2-E639A5DDCF2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9656C144-E3F5-30D9-DA61-8C99077A23A9}"/>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B0DDF040-7546-7E3B-B60D-709F86A34C8A}"/>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A06C35CC-1355-F465-B33E-54C0ED9C60F9}"/>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18937566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4C4064A1-BD7F-C039-5AB9-6034B055EDBF}"/>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952F575C-34E7-E1E1-1F67-F3827E5F3DC4}"/>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61B5E25D-7523-12AC-33FC-DCFAF84A41E2}"/>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E134E76-9B5D-4D35-8CF2-4106AF1B0EE3}"/>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C19E9A15-CB1D-8148-0862-DB5CC4D0332C}"/>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A1007654-D4D4-6F71-A9E5-60B0BB43F788}"/>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0340D90C-D5AE-1146-6E3C-5587151CC03A}"/>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8DA782F9-BE0F-B609-24AC-FBB9E0199B80}"/>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F75372CE-109C-5DD7-6A02-4261441BB190}"/>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E3881CF0-009C-BC93-5CD7-17C8651DD485}"/>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155514A3-012B-A345-E99D-51B9CD23138E}"/>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0E88DE22-141D-DA54-2601-A14049C4F87B}"/>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E889E0BB-FC48-D5C0-B7CE-469EA7285DA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DCE792AF-FDD5-A8E3-DC08-58D10D6E1761}"/>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CD02A1BF-4BA7-D8C1-69EB-A027CABC94E8}"/>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BDCF22D0-7678-DBD4-8518-D490C36ACE39}"/>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6CE37CC6-B553-14ED-AE2E-EFA87FDC5C9E}"/>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1E89E603-30FA-9184-04B3-BB636A7B490D}"/>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62C8440A-27C4-BB14-CA50-9BE065408E67}"/>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8EE17CF5-2B6B-8393-421F-3FD2984862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4EE7D9B3-3E86-8C0C-37A2-6DEADE859CE1}"/>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8956CCBC-C61D-8096-3A4F-8ECBE780FFA2}"/>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37891809-BEFC-A745-6182-D6AA556A55D1}"/>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F5D4A004-F71E-6929-DBAF-3BF9676FE6B1}"/>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FDA4E898-8029-5C3C-A32B-11EA51AA1036}"/>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61E8AED2-594F-24CB-A3B9-E2399EDE7D77}"/>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3B1584A6-DCF5-08E1-8F5C-39D41DAD68C4}"/>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2D54F8E7-76AB-F421-9791-B9F371EC8F80}"/>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EC3BA680-A6BE-A83D-4A59-D741BB3A030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69DEA25-459E-D697-47E5-2D5C349422CC}"/>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5B8B74DF-E352-D326-E7BF-0A5A5A57BD1A}"/>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2968571F-288D-BE25-289D-A60019980ADF}"/>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AC32ABBF-1CD3-B13F-7EA5-2CC3BC5C7C70}"/>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6A787420-356C-000E-6568-0C3188CBA53B}"/>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83033722-8B9D-0F20-3AC0-59411F937D9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48BDFA8D-74B0-569B-2CF2-1F154B9331B4}"/>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0ED632DC-1807-AF13-18EE-3276FA1C77DC}"/>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C274DEE1-68E2-DB1C-195A-A8D454B9D00B}"/>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74CB4120-C330-1223-316D-BC8059AF3CB0}"/>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CCF6A25B-868D-CEC8-BC68-0C946486400D}"/>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4C5E1E8-1A35-05D3-CAAD-9C8BE08CEA4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8D49D8B1-94FF-E195-BC94-D02F2063DC20}"/>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023673B3-4886-E842-4AD5-C9705A29388E}"/>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FD862D83-B137-A3E1-E6C3-9C29441F8981}"/>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A7948942-C2A3-F227-0DC7-A60763BB8E63}"/>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957B3517-B244-9570-A42F-0EBFFEECC336}"/>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E7AA770F-E722-8990-7A15-AAEE99AF8FF9}"/>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313290C5-B635-3B0C-E332-E2730C2194E8}"/>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23B67F9D-1B92-57EA-2F07-50305FFFEDEF}"/>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6F6AD2FB-150E-267E-3874-8B8E447D4F86}"/>
              </a:ext>
            </a:extLst>
          </p:cNvPr>
          <p:cNvGrpSpPr/>
          <p:nvPr/>
        </p:nvGrpSpPr>
        <p:grpSpPr>
          <a:xfrm flipH="1">
            <a:off x="9887983" y="2041200"/>
            <a:ext cx="1443255" cy="2934321"/>
            <a:chOff x="7506277" y="2003877"/>
            <a:chExt cx="1265553" cy="2573029"/>
          </a:xfrm>
          <a:solidFill>
            <a:schemeClr val="tx1">
              <a:lumMod val="95000"/>
              <a:lumOff val="5000"/>
            </a:schemeClr>
          </a:solidFill>
        </p:grpSpPr>
        <p:sp>
          <p:nvSpPr>
            <p:cNvPr id="87" name="四角形: 角を丸くする 86">
              <a:extLst>
                <a:ext uri="{FF2B5EF4-FFF2-40B4-BE49-F238E27FC236}">
                  <a16:creationId xmlns:a16="http://schemas.microsoft.com/office/drawing/2014/main" id="{88320472-1133-EEC0-2DB7-1B91EACF2F4A}"/>
                </a:ext>
              </a:extLst>
            </p:cNvPr>
            <p:cNvSpPr/>
            <p:nvPr/>
          </p:nvSpPr>
          <p:spPr>
            <a:xfrm>
              <a:off x="8202012" y="2003877"/>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AC881C27-B855-BD2F-4EB9-2A7587793F44}"/>
                </a:ext>
              </a:extLst>
            </p:cNvPr>
            <p:cNvSpPr/>
            <p:nvPr/>
          </p:nvSpPr>
          <p:spPr>
            <a:xfrm>
              <a:off x="8202012" y="267382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E274F125-874C-7A1F-5E74-94C88C3B039E}"/>
                </a:ext>
              </a:extLst>
            </p:cNvPr>
            <p:cNvSpPr/>
            <p:nvPr/>
          </p:nvSpPr>
          <p:spPr>
            <a:xfrm>
              <a:off x="8202012" y="3341205"/>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71963088-86A6-9301-D155-DCA84BCC28C8}"/>
                </a:ext>
              </a:extLst>
            </p:cNvPr>
            <p:cNvSpPr/>
            <p:nvPr/>
          </p:nvSpPr>
          <p:spPr>
            <a:xfrm>
              <a:off x="7506280" y="2003877"/>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73B9C043-CBA5-98FD-5956-E6D589298DB7}"/>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DAC706AA-0E29-F36B-768B-ACDE849EA903}"/>
                </a:ext>
              </a:extLst>
            </p:cNvPr>
            <p:cNvSpPr/>
            <p:nvPr/>
          </p:nvSpPr>
          <p:spPr>
            <a:xfrm>
              <a:off x="7506278" y="3341205"/>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6B96CEE5-DE3E-72FB-FBE2-6FEDCBB7A4FF}"/>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17ACDA51-6B49-2F9F-DF28-696E847BF4B1}"/>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2" name="グループ化 11">
            <a:extLst>
              <a:ext uri="{FF2B5EF4-FFF2-40B4-BE49-F238E27FC236}">
                <a16:creationId xmlns:a16="http://schemas.microsoft.com/office/drawing/2014/main" id="{537A4F73-CE87-CC6A-5387-3EF29D3A5082}"/>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E639CAD3-7390-C1F5-5C6E-213DE260F99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6D713A97-1F62-83BD-8CDF-4350CAD9A2E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8FE621A8-0E8D-DA43-7B69-BED9B59384DB}"/>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4919DA39-230A-2B93-D829-F5717F08668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5D0E11FA-EECA-8A10-6FB3-706A9F98AB49}"/>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94858F42-3E6B-CE29-8299-E9DA6A0C0456}"/>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C6524287-2E1B-6021-63BF-1FD848EEC41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4AE17ED8-AFBD-272E-2B96-71A3E365C04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A39D65DD-F221-1853-5C98-DA6EDDBF8765}"/>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4BA7F262-4853-FA72-0497-1A56CB39DAA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5F48221F-5D1D-1BA4-B9C2-17B6A9E9FC8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314BFFA9-0A3D-AFA8-4D48-7AA5CB073D57}"/>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3B3668C2-2141-4D2C-0480-7EB60323251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8503D060-4E1D-19BC-5994-23DBEEFF979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9787E1EB-A4BD-C6BF-DCCE-A92CFED82464}"/>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35AF2F49-CFF5-090B-88FE-94DE31610CF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BA33FA1B-F502-A861-B320-1A6179E9F25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101E133D-69AC-EB5E-88D0-27105EC6F672}"/>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CD142962-212B-75C4-6A59-3331BECDD20B}"/>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4A9B73E3-941E-7DCD-CA7B-88CEA6415ABC}"/>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44C7A036-0568-B34A-DD44-E9FA3A630DFA}"/>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412F4876-1427-D69D-084E-B2E770B89C1B}"/>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22868132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193199EF-45D9-8C90-F4D5-28B4EF478B0D}"/>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4E655BB7-C870-68A2-5D32-3D9B991717ED}"/>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2B3F6370-C55B-9D30-2692-668B8DFCDD28}"/>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6B2E5A8-0F32-C75E-001F-04FC21BC0627}"/>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EDE7972C-1AA5-2B6A-D0A2-EC90399C0656}"/>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FA9B1084-C018-CB62-3732-A16B8C98B54D}"/>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A7B9C81B-FF4C-839B-CC07-981DCA269FC2}"/>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B94CADC0-79EA-261F-7999-F262DE633A7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F3523C76-1241-54AB-A80D-615D80FC3E29}"/>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B15DD424-D53E-EA5C-766B-41DCB188BC4B}"/>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A0D4B83B-F0A9-816B-DB5A-B58E1ADF5588}"/>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543A86D8-D598-0602-2F10-0079AA956449}"/>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66E57918-CC1E-C2DD-5BFB-D6E0C6D880A4}"/>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F809DB14-2120-CBF9-6B05-F91891DCFA72}"/>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60B254B0-F696-9D99-54FA-EA7CADB7277E}"/>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20FE9E89-31C4-B0FE-C9F2-B596B22FC0F9}"/>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B9D259FE-7D09-4892-AF07-4EE0AB98DF25}"/>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1E0059EF-746E-0C76-F4ED-6D68E62B470D}"/>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76052265-5C2A-6D35-14B5-F02695C6FFB9}"/>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48A33CBD-DF4C-4165-E3A1-310C0AACBF3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9C7DF5F2-FB15-02CB-C5DD-6F4C651E51D5}"/>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4D15A29D-59F1-58D4-C109-6C63ACABDFA9}"/>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0C91C99A-F954-22A0-CD4C-D0D9D7BE0E7A}"/>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0B7F7FB9-0234-6217-79DF-0BF6F7105D54}"/>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BDC1F668-B274-E92C-3D0C-C477ECF3D842}"/>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2A4EB9D-95E3-6CF7-FF77-0B2CD76FA110}"/>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4DBFB406-510D-DE0A-2D4C-9BAFBF92D980}"/>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86F1F515-9604-69BF-BDDE-B960B9F30751}"/>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14174EC1-FC6E-EAFF-8380-207EE982F7A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5ED2293-21AA-AA60-8073-93ED0B0D0FFF}"/>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61322BC3-3FD0-DBF0-D44F-99E5A519BC1C}"/>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B46EEB87-DE88-5F96-F356-F9433D6FD1E9}"/>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901A1BFA-011B-A6AA-829F-1E02830CDDB0}"/>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82D045C2-032C-F4C3-4BEB-3C5A23BDC7B7}"/>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A9054FDD-005B-9683-8CF2-F68C2C5F558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6667DF2A-22F8-0086-29FA-8732CF50DC8D}"/>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30E8C2C8-FDCE-6BF1-AC86-440F447030C0}"/>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CBDD7E17-80E6-1E72-6A1E-B3594C73C504}"/>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9BD4FC34-FD36-3A7F-913E-CD604D1AE463}"/>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EED9969A-89F9-A5A3-7240-FA7DBE0730B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20B4AB5-38D2-DA2D-259C-1E5341A45E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B1671F7E-D639-F321-F596-F60369BB9645}"/>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EC0536FE-D25A-C16A-8FED-1FDC39C8EE1E}"/>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2" name="四角形: 角を丸くする 31">
              <a:extLst>
                <a:ext uri="{FF2B5EF4-FFF2-40B4-BE49-F238E27FC236}">
                  <a16:creationId xmlns:a16="http://schemas.microsoft.com/office/drawing/2014/main" id="{7D8ECA22-61DD-F634-9685-77BB2DA4C0B2}"/>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3" name="四角形: 角を丸くする 32">
              <a:extLst>
                <a:ext uri="{FF2B5EF4-FFF2-40B4-BE49-F238E27FC236}">
                  <a16:creationId xmlns:a16="http://schemas.microsoft.com/office/drawing/2014/main" id="{9AB3D07D-90AF-50D5-9C06-B8FD7574CEF3}"/>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4" name="四角形: 角を丸くする 33">
              <a:extLst>
                <a:ext uri="{FF2B5EF4-FFF2-40B4-BE49-F238E27FC236}">
                  <a16:creationId xmlns:a16="http://schemas.microsoft.com/office/drawing/2014/main" id="{1D80A589-60EA-5A2E-919C-92B2E465665F}"/>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6" name="四角形: 角を丸くする 35">
              <a:extLst>
                <a:ext uri="{FF2B5EF4-FFF2-40B4-BE49-F238E27FC236}">
                  <a16:creationId xmlns:a16="http://schemas.microsoft.com/office/drawing/2014/main" id="{39135CA0-079D-FD21-D572-C1901E081663}"/>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9" name="四角形: 角を丸くする 38">
              <a:extLst>
                <a:ext uri="{FF2B5EF4-FFF2-40B4-BE49-F238E27FC236}">
                  <a16:creationId xmlns:a16="http://schemas.microsoft.com/office/drawing/2014/main" id="{9B846A3E-2399-B781-1141-944B764B1C68}"/>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40" name="四角形: 角を丸くする 39">
              <a:extLst>
                <a:ext uri="{FF2B5EF4-FFF2-40B4-BE49-F238E27FC236}">
                  <a16:creationId xmlns:a16="http://schemas.microsoft.com/office/drawing/2014/main" id="{1179E5A6-AC03-7D00-03AA-C6AFFC87DEA4}"/>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grpSp>
      <p:grpSp>
        <p:nvGrpSpPr>
          <p:cNvPr id="86" name="グループ化 85">
            <a:extLst>
              <a:ext uri="{FF2B5EF4-FFF2-40B4-BE49-F238E27FC236}">
                <a16:creationId xmlns:a16="http://schemas.microsoft.com/office/drawing/2014/main" id="{1AD99F92-D296-5265-D6B8-DACF85C5CE4A}"/>
              </a:ext>
            </a:extLst>
          </p:cNvPr>
          <p:cNvGrpSpPr/>
          <p:nvPr/>
        </p:nvGrpSpPr>
        <p:grpSpPr>
          <a:xfrm flipH="1">
            <a:off x="9887983" y="2041200"/>
            <a:ext cx="1443255" cy="2934321"/>
            <a:chOff x="7506277" y="2003877"/>
            <a:chExt cx="1265553" cy="2573029"/>
          </a:xfrm>
          <a:solidFill>
            <a:schemeClr val="tx1">
              <a:lumMod val="95000"/>
              <a:lumOff val="5000"/>
            </a:schemeClr>
          </a:solidFill>
        </p:grpSpPr>
        <p:sp>
          <p:nvSpPr>
            <p:cNvPr id="87" name="四角形: 角を丸くする 86">
              <a:extLst>
                <a:ext uri="{FF2B5EF4-FFF2-40B4-BE49-F238E27FC236}">
                  <a16:creationId xmlns:a16="http://schemas.microsoft.com/office/drawing/2014/main" id="{84D938DE-E7CD-716D-A03F-CF015A5C0946}"/>
                </a:ext>
              </a:extLst>
            </p:cNvPr>
            <p:cNvSpPr/>
            <p:nvPr/>
          </p:nvSpPr>
          <p:spPr>
            <a:xfrm>
              <a:off x="8202012" y="2003877"/>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B7829327-2C3B-E814-8670-E9FF69E879BD}"/>
                </a:ext>
              </a:extLst>
            </p:cNvPr>
            <p:cNvSpPr/>
            <p:nvPr/>
          </p:nvSpPr>
          <p:spPr>
            <a:xfrm>
              <a:off x="8202012" y="267382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1" name="四角形: 角を丸くする 90">
              <a:extLst>
                <a:ext uri="{FF2B5EF4-FFF2-40B4-BE49-F238E27FC236}">
                  <a16:creationId xmlns:a16="http://schemas.microsoft.com/office/drawing/2014/main" id="{CF5DF80B-E2B9-A44C-EE9E-2C9007F7C97B}"/>
                </a:ext>
              </a:extLst>
            </p:cNvPr>
            <p:cNvSpPr/>
            <p:nvPr/>
          </p:nvSpPr>
          <p:spPr>
            <a:xfrm>
              <a:off x="8202012" y="3341205"/>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4" name="四角形: 角を丸くする 93">
              <a:extLst>
                <a:ext uri="{FF2B5EF4-FFF2-40B4-BE49-F238E27FC236}">
                  <a16:creationId xmlns:a16="http://schemas.microsoft.com/office/drawing/2014/main" id="{02CA3EAA-4990-6F29-7C9D-EB6C3234DB8A}"/>
                </a:ext>
              </a:extLst>
            </p:cNvPr>
            <p:cNvSpPr/>
            <p:nvPr/>
          </p:nvSpPr>
          <p:spPr>
            <a:xfrm>
              <a:off x="7506280" y="2003877"/>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5" name="四角形: 角を丸くする 94">
              <a:extLst>
                <a:ext uri="{FF2B5EF4-FFF2-40B4-BE49-F238E27FC236}">
                  <a16:creationId xmlns:a16="http://schemas.microsoft.com/office/drawing/2014/main" id="{905E5C2D-E005-3235-53FB-EB8E52139B14}"/>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7" name="四角形: 角を丸くする 96">
              <a:extLst>
                <a:ext uri="{FF2B5EF4-FFF2-40B4-BE49-F238E27FC236}">
                  <a16:creationId xmlns:a16="http://schemas.microsoft.com/office/drawing/2014/main" id="{91F1CA59-D4BE-A036-3624-9EA959D904E2}"/>
                </a:ext>
              </a:extLst>
            </p:cNvPr>
            <p:cNvSpPr/>
            <p:nvPr/>
          </p:nvSpPr>
          <p:spPr>
            <a:xfrm>
              <a:off x="7506278" y="3341205"/>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8" name="四角形: 角を丸くする 97">
              <a:extLst>
                <a:ext uri="{FF2B5EF4-FFF2-40B4-BE49-F238E27FC236}">
                  <a16:creationId xmlns:a16="http://schemas.microsoft.com/office/drawing/2014/main" id="{42097FE6-DD2E-C2D1-F419-94FBEA4CB749}"/>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grpSp>
      <p:sp>
        <p:nvSpPr>
          <p:cNvPr id="112" name="テキスト ボックス 111">
            <a:extLst>
              <a:ext uri="{FF2B5EF4-FFF2-40B4-BE49-F238E27FC236}">
                <a16:creationId xmlns:a16="http://schemas.microsoft.com/office/drawing/2014/main" id="{88BC25A4-7B5D-B7A6-9DEA-F3EC85CAF372}"/>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2" name="グループ化 11">
            <a:extLst>
              <a:ext uri="{FF2B5EF4-FFF2-40B4-BE49-F238E27FC236}">
                <a16:creationId xmlns:a16="http://schemas.microsoft.com/office/drawing/2014/main" id="{C4BA80CF-F76B-A5B1-7792-10A25162F956}"/>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6EB8AABD-3D75-309B-519E-E9C8939CD92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47EF8FD3-2F11-473F-67F9-A4F881BFBDB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9D771E9B-D871-BEEE-A7CE-6B43BF838E2A}"/>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053A5338-B07F-9994-7925-120CEB1F3CC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FC33323-3944-BFF5-4848-EF46F409E2C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ED570DAB-28ED-621D-13B2-4057C20113C3}"/>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B754D4F4-EE29-E327-4F5F-A33C20C6E24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F1DBF893-958B-53FF-E4C4-7A73869232D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A8B09A73-0D6A-0601-6E8B-C65705968BD1}"/>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A668677C-6B54-96EA-36C1-0474AD0DA7B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D97639F-E81F-57C5-E7E6-01313D631FB5}"/>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1EC204A5-EBC1-3BC9-80E8-6B454940F153}"/>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7B456790-3522-38DB-8508-812129932CC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4649EE85-1D7D-D502-F597-5361CA6F787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48E20982-50BC-0008-137C-B3B9817685AA}"/>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AF1B3087-6BEA-556E-6173-44E4240F4E1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EBE16873-F839-09E2-961A-922748942D2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CC5CB705-1019-4349-60AE-042EA00F62A4}"/>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74031D26-6938-F2D6-EE8C-A4FB053828B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AE75FF54-9E56-A92B-F4E3-D47149D1955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8E829A4B-022F-AA5F-DB29-A2453826BE0C}"/>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0D604096-CF46-E7C4-88FC-B244AED4543E}"/>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5" name="四角形: 角を丸くする 4">
            <a:extLst>
              <a:ext uri="{FF2B5EF4-FFF2-40B4-BE49-F238E27FC236}">
                <a16:creationId xmlns:a16="http://schemas.microsoft.com/office/drawing/2014/main" id="{A1B025AE-B752-9895-1715-034F2ACC13B6}"/>
              </a:ext>
            </a:extLst>
          </p:cNvPr>
          <p:cNvSpPr/>
          <p:nvPr/>
        </p:nvSpPr>
        <p:spPr>
          <a:xfrm>
            <a:off x="7502380" y="4325691"/>
            <a:ext cx="649829" cy="649829"/>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2A2AE61-2B7D-C0A6-5F94-4E188C855D22}"/>
              </a:ext>
            </a:extLst>
          </p:cNvPr>
          <p:cNvSpPr/>
          <p:nvPr/>
        </p:nvSpPr>
        <p:spPr>
          <a:xfrm flipH="1">
            <a:off x="9884098" y="4325691"/>
            <a:ext cx="649829" cy="649829"/>
          </a:xfrm>
          <a:prstGeom prst="roundRect">
            <a:avLst/>
          </a:prstGeom>
          <a:solidFill>
            <a:schemeClr val="tx1">
              <a:lumMod val="95000"/>
              <a:lumOff val="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1305474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FBBAA48-157F-07EB-3C82-E99B6C4846F9}"/>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55CE8D51-6F0B-61A4-234B-2E0B76946939}"/>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A23D4D86-914B-A931-329D-44DD269957EA}"/>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775DE60E-8372-C192-F5EF-0EEDE1DDCED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3CA9C0A1-FA7B-3D16-DCA9-2083796B41D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E350FE62-83B7-17ED-8FA2-BFB1811B7B93}"/>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7FC85E77-7572-CF7E-D918-7C204295FC58}"/>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6916F817-876A-0B5F-F64E-9D13CA6AC66D}"/>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kumimoji="1"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304F10E0-3231-7208-4254-FE92E3747D6D}"/>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3B9E256B-4E0E-D935-2222-5BEF661640A5}"/>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807A600D-99EC-5A10-4069-46C609AE7AC0}"/>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0136280-B819-DB69-54E0-3C1AD1CAE055}"/>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C72F4C0E-DDC0-FBFA-4EBB-6809C722AB2C}"/>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8763E926-D4C0-17C1-78F7-0C96FF0E8D58}"/>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B536A2CF-8B1F-39A1-5AB1-CA1351F36265}"/>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F8D8C0BD-A830-FDD1-6697-DF34433C7604}"/>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7334244D-C32B-BF5E-DE9F-EACBD7FE6B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91AA621A-6C94-42D6-4441-B346790526E5}"/>
              </a:ext>
            </a:extLst>
          </p:cNvPr>
          <p:cNvSpPr/>
          <p:nvPr/>
        </p:nvSpPr>
        <p:spPr>
          <a:xfrm>
            <a:off x="8862861" y="5716570"/>
            <a:ext cx="2729924" cy="631055"/>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C5E24BCF-C24A-BEAA-E3EF-BBA6C359F46F}"/>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E21A99FA-A7C2-A205-A885-54CFD925E841}"/>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84C2E35A-8402-2C3E-2195-DABBFD60CC4D}"/>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585BF261-97B2-82A0-8EAC-7B4E3246749D}"/>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5694E88-5DD7-8B45-C109-8E6CE5BC50E5}"/>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EC26A636-00F1-457B-8E35-9005BD29573B}"/>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B808CCF6-5B28-ECD4-34D4-9BF565CE66FE}"/>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3" name="図 72">
            <a:extLst>
              <a:ext uri="{FF2B5EF4-FFF2-40B4-BE49-F238E27FC236}">
                <a16:creationId xmlns:a16="http://schemas.microsoft.com/office/drawing/2014/main" id="{C5FBE416-2155-5366-5D1C-53BFFA32FD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8F13309C-0DEE-DAB7-09B3-9B1A215BF801}"/>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東雲が話しかけてきた</a:t>
            </a:r>
            <a:r>
              <a:rPr lang="en-US" altLang="ja-JP"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AE5FED49-BE22-2965-5998-F612FA0A38F1}"/>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170AE6EF-EC32-4293-FAF0-A28904096D04}"/>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53C117C1-2E91-EB71-D0B0-1976B056E0A2}"/>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C7A5CF89-DA1F-45BA-D7E7-5C00918BB600}"/>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6E0178A1-0E30-0EF6-6424-6C7B7D048040}"/>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4" name="図 13">
            <a:extLst>
              <a:ext uri="{FF2B5EF4-FFF2-40B4-BE49-F238E27FC236}">
                <a16:creationId xmlns:a16="http://schemas.microsoft.com/office/drawing/2014/main" id="{9DBCF503-12E8-9296-62A4-AD29DF6597D1}"/>
              </a:ext>
            </a:extLst>
          </p:cNvPr>
          <p:cNvPicPr>
            <a:picLocks noChangeAspect="1"/>
          </p:cNvPicPr>
          <p:nvPr/>
        </p:nvPicPr>
        <p:blipFill>
          <a:blip r:embed="rId4">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5" name="図 14" descr="アイコン&#10;&#10;AI 生成コンテンツは誤りを含む可能性があります。">
            <a:extLst>
              <a:ext uri="{FF2B5EF4-FFF2-40B4-BE49-F238E27FC236}">
                <a16:creationId xmlns:a16="http://schemas.microsoft.com/office/drawing/2014/main" id="{B8CE9BDB-C079-1C9B-7E84-057328D484A2}"/>
              </a:ext>
            </a:extLst>
          </p:cNvPr>
          <p:cNvPicPr>
            <a:picLocks noChangeAspect="1"/>
          </p:cNvPicPr>
          <p:nvPr/>
        </p:nvPicPr>
        <p:blipFill>
          <a:blip r:embed="rId5">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7" name="直線コネクタ 16">
            <a:extLst>
              <a:ext uri="{FF2B5EF4-FFF2-40B4-BE49-F238E27FC236}">
                <a16:creationId xmlns:a16="http://schemas.microsoft.com/office/drawing/2014/main" id="{DA08CF5E-A157-31AB-FAA3-89912130B8F1}"/>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8EA36DB5-F336-9037-19AA-94E1D3CB6C32}"/>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A1DF4600-49BB-E7BB-0D98-5D60629BC1C0}"/>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F0C707CA-25F0-4D79-B5BA-C7A8933AC78B}"/>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5C66C5A5-1B82-8541-1420-194C1E4EC221}"/>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350E5F0C-9F9A-1534-12C4-54C0C9F9CF7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grpSp>
        <p:nvGrpSpPr>
          <p:cNvPr id="4" name="グループ化 3">
            <a:extLst>
              <a:ext uri="{FF2B5EF4-FFF2-40B4-BE49-F238E27FC236}">
                <a16:creationId xmlns:a16="http://schemas.microsoft.com/office/drawing/2014/main" id="{305636DE-FC53-028B-5A9F-37EC1D5C7A84}"/>
              </a:ext>
            </a:extLst>
          </p:cNvPr>
          <p:cNvGrpSpPr/>
          <p:nvPr/>
        </p:nvGrpSpPr>
        <p:grpSpPr>
          <a:xfrm>
            <a:off x="1567997" y="5677957"/>
            <a:ext cx="466296" cy="699535"/>
            <a:chOff x="1572592" y="5648090"/>
            <a:chExt cx="466296" cy="699535"/>
          </a:xfrm>
        </p:grpSpPr>
        <p:sp>
          <p:nvSpPr>
            <p:cNvPr id="5" name="四角形: 角を丸くする 4">
              <a:extLst>
                <a:ext uri="{FF2B5EF4-FFF2-40B4-BE49-F238E27FC236}">
                  <a16:creationId xmlns:a16="http://schemas.microsoft.com/office/drawing/2014/main" id="{E162A7B9-AE90-7704-8C3B-FFDB736BB25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50D6822C-4124-7BE4-DED3-1F7EC191C6C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 name="グループ化 6">
            <a:extLst>
              <a:ext uri="{FF2B5EF4-FFF2-40B4-BE49-F238E27FC236}">
                <a16:creationId xmlns:a16="http://schemas.microsoft.com/office/drawing/2014/main" id="{F191F6AA-1364-1F65-373D-0B656C5C51F5}"/>
              </a:ext>
            </a:extLst>
          </p:cNvPr>
          <p:cNvGrpSpPr/>
          <p:nvPr/>
        </p:nvGrpSpPr>
        <p:grpSpPr>
          <a:xfrm>
            <a:off x="2169302" y="5677957"/>
            <a:ext cx="466296" cy="699535"/>
            <a:chOff x="1572592" y="5648090"/>
            <a:chExt cx="466296" cy="699535"/>
          </a:xfrm>
        </p:grpSpPr>
        <p:sp>
          <p:nvSpPr>
            <p:cNvPr id="8" name="四角形: 角を丸くする 7">
              <a:extLst>
                <a:ext uri="{FF2B5EF4-FFF2-40B4-BE49-F238E27FC236}">
                  <a16:creationId xmlns:a16="http://schemas.microsoft.com/office/drawing/2014/main" id="{118473C9-71B2-452A-F481-747996BB81E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9E8B398-CFBA-2E78-0AFE-C7373C1260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4714886D-6398-35B4-73E5-4F6310CA8FB6}"/>
              </a:ext>
            </a:extLst>
          </p:cNvPr>
          <p:cNvGrpSpPr/>
          <p:nvPr/>
        </p:nvGrpSpPr>
        <p:grpSpPr>
          <a:xfrm>
            <a:off x="2770607" y="5677957"/>
            <a:ext cx="466296" cy="699535"/>
            <a:chOff x="1572592" y="5648090"/>
            <a:chExt cx="466296" cy="699535"/>
          </a:xfrm>
        </p:grpSpPr>
        <p:sp>
          <p:nvSpPr>
            <p:cNvPr id="33" name="四角形: 角を丸くする 32">
              <a:extLst>
                <a:ext uri="{FF2B5EF4-FFF2-40B4-BE49-F238E27FC236}">
                  <a16:creationId xmlns:a16="http://schemas.microsoft.com/office/drawing/2014/main" id="{2C415A8C-CF12-7697-B6CD-3D14B54CCA0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E6045A94-ADCF-330C-EEBF-B110AE6A629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22CD3D4C-686B-45E6-6B62-31CEA98B9A13}"/>
              </a:ext>
            </a:extLst>
          </p:cNvPr>
          <p:cNvGrpSpPr/>
          <p:nvPr/>
        </p:nvGrpSpPr>
        <p:grpSpPr>
          <a:xfrm>
            <a:off x="3371912" y="5677957"/>
            <a:ext cx="466296" cy="699535"/>
            <a:chOff x="1572592" y="5648090"/>
            <a:chExt cx="466296" cy="699535"/>
          </a:xfrm>
        </p:grpSpPr>
        <p:sp>
          <p:nvSpPr>
            <p:cNvPr id="36" name="四角形: 角を丸くする 35">
              <a:extLst>
                <a:ext uri="{FF2B5EF4-FFF2-40B4-BE49-F238E27FC236}">
                  <a16:creationId xmlns:a16="http://schemas.microsoft.com/office/drawing/2014/main" id="{10092065-2CB0-BB46-01CD-70B34F0B0F95}"/>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0513133-A308-0B74-9BAC-0D76E787E1A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083EC6F3-A293-D3D5-26B9-19D3B3529073}"/>
              </a:ext>
            </a:extLst>
          </p:cNvPr>
          <p:cNvGrpSpPr/>
          <p:nvPr/>
        </p:nvGrpSpPr>
        <p:grpSpPr>
          <a:xfrm>
            <a:off x="3973217" y="5677957"/>
            <a:ext cx="466296" cy="699535"/>
            <a:chOff x="1572592" y="5648090"/>
            <a:chExt cx="466296" cy="699535"/>
          </a:xfrm>
        </p:grpSpPr>
        <p:sp>
          <p:nvSpPr>
            <p:cNvPr id="39" name="四角形: 角を丸くする 38">
              <a:extLst>
                <a:ext uri="{FF2B5EF4-FFF2-40B4-BE49-F238E27FC236}">
                  <a16:creationId xmlns:a16="http://schemas.microsoft.com/office/drawing/2014/main" id="{1BECE960-EA9C-1A7F-5A93-23C2455D564E}"/>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6DD10B20-FD8F-D0BF-A1D1-E2D70363961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1" name="グループ化 40">
            <a:extLst>
              <a:ext uri="{FF2B5EF4-FFF2-40B4-BE49-F238E27FC236}">
                <a16:creationId xmlns:a16="http://schemas.microsoft.com/office/drawing/2014/main" id="{CA54D6B8-6FD1-5407-8EFD-9062A2D65419}"/>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0EC5F433-7671-918E-8AB6-7A7A3A90C77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043CCE6F-186B-227A-5440-1765F6D455CD}"/>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262DBDDD-3E8B-EDE9-7B4D-6351DAA1C376}"/>
              </a:ext>
            </a:extLst>
          </p:cNvPr>
          <p:cNvGrpSpPr/>
          <p:nvPr/>
        </p:nvGrpSpPr>
        <p:grpSpPr>
          <a:xfrm>
            <a:off x="5175824" y="5677957"/>
            <a:ext cx="466296" cy="699535"/>
            <a:chOff x="1572592" y="5648090"/>
            <a:chExt cx="466296" cy="699535"/>
          </a:xfrm>
        </p:grpSpPr>
        <p:sp>
          <p:nvSpPr>
            <p:cNvPr id="46" name="四角形: 角を丸くする 45">
              <a:extLst>
                <a:ext uri="{FF2B5EF4-FFF2-40B4-BE49-F238E27FC236}">
                  <a16:creationId xmlns:a16="http://schemas.microsoft.com/office/drawing/2014/main" id="{706F91F8-D4A8-D9EC-0396-4FFC16DB508D}"/>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E057109-A68F-2106-C4AF-C8C71A7DF2E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C631996C-7AAA-D5F9-6D54-8DB89A0189D2}"/>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8" name="図 57">
            <a:extLst>
              <a:ext uri="{FF2B5EF4-FFF2-40B4-BE49-F238E27FC236}">
                <a16:creationId xmlns:a16="http://schemas.microsoft.com/office/drawing/2014/main" id="{DBD9B97D-992A-4427-8292-71E1A287266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sp>
        <p:nvSpPr>
          <p:cNvPr id="63" name="二等辺三角形 62">
            <a:extLst>
              <a:ext uri="{FF2B5EF4-FFF2-40B4-BE49-F238E27FC236}">
                <a16:creationId xmlns:a16="http://schemas.microsoft.com/office/drawing/2014/main" id="{FA3AB74A-F149-C0A0-04F4-0929443AA5DB}"/>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5" name="テキスト ボックス 64">
            <a:extLst>
              <a:ext uri="{FF2B5EF4-FFF2-40B4-BE49-F238E27FC236}">
                <a16:creationId xmlns:a16="http://schemas.microsoft.com/office/drawing/2014/main" id="{E07B6074-A31D-F66F-1D64-B0F849667523}"/>
              </a:ext>
            </a:extLst>
          </p:cNvPr>
          <p:cNvSpPr txBox="1"/>
          <p:nvPr/>
        </p:nvSpPr>
        <p:spPr>
          <a:xfrm>
            <a:off x="9098198" y="5847431"/>
            <a:ext cx="1743792"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イベント</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18411178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E74EDC7A-E361-0524-6A9E-E7A713BA917B}"/>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E9A65C4C-A638-78F6-2EC2-C28D54E1B0DF}"/>
              </a:ext>
            </a:extLst>
          </p:cNvPr>
          <p:cNvSpPr/>
          <p:nvPr/>
        </p:nvSpPr>
        <p:spPr>
          <a:xfrm rot="16200000">
            <a:off x="5766625" y="-1014151"/>
            <a:ext cx="658751" cy="3259291"/>
          </a:xfrm>
          <a:prstGeom prst="triangle">
            <a:avLst/>
          </a:prstGeom>
          <a:solidFill>
            <a:schemeClr val="accent3">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450513D0-FEF3-8265-92CF-EA45CAC7FEDB}"/>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ADD06143-C7DE-0434-196D-0D0FD5A7303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548A6F9F-592B-0D51-547D-E67EAAFF7D63}"/>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166ABF98-D97F-1CC8-4C6C-10C16C6511DD}"/>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760D4AD7-F9A1-3F73-BCF2-DB9C8853BA8B}"/>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3"/>
                </a:solidFill>
                <a:latin typeface="原稿用標準書体" panose="03000503000000000000" pitchFamily="66" charset="-128"/>
                <a:ea typeface="原稿用標準書体" panose="03000503000000000000" pitchFamily="66" charset="-128"/>
              </a:rPr>
              <a:t>STORY</a:t>
            </a:r>
            <a:endParaRPr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D7E2ADEF-9175-680E-E45E-54D9B7A6D2B4}"/>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7E16F061-3865-0204-0149-C3AB28C734F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8C2FEA4D-CF11-8C2C-4599-3AFB8E463698}"/>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A36CE95B-2027-92B8-9F73-948AF376894A}"/>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C664DC1E-F509-8CB2-5912-74036A6363A0}"/>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048D7D44-A13F-CD0A-2C0E-861C49F88804}"/>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C06C6FC9-30CC-974A-E6F2-5FB7E6B8842F}"/>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1FFB8F69-D30B-C56F-08AB-A6E5666B8089}"/>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2A937EEC-017B-CDC0-E67F-9EDB1159A9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356F5AA3-0053-927F-4C38-70DDE32F6202}"/>
              </a:ext>
            </a:extLst>
          </p:cNvPr>
          <p:cNvSpPr/>
          <p:nvPr/>
        </p:nvSpPr>
        <p:spPr>
          <a:xfrm>
            <a:off x="8862861" y="5716570"/>
            <a:ext cx="2729924" cy="631055"/>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DFC0A028-A3A2-F41B-470B-0216261A4DD2}"/>
              </a:ext>
            </a:extLst>
          </p:cNvPr>
          <p:cNvSpPr>
            <a:spLocks/>
          </p:cNvSpPr>
          <p:nvPr/>
        </p:nvSpPr>
        <p:spPr>
          <a:xfrm>
            <a:off x="7244719" y="1170675"/>
            <a:ext cx="4348066" cy="4131004"/>
          </a:xfrm>
          <a:prstGeom prst="roundRect">
            <a:avLst>
              <a:gd name="adj" fmla="val 9570"/>
            </a:avLst>
          </a:prstGeom>
          <a:solidFill>
            <a:schemeClr val="accent3">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0A43C8EA-0FCB-9163-207B-6159CA8550E3}"/>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760B3BC6-268A-47B9-548B-AF76A90C0C34}"/>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E87BAA41-CB62-0856-2885-417FB1502B37}"/>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F2059AFE-37A9-4563-C577-31982AB269DF}"/>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F8AB4B7B-96EB-432D-5EB9-FE3E00981663}"/>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E0265E8A-A1F4-02CD-228D-B3D05C8FE541}"/>
              </a:ext>
            </a:extLst>
          </p:cNvPr>
          <p:cNvSpPr txBox="1"/>
          <p:nvPr/>
        </p:nvSpPr>
        <p:spPr>
          <a:xfrm>
            <a:off x="274502" y="323619"/>
            <a:ext cx="2805058" cy="523220"/>
          </a:xfrm>
          <a:prstGeom prst="rect">
            <a:avLst/>
          </a:prstGeom>
          <a:noFill/>
        </p:spPr>
        <p:txBody>
          <a:bodyPr wrap="square">
            <a:spAutoFit/>
          </a:bodyPr>
          <a:lstStyle/>
          <a:p>
            <a:r>
              <a:rPr lang="en-US" altLang="ja-JP" sz="2000"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5" name="テキスト ボックス 74">
            <a:extLst>
              <a:ext uri="{FF2B5EF4-FFF2-40B4-BE49-F238E27FC236}">
                <a16:creationId xmlns:a16="http://schemas.microsoft.com/office/drawing/2014/main" id="{8F7F1EA3-2850-5432-82D6-89E0D39CE69D}"/>
              </a:ext>
            </a:extLst>
          </p:cNvPr>
          <p:cNvSpPr txBox="1"/>
          <p:nvPr/>
        </p:nvSpPr>
        <p:spPr>
          <a:xfrm>
            <a:off x="8300497" y="4443343"/>
            <a:ext cx="2236510" cy="584775"/>
          </a:xfrm>
          <a:prstGeom prst="rect">
            <a:avLst/>
          </a:prstGeom>
          <a:noFill/>
        </p:spPr>
        <p:txBody>
          <a:bodyPr wrap="none" rtlCol="0">
            <a:spAutoFit/>
          </a:bodyPr>
          <a:lstStyle/>
          <a:p>
            <a:r>
              <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シナリオ名</a:t>
            </a:r>
          </a:p>
        </p:txBody>
      </p:sp>
      <p:sp>
        <p:nvSpPr>
          <p:cNvPr id="79" name="テキスト ボックス 78">
            <a:extLst>
              <a:ext uri="{FF2B5EF4-FFF2-40B4-BE49-F238E27FC236}">
                <a16:creationId xmlns:a16="http://schemas.microsoft.com/office/drawing/2014/main" id="{0FB7E561-FE92-B58F-EB79-80042E25406C}"/>
              </a:ext>
            </a:extLst>
          </p:cNvPr>
          <p:cNvSpPr txBox="1"/>
          <p:nvPr/>
        </p:nvSpPr>
        <p:spPr>
          <a:xfrm>
            <a:off x="4127011" y="252264"/>
            <a:ext cx="4009051" cy="646331"/>
          </a:xfrm>
          <a:prstGeom prst="rect">
            <a:avLst/>
          </a:prstGeom>
          <a:noFill/>
        </p:spPr>
        <p:txBody>
          <a:bodyPr wrap="square">
            <a:spAutoFit/>
          </a:bodyPr>
          <a:lstStyle/>
          <a:p>
            <a:pPr algn="ctr"/>
            <a:r>
              <a:rPr lang="ja-JP" altLang="en-US" sz="3600" dirty="0">
                <a:solidFill>
                  <a:schemeClr val="tx1">
                    <a:lumMod val="85000"/>
                    <a:lumOff val="15000"/>
                  </a:schemeClr>
                </a:solidFill>
                <a:latin typeface="原稿用標準書体" panose="03000503000000000000" pitchFamily="66" charset="-128"/>
                <a:ea typeface="原稿用標準書体" panose="03000503000000000000" pitchFamily="66" charset="-128"/>
              </a:rPr>
              <a:t>ストーリー発生</a:t>
            </a:r>
            <a:endParaRPr kumimoji="1" lang="ja-JP" altLang="en-US" sz="3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2FDFAF7A-E8B7-5945-6EE1-B958B2B3F889}"/>
              </a:ext>
            </a:extLst>
          </p:cNvPr>
          <p:cNvSpPr txBox="1"/>
          <p:nvPr/>
        </p:nvSpPr>
        <p:spPr>
          <a:xfrm>
            <a:off x="4091474" y="271393"/>
            <a:ext cx="4009051" cy="646331"/>
          </a:xfrm>
          <a:prstGeom prst="rect">
            <a:avLst/>
          </a:prstGeom>
          <a:noFill/>
        </p:spPr>
        <p:txBody>
          <a:bodyPr wrap="square">
            <a:spAutoFit/>
          </a:bodyPr>
          <a:lstStyle/>
          <a:p>
            <a:pPr algn="ctr"/>
            <a:r>
              <a:rPr lang="ja-JP" altLang="en-US" sz="3600" b="1" dirty="0">
                <a:solidFill>
                  <a:schemeClr val="accent3">
                    <a:lumMod val="60000"/>
                    <a:lumOff val="40000"/>
                  </a:schemeClr>
                </a:solidFill>
                <a:latin typeface="原稿用標準書体" panose="03000503000000000000" pitchFamily="66" charset="-128"/>
                <a:ea typeface="原稿用標準書体" panose="03000503000000000000" pitchFamily="66" charset="-128"/>
              </a:rPr>
              <a:t>ストーリー発生</a:t>
            </a:r>
            <a:endParaRPr kumimoji="1" lang="ja-JP" altLang="en-US" sz="3600" b="1" dirty="0">
              <a:solidFill>
                <a:schemeClr val="accent3">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1C4A87DF-1754-309A-4230-93A520F563B7}"/>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A316C1BD-AFF2-88B8-7640-013D303963BB}"/>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720DD2C1-E58E-9EB1-3C24-79133FF440C2}"/>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4" name="図 13">
            <a:extLst>
              <a:ext uri="{FF2B5EF4-FFF2-40B4-BE49-F238E27FC236}">
                <a16:creationId xmlns:a16="http://schemas.microsoft.com/office/drawing/2014/main" id="{2FF23241-865A-9519-1600-A896C2428A5B}"/>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5" name="図 14" descr="アイコン&#10;&#10;AI 生成コンテンツは誤りを含む可能性があります。">
            <a:extLst>
              <a:ext uri="{FF2B5EF4-FFF2-40B4-BE49-F238E27FC236}">
                <a16:creationId xmlns:a16="http://schemas.microsoft.com/office/drawing/2014/main" id="{17225989-CB24-A079-94EF-FD34B9F7DEA6}"/>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7" name="直線コネクタ 16">
            <a:extLst>
              <a:ext uri="{FF2B5EF4-FFF2-40B4-BE49-F238E27FC236}">
                <a16:creationId xmlns:a16="http://schemas.microsoft.com/office/drawing/2014/main" id="{258DA20E-4F2C-5311-A5BC-E892FB41F6A3}"/>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F79799E5-451E-AD10-239B-8988B4DE2284}"/>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91A8120D-F838-8D99-010A-A341A34E3FD4}"/>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dirty="0">
                  <a:ln w="3175">
                    <a:noFill/>
                  </a:ln>
                  <a:latin typeface="原稿用標準書体" panose="03000503000000000000" pitchFamily="66" charset="-128"/>
                  <a:ea typeface="原稿用標準書体" panose="03000503000000000000" pitchFamily="66" charset="-128"/>
                </a:rPr>
                <a:t>×</a:t>
              </a:r>
              <a:r>
                <a:rPr kumimoji="1" lang="en-US" altLang="ja-JP" sz="1200" dirty="0">
                  <a:ln w="3175">
                    <a:noFill/>
                  </a:ln>
                  <a:latin typeface="原稿用標準書体" panose="03000503000000000000" pitchFamily="66" charset="-128"/>
                  <a:ea typeface="原稿用標準書体" panose="03000503000000000000" pitchFamily="66" charset="-128"/>
                </a:rPr>
                <a:t>00</a:t>
              </a:r>
              <a:endParaRPr kumimoji="1" lang="ja-JP" altLang="en-US" sz="1200"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B579D41E-1C2C-84DD-2C91-49F2AB21A200}"/>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D4C53C54-0ED5-055A-DA02-F726D61C3BF9}"/>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FFFFEB53-4A8E-D8FB-BBA8-424F691744B3}"/>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5" name="図 4">
            <a:extLst>
              <a:ext uri="{FF2B5EF4-FFF2-40B4-BE49-F238E27FC236}">
                <a16:creationId xmlns:a16="http://schemas.microsoft.com/office/drawing/2014/main" id="{CEB26575-EE31-6715-7FDA-71825FE945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35838" y="1917538"/>
            <a:ext cx="3565828" cy="2005778"/>
          </a:xfrm>
          <a:prstGeom prst="rect">
            <a:avLst/>
          </a:prstGeom>
          <a:ln w="38100">
            <a:solidFill>
              <a:schemeClr val="tx1">
                <a:lumMod val="85000"/>
                <a:lumOff val="15000"/>
              </a:schemeClr>
            </a:solidFill>
          </a:ln>
        </p:spPr>
      </p:pic>
      <p:sp>
        <p:nvSpPr>
          <p:cNvPr id="6" name="テキスト ボックス 5">
            <a:extLst>
              <a:ext uri="{FF2B5EF4-FFF2-40B4-BE49-F238E27FC236}">
                <a16:creationId xmlns:a16="http://schemas.microsoft.com/office/drawing/2014/main" id="{821E89DC-92EC-73EC-C4B6-8AEE6FA9362B}"/>
              </a:ext>
            </a:extLst>
          </p:cNvPr>
          <p:cNvSpPr txBox="1"/>
          <p:nvPr/>
        </p:nvSpPr>
        <p:spPr>
          <a:xfrm>
            <a:off x="8556683" y="2662304"/>
            <a:ext cx="1826141" cy="584775"/>
          </a:xfrm>
          <a:prstGeom prst="rect">
            <a:avLst/>
          </a:prstGeom>
          <a:noFill/>
        </p:spPr>
        <p:txBody>
          <a:bodyPr wrap="none" rtlCol="0">
            <a:spAutoFit/>
          </a:bodyPr>
          <a:lstStyle/>
          <a:p>
            <a:pPr algn="ctr"/>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背景素材</a:t>
            </a:r>
          </a:p>
        </p:txBody>
      </p:sp>
      <p:grpSp>
        <p:nvGrpSpPr>
          <p:cNvPr id="4" name="グループ化 3">
            <a:extLst>
              <a:ext uri="{FF2B5EF4-FFF2-40B4-BE49-F238E27FC236}">
                <a16:creationId xmlns:a16="http://schemas.microsoft.com/office/drawing/2014/main" id="{562AECBD-E406-7ACB-8AE8-ABEFC2EC803C}"/>
              </a:ext>
            </a:extLst>
          </p:cNvPr>
          <p:cNvGrpSpPr/>
          <p:nvPr/>
        </p:nvGrpSpPr>
        <p:grpSpPr>
          <a:xfrm>
            <a:off x="1567997" y="5677957"/>
            <a:ext cx="466296" cy="699535"/>
            <a:chOff x="1572592" y="5648090"/>
            <a:chExt cx="466296" cy="699535"/>
          </a:xfrm>
        </p:grpSpPr>
        <p:sp>
          <p:nvSpPr>
            <p:cNvPr id="7" name="四角形: 角を丸くする 6">
              <a:extLst>
                <a:ext uri="{FF2B5EF4-FFF2-40B4-BE49-F238E27FC236}">
                  <a16:creationId xmlns:a16="http://schemas.microsoft.com/office/drawing/2014/main" id="{78345894-6F7A-3AD0-029B-0468D693101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CB09382F-5F14-9994-ABDE-885326631B00}"/>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56423F90-0AFE-BEB9-D330-0BB9052AE043}"/>
              </a:ext>
            </a:extLst>
          </p:cNvPr>
          <p:cNvGrpSpPr/>
          <p:nvPr/>
        </p:nvGrpSpPr>
        <p:grpSpPr>
          <a:xfrm>
            <a:off x="2169302" y="5677957"/>
            <a:ext cx="466296" cy="699535"/>
            <a:chOff x="1572592" y="5648090"/>
            <a:chExt cx="466296" cy="699535"/>
          </a:xfrm>
        </p:grpSpPr>
        <p:sp>
          <p:nvSpPr>
            <p:cNvPr id="10" name="四角形: 角を丸くする 9">
              <a:extLst>
                <a:ext uri="{FF2B5EF4-FFF2-40B4-BE49-F238E27FC236}">
                  <a16:creationId xmlns:a16="http://schemas.microsoft.com/office/drawing/2014/main" id="{C31D5119-3EE9-D695-1FDF-16CC7101524A}"/>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D30D58B2-E481-2193-19E0-BF048E0FCBD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4" name="グループ化 33">
            <a:extLst>
              <a:ext uri="{FF2B5EF4-FFF2-40B4-BE49-F238E27FC236}">
                <a16:creationId xmlns:a16="http://schemas.microsoft.com/office/drawing/2014/main" id="{8B1C1737-6747-7001-A059-85EE27F8AF2E}"/>
              </a:ext>
            </a:extLst>
          </p:cNvPr>
          <p:cNvGrpSpPr/>
          <p:nvPr/>
        </p:nvGrpSpPr>
        <p:grpSpPr>
          <a:xfrm>
            <a:off x="2770607" y="5677957"/>
            <a:ext cx="466296" cy="699535"/>
            <a:chOff x="1572592" y="5648090"/>
            <a:chExt cx="466296" cy="699535"/>
          </a:xfrm>
        </p:grpSpPr>
        <p:sp>
          <p:nvSpPr>
            <p:cNvPr id="35" name="四角形: 角を丸くする 34">
              <a:extLst>
                <a:ext uri="{FF2B5EF4-FFF2-40B4-BE49-F238E27FC236}">
                  <a16:creationId xmlns:a16="http://schemas.microsoft.com/office/drawing/2014/main" id="{971105CA-1678-475D-4357-F45FDA6C40B4}"/>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D7310EF-586F-22D7-98F9-BD4B232994C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7" name="グループ化 36">
            <a:extLst>
              <a:ext uri="{FF2B5EF4-FFF2-40B4-BE49-F238E27FC236}">
                <a16:creationId xmlns:a16="http://schemas.microsoft.com/office/drawing/2014/main" id="{14A8D71E-FE23-0B76-25A6-0204728C497A}"/>
              </a:ext>
            </a:extLst>
          </p:cNvPr>
          <p:cNvGrpSpPr/>
          <p:nvPr/>
        </p:nvGrpSpPr>
        <p:grpSpPr>
          <a:xfrm>
            <a:off x="3371912" y="5677957"/>
            <a:ext cx="466296" cy="699535"/>
            <a:chOff x="1572592" y="5648090"/>
            <a:chExt cx="466296" cy="699535"/>
          </a:xfrm>
        </p:grpSpPr>
        <p:sp>
          <p:nvSpPr>
            <p:cNvPr id="38" name="四角形: 角を丸くする 37">
              <a:extLst>
                <a:ext uri="{FF2B5EF4-FFF2-40B4-BE49-F238E27FC236}">
                  <a16:creationId xmlns:a16="http://schemas.microsoft.com/office/drawing/2014/main" id="{37D52AA1-4338-48B5-DCE6-AD3D4CF6963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AF9F07DC-EC0B-E0D3-81D5-11102666DDE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0" name="グループ化 39">
            <a:extLst>
              <a:ext uri="{FF2B5EF4-FFF2-40B4-BE49-F238E27FC236}">
                <a16:creationId xmlns:a16="http://schemas.microsoft.com/office/drawing/2014/main" id="{2DC50799-5C0E-C8C4-D881-3A9A8A8E8624}"/>
              </a:ext>
            </a:extLst>
          </p:cNvPr>
          <p:cNvGrpSpPr/>
          <p:nvPr/>
        </p:nvGrpSpPr>
        <p:grpSpPr>
          <a:xfrm>
            <a:off x="3973217" y="5677957"/>
            <a:ext cx="466296" cy="699535"/>
            <a:chOff x="1572592" y="5648090"/>
            <a:chExt cx="466296" cy="699535"/>
          </a:xfrm>
        </p:grpSpPr>
        <p:sp>
          <p:nvSpPr>
            <p:cNvPr id="41" name="四角形: 角を丸くする 40">
              <a:extLst>
                <a:ext uri="{FF2B5EF4-FFF2-40B4-BE49-F238E27FC236}">
                  <a16:creationId xmlns:a16="http://schemas.microsoft.com/office/drawing/2014/main" id="{A8456B34-8ADB-6047-71C2-FEA3466C6D3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425A7191-6401-562F-2563-8232B7DD0F9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B9BA67D0-CEA1-CB4A-B10F-98A33E64EB29}"/>
              </a:ext>
            </a:extLst>
          </p:cNvPr>
          <p:cNvGrpSpPr/>
          <p:nvPr/>
        </p:nvGrpSpPr>
        <p:grpSpPr>
          <a:xfrm>
            <a:off x="4574522" y="5677957"/>
            <a:ext cx="466296" cy="699535"/>
            <a:chOff x="1572592" y="5648090"/>
            <a:chExt cx="466296" cy="699535"/>
          </a:xfrm>
        </p:grpSpPr>
        <p:sp>
          <p:nvSpPr>
            <p:cNvPr id="44" name="四角形: 角を丸くする 43">
              <a:extLst>
                <a:ext uri="{FF2B5EF4-FFF2-40B4-BE49-F238E27FC236}">
                  <a16:creationId xmlns:a16="http://schemas.microsoft.com/office/drawing/2014/main" id="{EDA795DF-C185-7A96-27A3-8FB9DE05D86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CE66BEEF-1CA6-FDDC-FAD7-E9633D7B75A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0" name="グループ化 49">
            <a:extLst>
              <a:ext uri="{FF2B5EF4-FFF2-40B4-BE49-F238E27FC236}">
                <a16:creationId xmlns:a16="http://schemas.microsoft.com/office/drawing/2014/main" id="{C5FCFE3C-1764-146C-D909-9D285B595F7F}"/>
              </a:ext>
            </a:extLst>
          </p:cNvPr>
          <p:cNvGrpSpPr/>
          <p:nvPr/>
        </p:nvGrpSpPr>
        <p:grpSpPr>
          <a:xfrm>
            <a:off x="5175824" y="5677957"/>
            <a:ext cx="466296" cy="699535"/>
            <a:chOff x="1572592" y="5648090"/>
            <a:chExt cx="466296" cy="699535"/>
          </a:xfrm>
        </p:grpSpPr>
        <p:sp>
          <p:nvSpPr>
            <p:cNvPr id="51" name="四角形: 角を丸くする 50">
              <a:extLst>
                <a:ext uri="{FF2B5EF4-FFF2-40B4-BE49-F238E27FC236}">
                  <a16:creationId xmlns:a16="http://schemas.microsoft.com/office/drawing/2014/main" id="{BA670D84-2CCA-1E4D-246A-27CA7E7DAAB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2BA0103B-45B2-31B0-17A4-A518094E3B6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8" name="テキスト ボックス 57">
            <a:extLst>
              <a:ext uri="{FF2B5EF4-FFF2-40B4-BE49-F238E27FC236}">
                <a16:creationId xmlns:a16="http://schemas.microsoft.com/office/drawing/2014/main" id="{D91077F8-B010-2F18-01FE-8B4BBECB6C9F}"/>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63" name="図 62">
            <a:extLst>
              <a:ext uri="{FF2B5EF4-FFF2-40B4-BE49-F238E27FC236}">
                <a16:creationId xmlns:a16="http://schemas.microsoft.com/office/drawing/2014/main" id="{F0BF551B-E1B2-11F4-DA41-539C5ACDBAD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sp>
        <p:nvSpPr>
          <p:cNvPr id="65" name="二等辺三角形 64">
            <a:extLst>
              <a:ext uri="{FF2B5EF4-FFF2-40B4-BE49-F238E27FC236}">
                <a16:creationId xmlns:a16="http://schemas.microsoft.com/office/drawing/2014/main" id="{624B42AE-0D88-92DE-795B-B8631191A25C}"/>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E644BCE-BEEE-DAB8-1C62-91291C7212A6}"/>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ストーリー</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20" name="矢印: 五方向 19">
            <a:extLst>
              <a:ext uri="{FF2B5EF4-FFF2-40B4-BE49-F238E27FC236}">
                <a16:creationId xmlns:a16="http://schemas.microsoft.com/office/drawing/2014/main" id="{77FDF597-CD2F-659B-695E-197AA263A2FC}"/>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Tree>
    <p:extLst>
      <p:ext uri="{BB962C8B-B14F-4D97-AF65-F5344CB8AC3E}">
        <p14:creationId xmlns:p14="http://schemas.microsoft.com/office/powerpoint/2010/main" val="3326657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8B0147D-9B24-7B70-88C4-279F9D1FB1BE}"/>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FDBFC32C-D849-15FA-81C0-D4C80F5CE91D}"/>
              </a:ext>
            </a:extLst>
          </p:cNvPr>
          <p:cNvSpPr/>
          <p:nvPr/>
        </p:nvSpPr>
        <p:spPr>
          <a:xfrm rot="16200000">
            <a:off x="5766625" y="-1014151"/>
            <a:ext cx="658751" cy="3259291"/>
          </a:xfrm>
          <a:prstGeom prst="triangle">
            <a:avLst/>
          </a:prstGeom>
          <a:solidFill>
            <a:schemeClr val="accent6">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98D836F2-48FF-C773-1D1C-669CA7B856AB}"/>
              </a:ext>
            </a:extLst>
          </p:cNvPr>
          <p:cNvSpPr txBox="1"/>
          <p:nvPr/>
        </p:nvSpPr>
        <p:spPr>
          <a:xfrm>
            <a:off x="4145673" y="271121"/>
            <a:ext cx="4009051" cy="646331"/>
          </a:xfrm>
          <a:prstGeom prst="rect">
            <a:avLst/>
          </a:prstGeom>
          <a:noFill/>
        </p:spPr>
        <p:txBody>
          <a:bodyPr wrap="square">
            <a:spAutoFit/>
          </a:bodyPr>
          <a:lstStyle/>
          <a:p>
            <a:pPr algn="ctr"/>
            <a:r>
              <a:rPr lang="ja-JP" altLang="en-US" sz="3600" b="1">
                <a:solidFill>
                  <a:schemeClr val="bg1">
                    <a:lumMod val="95000"/>
                  </a:schemeClr>
                </a:solidFill>
                <a:latin typeface="原稿用標準書体" panose="03000503000000000000" pitchFamily="66" charset="-128"/>
                <a:ea typeface="原稿用標準書体" panose="03000503000000000000" pitchFamily="66" charset="-128"/>
              </a:rPr>
              <a:t>ボスバトル</a:t>
            </a:r>
            <a:r>
              <a:rPr lang="ja-JP" altLang="en-US" sz="3600" b="1" dirty="0">
                <a:solidFill>
                  <a:schemeClr val="bg1">
                    <a:lumMod val="95000"/>
                  </a:schemeClr>
                </a:solidFill>
                <a:latin typeface="原稿用標準書体" panose="03000503000000000000" pitchFamily="66" charset="-128"/>
                <a:ea typeface="原稿用標準書体" panose="03000503000000000000" pitchFamily="66" charset="-128"/>
              </a:rPr>
              <a:t>発生</a:t>
            </a:r>
            <a:endParaRPr kumimoji="1" lang="ja-JP" altLang="en-US" sz="3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0F44B1DA-85CA-29D4-FED0-6EC62F6B66E8}"/>
              </a:ext>
            </a:extLst>
          </p:cNvPr>
          <p:cNvSpPr txBox="1"/>
          <p:nvPr/>
        </p:nvSpPr>
        <p:spPr>
          <a:xfrm>
            <a:off x="4105259" y="280585"/>
            <a:ext cx="4009051" cy="646331"/>
          </a:xfrm>
          <a:prstGeom prst="rect">
            <a:avLst/>
          </a:prstGeom>
          <a:noFill/>
        </p:spPr>
        <p:txBody>
          <a:bodyPr wrap="square">
            <a:spAutoFit/>
          </a:bodyPr>
          <a:lstStyle/>
          <a:p>
            <a:pPr algn="ctr"/>
            <a:r>
              <a:rPr lang="ja-JP" altLang="en-US" sz="3600" b="1">
                <a:solidFill>
                  <a:srgbClr val="CC00FF"/>
                </a:solidFill>
                <a:latin typeface="原稿用標準書体" panose="03000503000000000000" pitchFamily="66" charset="-128"/>
                <a:ea typeface="原稿用標準書体" panose="03000503000000000000" pitchFamily="66" charset="-128"/>
              </a:rPr>
              <a:t>ボスバトル</a:t>
            </a:r>
            <a:r>
              <a:rPr lang="ja-JP" altLang="en-US" sz="3600" b="1" dirty="0">
                <a:solidFill>
                  <a:srgbClr val="CC00FF"/>
                </a:solidFill>
                <a:latin typeface="原稿用標準書体" panose="03000503000000000000" pitchFamily="66" charset="-128"/>
                <a:ea typeface="原稿用標準書体" panose="03000503000000000000" pitchFamily="66" charset="-128"/>
              </a:rPr>
              <a:t>発生</a:t>
            </a:r>
            <a:endParaRPr kumimoji="1" lang="ja-JP" altLang="en-US" sz="3600" b="1" dirty="0">
              <a:solidFill>
                <a:srgbClr val="CC00FF"/>
              </a:solidFill>
              <a:latin typeface="原稿用標準書体" panose="03000503000000000000" pitchFamily="66" charset="-128"/>
              <a:ea typeface="原稿用標準書体" panose="03000503000000000000" pitchFamily="66" charset="-128"/>
            </a:endParaRPr>
          </a:p>
        </p:txBody>
      </p:sp>
      <p:sp>
        <p:nvSpPr>
          <p:cNvPr id="3" name="楕円 2">
            <a:extLst>
              <a:ext uri="{FF2B5EF4-FFF2-40B4-BE49-F238E27FC236}">
                <a16:creationId xmlns:a16="http://schemas.microsoft.com/office/drawing/2014/main" id="{2CBB4ED7-CD1D-8DDC-9D1A-EBEDA525C122}"/>
              </a:ext>
            </a:extLst>
          </p:cNvPr>
          <p:cNvSpPr/>
          <p:nvPr/>
        </p:nvSpPr>
        <p:spPr>
          <a:xfrm>
            <a:off x="1047554"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57F956A9-1ECC-D7F3-8657-C4341747E309}"/>
              </a:ext>
            </a:extLst>
          </p:cNvPr>
          <p:cNvSpPr/>
          <p:nvPr/>
        </p:nvSpPr>
        <p:spPr>
          <a:xfrm>
            <a:off x="2385004"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048DD77D-1D38-6642-0304-6B33C3B7F40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44" name="四角形: 角を丸くする 43">
            <a:extLst>
              <a:ext uri="{FF2B5EF4-FFF2-40B4-BE49-F238E27FC236}">
                <a16:creationId xmlns:a16="http://schemas.microsoft.com/office/drawing/2014/main" id="{C9E3FB25-B5B4-8C4A-B590-E4A6753A2126}"/>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AC97CFAE-2C5F-0564-4122-EB13DE149DD7}"/>
              </a:ext>
            </a:extLst>
          </p:cNvPr>
          <p:cNvSpPr/>
          <p:nvPr/>
        </p:nvSpPr>
        <p:spPr>
          <a:xfrm>
            <a:off x="4244584" y="2366021"/>
            <a:ext cx="1163216" cy="1163216"/>
          </a:xfrm>
          <a:prstGeom prst="ellipse">
            <a:avLst/>
          </a:prstGeom>
          <a:solidFill>
            <a:srgbClr val="9900CC"/>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a:solidFill>
                  <a:schemeClr val="accent2"/>
                </a:solidFill>
                <a:latin typeface="原稿用標準書体" panose="03000503000000000000" pitchFamily="66" charset="-128"/>
                <a:ea typeface="原稿用標準書体" panose="03000503000000000000" pitchFamily="66" charset="-128"/>
              </a:rPr>
              <a:t>BOSS</a:t>
            </a:r>
            <a:endParaRPr lang="ja-JP" altLang="en-US" dirty="0">
              <a:solidFill>
                <a:schemeClr val="accent2"/>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2823AC46-2814-96E2-922B-C27B0B75DE07}"/>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2F625029-7DB8-27EC-953D-999B8B169B23}"/>
              </a:ext>
            </a:extLst>
          </p:cNvPr>
          <p:cNvCxnSpPr>
            <a:cxnSpLocks/>
            <a:endCxn id="3" idx="2"/>
          </p:cNvCxnSpPr>
          <p:nvPr/>
        </p:nvCxnSpPr>
        <p:spPr>
          <a:xfrm flipV="1">
            <a:off x="380867"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A073EDA4-943B-616B-B2E1-1A53B3AE09CB}"/>
              </a:ext>
            </a:extLst>
          </p:cNvPr>
          <p:cNvCxnSpPr>
            <a:cxnSpLocks/>
            <a:stCxn id="19" idx="1"/>
            <a:endCxn id="3" idx="5"/>
          </p:cNvCxnSpPr>
          <p:nvPr/>
        </p:nvCxnSpPr>
        <p:spPr>
          <a:xfrm flipH="1" flipV="1">
            <a:off x="2040421"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3FEC1364-CA31-DC16-429A-C391B225BD69}"/>
              </a:ext>
            </a:extLst>
          </p:cNvPr>
          <p:cNvCxnSpPr>
            <a:cxnSpLocks/>
            <a:stCxn id="19" idx="7"/>
            <a:endCxn id="45" idx="2"/>
          </p:cNvCxnSpPr>
          <p:nvPr/>
        </p:nvCxnSpPr>
        <p:spPr>
          <a:xfrm flipV="1">
            <a:off x="3377871"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0BA45DDE-BFC0-B15F-5E43-622FB71BFF35}"/>
              </a:ext>
            </a:extLst>
          </p:cNvPr>
          <p:cNvGrpSpPr/>
          <p:nvPr/>
        </p:nvGrpSpPr>
        <p:grpSpPr>
          <a:xfrm>
            <a:off x="4405894" y="1485969"/>
            <a:ext cx="840596" cy="833567"/>
            <a:chOff x="1367715" y="1890973"/>
            <a:chExt cx="840596" cy="833567"/>
          </a:xfrm>
        </p:grpSpPr>
        <p:sp>
          <p:nvSpPr>
            <p:cNvPr id="88" name="吹き出し: 円形 87">
              <a:extLst>
                <a:ext uri="{FF2B5EF4-FFF2-40B4-BE49-F238E27FC236}">
                  <a16:creationId xmlns:a16="http://schemas.microsoft.com/office/drawing/2014/main" id="{E881249A-30E1-609A-622D-20757FE4F33B}"/>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DB6F2F3E-0985-0202-9E22-3B03C8E150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3B1AFC29-6813-F0BC-AB46-65FCAE5FEF9A}"/>
              </a:ext>
            </a:extLst>
          </p:cNvPr>
          <p:cNvSpPr/>
          <p:nvPr/>
        </p:nvSpPr>
        <p:spPr>
          <a:xfrm>
            <a:off x="8862861" y="5716570"/>
            <a:ext cx="2729924" cy="631055"/>
          </a:xfrm>
          <a:prstGeom prst="roundRect">
            <a:avLst>
              <a:gd name="adj" fmla="val 9570"/>
            </a:avLst>
          </a:prstGeom>
          <a:solidFill>
            <a:srgbClr val="9900CC">
              <a:alpha val="84706"/>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10AAC30C-EDA7-A134-5398-4D70928435DE}"/>
              </a:ext>
            </a:extLst>
          </p:cNvPr>
          <p:cNvSpPr>
            <a:spLocks/>
          </p:cNvSpPr>
          <p:nvPr/>
        </p:nvSpPr>
        <p:spPr>
          <a:xfrm>
            <a:off x="7244719" y="1170675"/>
            <a:ext cx="4348066" cy="4131004"/>
          </a:xfrm>
          <a:prstGeom prst="roundRect">
            <a:avLst>
              <a:gd name="adj" fmla="val 9570"/>
            </a:avLst>
          </a:prstGeom>
          <a:solidFill>
            <a:schemeClr val="accent6">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EA258A2A-9E6D-8EBF-E62C-FFB9B7188E60}"/>
              </a:ext>
            </a:extLst>
          </p:cNvPr>
          <p:cNvGrpSpPr/>
          <p:nvPr/>
        </p:nvGrpSpPr>
        <p:grpSpPr>
          <a:xfrm rot="651301">
            <a:off x="3430510" y="3177201"/>
            <a:ext cx="560995" cy="489333"/>
            <a:chOff x="2420469" y="2760201"/>
            <a:chExt cx="560995" cy="489333"/>
          </a:xfrm>
        </p:grpSpPr>
        <p:sp>
          <p:nvSpPr>
            <p:cNvPr id="53" name="矢印: 山形 52">
              <a:extLst>
                <a:ext uri="{FF2B5EF4-FFF2-40B4-BE49-F238E27FC236}">
                  <a16:creationId xmlns:a16="http://schemas.microsoft.com/office/drawing/2014/main" id="{97E3C70C-F1EE-04BD-4BCD-687F157B86AB}"/>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29A46BCA-8755-9376-707E-495EB12BDA45}"/>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62A9DF54-56E3-7815-E258-2054CA6A9AB6}"/>
              </a:ext>
            </a:extLst>
          </p:cNvPr>
          <p:cNvSpPr/>
          <p:nvPr/>
        </p:nvSpPr>
        <p:spPr>
          <a:xfrm>
            <a:off x="2378629"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1B975BD8-41BA-DFA7-87B8-723BDBE349F2}"/>
              </a:ext>
            </a:extLst>
          </p:cNvPr>
          <p:cNvSpPr/>
          <p:nvPr/>
        </p:nvSpPr>
        <p:spPr>
          <a:xfrm>
            <a:off x="1020425"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DD1D1786-AA40-A5A4-5D0D-6827813231B8}"/>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E9A596F3-351E-81F2-980A-1A1528B3BD54}"/>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720B5164-6A75-A998-8C90-4C3526E877EC}"/>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72F0FE18-62D1-7AC6-DD86-10EEBE07939A}"/>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C8859E32-3709-D082-1160-A40D0D29DF76}"/>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E15DE37A-897E-AB95-8346-2544C9709CCF}"/>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69B83BE4-A368-A693-E11A-A34F767DF683}"/>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A745790E-5463-6491-D148-201F33E410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6F5FCBBC-8535-D423-05F0-B407147805D1}"/>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F27A48E8-23F9-8887-2F19-4864D81659C3}"/>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7FF57DBA-E60C-A5C4-7A9A-BAED75AA5269}"/>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97CFCFE0-9BDD-9F8E-C519-DEF10321D8EF}"/>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C25673A7-98C2-83E7-9171-94C1E923E3D8}"/>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3B2EE325-1B3B-CAA1-FC23-3E8677004F9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26609180-6FF9-3093-E363-ACAB37481267}"/>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2CBE1BF3-30E8-72FD-80E6-F33405820BA3}"/>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383B295B-015E-85A7-2A69-38F7DA64E8F5}"/>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F77EFE3F-0255-88BA-CCB1-F0B8A4018089}"/>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E89344B-6EB9-9D57-1E17-81E7187389C9}"/>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79C5DAF-701C-A210-5E7F-7298205CF796}"/>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6E3E17A8-2DB1-90BF-0C1B-6225F323B23C}"/>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597C8A97-8EDB-54CE-CBC5-ED0E1AD7DDE9}"/>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0BCED661-564D-792F-41F2-4FBBDF233085}"/>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14B2539A-7828-F305-A32C-8FCE812CE64C}"/>
              </a:ext>
            </a:extLst>
          </p:cNvPr>
          <p:cNvGrpSpPr/>
          <p:nvPr/>
        </p:nvGrpSpPr>
        <p:grpSpPr>
          <a:xfrm flipH="1">
            <a:off x="9887984" y="2041200"/>
            <a:ext cx="1443249" cy="2934324"/>
            <a:chOff x="7506277" y="2003876"/>
            <a:chExt cx="1265547" cy="2573030"/>
          </a:xfrm>
          <a:solidFill>
            <a:schemeClr val="tx1">
              <a:lumMod val="95000"/>
              <a:lumOff val="5000"/>
            </a:schemeClr>
          </a:solidFill>
        </p:grpSpPr>
        <p:sp>
          <p:nvSpPr>
            <p:cNvPr id="87" name="四角形: 角を丸くする 86">
              <a:extLst>
                <a:ext uri="{FF2B5EF4-FFF2-40B4-BE49-F238E27FC236}">
                  <a16:creationId xmlns:a16="http://schemas.microsoft.com/office/drawing/2014/main" id="{C65D32EA-4A4F-07EC-4A5D-77EE1A1B33A0}"/>
                </a:ext>
              </a:extLst>
            </p:cNvPr>
            <p:cNvSpPr/>
            <p:nvPr/>
          </p:nvSpPr>
          <p:spPr>
            <a:xfrm>
              <a:off x="8202006" y="20038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8132A1FC-6828-62AB-3C4C-A6DCF7B78F57}"/>
                </a:ext>
              </a:extLst>
            </p:cNvPr>
            <p:cNvSpPr/>
            <p:nvPr/>
          </p:nvSpPr>
          <p:spPr>
            <a:xfrm>
              <a:off x="8202006" y="26738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6BFE2A16-6D1D-121E-52F1-76C8FA7ED428}"/>
                </a:ext>
              </a:extLst>
            </p:cNvPr>
            <p:cNvSpPr/>
            <p:nvPr/>
          </p:nvSpPr>
          <p:spPr>
            <a:xfrm>
              <a:off x="8202006" y="33412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角を丸くする 92">
              <a:extLst>
                <a:ext uri="{FF2B5EF4-FFF2-40B4-BE49-F238E27FC236}">
                  <a16:creationId xmlns:a16="http://schemas.microsoft.com/office/drawing/2014/main" id="{C10077D9-3D6C-385E-84C6-612AD1EAF243}"/>
                </a:ext>
              </a:extLst>
            </p:cNvPr>
            <p:cNvSpPr/>
            <p:nvPr/>
          </p:nvSpPr>
          <p:spPr>
            <a:xfrm>
              <a:off x="8202006" y="40070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39D35B8D-9611-9605-20AD-E61D02F57BB5}"/>
                </a:ext>
              </a:extLst>
            </p:cNvPr>
            <p:cNvSpPr/>
            <p:nvPr/>
          </p:nvSpPr>
          <p:spPr>
            <a:xfrm>
              <a:off x="7506277" y="20038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F740F73A-B78B-3CD9-D61B-08873551B942}"/>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62F0748D-FC90-3B93-C0BA-49A30413E0A0}"/>
                </a:ext>
              </a:extLst>
            </p:cNvPr>
            <p:cNvSpPr/>
            <p:nvPr/>
          </p:nvSpPr>
          <p:spPr>
            <a:xfrm>
              <a:off x="7506277" y="33412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20D43A78-3484-4DBA-FC0D-9A3073040DE4}"/>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3FD82D40-5773-CC24-0AF9-FDF673AFFDB4}"/>
              </a:ext>
            </a:extLst>
          </p:cNvPr>
          <p:cNvSpPr txBox="1"/>
          <p:nvPr/>
        </p:nvSpPr>
        <p:spPr>
          <a:xfrm>
            <a:off x="8350164" y="393745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6220E1F0-0359-846E-99A3-BDD94E58A265}"/>
              </a:ext>
            </a:extLst>
          </p:cNvPr>
          <p:cNvSpPr txBox="1"/>
          <p:nvPr/>
        </p:nvSpPr>
        <p:spPr>
          <a:xfrm>
            <a:off x="8350164" y="4698525"/>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F50377C1-DBC6-F405-0A5F-BC1189D55360}"/>
              </a:ext>
            </a:extLst>
          </p:cNvPr>
          <p:cNvSpPr txBox="1"/>
          <p:nvPr/>
        </p:nvSpPr>
        <p:spPr>
          <a:xfrm>
            <a:off x="8350164" y="241532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37CB26C3-7539-74AD-5D77-2E8775F4E7EF}"/>
              </a:ext>
            </a:extLst>
          </p:cNvPr>
          <p:cNvSpPr txBox="1"/>
          <p:nvPr/>
        </p:nvSpPr>
        <p:spPr>
          <a:xfrm>
            <a:off x="8350164" y="317638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450D6A3C-055F-64D4-8919-C643CEFCD191}"/>
              </a:ext>
            </a:extLst>
          </p:cNvPr>
          <p:cNvSpPr txBox="1"/>
          <p:nvPr/>
        </p:nvSpPr>
        <p:spPr>
          <a:xfrm>
            <a:off x="7550169" y="393616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629C1AF2-386F-E4D8-866F-D4F38C619AAD}"/>
              </a:ext>
            </a:extLst>
          </p:cNvPr>
          <p:cNvSpPr txBox="1"/>
          <p:nvPr/>
        </p:nvSpPr>
        <p:spPr>
          <a:xfrm>
            <a:off x="7550169" y="241403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FF5D04EC-DA68-3D75-C027-9CDB4B6426CF}"/>
              </a:ext>
            </a:extLst>
          </p:cNvPr>
          <p:cNvSpPr txBox="1"/>
          <p:nvPr/>
        </p:nvSpPr>
        <p:spPr>
          <a:xfrm>
            <a:off x="7550169" y="317509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113" name="グループ化 112">
            <a:extLst>
              <a:ext uri="{FF2B5EF4-FFF2-40B4-BE49-F238E27FC236}">
                <a16:creationId xmlns:a16="http://schemas.microsoft.com/office/drawing/2014/main" id="{04D9989A-B5B0-300E-E02A-97D8E826DC8F}"/>
              </a:ext>
            </a:extLst>
          </p:cNvPr>
          <p:cNvGrpSpPr/>
          <p:nvPr/>
        </p:nvGrpSpPr>
        <p:grpSpPr>
          <a:xfrm>
            <a:off x="9927223" y="2404699"/>
            <a:ext cx="562032" cy="2560204"/>
            <a:chOff x="9927223" y="2404699"/>
            <a:chExt cx="562032" cy="2560204"/>
          </a:xfrm>
        </p:grpSpPr>
        <p:sp>
          <p:nvSpPr>
            <p:cNvPr id="108" name="テキスト ボックス 107">
              <a:extLst>
                <a:ext uri="{FF2B5EF4-FFF2-40B4-BE49-F238E27FC236}">
                  <a16:creationId xmlns:a16="http://schemas.microsoft.com/office/drawing/2014/main" id="{624171EC-E16B-F457-695F-7F7704BB0F5B}"/>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A0D6B01A-40B9-1F00-BD48-14D1CB9D10BA}"/>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0" name="テキスト ボックス 109">
              <a:extLst>
                <a:ext uri="{FF2B5EF4-FFF2-40B4-BE49-F238E27FC236}">
                  <a16:creationId xmlns:a16="http://schemas.microsoft.com/office/drawing/2014/main" id="{401B168F-6CC4-84EF-D7CD-AEF7D5A0EF30}"/>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BC2BF170-36D6-92D3-1724-2EDBEAC22816}"/>
                </a:ext>
              </a:extLst>
            </p:cNvPr>
            <p:cNvSpPr txBox="1"/>
            <p:nvPr/>
          </p:nvSpPr>
          <p:spPr>
            <a:xfrm>
              <a:off x="9927223" y="3165767"/>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6CE78F79-BCFB-2E6A-865C-891F70FFB625}"/>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14" name="グループ化 113">
            <a:extLst>
              <a:ext uri="{FF2B5EF4-FFF2-40B4-BE49-F238E27FC236}">
                <a16:creationId xmlns:a16="http://schemas.microsoft.com/office/drawing/2014/main" id="{2EDE4F33-05CA-F85E-20E1-DA33D24065B2}"/>
              </a:ext>
            </a:extLst>
          </p:cNvPr>
          <p:cNvGrpSpPr/>
          <p:nvPr/>
        </p:nvGrpSpPr>
        <p:grpSpPr>
          <a:xfrm>
            <a:off x="10732766" y="2407809"/>
            <a:ext cx="562032" cy="2560204"/>
            <a:chOff x="9927223" y="2404699"/>
            <a:chExt cx="562032" cy="2560204"/>
          </a:xfrm>
        </p:grpSpPr>
        <p:sp>
          <p:nvSpPr>
            <p:cNvPr id="115" name="テキスト ボックス 114">
              <a:extLst>
                <a:ext uri="{FF2B5EF4-FFF2-40B4-BE49-F238E27FC236}">
                  <a16:creationId xmlns:a16="http://schemas.microsoft.com/office/drawing/2014/main" id="{ADFB4651-3D6E-993C-C3B8-040270137D78}"/>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6" name="テキスト ボックス 115">
              <a:extLst>
                <a:ext uri="{FF2B5EF4-FFF2-40B4-BE49-F238E27FC236}">
                  <a16:creationId xmlns:a16="http://schemas.microsoft.com/office/drawing/2014/main" id="{E4D9B1C6-5B69-520B-D6FD-B26608F84BA4}"/>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7" name="テキスト ボックス 116">
              <a:extLst>
                <a:ext uri="{FF2B5EF4-FFF2-40B4-BE49-F238E27FC236}">
                  <a16:creationId xmlns:a16="http://schemas.microsoft.com/office/drawing/2014/main" id="{226FA367-DA00-8ADC-655A-9A2C147B44B8}"/>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39E57FDB-50B6-165E-B65E-EE7FD1D1AAD5}"/>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C0D2FF38-F415-44CA-5C03-4E24D749525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E20FB977-F98C-8D0B-75E6-5FC527EE53F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43D5C032-8F94-48F8-7366-4BACAC0A7E03}"/>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C7F20380-6D83-3162-A549-19F9A00B96D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E58D2C0-D31C-3072-1423-9FE944AF220C}"/>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9F7ABBCF-B20F-A095-89BC-626F940A83C5}"/>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450128B0-5F4A-30BF-14B9-3EAFC844F14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246C8426-AEE3-D30B-15B1-312147B98E0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B640F9B2-3B89-1C97-4805-2E5A10824907}"/>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5224B57F-EA8C-B71A-5B4B-732ADDB065A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07287B84-A4F7-41B4-2D63-F0638E7F3E6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59688333-35A7-E5DE-1270-5600F660C182}"/>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0C170C91-A67D-ABE4-1272-D3DA29F8699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9E8C9A62-B0A9-B09F-5EAF-B1622867C40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4B6B30E0-D297-2CC3-2E5A-05942B6EA4A3}"/>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2B7B6599-60CA-0784-1559-F5A04099F3CE}"/>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B0D49676-23D0-E364-DC11-EA1B6008C48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711560A3-9F72-1337-08EE-48F2AB4D8E1F}"/>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8B9BF490-F134-D166-C222-3818D8F7075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509B4394-2665-FAAF-3B6E-7F44C6484E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23121F84-F6E4-9B86-7CA7-313C52046E6B}"/>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47CBA53E-0AD0-1132-3966-432A9B1E59C9}"/>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 name="グループ化 3">
            <a:extLst>
              <a:ext uri="{FF2B5EF4-FFF2-40B4-BE49-F238E27FC236}">
                <a16:creationId xmlns:a16="http://schemas.microsoft.com/office/drawing/2014/main" id="{84320691-7F6A-2194-9D8A-60AA568CB55E}"/>
              </a:ext>
            </a:extLst>
          </p:cNvPr>
          <p:cNvGrpSpPr/>
          <p:nvPr/>
        </p:nvGrpSpPr>
        <p:grpSpPr>
          <a:xfrm>
            <a:off x="9958244" y="2720661"/>
            <a:ext cx="496849" cy="276999"/>
            <a:chOff x="9966073" y="1885589"/>
            <a:chExt cx="836714" cy="307777"/>
          </a:xfrm>
        </p:grpSpPr>
        <p:sp>
          <p:nvSpPr>
            <p:cNvPr id="5" name="四角形: 角を丸くする 4">
              <a:extLst>
                <a:ext uri="{FF2B5EF4-FFF2-40B4-BE49-F238E27FC236}">
                  <a16:creationId xmlns:a16="http://schemas.microsoft.com/office/drawing/2014/main" id="{ABFD1396-694C-4BAA-61B1-B0ACB5F84DCD}"/>
                </a:ext>
              </a:extLst>
            </p:cNvPr>
            <p:cNvSpPr/>
            <p:nvPr/>
          </p:nvSpPr>
          <p:spPr>
            <a:xfrm>
              <a:off x="9966073" y="1901097"/>
              <a:ext cx="836714" cy="292269"/>
            </a:xfrm>
            <a:prstGeom prst="roundRect">
              <a:avLst>
                <a:gd name="adj" fmla="val 4721"/>
              </a:avLst>
            </a:prstGeom>
            <a:solidFill>
              <a:srgbClr val="9900CC">
                <a:alpha val="95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0" name="テキスト ボックス 9">
              <a:extLst>
                <a:ext uri="{FF2B5EF4-FFF2-40B4-BE49-F238E27FC236}">
                  <a16:creationId xmlns:a16="http://schemas.microsoft.com/office/drawing/2014/main" id="{BBAC9D3E-0744-53A2-E799-0866A1445305}"/>
                </a:ext>
              </a:extLst>
            </p:cNvPr>
            <p:cNvSpPr txBox="1"/>
            <p:nvPr/>
          </p:nvSpPr>
          <p:spPr>
            <a:xfrm>
              <a:off x="9969785" y="1885589"/>
              <a:ext cx="829294" cy="276999"/>
            </a:xfrm>
            <a:prstGeom prst="rect">
              <a:avLst/>
            </a:prstGeom>
            <a:noFill/>
          </p:spPr>
          <p:txBody>
            <a:bodyPr wrap="none" rtlCol="0">
              <a:spAutoFit/>
            </a:bodyPr>
            <a:lstStyle/>
            <a:p>
              <a:pPr algn="ctr"/>
              <a:r>
                <a:rPr lang="en-US" altLang="ja-JP" sz="1200">
                  <a:solidFill>
                    <a:schemeClr val="accent2">
                      <a:lumMod val="60000"/>
                      <a:lumOff val="40000"/>
                    </a:schemeClr>
                  </a:solidFill>
                  <a:latin typeface="原稿用標準書体" panose="03000503000000000000" pitchFamily="66" charset="-128"/>
                  <a:ea typeface="原稿用標準書体" panose="03000503000000000000" pitchFamily="66" charset="-128"/>
                </a:rPr>
                <a:t>BOSS</a:t>
              </a:r>
              <a:endParaRPr lang="en-US" altLang="ja-JP" sz="12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57" name="楕円 56">
            <a:extLst>
              <a:ext uri="{FF2B5EF4-FFF2-40B4-BE49-F238E27FC236}">
                <a16:creationId xmlns:a16="http://schemas.microsoft.com/office/drawing/2014/main" id="{96A7B35D-1F85-087C-95E8-8C0310BA0B7F}"/>
              </a:ext>
            </a:extLst>
          </p:cNvPr>
          <p:cNvSpPr/>
          <p:nvPr/>
        </p:nvSpPr>
        <p:spPr>
          <a:xfrm>
            <a:off x="-598435" y="322297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67" name="楕円 66">
            <a:extLst>
              <a:ext uri="{FF2B5EF4-FFF2-40B4-BE49-F238E27FC236}">
                <a16:creationId xmlns:a16="http://schemas.microsoft.com/office/drawing/2014/main" id="{B2A030D7-4629-E79F-5B41-993737708C0D}"/>
              </a:ext>
            </a:extLst>
          </p:cNvPr>
          <p:cNvSpPr/>
          <p:nvPr/>
        </p:nvSpPr>
        <p:spPr>
          <a:xfrm>
            <a:off x="-625564" y="3220672"/>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3187129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573B-34D5-65C9-31AC-C3FE9FB08C62}"/>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887F93A6-455E-E13C-99A3-6DD74FB1E6BB}"/>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AA880964-140D-D830-0FAB-70F22E575950}"/>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DDE8CD2E-3A71-7E9D-695C-E42DBBBA0668}"/>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9" name="台形 18">
            <a:extLst>
              <a:ext uri="{FF2B5EF4-FFF2-40B4-BE49-F238E27FC236}">
                <a16:creationId xmlns:a16="http://schemas.microsoft.com/office/drawing/2014/main" id="{A3C84EA3-8A59-4048-BE12-9A13EBAE4781}"/>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0E13C50B-15E7-ABB4-F0D1-52287850B56A}"/>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4" name="テキスト ボックス 13">
            <a:extLst>
              <a:ext uri="{FF2B5EF4-FFF2-40B4-BE49-F238E27FC236}">
                <a16:creationId xmlns:a16="http://schemas.microsoft.com/office/drawing/2014/main" id="{AEBEBB0B-8AA5-8163-F257-EEC0CD94555E}"/>
              </a:ext>
            </a:extLst>
          </p:cNvPr>
          <p:cNvSpPr txBox="1"/>
          <p:nvPr/>
        </p:nvSpPr>
        <p:spPr>
          <a:xfrm rot="20897315">
            <a:off x="9940367" y="4757571"/>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5" name="図 14">
            <a:extLst>
              <a:ext uri="{FF2B5EF4-FFF2-40B4-BE49-F238E27FC236}">
                <a16:creationId xmlns:a16="http://schemas.microsoft.com/office/drawing/2014/main" id="{C2AF3C03-6B94-B24D-C68D-A222723DCE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BD09337B-865D-46FC-0FA8-DA31FE1C694D}"/>
              </a:ext>
            </a:extLst>
          </p:cNvPr>
          <p:cNvSpPr txBox="1"/>
          <p:nvPr/>
        </p:nvSpPr>
        <p:spPr>
          <a:xfrm>
            <a:off x="8353746" y="3996312"/>
            <a:ext cx="1633781"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sp>
        <p:nvSpPr>
          <p:cNvPr id="3" name="台形 2">
            <a:extLst>
              <a:ext uri="{FF2B5EF4-FFF2-40B4-BE49-F238E27FC236}">
                <a16:creationId xmlns:a16="http://schemas.microsoft.com/office/drawing/2014/main" id="{9BBDCB45-E1B0-9214-85CB-00B9748F0539}"/>
              </a:ext>
            </a:extLst>
          </p:cNvPr>
          <p:cNvSpPr/>
          <p:nvPr/>
        </p:nvSpPr>
        <p:spPr>
          <a:xfrm rot="15655971">
            <a:off x="8504317" y="1385826"/>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49284F78-8794-48EC-6B99-E94B251A4F61}"/>
              </a:ext>
            </a:extLst>
          </p:cNvPr>
          <p:cNvSpPr txBox="1"/>
          <p:nvPr/>
        </p:nvSpPr>
        <p:spPr>
          <a:xfrm>
            <a:off x="8353747" y="2397429"/>
            <a:ext cx="1633781" cy="923330"/>
          </a:xfrm>
          <a:prstGeom prst="rect">
            <a:avLst/>
          </a:prstGeom>
          <a:noFill/>
        </p:spPr>
        <p:txBody>
          <a:bodyPr wrap="none" rtlCol="0">
            <a:spAutoFit/>
          </a:bodyPr>
          <a:lstStyle/>
          <a:p>
            <a:pPr algn="ctr"/>
            <a:r>
              <a:rPr lang="en-US" altLang="ja-JP" sz="3200" b="1">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57BFF9C9-13FC-7F95-BD6C-ECD6F773F09F}"/>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7230783" y="2352055"/>
            <a:ext cx="1190895" cy="1190895"/>
          </a:xfrm>
          <a:prstGeom prst="rect">
            <a:avLst/>
          </a:prstGeom>
        </p:spPr>
      </p:pic>
      <p:sp>
        <p:nvSpPr>
          <p:cNvPr id="10" name="テキスト ボックス 9">
            <a:extLst>
              <a:ext uri="{FF2B5EF4-FFF2-40B4-BE49-F238E27FC236}">
                <a16:creationId xmlns:a16="http://schemas.microsoft.com/office/drawing/2014/main" id="{D717C9B5-786A-2BAB-C47D-B41AD61CCD2B}"/>
              </a:ext>
            </a:extLst>
          </p:cNvPr>
          <p:cNvSpPr txBox="1"/>
          <p:nvPr/>
        </p:nvSpPr>
        <p:spPr>
          <a:xfrm>
            <a:off x="2723851" y="2776080"/>
            <a:ext cx="1107997" cy="646331"/>
          </a:xfrm>
          <a:prstGeom prst="rect">
            <a:avLst/>
          </a:prstGeom>
          <a:noFill/>
        </p:spPr>
        <p:txBody>
          <a:bodyPr wrap="none" rtlCol="0">
            <a:spAutoFit/>
          </a:bodyPr>
          <a:lstStyle/>
          <a:p>
            <a:pPr algn="ctr"/>
            <a:r>
              <a:rPr kumimoji="1" lang="en-US" altLang="ja-JP" sz="3600" b="1">
                <a:solidFill>
                  <a:schemeClr val="tx1">
                    <a:lumMod val="85000"/>
                    <a:lumOff val="15000"/>
                  </a:schemeClr>
                </a:solidFill>
                <a:latin typeface="原稿用標準書体" panose="03000503000000000000" pitchFamily="66" charset="-128"/>
                <a:ea typeface="原稿用標準書体" panose="03000503000000000000" pitchFamily="66" charset="-128"/>
              </a:rPr>
              <a:t>DROP</a:t>
            </a:r>
            <a:endParaRPr kumimoji="1" lang="ja-JP" altLang="en-US" sz="3600" b="1" dirty="0">
              <a:solidFill>
                <a:srgbClr val="9900CC"/>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DF92DC68-95B7-7997-EBFB-AFD45A5EEA3B}"/>
              </a:ext>
            </a:extLst>
          </p:cNvPr>
          <p:cNvSpPr txBox="1"/>
          <p:nvPr/>
        </p:nvSpPr>
        <p:spPr>
          <a:xfrm rot="20897315">
            <a:off x="9882330" y="3112144"/>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
        <p:nvSpPr>
          <p:cNvPr id="6" name="正方形/長方形 5">
            <a:extLst>
              <a:ext uri="{FF2B5EF4-FFF2-40B4-BE49-F238E27FC236}">
                <a16:creationId xmlns:a16="http://schemas.microsoft.com/office/drawing/2014/main" id="{429A36EB-42E9-B70F-C93B-4AB48B3942A7}"/>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2FE20BFF-690D-F2F6-AB44-B3EE35C7303C}"/>
              </a:ext>
            </a:extLst>
          </p:cNvPr>
          <p:cNvPicPr>
            <a:picLocks noChangeAspect="1"/>
          </p:cNvPicPr>
          <p:nvPr/>
        </p:nvPicPr>
        <p:blipFill>
          <a:blip r:embed="rId6">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8C64B1C0-CD93-6F0F-FB1D-5459AE8081D1}"/>
              </a:ext>
            </a:extLst>
          </p:cNvPr>
          <p:cNvPicPr>
            <a:picLocks noChangeAspect="1"/>
          </p:cNvPicPr>
          <p:nvPr/>
        </p:nvPicPr>
        <p:blipFill>
          <a:blip r:embed="rId6">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12D2636E-3F2F-D506-79E7-26C79754E314}"/>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4C31AAD5-CF82-B932-7207-84A56EA038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AF84C37E-2DC6-45BE-DF88-A8F08B8C099C}"/>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E96E4D61-2D22-E639-96DF-53D4EF67CE9A}"/>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9A3C019C-926A-9AB5-22DD-C8091ABAB52B}"/>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C4CBBAD9-C2B4-B4DA-7D05-7C2A00E62FBD}"/>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2" name="グループ化 31">
            <a:extLst>
              <a:ext uri="{FF2B5EF4-FFF2-40B4-BE49-F238E27FC236}">
                <a16:creationId xmlns:a16="http://schemas.microsoft.com/office/drawing/2014/main" id="{C44DE6F5-7BF7-3FBC-C2E9-23C1D667BD8B}"/>
              </a:ext>
            </a:extLst>
          </p:cNvPr>
          <p:cNvGrpSpPr/>
          <p:nvPr/>
        </p:nvGrpSpPr>
        <p:grpSpPr>
          <a:xfrm>
            <a:off x="9164096" y="5847431"/>
            <a:ext cx="1815744" cy="369332"/>
            <a:chOff x="9026246" y="5847431"/>
            <a:chExt cx="1815744" cy="369332"/>
          </a:xfrm>
        </p:grpSpPr>
        <p:sp>
          <p:nvSpPr>
            <p:cNvPr id="33" name="二等辺三角形 32">
              <a:extLst>
                <a:ext uri="{FF2B5EF4-FFF2-40B4-BE49-F238E27FC236}">
                  <a16:creationId xmlns:a16="http://schemas.microsoft.com/office/drawing/2014/main" id="{4F890D60-B870-008D-5403-4B2DA4FEBC81}"/>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DE1D97C3-240C-1777-0303-620E2C263E3E}"/>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39" name="正方形/長方形 38">
            <a:extLst>
              <a:ext uri="{FF2B5EF4-FFF2-40B4-BE49-F238E27FC236}">
                <a16:creationId xmlns:a16="http://schemas.microsoft.com/office/drawing/2014/main" id="{03C018EC-3BC8-4A2B-A32B-420E08DDD7B4}"/>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46550CA9-F5D1-ACE1-10CC-8A5B759638C6}"/>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3" name="図 42">
            <a:extLst>
              <a:ext uri="{FF2B5EF4-FFF2-40B4-BE49-F238E27FC236}">
                <a16:creationId xmlns:a16="http://schemas.microsoft.com/office/drawing/2014/main" id="{22EB589D-32E7-603B-325D-77B7E7A315CA}"/>
              </a:ext>
            </a:extLst>
          </p:cNvPr>
          <p:cNvPicPr>
            <a:picLocks noChangeAspect="1"/>
          </p:cNvPicPr>
          <p:nvPr/>
        </p:nvPicPr>
        <p:blipFill>
          <a:blip r:embed="rId7">
            <a:extLst>
              <a:ext uri="{BEBA8EAE-BF5A-486C-A8C5-ECC9F3942E4B}">
                <a14:imgProps xmlns:a14="http://schemas.microsoft.com/office/drawing/2010/main">
                  <a14:imgLayer r:embed="rId8">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pic>
        <p:nvPicPr>
          <p:cNvPr id="49" name="図 48">
            <a:extLst>
              <a:ext uri="{FF2B5EF4-FFF2-40B4-BE49-F238E27FC236}">
                <a16:creationId xmlns:a16="http://schemas.microsoft.com/office/drawing/2014/main" id="{737F1A21-8210-B917-A62A-D1A974520215}"/>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6198720" y="3262360"/>
            <a:ext cx="974980" cy="974980"/>
          </a:xfrm>
          <a:prstGeom prst="rect">
            <a:avLst/>
          </a:prstGeom>
        </p:spPr>
      </p:pic>
      <p:pic>
        <p:nvPicPr>
          <p:cNvPr id="51" name="図 50">
            <a:extLst>
              <a:ext uri="{FF2B5EF4-FFF2-40B4-BE49-F238E27FC236}">
                <a16:creationId xmlns:a16="http://schemas.microsoft.com/office/drawing/2014/main" id="{6C76DA81-13C8-E1DC-1914-549C0CCDDA86}"/>
              </a:ext>
            </a:extLst>
          </p:cNvPr>
          <p:cNvPicPr>
            <a:picLocks noChangeAspect="1"/>
          </p:cNvPicPr>
          <p:nvPr/>
        </p:nvPicPr>
        <p:blipFill>
          <a:blip r:embed="rId9">
            <a:extLst>
              <a:ext uri="{BEBA8EAE-BF5A-486C-A8C5-ECC9F3942E4B}">
                <a14:imgProps xmlns:a14="http://schemas.microsoft.com/office/drawing/2010/main">
                  <a14:imgLayer r:embed="rId10">
                    <a14:imgEffect>
                      <a14:sharpenSoften amount="-100000"/>
                    </a14:imgEffect>
                  </a14:imgLayer>
                </a14:imgProps>
              </a:ext>
              <a:ext uri="{28A0092B-C50C-407E-A947-70E740481C1C}">
                <a14:useLocalDpi xmlns:a14="http://schemas.microsoft.com/office/drawing/2010/main" val="0"/>
              </a:ext>
            </a:extLst>
          </a:blip>
          <a:srcRect/>
          <a:stretch/>
        </p:blipFill>
        <p:spPr>
          <a:xfrm rot="21358924">
            <a:off x="5476684" y="4045696"/>
            <a:ext cx="638211" cy="621192"/>
          </a:xfrm>
          <a:prstGeom prst="rect">
            <a:avLst/>
          </a:prstGeom>
        </p:spPr>
      </p:pic>
      <p:sp>
        <p:nvSpPr>
          <p:cNvPr id="53" name="テキスト ボックス 52">
            <a:extLst>
              <a:ext uri="{FF2B5EF4-FFF2-40B4-BE49-F238E27FC236}">
                <a16:creationId xmlns:a16="http://schemas.microsoft.com/office/drawing/2014/main" id="{FAA51E22-6B71-5155-B6DA-41B230D710B7}"/>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バトル勝利</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楕円 53">
            <a:extLst>
              <a:ext uri="{FF2B5EF4-FFF2-40B4-BE49-F238E27FC236}">
                <a16:creationId xmlns:a16="http://schemas.microsoft.com/office/drawing/2014/main" id="{13DFD73D-24E9-68BF-E31E-E93BAA7F94C1}"/>
              </a:ext>
            </a:extLst>
          </p:cNvPr>
          <p:cNvSpPr/>
          <p:nvPr/>
        </p:nvSpPr>
        <p:spPr>
          <a:xfrm>
            <a:off x="1383087"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56" name="楕円 55">
            <a:extLst>
              <a:ext uri="{FF2B5EF4-FFF2-40B4-BE49-F238E27FC236}">
                <a16:creationId xmlns:a16="http://schemas.microsoft.com/office/drawing/2014/main" id="{FFAAB401-62C4-3F66-D1C3-6C58A6271E0B}"/>
              </a:ext>
            </a:extLst>
          </p:cNvPr>
          <p:cNvSpPr/>
          <p:nvPr/>
        </p:nvSpPr>
        <p:spPr>
          <a:xfrm>
            <a:off x="2152866"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58" name="楕円 57">
            <a:extLst>
              <a:ext uri="{FF2B5EF4-FFF2-40B4-BE49-F238E27FC236}">
                <a16:creationId xmlns:a16="http://schemas.microsoft.com/office/drawing/2014/main" id="{4FBEEF4A-6E26-AAB5-F385-82E76A3DF06A}"/>
              </a:ext>
            </a:extLst>
          </p:cNvPr>
          <p:cNvSpPr/>
          <p:nvPr/>
        </p:nvSpPr>
        <p:spPr>
          <a:xfrm>
            <a:off x="2922645"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9838880B-EA44-8B39-F7DC-AA48085FA9BE}"/>
              </a:ext>
            </a:extLst>
          </p:cNvPr>
          <p:cNvSpPr/>
          <p:nvPr/>
        </p:nvSpPr>
        <p:spPr>
          <a:xfrm>
            <a:off x="3692424"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latin typeface="原稿用標準書体" panose="03000503000000000000" pitchFamily="66" charset="-128"/>
                <a:ea typeface="原稿用標準書体" panose="03000503000000000000" pitchFamily="66" charset="-128"/>
              </a:rPr>
              <a:t>？</a:t>
            </a:r>
          </a:p>
        </p:txBody>
      </p:sp>
      <p:sp>
        <p:nvSpPr>
          <p:cNvPr id="62" name="楕円 61">
            <a:extLst>
              <a:ext uri="{FF2B5EF4-FFF2-40B4-BE49-F238E27FC236}">
                <a16:creationId xmlns:a16="http://schemas.microsoft.com/office/drawing/2014/main" id="{CEE86E15-5DC4-102D-E8AF-354EB444C6A0}"/>
              </a:ext>
            </a:extLst>
          </p:cNvPr>
          <p:cNvSpPr/>
          <p:nvPr/>
        </p:nvSpPr>
        <p:spPr>
          <a:xfrm>
            <a:off x="4462202"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latin typeface="原稿用標準書体" panose="03000503000000000000" pitchFamily="66" charset="-128"/>
                <a:ea typeface="原稿用標準書体" panose="03000503000000000000" pitchFamily="66" charset="-128"/>
              </a:rPr>
              <a:t>？</a:t>
            </a:r>
          </a:p>
        </p:txBody>
      </p:sp>
      <p:sp>
        <p:nvSpPr>
          <p:cNvPr id="64" name="四角形: 角を丸くする 63">
            <a:extLst>
              <a:ext uri="{FF2B5EF4-FFF2-40B4-BE49-F238E27FC236}">
                <a16:creationId xmlns:a16="http://schemas.microsoft.com/office/drawing/2014/main" id="{C254707A-36BA-6F9F-0E89-C0F132BC6C17}"/>
              </a:ext>
            </a:extLst>
          </p:cNvPr>
          <p:cNvSpPr/>
          <p:nvPr/>
        </p:nvSpPr>
        <p:spPr>
          <a:xfrm>
            <a:off x="1419621"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66" name="四角形: 角を丸くする 65">
            <a:extLst>
              <a:ext uri="{FF2B5EF4-FFF2-40B4-BE49-F238E27FC236}">
                <a16:creationId xmlns:a16="http://schemas.microsoft.com/office/drawing/2014/main" id="{27909068-084C-4384-30CD-A1BCAC2B905F}"/>
              </a:ext>
            </a:extLst>
          </p:cNvPr>
          <p:cNvSpPr/>
          <p:nvPr/>
        </p:nvSpPr>
        <p:spPr>
          <a:xfrm>
            <a:off x="2189400"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68" name="四角形: 角を丸くする 67">
            <a:extLst>
              <a:ext uri="{FF2B5EF4-FFF2-40B4-BE49-F238E27FC236}">
                <a16:creationId xmlns:a16="http://schemas.microsoft.com/office/drawing/2014/main" id="{0A015AD0-C478-2686-9E4E-167D959E2BAD}"/>
              </a:ext>
            </a:extLst>
          </p:cNvPr>
          <p:cNvSpPr/>
          <p:nvPr/>
        </p:nvSpPr>
        <p:spPr>
          <a:xfrm>
            <a:off x="2959179"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0" name="四角形: 角を丸くする 69">
            <a:extLst>
              <a:ext uri="{FF2B5EF4-FFF2-40B4-BE49-F238E27FC236}">
                <a16:creationId xmlns:a16="http://schemas.microsoft.com/office/drawing/2014/main" id="{72750A93-CB4A-96FC-E7CB-2E70E91EF85A}"/>
              </a:ext>
            </a:extLst>
          </p:cNvPr>
          <p:cNvSpPr/>
          <p:nvPr/>
        </p:nvSpPr>
        <p:spPr>
          <a:xfrm>
            <a:off x="3728958"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2" name="四角形: 角を丸くする 71">
            <a:extLst>
              <a:ext uri="{FF2B5EF4-FFF2-40B4-BE49-F238E27FC236}">
                <a16:creationId xmlns:a16="http://schemas.microsoft.com/office/drawing/2014/main" id="{1370E25A-9C73-E575-74B5-C8E1727FE4F1}"/>
              </a:ext>
            </a:extLst>
          </p:cNvPr>
          <p:cNvSpPr/>
          <p:nvPr/>
        </p:nvSpPr>
        <p:spPr>
          <a:xfrm>
            <a:off x="4498737"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pic>
        <p:nvPicPr>
          <p:cNvPr id="74" name="図 73">
            <a:extLst>
              <a:ext uri="{FF2B5EF4-FFF2-40B4-BE49-F238E27FC236}">
                <a16:creationId xmlns:a16="http://schemas.microsoft.com/office/drawing/2014/main" id="{8E4C75B6-9E65-65A3-5310-4923581AA879}"/>
              </a:ext>
            </a:extLst>
          </p:cNvPr>
          <p:cNvPicPr>
            <a:picLocks noChangeAspect="1"/>
          </p:cNvPicPr>
          <p:nvPr/>
        </p:nvPicPr>
        <p:blipFill>
          <a:blip r:embed="rId9">
            <a:extLst>
              <a:ext uri="{BEBA8EAE-BF5A-486C-A8C5-ECC9F3942E4B}">
                <a14:imgProps xmlns:a14="http://schemas.microsoft.com/office/drawing/2010/main">
                  <a14:imgLayer r:embed="rId10">
                    <a14:imgEffect>
                      <a14:sharpenSoften amount="-100000"/>
                    </a14:imgEffect>
                  </a14:imgLayer>
                </a14:imgProps>
              </a:ext>
              <a:ext uri="{28A0092B-C50C-407E-A947-70E740481C1C}">
                <a14:useLocalDpi xmlns:a14="http://schemas.microsoft.com/office/drawing/2010/main" val="0"/>
              </a:ext>
            </a:extLst>
          </a:blip>
          <a:srcRect/>
          <a:stretch/>
        </p:blipFill>
        <p:spPr>
          <a:xfrm rot="21358924">
            <a:off x="3011920" y="3661809"/>
            <a:ext cx="504002" cy="490562"/>
          </a:xfrm>
          <a:prstGeom prst="rect">
            <a:avLst/>
          </a:prstGeom>
        </p:spPr>
      </p:pic>
      <p:pic>
        <p:nvPicPr>
          <p:cNvPr id="76" name="図 75">
            <a:extLst>
              <a:ext uri="{FF2B5EF4-FFF2-40B4-BE49-F238E27FC236}">
                <a16:creationId xmlns:a16="http://schemas.microsoft.com/office/drawing/2014/main" id="{048C763B-ACBD-3D2D-0616-FBCD2ECC8DC0}"/>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2225817" y="3642156"/>
            <a:ext cx="560802" cy="560802"/>
          </a:xfrm>
          <a:prstGeom prst="rect">
            <a:avLst/>
          </a:prstGeom>
        </p:spPr>
      </p:pic>
      <p:pic>
        <p:nvPicPr>
          <p:cNvPr id="78" name="図 77">
            <a:extLst>
              <a:ext uri="{FF2B5EF4-FFF2-40B4-BE49-F238E27FC236}">
                <a16:creationId xmlns:a16="http://schemas.microsoft.com/office/drawing/2014/main" id="{D6D7E606-1EDE-5EFE-2860-0E1AE388BFB5}"/>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1439435" y="3642156"/>
            <a:ext cx="560802" cy="560802"/>
          </a:xfrm>
          <a:prstGeom prst="rect">
            <a:avLst/>
          </a:prstGeom>
        </p:spPr>
      </p:pic>
    </p:spTree>
    <p:extLst>
      <p:ext uri="{BB962C8B-B14F-4D97-AF65-F5344CB8AC3E}">
        <p14:creationId xmlns:p14="http://schemas.microsoft.com/office/powerpoint/2010/main" val="168145291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406D9-D7CE-21AB-8507-E688D5368DA4}"/>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428C4EB2-AC24-F4AE-0C61-15B3BAA18EBC}"/>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F7E995DB-7DE0-DE94-B82E-C4EDED1327D6}"/>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EC9AFB9A-997C-3225-DD34-63F1438ABA02}"/>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E3B00E02-9756-BAC3-6D07-1B728894E04C}"/>
              </a:ext>
            </a:extLst>
          </p:cNvPr>
          <p:cNvSpPr txBox="1"/>
          <p:nvPr/>
        </p:nvSpPr>
        <p:spPr>
          <a:xfrm>
            <a:off x="884466" y="438009"/>
            <a:ext cx="4801314" cy="1200329"/>
          </a:xfrm>
          <a:prstGeom prst="rect">
            <a:avLst/>
          </a:prstGeom>
          <a:noFill/>
        </p:spPr>
        <p:txBody>
          <a:bodyPr wrap="none" rtlCol="0">
            <a:spAutoFit/>
          </a:bodyPr>
          <a:lstStyle/>
          <a:p>
            <a:pPr algn="ctr"/>
            <a:r>
              <a:rPr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rPr>
              <a:t>ゲート踏破</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F4FBF408-4D88-F3AD-04DE-C6F6D3A69216}"/>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ゲート選択へ</a:t>
            </a:r>
          </a:p>
        </p:txBody>
      </p:sp>
      <p:sp>
        <p:nvSpPr>
          <p:cNvPr id="3" name="台形 2">
            <a:extLst>
              <a:ext uri="{FF2B5EF4-FFF2-40B4-BE49-F238E27FC236}">
                <a16:creationId xmlns:a16="http://schemas.microsoft.com/office/drawing/2014/main" id="{7E7D89B2-585E-AECC-048B-E1372DD338BA}"/>
              </a:ext>
            </a:extLst>
          </p:cNvPr>
          <p:cNvSpPr/>
          <p:nvPr/>
        </p:nvSpPr>
        <p:spPr>
          <a:xfrm rot="15655971">
            <a:off x="8508912" y="1941821"/>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5F306EC0-8000-0689-97FA-A0EE20E03DEF}"/>
              </a:ext>
            </a:extLst>
          </p:cNvPr>
          <p:cNvSpPr txBox="1"/>
          <p:nvPr/>
        </p:nvSpPr>
        <p:spPr>
          <a:xfrm>
            <a:off x="8531466" y="2953424"/>
            <a:ext cx="1287532"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9E5104D2-08F8-1A30-2170-160D9BA56D81}"/>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402872" y="3229392"/>
            <a:ext cx="1042179" cy="455139"/>
          </a:xfrm>
          <a:prstGeom prst="rect">
            <a:avLst/>
          </a:prstGeom>
        </p:spPr>
      </p:pic>
      <p:pic>
        <p:nvPicPr>
          <p:cNvPr id="22" name="図 21">
            <a:extLst>
              <a:ext uri="{FF2B5EF4-FFF2-40B4-BE49-F238E27FC236}">
                <a16:creationId xmlns:a16="http://schemas.microsoft.com/office/drawing/2014/main" id="{2DB7C270-3B1D-61F5-A33E-E195764D377A}"/>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6526531" y="3868749"/>
            <a:ext cx="853227" cy="372620"/>
          </a:xfrm>
          <a:prstGeom prst="rect">
            <a:avLst/>
          </a:prstGeom>
        </p:spPr>
      </p:pic>
      <p:pic>
        <p:nvPicPr>
          <p:cNvPr id="23" name="図 22">
            <a:extLst>
              <a:ext uri="{FF2B5EF4-FFF2-40B4-BE49-F238E27FC236}">
                <a16:creationId xmlns:a16="http://schemas.microsoft.com/office/drawing/2014/main" id="{AD100276-3C05-1B80-952F-A6B3533E29D7}"/>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5896193" y="4289365"/>
            <a:ext cx="558513" cy="243913"/>
          </a:xfrm>
          <a:prstGeom prst="rect">
            <a:avLst/>
          </a:prstGeom>
        </p:spPr>
      </p:pic>
      <p:grpSp>
        <p:nvGrpSpPr>
          <p:cNvPr id="48" name="グループ化 47">
            <a:extLst>
              <a:ext uri="{FF2B5EF4-FFF2-40B4-BE49-F238E27FC236}">
                <a16:creationId xmlns:a16="http://schemas.microsoft.com/office/drawing/2014/main" id="{DF06275B-AAEA-C40C-01B3-F5F4761B2B36}"/>
              </a:ext>
            </a:extLst>
          </p:cNvPr>
          <p:cNvGrpSpPr/>
          <p:nvPr/>
        </p:nvGrpSpPr>
        <p:grpSpPr>
          <a:xfrm>
            <a:off x="2031354" y="2863385"/>
            <a:ext cx="2492990" cy="2534615"/>
            <a:chOff x="2043529" y="2756433"/>
            <a:chExt cx="2492990" cy="2534615"/>
          </a:xfrm>
        </p:grpSpPr>
        <p:sp>
          <p:nvSpPr>
            <p:cNvPr id="10" name="テキスト ボックス 9">
              <a:extLst>
                <a:ext uri="{FF2B5EF4-FFF2-40B4-BE49-F238E27FC236}">
                  <a16:creationId xmlns:a16="http://schemas.microsoft.com/office/drawing/2014/main" id="{B2502A45-33B5-78FD-B074-DC2992796E74}"/>
                </a:ext>
              </a:extLst>
            </p:cNvPr>
            <p:cNvSpPr txBox="1"/>
            <p:nvPr/>
          </p:nvSpPr>
          <p:spPr>
            <a:xfrm>
              <a:off x="2043529" y="2756433"/>
              <a:ext cx="2492990" cy="646331"/>
            </a:xfrm>
            <a:prstGeom prst="rect">
              <a:avLst/>
            </a:prstGeom>
            <a:noFill/>
          </p:spPr>
          <p:txBody>
            <a:bodyPr wrap="none" rtlCol="0">
              <a:spAutoFit/>
            </a:bodyPr>
            <a:lstStyle/>
            <a:p>
              <a:pPr algn="ctr"/>
              <a:r>
                <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バフ所持数</a:t>
              </a:r>
            </a:p>
          </p:txBody>
        </p:sp>
        <p:sp>
          <p:nvSpPr>
            <p:cNvPr id="45" name="テキスト ボックス 44">
              <a:extLst>
                <a:ext uri="{FF2B5EF4-FFF2-40B4-BE49-F238E27FC236}">
                  <a16:creationId xmlns:a16="http://schemas.microsoft.com/office/drawing/2014/main" id="{71D8D87E-2430-2752-5ABB-98F6BBB1C193}"/>
                </a:ext>
              </a:extLst>
            </p:cNvPr>
            <p:cNvSpPr txBox="1"/>
            <p:nvPr/>
          </p:nvSpPr>
          <p:spPr>
            <a:xfrm>
              <a:off x="2460307" y="3429000"/>
              <a:ext cx="1659429" cy="1862048"/>
            </a:xfrm>
            <a:prstGeom prst="rect">
              <a:avLst/>
            </a:prstGeom>
            <a:noFill/>
          </p:spPr>
          <p:txBody>
            <a:bodyPr wrap="none" rtlCol="0">
              <a:spAutoFit/>
            </a:bodyPr>
            <a:lstStyle/>
            <a:p>
              <a:pPr algn="ctr"/>
              <a:r>
                <a:rPr lang="en-US" altLang="ja-JP" sz="115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8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46" name="四角形: 角を丸くする 45">
            <a:extLst>
              <a:ext uri="{FF2B5EF4-FFF2-40B4-BE49-F238E27FC236}">
                <a16:creationId xmlns:a16="http://schemas.microsoft.com/office/drawing/2014/main" id="{B41E7C20-8E76-1821-CB91-8A277ED8EE8D}"/>
              </a:ext>
            </a:extLst>
          </p:cNvPr>
          <p:cNvSpPr/>
          <p:nvPr/>
        </p:nvSpPr>
        <p:spPr>
          <a:xfrm>
            <a:off x="5974203" y="5716570"/>
            <a:ext cx="2729924" cy="63105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ホームへ</a:t>
            </a:r>
          </a:p>
        </p:txBody>
      </p:sp>
      <p:sp>
        <p:nvSpPr>
          <p:cNvPr id="47" name="テキスト ボックス 46">
            <a:extLst>
              <a:ext uri="{FF2B5EF4-FFF2-40B4-BE49-F238E27FC236}">
                <a16:creationId xmlns:a16="http://schemas.microsoft.com/office/drawing/2014/main" id="{5C1A24D9-3158-5011-13A6-164262311086}"/>
              </a:ext>
            </a:extLst>
          </p:cNvPr>
          <p:cNvSpPr txBox="1"/>
          <p:nvPr/>
        </p:nvSpPr>
        <p:spPr>
          <a:xfrm rot="20897315">
            <a:off x="9886925" y="3668139"/>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
        <p:nvSpPr>
          <p:cNvPr id="6" name="正方形/長方形 5">
            <a:extLst>
              <a:ext uri="{FF2B5EF4-FFF2-40B4-BE49-F238E27FC236}">
                <a16:creationId xmlns:a16="http://schemas.microsoft.com/office/drawing/2014/main" id="{CC522388-D1EA-C65D-9930-4D788477F51D}"/>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6FBCC86B-33A5-A01F-82CE-FDB6ACF73125}"/>
              </a:ext>
            </a:extLst>
          </p:cNvPr>
          <p:cNvPicPr>
            <a:picLocks noChangeAspect="1"/>
          </p:cNvPicPr>
          <p:nvPr/>
        </p:nvPicPr>
        <p:blipFill>
          <a:blip r:embed="rId5">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00855A2C-BA47-61A3-1909-64A811B63FD8}"/>
              </a:ext>
            </a:extLst>
          </p:cNvPr>
          <p:cNvPicPr>
            <a:picLocks noChangeAspect="1"/>
          </p:cNvPicPr>
          <p:nvPr/>
        </p:nvPicPr>
        <p:blipFill>
          <a:blip r:embed="rId5">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EBFDBF2D-3706-A925-8A4A-B1C76059EE14}"/>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9D57C8EB-9359-5B44-EB5D-97B5B819266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CBECAB99-6031-5D34-915B-075A4137752F}"/>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5D23F60D-3350-86E3-AB64-977F3A2058E6}"/>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BB0FFC69-8969-2D1A-7F79-5B94D251876F}"/>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524F4E84-D9F1-4C6C-A272-F0F737C813E8}"/>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正方形/長方形 32">
            <a:extLst>
              <a:ext uri="{FF2B5EF4-FFF2-40B4-BE49-F238E27FC236}">
                <a16:creationId xmlns:a16="http://schemas.microsoft.com/office/drawing/2014/main" id="{580DCA7D-6ACE-B681-A57D-FE34254EBB3D}"/>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22A22553-FCC0-07FF-233E-1913EC0AD9EB}"/>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2" name="図 41">
            <a:extLst>
              <a:ext uri="{FF2B5EF4-FFF2-40B4-BE49-F238E27FC236}">
                <a16:creationId xmlns:a16="http://schemas.microsoft.com/office/drawing/2014/main" id="{EC74C70E-8F49-8DE3-A5CA-6E0214B23FDE}"/>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spTree>
    <p:extLst>
      <p:ext uri="{BB962C8B-B14F-4D97-AF65-F5344CB8AC3E}">
        <p14:creationId xmlns:p14="http://schemas.microsoft.com/office/powerpoint/2010/main" val="55456778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CC9B0-9E0D-43AB-750F-FE37E2F7F0C7}"/>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4C951128-FBD2-8442-EC85-8545BBC33A02}"/>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0D04CDC1-85F2-9B4A-EBE2-5A9C1A71DE86}"/>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BA3FF0D9-A2F7-FC07-4C91-5AA72E867A72}"/>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6EEB74E2-AEEF-740A-855F-2C7429990728}"/>
              </a:ext>
            </a:extLst>
          </p:cNvPr>
          <p:cNvSpPr txBox="1"/>
          <p:nvPr/>
        </p:nvSpPr>
        <p:spPr>
          <a:xfrm>
            <a:off x="897555" y="427304"/>
            <a:ext cx="4801314" cy="1200329"/>
          </a:xfrm>
          <a:prstGeom prst="rect">
            <a:avLst/>
          </a:prstGeom>
          <a:noFill/>
        </p:spPr>
        <p:txBody>
          <a:bodyPr wrap="none" rtlCol="0">
            <a:spAutoFit/>
          </a:bodyPr>
          <a:lstStyle/>
          <a:p>
            <a:pPr algn="ctr"/>
            <a:r>
              <a:rPr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rPr>
              <a:t>ゲート</a:t>
            </a:r>
            <a:r>
              <a:rPr lang="ja-JP" altLang="en-US" sz="7200" b="1" dirty="0">
                <a:solidFill>
                  <a:srgbClr val="C00000"/>
                </a:solidFill>
                <a:latin typeface="原稿用標準書体" panose="03000503000000000000" pitchFamily="66" charset="-128"/>
                <a:ea typeface="原稿用標準書体" panose="03000503000000000000" pitchFamily="66" charset="-128"/>
              </a:rPr>
              <a:t>撤退</a:t>
            </a:r>
            <a:endParaRPr kumimoji="1" lang="ja-JP" altLang="en-US" sz="7200" b="1" dirty="0">
              <a:solidFill>
                <a:srgbClr val="C00000"/>
              </a:solidFill>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F741E97D-B57D-FEA7-E5F9-A7BAD74AC34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ゲート選択へ</a:t>
            </a:r>
          </a:p>
        </p:txBody>
      </p:sp>
      <p:grpSp>
        <p:nvGrpSpPr>
          <p:cNvPr id="48" name="グループ化 47">
            <a:extLst>
              <a:ext uri="{FF2B5EF4-FFF2-40B4-BE49-F238E27FC236}">
                <a16:creationId xmlns:a16="http://schemas.microsoft.com/office/drawing/2014/main" id="{53E35831-17A5-FC94-2AA3-5CEB70C6D765}"/>
              </a:ext>
            </a:extLst>
          </p:cNvPr>
          <p:cNvGrpSpPr/>
          <p:nvPr/>
        </p:nvGrpSpPr>
        <p:grpSpPr>
          <a:xfrm>
            <a:off x="2031351" y="2788742"/>
            <a:ext cx="2492990" cy="2609258"/>
            <a:chOff x="2043526" y="2681790"/>
            <a:chExt cx="2492990" cy="2609258"/>
          </a:xfrm>
        </p:grpSpPr>
        <p:sp>
          <p:nvSpPr>
            <p:cNvPr id="10" name="テキスト ボックス 9">
              <a:extLst>
                <a:ext uri="{FF2B5EF4-FFF2-40B4-BE49-F238E27FC236}">
                  <a16:creationId xmlns:a16="http://schemas.microsoft.com/office/drawing/2014/main" id="{4325E64C-E1B6-E3A9-3CAA-D7A58D4E2BE2}"/>
                </a:ext>
              </a:extLst>
            </p:cNvPr>
            <p:cNvSpPr txBox="1"/>
            <p:nvPr/>
          </p:nvSpPr>
          <p:spPr>
            <a:xfrm>
              <a:off x="2043526" y="2681790"/>
              <a:ext cx="2492990" cy="954107"/>
            </a:xfrm>
            <a:prstGeom prst="rect">
              <a:avLst/>
            </a:prstGeom>
            <a:noFill/>
          </p:spPr>
          <p:txBody>
            <a:bodyPr wrap="none" rtlCol="0">
              <a:spAutoFit/>
            </a:bodyPr>
            <a:lstStyle/>
            <a:p>
              <a:pPr algn="ctr"/>
              <a:r>
                <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バフ獲得数</a:t>
              </a:r>
              <a:br>
                <a:rPr kumimoji="1" lang="en-US" altLang="ja-JP"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en-US" altLang="ja-JP" sz="2000" b="1" dirty="0">
                  <a:solidFill>
                    <a:schemeClr val="accent1"/>
                  </a:solidFill>
                  <a:latin typeface="原稿用標準書体" panose="03000503000000000000" pitchFamily="66" charset="-128"/>
                  <a:ea typeface="原稿用標準書体" panose="03000503000000000000" pitchFamily="66" charset="-128"/>
                </a:rPr>
                <a:t>※</a:t>
              </a:r>
              <a:r>
                <a:rPr kumimoji="1" lang="ja-JP" altLang="en-US" sz="2000" b="1" dirty="0">
                  <a:solidFill>
                    <a:schemeClr val="accent1"/>
                  </a:solidFill>
                  <a:latin typeface="原稿用標準書体" panose="03000503000000000000" pitchFamily="66" charset="-128"/>
                  <a:ea typeface="原稿用標準書体" panose="03000503000000000000" pitchFamily="66" charset="-128"/>
                </a:rPr>
                <a:t>撤退</a:t>
              </a:r>
              <a:r>
                <a:rPr kumimoji="1" lang="ja-JP" altLang="en-US" sz="2000" b="1">
                  <a:solidFill>
                    <a:schemeClr val="accent1"/>
                  </a:solidFill>
                  <a:latin typeface="原稿用標準書体" panose="03000503000000000000" pitchFamily="66" charset="-128"/>
                  <a:ea typeface="原稿用標準書体" panose="03000503000000000000" pitchFamily="66" charset="-128"/>
                </a:rPr>
                <a:t>により半減</a:t>
              </a:r>
              <a:endParaRPr kumimoji="1" lang="ja-JP" altLang="en-US" sz="3600" b="1" dirty="0">
                <a:solidFill>
                  <a:schemeClr val="accent1"/>
                </a:solidFill>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71655169-000D-9B08-43F1-D0285B7D5C78}"/>
                </a:ext>
              </a:extLst>
            </p:cNvPr>
            <p:cNvSpPr txBox="1"/>
            <p:nvPr/>
          </p:nvSpPr>
          <p:spPr>
            <a:xfrm>
              <a:off x="2460307" y="3429000"/>
              <a:ext cx="1659429" cy="1862048"/>
            </a:xfrm>
            <a:prstGeom prst="rect">
              <a:avLst/>
            </a:prstGeom>
            <a:noFill/>
          </p:spPr>
          <p:txBody>
            <a:bodyPr wrap="none" rtlCol="0">
              <a:spAutoFit/>
            </a:bodyPr>
            <a:lstStyle/>
            <a:p>
              <a:pPr algn="ctr"/>
              <a:r>
                <a:rPr lang="en-US" altLang="ja-JP" sz="11500" b="1" dirty="0">
                  <a:solidFill>
                    <a:schemeClr val="accent1"/>
                  </a:solidFill>
                  <a:latin typeface="原稿用標準書体" panose="03000503000000000000" pitchFamily="66" charset="-128"/>
                  <a:ea typeface="原稿用標準書体" panose="03000503000000000000" pitchFamily="66" charset="-128"/>
                </a:rPr>
                <a:t>00</a:t>
              </a:r>
              <a:endParaRPr kumimoji="1" lang="ja-JP" altLang="en-US" sz="8000" b="1" dirty="0">
                <a:solidFill>
                  <a:schemeClr val="accent1"/>
                </a:solidFill>
                <a:latin typeface="原稿用標準書体" panose="03000503000000000000" pitchFamily="66" charset="-128"/>
                <a:ea typeface="原稿用標準書体" panose="03000503000000000000" pitchFamily="66" charset="-128"/>
              </a:endParaRPr>
            </a:p>
          </p:txBody>
        </p:sp>
      </p:grpSp>
      <p:sp>
        <p:nvSpPr>
          <p:cNvPr id="46" name="四角形: 角を丸くする 45">
            <a:extLst>
              <a:ext uri="{FF2B5EF4-FFF2-40B4-BE49-F238E27FC236}">
                <a16:creationId xmlns:a16="http://schemas.microsoft.com/office/drawing/2014/main" id="{28EA44F8-456B-A0BF-A1B1-9E8A46D5AF3F}"/>
              </a:ext>
            </a:extLst>
          </p:cNvPr>
          <p:cNvSpPr/>
          <p:nvPr/>
        </p:nvSpPr>
        <p:spPr>
          <a:xfrm>
            <a:off x="5974203" y="5716570"/>
            <a:ext cx="2729924" cy="63105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ホームへ</a:t>
            </a:r>
          </a:p>
        </p:txBody>
      </p:sp>
      <p:sp>
        <p:nvSpPr>
          <p:cNvPr id="6" name="正方形/長方形 5">
            <a:extLst>
              <a:ext uri="{FF2B5EF4-FFF2-40B4-BE49-F238E27FC236}">
                <a16:creationId xmlns:a16="http://schemas.microsoft.com/office/drawing/2014/main" id="{4281E493-2459-8A02-9271-C61E759C4A26}"/>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8FC50729-70F2-A881-770A-80776814C9FF}"/>
              </a:ext>
            </a:extLst>
          </p:cNvPr>
          <p:cNvPicPr>
            <a:picLocks noChangeAspect="1"/>
          </p:cNvPicPr>
          <p:nvPr/>
        </p:nvPicPr>
        <p:blipFill>
          <a:blip r:embed="rId3">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6893EF26-F2DA-67F0-4BCF-1FB2F4D440BD}"/>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2E272D26-DD00-6B70-EAD4-AAF5637C8EA3}"/>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BE4E7356-A66C-2A51-B803-7A62D18C98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E835AE0E-5CB8-9117-BFFF-50148981F0F6}"/>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745ECEB1-E5B1-6B43-841B-9D9437035518}"/>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E2125C98-46D4-C271-BC56-DEA55A85699A}"/>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E7C4A92D-C369-A455-CE2D-249E2758E397}"/>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正方形/長方形 32">
            <a:extLst>
              <a:ext uri="{FF2B5EF4-FFF2-40B4-BE49-F238E27FC236}">
                <a16:creationId xmlns:a16="http://schemas.microsoft.com/office/drawing/2014/main" id="{03312EEC-CE4B-9981-9843-2C818A61A4D6}"/>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E655A13C-F65B-E55D-0346-638BE0C77E83}"/>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0" name="図 39">
            <a:extLst>
              <a:ext uri="{FF2B5EF4-FFF2-40B4-BE49-F238E27FC236}">
                <a16:creationId xmlns:a16="http://schemas.microsoft.com/office/drawing/2014/main" id="{C2159978-6BF1-6365-0A3D-AA69C2D691C3}"/>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sp>
        <p:nvSpPr>
          <p:cNvPr id="42" name="台形 41">
            <a:extLst>
              <a:ext uri="{FF2B5EF4-FFF2-40B4-BE49-F238E27FC236}">
                <a16:creationId xmlns:a16="http://schemas.microsoft.com/office/drawing/2014/main" id="{47B33B49-5CE6-4803-8693-1633D7348519}"/>
              </a:ext>
            </a:extLst>
          </p:cNvPr>
          <p:cNvSpPr/>
          <p:nvPr/>
        </p:nvSpPr>
        <p:spPr>
          <a:xfrm rot="15655971">
            <a:off x="8508912" y="1941821"/>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E5EDCAE4-EF3D-FE01-E9A8-F99753E459D7}"/>
              </a:ext>
            </a:extLst>
          </p:cNvPr>
          <p:cNvSpPr txBox="1"/>
          <p:nvPr/>
        </p:nvSpPr>
        <p:spPr>
          <a:xfrm>
            <a:off x="8531466" y="2953424"/>
            <a:ext cx="1287532"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50" name="図 49">
            <a:extLst>
              <a:ext uri="{FF2B5EF4-FFF2-40B4-BE49-F238E27FC236}">
                <a16:creationId xmlns:a16="http://schemas.microsoft.com/office/drawing/2014/main" id="{728E4332-90B9-7FEC-8143-BAAE72B567DE}"/>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402872" y="3229392"/>
            <a:ext cx="1042179" cy="455139"/>
          </a:xfrm>
          <a:prstGeom prst="rect">
            <a:avLst/>
          </a:prstGeom>
        </p:spPr>
      </p:pic>
      <p:pic>
        <p:nvPicPr>
          <p:cNvPr id="52" name="図 51">
            <a:extLst>
              <a:ext uri="{FF2B5EF4-FFF2-40B4-BE49-F238E27FC236}">
                <a16:creationId xmlns:a16="http://schemas.microsoft.com/office/drawing/2014/main" id="{21F0E1F5-964B-D3D9-D06B-3196D961A8EF}"/>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6526531" y="3868749"/>
            <a:ext cx="853227" cy="372620"/>
          </a:xfrm>
          <a:prstGeom prst="rect">
            <a:avLst/>
          </a:prstGeom>
        </p:spPr>
      </p:pic>
      <p:pic>
        <p:nvPicPr>
          <p:cNvPr id="54" name="図 53">
            <a:extLst>
              <a:ext uri="{FF2B5EF4-FFF2-40B4-BE49-F238E27FC236}">
                <a16:creationId xmlns:a16="http://schemas.microsoft.com/office/drawing/2014/main" id="{37D99EC8-F369-70D9-ED13-79C56B40D7E2}"/>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5896193" y="4289365"/>
            <a:ext cx="558513" cy="243913"/>
          </a:xfrm>
          <a:prstGeom prst="rect">
            <a:avLst/>
          </a:prstGeom>
        </p:spPr>
      </p:pic>
      <p:sp>
        <p:nvSpPr>
          <p:cNvPr id="56" name="テキスト ボックス 55">
            <a:extLst>
              <a:ext uri="{FF2B5EF4-FFF2-40B4-BE49-F238E27FC236}">
                <a16:creationId xmlns:a16="http://schemas.microsoft.com/office/drawing/2014/main" id="{7D96CCC2-0582-DBF0-96A9-7573D755A763}"/>
              </a:ext>
            </a:extLst>
          </p:cNvPr>
          <p:cNvSpPr txBox="1"/>
          <p:nvPr/>
        </p:nvSpPr>
        <p:spPr>
          <a:xfrm rot="20897315">
            <a:off x="9886925" y="3668139"/>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20646498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D7725206-3567-D771-5FE8-ECDEEED8B688}"/>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E675277F-A5F1-8035-6429-25F34FDB7CAE}"/>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06FEBF0F-5403-647C-4B44-C2D6D80ACA96}"/>
              </a:ext>
            </a:extLst>
          </p:cNvPr>
          <p:cNvSpPr/>
          <p:nvPr/>
        </p:nvSpPr>
        <p:spPr>
          <a:xfrm>
            <a:off x="1184988" y="4282728"/>
            <a:ext cx="759829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B1855E4D-C76D-FF9F-2E9B-CDEAF56C7EF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584C8BD-0410-2F89-083A-4E3FE19BCEFE}"/>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082CF11A-F7A4-3AE2-097C-5CB46B67D27C}"/>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77D2051A-BCBF-3C23-53BA-AA0D8DB7ABF1}"/>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回復</a:t>
            </a:r>
          </a:p>
        </p:txBody>
      </p:sp>
      <p:grpSp>
        <p:nvGrpSpPr>
          <p:cNvPr id="9" name="グループ化 8">
            <a:extLst>
              <a:ext uri="{FF2B5EF4-FFF2-40B4-BE49-F238E27FC236}">
                <a16:creationId xmlns:a16="http://schemas.microsoft.com/office/drawing/2014/main" id="{4A5736CA-C4D8-3427-E9D9-D925C7B2731C}"/>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5539DB11-5643-46F0-ECDC-4F8D23C37A2E}"/>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7954414-9DB9-CFB2-0FE1-051962DCB1A2}"/>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8D7B6B1E-9D03-09C9-2489-E0389959AF15}"/>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0421F7C3-FBC2-F666-811F-47E8F25C80D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EDDF7BCA-BE80-AE06-BDA3-186B22E87819}"/>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B79BA1D9-2875-781A-B21E-8514734F5556}"/>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51377486-3C2C-90EA-1A73-0FD67CC76AA2}"/>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pic>
        <p:nvPicPr>
          <p:cNvPr id="22" name="図 21">
            <a:extLst>
              <a:ext uri="{FF2B5EF4-FFF2-40B4-BE49-F238E27FC236}">
                <a16:creationId xmlns:a16="http://schemas.microsoft.com/office/drawing/2014/main" id="{C87D6867-FE14-3F00-5755-ED0AD39FAE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grpSp>
        <p:nvGrpSpPr>
          <p:cNvPr id="23" name="グループ化 22">
            <a:extLst>
              <a:ext uri="{FF2B5EF4-FFF2-40B4-BE49-F238E27FC236}">
                <a16:creationId xmlns:a16="http://schemas.microsoft.com/office/drawing/2014/main" id="{070F914C-C690-308C-4880-A288EE26431E}"/>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D49C8A8C-53AE-81D8-7A89-E03F2A5B8DB9}"/>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D6541E1F-5416-9725-8DCB-199D6FBC920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6" name="四角形: 角を丸くする 25">
              <a:extLst>
                <a:ext uri="{FF2B5EF4-FFF2-40B4-BE49-F238E27FC236}">
                  <a16:creationId xmlns:a16="http://schemas.microsoft.com/office/drawing/2014/main" id="{3AE58CE6-595B-F3E6-D34A-4613BC2B476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7" name="四角形: 角を丸くする 26">
              <a:extLst>
                <a:ext uri="{FF2B5EF4-FFF2-40B4-BE49-F238E27FC236}">
                  <a16:creationId xmlns:a16="http://schemas.microsoft.com/office/drawing/2014/main" id="{7A451FF5-F873-0841-6E38-D823B46B08CA}"/>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grpSp>
        <p:nvGrpSpPr>
          <p:cNvPr id="28" name="グループ化 27">
            <a:extLst>
              <a:ext uri="{FF2B5EF4-FFF2-40B4-BE49-F238E27FC236}">
                <a16:creationId xmlns:a16="http://schemas.microsoft.com/office/drawing/2014/main" id="{5F1D7554-35DD-9BC6-F9E1-7A053E7E79FC}"/>
              </a:ext>
            </a:extLst>
          </p:cNvPr>
          <p:cNvGrpSpPr/>
          <p:nvPr/>
        </p:nvGrpSpPr>
        <p:grpSpPr>
          <a:xfrm>
            <a:off x="1419053" y="3001124"/>
            <a:ext cx="5296061" cy="1040826"/>
            <a:chOff x="922576" y="2450171"/>
            <a:chExt cx="3945903"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33A4CDDF-1661-9427-3EFC-874F5E6273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5A49AAE5-2B3C-0C77-8499-1C9AC660C2E6}"/>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1" name="四角形: 角を丸くする 30">
              <a:extLst>
                <a:ext uri="{FF2B5EF4-FFF2-40B4-BE49-F238E27FC236}">
                  <a16:creationId xmlns:a16="http://schemas.microsoft.com/office/drawing/2014/main" id="{8DB273F0-D140-0B39-BB34-C2E63B9A260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sp>
        <p:nvSpPr>
          <p:cNvPr id="2" name="フローチャート: 端子 1">
            <a:extLst>
              <a:ext uri="{FF2B5EF4-FFF2-40B4-BE49-F238E27FC236}">
                <a16:creationId xmlns:a16="http://schemas.microsoft.com/office/drawing/2014/main" id="{229D8BB3-C293-C7CC-3DA3-A9206BE98573}"/>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5" name="テキスト ボックス 4">
            <a:extLst>
              <a:ext uri="{FF2B5EF4-FFF2-40B4-BE49-F238E27FC236}">
                <a16:creationId xmlns:a16="http://schemas.microsoft.com/office/drawing/2014/main" id="{6F127CA7-D9C2-8988-4555-C9CBD1589C8C}"/>
              </a:ext>
            </a:extLst>
          </p:cNvPr>
          <p:cNvSpPr txBox="1"/>
          <p:nvPr/>
        </p:nvSpPr>
        <p:spPr>
          <a:xfrm>
            <a:off x="2156035" y="5098631"/>
            <a:ext cx="1222209" cy="707886"/>
          </a:xfrm>
          <a:prstGeom prst="rect">
            <a:avLst/>
          </a:prstGeom>
          <a:noFill/>
        </p:spPr>
        <p:txBody>
          <a:bodyPr wrap="square">
            <a:spAutoFit/>
          </a:bodyPr>
          <a:lstStyle/>
          <a:p>
            <a:r>
              <a:rPr lang="en-US" altLang="ja-JP" sz="2800" b="1" dirty="0">
                <a:latin typeface="原稿用標準書体" panose="03000503000000000000" pitchFamily="66" charset="-128"/>
                <a:ea typeface="原稿用標準書体" panose="03000503000000000000" pitchFamily="66" charset="-128"/>
              </a:rPr>
              <a:t>×</a:t>
            </a:r>
            <a:r>
              <a:rPr lang="en-US" altLang="ja-JP" sz="4000" b="1" dirty="0">
                <a:latin typeface="原稿用標準書体" panose="03000503000000000000" pitchFamily="66" charset="-128"/>
                <a:ea typeface="原稿用標準書体" panose="03000503000000000000" pitchFamily="66" charset="-128"/>
              </a:rPr>
              <a:t>3</a:t>
            </a:r>
            <a:endParaRPr lang="ja-JP" altLang="en-US" sz="2000" b="1" dirty="0">
              <a:latin typeface="原稿用標準書体" panose="03000503000000000000" pitchFamily="66" charset="-128"/>
              <a:ea typeface="原稿用標準書体" panose="03000503000000000000" pitchFamily="66" charset="-128"/>
            </a:endParaRPr>
          </a:p>
        </p:txBody>
      </p:sp>
      <p:sp>
        <p:nvSpPr>
          <p:cNvPr id="7" name="フローチャート: 端子 6">
            <a:extLst>
              <a:ext uri="{FF2B5EF4-FFF2-40B4-BE49-F238E27FC236}">
                <a16:creationId xmlns:a16="http://schemas.microsoft.com/office/drawing/2014/main" id="{01874CA1-579B-04B7-4F76-EF9B60C7215A}"/>
              </a:ext>
            </a:extLst>
          </p:cNvPr>
          <p:cNvSpPr/>
          <p:nvPr/>
        </p:nvSpPr>
        <p:spPr>
          <a:xfrm>
            <a:off x="5767475" y="4848267"/>
            <a:ext cx="2619521" cy="628027"/>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2400" dirty="0">
                <a:latin typeface="原稿用標準書体" panose="03000503000000000000" pitchFamily="66" charset="-128"/>
                <a:ea typeface="原稿用標準書体" panose="03000503000000000000" pitchFamily="66" charset="-128"/>
              </a:rPr>
              <a:t>回復する</a:t>
            </a:r>
          </a:p>
        </p:txBody>
      </p:sp>
      <p:sp>
        <p:nvSpPr>
          <p:cNvPr id="8" name="テキスト ボックス 7">
            <a:extLst>
              <a:ext uri="{FF2B5EF4-FFF2-40B4-BE49-F238E27FC236}">
                <a16:creationId xmlns:a16="http://schemas.microsoft.com/office/drawing/2014/main" id="{26D62F3C-DBF2-3C63-E84F-2045F963C36E}"/>
              </a:ext>
            </a:extLst>
          </p:cNvPr>
          <p:cNvSpPr txBox="1"/>
          <p:nvPr/>
        </p:nvSpPr>
        <p:spPr>
          <a:xfrm>
            <a:off x="3315968" y="4413370"/>
            <a:ext cx="1620957" cy="523220"/>
          </a:xfrm>
          <a:prstGeom prst="rect">
            <a:avLst/>
          </a:prstGeom>
          <a:noFill/>
        </p:spPr>
        <p:txBody>
          <a:bodyPr wrap="none" rtlCol="0">
            <a:spAutoFit/>
          </a:bodyPr>
          <a:lstStyle/>
          <a:p>
            <a:r>
              <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回復効果</a:t>
            </a:r>
          </a:p>
        </p:txBody>
      </p:sp>
      <p:sp>
        <p:nvSpPr>
          <p:cNvPr id="19" name="テキスト ボックス 18">
            <a:extLst>
              <a:ext uri="{FF2B5EF4-FFF2-40B4-BE49-F238E27FC236}">
                <a16:creationId xmlns:a16="http://schemas.microsoft.com/office/drawing/2014/main" id="{14633AFE-F125-4955-6B8D-E8270D8D4DB1}"/>
              </a:ext>
            </a:extLst>
          </p:cNvPr>
          <p:cNvSpPr txBox="1"/>
          <p:nvPr/>
        </p:nvSpPr>
        <p:spPr>
          <a:xfrm>
            <a:off x="3315968" y="4969283"/>
            <a:ext cx="2082621" cy="830997"/>
          </a:xfrm>
          <a:prstGeom prst="rect">
            <a:avLst/>
          </a:prstGeom>
          <a:noFill/>
        </p:spPr>
        <p:txBody>
          <a:bodyPr wrap="none" rtlCol="0">
            <a:spAutoFit/>
          </a:bodyPr>
          <a:lstStyle/>
          <a:p>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最大</a:t>
            </a:r>
            <a: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の</a:t>
            </a:r>
            <a:r>
              <a:rPr kumimoji="1" lang="en-US" altLang="ja-JP"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％を</a:t>
            </a:r>
            <a:b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回復する</a:t>
            </a:r>
          </a:p>
        </p:txBody>
      </p:sp>
      <p:grpSp>
        <p:nvGrpSpPr>
          <p:cNvPr id="20" name="グループ化 19">
            <a:extLst>
              <a:ext uri="{FF2B5EF4-FFF2-40B4-BE49-F238E27FC236}">
                <a16:creationId xmlns:a16="http://schemas.microsoft.com/office/drawing/2014/main" id="{E445F669-1706-D47A-BD84-3C099332B771}"/>
              </a:ext>
            </a:extLst>
          </p:cNvPr>
          <p:cNvGrpSpPr/>
          <p:nvPr/>
        </p:nvGrpSpPr>
        <p:grpSpPr>
          <a:xfrm>
            <a:off x="9568849" y="1115022"/>
            <a:ext cx="1755710" cy="810206"/>
            <a:chOff x="9569319" y="887965"/>
            <a:chExt cx="1755710" cy="810206"/>
          </a:xfrm>
        </p:grpSpPr>
        <p:sp>
          <p:nvSpPr>
            <p:cNvPr id="21" name="四角形: 角を丸くする 20">
              <a:extLst>
                <a:ext uri="{FF2B5EF4-FFF2-40B4-BE49-F238E27FC236}">
                  <a16:creationId xmlns:a16="http://schemas.microsoft.com/office/drawing/2014/main" id="{548FF180-6B09-037F-38DF-00BCDEDD86E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72169317-EA0B-6C23-2E55-A5F8886B023E}"/>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5" name="矢印: 下 34">
            <a:extLst>
              <a:ext uri="{FF2B5EF4-FFF2-40B4-BE49-F238E27FC236}">
                <a16:creationId xmlns:a16="http://schemas.microsoft.com/office/drawing/2014/main" id="{6CCD0A5F-7075-3DE2-F92C-986FE3E193B9}"/>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4097009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D9BCD3EE-E8D8-FA06-E43D-09AF29B88754}"/>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0B376266-27FF-CB1E-2266-87A90816CA54}"/>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30B6D6E7-042E-D6CB-D2EC-3856D955B1CF}"/>
              </a:ext>
            </a:extLst>
          </p:cNvPr>
          <p:cNvSpPr/>
          <p:nvPr/>
        </p:nvSpPr>
        <p:spPr>
          <a:xfrm>
            <a:off x="1419053" y="4282728"/>
            <a:ext cx="711610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5A6A2255-83A8-4E80-789B-7D67571E250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E2745547-1AEF-28E0-33EE-04CF17B6B51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41381EE8-308E-68FF-E87B-5B898463CA7D}"/>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C3673C8F-9B96-1C0E-B7B2-0E2847C62B6F}"/>
              </a:ext>
            </a:extLst>
          </p:cNvPr>
          <p:cNvSpPr txBox="1"/>
          <p:nvPr/>
        </p:nvSpPr>
        <p:spPr>
          <a:xfrm>
            <a:off x="954531" y="873794"/>
            <a:ext cx="1107996" cy="646331"/>
          </a:xfrm>
          <a:prstGeom prst="rect">
            <a:avLst/>
          </a:prstGeom>
          <a:noFill/>
        </p:spPr>
        <p:txBody>
          <a:bodyPr wrap="none" rtlCol="0">
            <a:spAutoFit/>
          </a:bodyPr>
          <a:lstStyle/>
          <a:p>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88566E6C-2F39-50FA-226B-DB07F2100A90}"/>
              </a:ext>
            </a:extLst>
          </p:cNvPr>
          <p:cNvGrpSpPr/>
          <p:nvPr/>
        </p:nvGrpSpPr>
        <p:grpSpPr>
          <a:xfrm>
            <a:off x="9569319" y="2406755"/>
            <a:ext cx="1755710" cy="810206"/>
            <a:chOff x="9569319" y="887965"/>
            <a:chExt cx="1755710" cy="810206"/>
          </a:xfrm>
        </p:grpSpPr>
        <p:sp>
          <p:nvSpPr>
            <p:cNvPr id="10" name="四角形: 角を丸くする 9">
              <a:extLst>
                <a:ext uri="{FF2B5EF4-FFF2-40B4-BE49-F238E27FC236}">
                  <a16:creationId xmlns:a16="http://schemas.microsoft.com/office/drawing/2014/main" id="{959F6941-FCE7-E3CA-D298-647AABC34A5B}"/>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08063FDB-F327-5817-454C-4305D4613DDE}"/>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18F5F43-1D00-7F68-85AA-4838BF4FA8DC}"/>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33695C97-AC58-D155-07D6-C32BB516101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F6CDAEB7-B2C9-3620-E3B5-6B420E1AC2BF}"/>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8BE56BB8-8D22-440B-2529-F8B59C91BF0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CC5DBAEF-7D7B-F507-2F95-50A0A96820C6}"/>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80930"/>
            <a:ext cx="524800" cy="486373"/>
          </a:xfrm>
          <a:prstGeom prst="rect">
            <a:avLst/>
          </a:prstGeom>
        </p:spPr>
      </p:pic>
      <p:grpSp>
        <p:nvGrpSpPr>
          <p:cNvPr id="23" name="グループ化 22">
            <a:extLst>
              <a:ext uri="{FF2B5EF4-FFF2-40B4-BE49-F238E27FC236}">
                <a16:creationId xmlns:a16="http://schemas.microsoft.com/office/drawing/2014/main" id="{3CE23F3A-B31D-A557-F314-AC77FC49D8D3}"/>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36E974D6-8F81-01D7-F55A-6E0CBC6D3D2B}"/>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6E348B71-6674-0135-8812-7FBBB7EEC79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8AB07F00-3FAB-D63D-23CE-A8A07395F01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7" name="四角形: 角を丸くする 26">
              <a:extLst>
                <a:ext uri="{FF2B5EF4-FFF2-40B4-BE49-F238E27FC236}">
                  <a16:creationId xmlns:a16="http://schemas.microsoft.com/office/drawing/2014/main" id="{F4BFFD92-0E3A-F529-4A62-1E8C2970168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207DF48E-92A7-7DA4-C616-704534F5742D}"/>
              </a:ext>
            </a:extLst>
          </p:cNvPr>
          <p:cNvGrpSpPr/>
          <p:nvPr/>
        </p:nvGrpSpPr>
        <p:grpSpPr>
          <a:xfrm>
            <a:off x="1419053" y="3001124"/>
            <a:ext cx="7116105" cy="1040826"/>
            <a:chOff x="922576" y="2450171"/>
            <a:chExt cx="5301952"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E870FE54-6D1E-F9A2-90D0-12CEEBAFA9E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CE8B59E-CACA-1EF6-93E1-FDCCEC4E327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7101E584-73F4-D82C-9B0A-CF88B587ACD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BDC740C8-4AE4-6CD3-2A0A-999BF3DAF37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sp>
        <p:nvSpPr>
          <p:cNvPr id="2" name="フローチャート: 端子 1">
            <a:extLst>
              <a:ext uri="{FF2B5EF4-FFF2-40B4-BE49-F238E27FC236}">
                <a16:creationId xmlns:a16="http://schemas.microsoft.com/office/drawing/2014/main" id="{18F33C9C-4F8F-538C-006D-8EAEC68895BA}"/>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8" name="テキスト ボックス 7">
            <a:extLst>
              <a:ext uri="{FF2B5EF4-FFF2-40B4-BE49-F238E27FC236}">
                <a16:creationId xmlns:a16="http://schemas.microsoft.com/office/drawing/2014/main" id="{7DD59602-EACF-8FCF-9CB8-070193D3A350}"/>
              </a:ext>
            </a:extLst>
          </p:cNvPr>
          <p:cNvSpPr txBox="1"/>
          <p:nvPr/>
        </p:nvSpPr>
        <p:spPr>
          <a:xfrm>
            <a:off x="3315968" y="4413370"/>
            <a:ext cx="1261884" cy="523220"/>
          </a:xfrm>
          <a:prstGeom prst="rect">
            <a:avLst/>
          </a:prstGeom>
          <a:noFill/>
        </p:spPr>
        <p:txBody>
          <a:bodyPr wrap="none" rtlCol="0">
            <a:spAutoFit/>
          </a:bodyPr>
          <a:lstStyle/>
          <a:p>
            <a:r>
              <a:rPr kumimoji="1"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バフ名</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27515F5F-BF6A-2926-D4C3-D8B9B27417BA}"/>
              </a:ext>
            </a:extLst>
          </p:cNvPr>
          <p:cNvSpPr txBox="1"/>
          <p:nvPr/>
        </p:nvSpPr>
        <p:spPr>
          <a:xfrm>
            <a:off x="3315968" y="4969283"/>
            <a:ext cx="4801314" cy="707886"/>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p:txBody>
      </p:sp>
      <p:sp>
        <p:nvSpPr>
          <p:cNvPr id="4" name="矢印: 下 3">
            <a:extLst>
              <a:ext uri="{FF2B5EF4-FFF2-40B4-BE49-F238E27FC236}">
                <a16:creationId xmlns:a16="http://schemas.microsoft.com/office/drawing/2014/main" id="{772B6029-9E81-D7E2-0F93-ABA5E2A4D133}"/>
              </a:ext>
            </a:extLst>
          </p:cNvPr>
          <p:cNvSpPr/>
          <p:nvPr/>
        </p:nvSpPr>
        <p:spPr>
          <a:xfrm flipV="1">
            <a:off x="3926962" y="1837990"/>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2" name="矢印: 下 11">
            <a:extLst>
              <a:ext uri="{FF2B5EF4-FFF2-40B4-BE49-F238E27FC236}">
                <a16:creationId xmlns:a16="http://schemas.microsoft.com/office/drawing/2014/main" id="{4162851C-A1E7-3FDF-1E1B-29EE86D204EC}"/>
              </a:ext>
            </a:extLst>
          </p:cNvPr>
          <p:cNvSpPr/>
          <p:nvPr/>
        </p:nvSpPr>
        <p:spPr>
          <a:xfrm flipV="1">
            <a:off x="2117307"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 name="矢印: 下 19">
            <a:extLst>
              <a:ext uri="{FF2B5EF4-FFF2-40B4-BE49-F238E27FC236}">
                <a16:creationId xmlns:a16="http://schemas.microsoft.com/office/drawing/2014/main" id="{385A4CD3-B2F8-C5EC-B330-CE113A5F1883}"/>
              </a:ext>
            </a:extLst>
          </p:cNvPr>
          <p:cNvSpPr/>
          <p:nvPr/>
        </p:nvSpPr>
        <p:spPr>
          <a:xfrm flipV="1">
            <a:off x="3936921" y="3125544"/>
            <a:ext cx="282721" cy="369724"/>
          </a:xfrm>
          <a:prstGeom prst="downArrow">
            <a:avLst/>
          </a:prstGeom>
          <a:solidFill>
            <a:schemeClr val="accent4"/>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矢印: 下 33">
            <a:extLst>
              <a:ext uri="{FF2B5EF4-FFF2-40B4-BE49-F238E27FC236}">
                <a16:creationId xmlns:a16="http://schemas.microsoft.com/office/drawing/2014/main" id="{77ED1810-8B79-573A-0072-B21AAA2BDEC3}"/>
              </a:ext>
            </a:extLst>
          </p:cNvPr>
          <p:cNvSpPr/>
          <p:nvPr/>
        </p:nvSpPr>
        <p:spPr>
          <a:xfrm flipV="1">
            <a:off x="5756535"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矢印: 下 35">
            <a:extLst>
              <a:ext uri="{FF2B5EF4-FFF2-40B4-BE49-F238E27FC236}">
                <a16:creationId xmlns:a16="http://schemas.microsoft.com/office/drawing/2014/main" id="{6ED2B963-FDEE-E588-94E4-8148889DDD72}"/>
              </a:ext>
            </a:extLst>
          </p:cNvPr>
          <p:cNvSpPr/>
          <p:nvPr/>
        </p:nvSpPr>
        <p:spPr>
          <a:xfrm flipV="1">
            <a:off x="7576148" y="3125544"/>
            <a:ext cx="282721" cy="369724"/>
          </a:xfrm>
          <a:prstGeom prst="downArrow">
            <a:avLst/>
          </a:prstGeom>
          <a:solidFill>
            <a:schemeClr val="accent3"/>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8" name="矢印: 下 37">
            <a:extLst>
              <a:ext uri="{FF2B5EF4-FFF2-40B4-BE49-F238E27FC236}">
                <a16:creationId xmlns:a16="http://schemas.microsoft.com/office/drawing/2014/main" id="{64B51EDF-6E5D-D799-2425-8BAB78B339B7}"/>
              </a:ext>
            </a:extLst>
          </p:cNvPr>
          <p:cNvSpPr/>
          <p:nvPr/>
        </p:nvSpPr>
        <p:spPr>
          <a:xfrm flipV="1">
            <a:off x="5764963" y="1829948"/>
            <a:ext cx="282721" cy="369724"/>
          </a:xfrm>
          <a:prstGeom prst="downArrow">
            <a:avLst/>
          </a:prstGeom>
          <a:solidFill>
            <a:schemeClr val="accent1"/>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矢印: 下 39">
            <a:extLst>
              <a:ext uri="{FF2B5EF4-FFF2-40B4-BE49-F238E27FC236}">
                <a16:creationId xmlns:a16="http://schemas.microsoft.com/office/drawing/2014/main" id="{E381158B-21E7-F7AA-225B-9F186EE99F94}"/>
              </a:ext>
            </a:extLst>
          </p:cNvPr>
          <p:cNvSpPr/>
          <p:nvPr/>
        </p:nvSpPr>
        <p:spPr>
          <a:xfrm flipV="1">
            <a:off x="7584576" y="1829948"/>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2" name="矢印: 下 41">
            <a:extLst>
              <a:ext uri="{FF2B5EF4-FFF2-40B4-BE49-F238E27FC236}">
                <a16:creationId xmlns:a16="http://schemas.microsoft.com/office/drawing/2014/main" id="{64243C48-D1ED-2EFD-C5AC-09757DBF4047}"/>
              </a:ext>
            </a:extLst>
          </p:cNvPr>
          <p:cNvSpPr/>
          <p:nvPr/>
        </p:nvSpPr>
        <p:spPr>
          <a:xfrm flipV="1">
            <a:off x="2020299" y="4584384"/>
            <a:ext cx="749348" cy="979948"/>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B149F601-D280-2795-4FA0-70B99655AB84}"/>
              </a:ext>
            </a:extLst>
          </p:cNvPr>
          <p:cNvGrpSpPr/>
          <p:nvPr/>
        </p:nvGrpSpPr>
        <p:grpSpPr>
          <a:xfrm>
            <a:off x="9568849" y="1115022"/>
            <a:ext cx="1755710" cy="810206"/>
            <a:chOff x="9569319" y="887965"/>
            <a:chExt cx="1755710" cy="810206"/>
          </a:xfrm>
        </p:grpSpPr>
        <p:sp>
          <p:nvSpPr>
            <p:cNvPr id="45" name="四角形: 角を丸くする 44">
              <a:extLst>
                <a:ext uri="{FF2B5EF4-FFF2-40B4-BE49-F238E27FC236}">
                  <a16:creationId xmlns:a16="http://schemas.microsoft.com/office/drawing/2014/main" id="{1B2D222D-3601-1D67-B68C-EBD89D1D15D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D6F6BE8F-E1EF-5334-7D9F-3787C6C97634}"/>
                </a:ext>
              </a:extLst>
            </p:cNvPr>
            <p:cNvSpPr txBox="1"/>
            <p:nvPr/>
          </p:nvSpPr>
          <p:spPr>
            <a:xfrm>
              <a:off x="10713075" y="1293068"/>
              <a:ext cx="595035" cy="338554"/>
            </a:xfrm>
            <a:prstGeom prst="rect">
              <a:avLst/>
            </a:prstGeom>
            <a:noFill/>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9" name="矢印: 下 48">
            <a:extLst>
              <a:ext uri="{FF2B5EF4-FFF2-40B4-BE49-F238E27FC236}">
                <a16:creationId xmlns:a16="http://schemas.microsoft.com/office/drawing/2014/main" id="{4385FD72-F9FC-1C80-DE1B-99180D4D8846}"/>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0" name="グループ化 49">
            <a:extLst>
              <a:ext uri="{FF2B5EF4-FFF2-40B4-BE49-F238E27FC236}">
                <a16:creationId xmlns:a16="http://schemas.microsoft.com/office/drawing/2014/main" id="{B450D405-0EC6-1296-FA8E-41D5BF4CF796}"/>
              </a:ext>
            </a:extLst>
          </p:cNvPr>
          <p:cNvGrpSpPr/>
          <p:nvPr/>
        </p:nvGrpSpPr>
        <p:grpSpPr>
          <a:xfrm>
            <a:off x="8774691" y="1614125"/>
            <a:ext cx="236362" cy="3814823"/>
            <a:chOff x="11044871" y="4022147"/>
            <a:chExt cx="236362" cy="2031812"/>
          </a:xfrm>
        </p:grpSpPr>
        <p:sp>
          <p:nvSpPr>
            <p:cNvPr id="51" name="四角形: 角を丸くする 50">
              <a:extLst>
                <a:ext uri="{FF2B5EF4-FFF2-40B4-BE49-F238E27FC236}">
                  <a16:creationId xmlns:a16="http://schemas.microsoft.com/office/drawing/2014/main" id="{29258875-DC91-1F7F-B759-100884A71520}"/>
                </a:ext>
              </a:extLst>
            </p:cNvPr>
            <p:cNvSpPr/>
            <p:nvPr/>
          </p:nvSpPr>
          <p:spPr>
            <a:xfrm>
              <a:off x="11044871" y="4022147"/>
              <a:ext cx="236362" cy="2031812"/>
            </a:xfrm>
            <a:prstGeom prst="roundRect">
              <a:avLst/>
            </a:prstGeom>
            <a:noFill/>
            <a:ln>
              <a:solidFill>
                <a:srgbClr val="CC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四角形: 角を丸くする 51">
              <a:extLst>
                <a:ext uri="{FF2B5EF4-FFF2-40B4-BE49-F238E27FC236}">
                  <a16:creationId xmlns:a16="http://schemas.microsoft.com/office/drawing/2014/main" id="{48593697-6B86-E609-AAA9-EB2523A65872}"/>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13081931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B0CF5A9-383E-D298-1F50-79171CCECFFD}"/>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2D8A8D5B-5C0B-7C2D-2070-906C4F8969B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68C1D220-CD3C-105F-8C15-864E4B19F3CA}"/>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FF941B55-F2BC-ABAB-9AE3-84F73AB7916F}"/>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84120693-BD6B-B803-B096-88B346EB3BF5}"/>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91" name="テキスト ボックス 190">
            <a:extLst>
              <a:ext uri="{FF2B5EF4-FFF2-40B4-BE49-F238E27FC236}">
                <a16:creationId xmlns:a16="http://schemas.microsoft.com/office/drawing/2014/main" id="{34AE325E-8D8F-3ADC-EB21-C77752DBF9B0}"/>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nvGrpSpPr>
          <p:cNvPr id="9" name="グループ化 8">
            <a:extLst>
              <a:ext uri="{FF2B5EF4-FFF2-40B4-BE49-F238E27FC236}">
                <a16:creationId xmlns:a16="http://schemas.microsoft.com/office/drawing/2014/main" id="{A19D38B1-2E9F-DBAA-8E50-77BA5582A6B0}"/>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AC237593-FC87-7927-3B15-724699D42F13}"/>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C3682BE4-FA60-FA43-A504-5E369BA51073}"/>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6D8B12D-4B0F-A5C4-DFB6-3D6C8A2FA5C7}"/>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D2A3580F-D392-2C19-5A05-CBC617ED504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0B043F2B-7CFD-0E78-3AE0-1E7FCF4A6342}"/>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EC64959E-4436-99A9-6E4A-DB298DC72201}"/>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49EF5EAF-B137-E6B5-4238-CB07AC26149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8" name="グループ化 7">
            <a:extLst>
              <a:ext uri="{FF2B5EF4-FFF2-40B4-BE49-F238E27FC236}">
                <a16:creationId xmlns:a16="http://schemas.microsoft.com/office/drawing/2014/main" id="{BB2EA5E4-939B-534D-3BBF-AE9F555EBECD}"/>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BB765C24-3553-A330-0528-115631F1A976}"/>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 name="二等辺三角形 2">
              <a:extLst>
                <a:ext uri="{FF2B5EF4-FFF2-40B4-BE49-F238E27FC236}">
                  <a16:creationId xmlns:a16="http://schemas.microsoft.com/office/drawing/2014/main" id="{C1B3E52A-68FD-C432-455B-9C34FF9566B9}"/>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D785222F-2357-B4A1-F7BC-C585E9CAF83C}"/>
                </a:ext>
              </a:extLst>
            </p:cNvPr>
            <p:cNvSpPr txBox="1"/>
            <p:nvPr/>
          </p:nvSpPr>
          <p:spPr>
            <a:xfrm>
              <a:off x="4134371" y="5027649"/>
              <a:ext cx="1798005" cy="580368"/>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キャラ名</a:t>
              </a:r>
            </a:p>
          </p:txBody>
        </p:sp>
      </p:grpSp>
      <p:grpSp>
        <p:nvGrpSpPr>
          <p:cNvPr id="39" name="グループ化 38">
            <a:extLst>
              <a:ext uri="{FF2B5EF4-FFF2-40B4-BE49-F238E27FC236}">
                <a16:creationId xmlns:a16="http://schemas.microsoft.com/office/drawing/2014/main" id="{6F6E686E-6EF4-D534-6629-CB6DFC794092}"/>
              </a:ext>
            </a:extLst>
          </p:cNvPr>
          <p:cNvGrpSpPr/>
          <p:nvPr/>
        </p:nvGrpSpPr>
        <p:grpSpPr>
          <a:xfrm>
            <a:off x="6473474" y="1972568"/>
            <a:ext cx="2435441" cy="2876955"/>
            <a:chOff x="4343042" y="2003341"/>
            <a:chExt cx="4595682" cy="2481119"/>
          </a:xfrm>
        </p:grpSpPr>
        <p:sp>
          <p:nvSpPr>
            <p:cNvPr id="40" name="四角形: 角を丸くする 39">
              <a:extLst>
                <a:ext uri="{FF2B5EF4-FFF2-40B4-BE49-F238E27FC236}">
                  <a16:creationId xmlns:a16="http://schemas.microsoft.com/office/drawing/2014/main" id="{1ACD0403-FA6B-BC09-3A45-037E94F78D57}"/>
                </a:ext>
              </a:extLst>
            </p:cNvPr>
            <p:cNvSpPr/>
            <p:nvPr/>
          </p:nvSpPr>
          <p:spPr>
            <a:xfrm>
              <a:off x="4343042" y="2399403"/>
              <a:ext cx="4595682" cy="2085057"/>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BFE3B44-DAFC-A798-0E19-9CAD4C5B9EEA}"/>
                </a:ext>
              </a:extLst>
            </p:cNvPr>
            <p:cNvSpPr/>
            <p:nvPr/>
          </p:nvSpPr>
          <p:spPr>
            <a:xfrm>
              <a:off x="5013397" y="2003341"/>
              <a:ext cx="3294263" cy="39814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発動バフ</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46" name="テキスト ボックス 45">
            <a:extLst>
              <a:ext uri="{FF2B5EF4-FFF2-40B4-BE49-F238E27FC236}">
                <a16:creationId xmlns:a16="http://schemas.microsoft.com/office/drawing/2014/main" id="{C8AAB25D-2C45-C39E-A42A-0182AF617D15}"/>
              </a:ext>
            </a:extLst>
          </p:cNvPr>
          <p:cNvSpPr txBox="1"/>
          <p:nvPr/>
        </p:nvSpPr>
        <p:spPr>
          <a:xfrm>
            <a:off x="6906030" y="2542727"/>
            <a:ext cx="1570329" cy="369332"/>
          </a:xfrm>
          <a:prstGeom prst="rect">
            <a:avLst/>
          </a:prstGeom>
          <a:noFill/>
        </p:spPr>
        <p:txBody>
          <a:bodyPr wrap="square">
            <a:spAutoFit/>
          </a:bodyPr>
          <a:lstStyle/>
          <a:p>
            <a:pPr algn="ctr"/>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00/00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77FFBB9-E2C5-C069-4589-D66398273842}"/>
              </a:ext>
            </a:extLst>
          </p:cNvPr>
          <p:cNvGrpSpPr/>
          <p:nvPr/>
        </p:nvGrpSpPr>
        <p:grpSpPr>
          <a:xfrm>
            <a:off x="6862185" y="3014800"/>
            <a:ext cx="1658018" cy="839665"/>
            <a:chOff x="6999576" y="2746909"/>
            <a:chExt cx="1658018" cy="839665"/>
          </a:xfrm>
        </p:grpSpPr>
        <p:sp>
          <p:nvSpPr>
            <p:cNvPr id="51" name="フレーム (半分) 50">
              <a:extLst>
                <a:ext uri="{FF2B5EF4-FFF2-40B4-BE49-F238E27FC236}">
                  <a16:creationId xmlns:a16="http://schemas.microsoft.com/office/drawing/2014/main" id="{6A8CD01A-1C26-63DF-3182-3120E4A4799D}"/>
                </a:ext>
              </a:extLst>
            </p:cNvPr>
            <p:cNvSpPr/>
            <p:nvPr/>
          </p:nvSpPr>
          <p:spPr>
            <a:xfrm rot="18906493">
              <a:off x="6999576" y="2928479"/>
              <a:ext cx="463779" cy="463778"/>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2" name="フレーム (半分) 51">
              <a:extLst>
                <a:ext uri="{FF2B5EF4-FFF2-40B4-BE49-F238E27FC236}">
                  <a16:creationId xmlns:a16="http://schemas.microsoft.com/office/drawing/2014/main" id="{471DAD70-84D0-C23C-C71B-6D2E1FBCE046}"/>
                </a:ext>
              </a:extLst>
            </p:cNvPr>
            <p:cNvSpPr/>
            <p:nvPr/>
          </p:nvSpPr>
          <p:spPr>
            <a:xfrm rot="2693507" flipH="1">
              <a:off x="8193815" y="2928479"/>
              <a:ext cx="463779" cy="463778"/>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7AAE8357-03B1-7134-ECF2-CD9134EDDC96}"/>
                </a:ext>
              </a:extLst>
            </p:cNvPr>
            <p:cNvGrpSpPr/>
            <p:nvPr/>
          </p:nvGrpSpPr>
          <p:grpSpPr>
            <a:xfrm>
              <a:off x="7404475" y="2746909"/>
              <a:ext cx="839665" cy="839665"/>
              <a:chOff x="8374620" y="5203596"/>
              <a:chExt cx="914400" cy="914400"/>
            </a:xfrm>
          </p:grpSpPr>
          <p:sp>
            <p:nvSpPr>
              <p:cNvPr id="54" name="楕円 53">
                <a:extLst>
                  <a:ext uri="{FF2B5EF4-FFF2-40B4-BE49-F238E27FC236}">
                    <a16:creationId xmlns:a16="http://schemas.microsoft.com/office/drawing/2014/main" id="{2DD8330A-C9AD-7ACE-1B9A-9C1D92BF58BE}"/>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3" name="矢印: 下 52">
                <a:extLst>
                  <a:ext uri="{FF2B5EF4-FFF2-40B4-BE49-F238E27FC236}">
                    <a16:creationId xmlns:a16="http://schemas.microsoft.com/office/drawing/2014/main" id="{54B0651F-663F-3A42-699C-52800514575F}"/>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58" name="グループ化 57">
            <a:extLst>
              <a:ext uri="{FF2B5EF4-FFF2-40B4-BE49-F238E27FC236}">
                <a16:creationId xmlns:a16="http://schemas.microsoft.com/office/drawing/2014/main" id="{0F255176-5B9D-F79A-F220-B96530A6E22D}"/>
              </a:ext>
            </a:extLst>
          </p:cNvPr>
          <p:cNvGrpSpPr/>
          <p:nvPr/>
        </p:nvGrpSpPr>
        <p:grpSpPr>
          <a:xfrm>
            <a:off x="3325331" y="1972568"/>
            <a:ext cx="2861918" cy="2876954"/>
            <a:chOff x="3315918" y="969267"/>
            <a:chExt cx="2861918" cy="2876954"/>
          </a:xfrm>
        </p:grpSpPr>
        <p:grpSp>
          <p:nvGrpSpPr>
            <p:cNvPr id="5" name="グループ化 4">
              <a:extLst>
                <a:ext uri="{FF2B5EF4-FFF2-40B4-BE49-F238E27FC236}">
                  <a16:creationId xmlns:a16="http://schemas.microsoft.com/office/drawing/2014/main" id="{212A379D-C34D-93EE-7A6E-231A7BFD7033}"/>
                </a:ext>
              </a:extLst>
            </p:cNvPr>
            <p:cNvGrpSpPr/>
            <p:nvPr/>
          </p:nvGrpSpPr>
          <p:grpSpPr>
            <a:xfrm>
              <a:off x="3491877" y="2917839"/>
              <a:ext cx="2392001" cy="739567"/>
              <a:chOff x="5227712" y="3336557"/>
              <a:chExt cx="1813814" cy="739567"/>
            </a:xfrm>
          </p:grpSpPr>
          <p:sp>
            <p:nvSpPr>
              <p:cNvPr id="27" name="テキスト ボックス 26">
                <a:extLst>
                  <a:ext uri="{FF2B5EF4-FFF2-40B4-BE49-F238E27FC236}">
                    <a16:creationId xmlns:a16="http://schemas.microsoft.com/office/drawing/2014/main" id="{8A268684-6DE3-D00A-BA16-B76967B54134}"/>
                  </a:ext>
                </a:extLst>
              </p:cNvPr>
              <p:cNvSpPr txBox="1"/>
              <p:nvPr/>
            </p:nvSpPr>
            <p:spPr>
              <a:xfrm>
                <a:off x="5227712" y="3336557"/>
                <a:ext cx="1813814"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ATK</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ja-JP" altLang="en-US" sz="16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000)</a:t>
                </a:r>
                <a:endParaRPr lang="en-US" altLang="ja-JP" b="1"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29" name="四角形: 角を丸くする 28">
                <a:extLst>
                  <a:ext uri="{FF2B5EF4-FFF2-40B4-BE49-F238E27FC236}">
                    <a16:creationId xmlns:a16="http://schemas.microsoft.com/office/drawing/2014/main" id="{D5203169-5930-0240-51D4-06C9789BAF91}"/>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1" name="グループ化 30">
              <a:extLst>
                <a:ext uri="{FF2B5EF4-FFF2-40B4-BE49-F238E27FC236}">
                  <a16:creationId xmlns:a16="http://schemas.microsoft.com/office/drawing/2014/main" id="{FFAD8A72-8790-DF92-9D65-081049ABE6E8}"/>
                </a:ext>
              </a:extLst>
            </p:cNvPr>
            <p:cNvGrpSpPr/>
            <p:nvPr/>
          </p:nvGrpSpPr>
          <p:grpSpPr>
            <a:xfrm>
              <a:off x="3315918" y="969267"/>
              <a:ext cx="2861918" cy="2876954"/>
              <a:chOff x="4977105" y="939266"/>
              <a:chExt cx="3961622" cy="2876954"/>
            </a:xfrm>
          </p:grpSpPr>
          <p:sp>
            <p:nvSpPr>
              <p:cNvPr id="32" name="四角形: 角を丸くする 31">
                <a:extLst>
                  <a:ext uri="{FF2B5EF4-FFF2-40B4-BE49-F238E27FC236}">
                    <a16:creationId xmlns:a16="http://schemas.microsoft.com/office/drawing/2014/main" id="{64C536A8-F210-63AD-3DC9-97607B1498AC}"/>
                  </a:ext>
                </a:extLst>
              </p:cNvPr>
              <p:cNvSpPr/>
              <p:nvPr/>
            </p:nvSpPr>
            <p:spPr>
              <a:xfrm>
                <a:off x="4977105" y="1398515"/>
                <a:ext cx="3961622" cy="2417705"/>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E584AE6-0717-50D7-C04E-74E8ECD44A3B}"/>
                  </a:ext>
                </a:extLst>
              </p:cNvPr>
              <p:cNvSpPr/>
              <p:nvPr/>
            </p:nvSpPr>
            <p:spPr>
              <a:xfrm>
                <a:off x="5328387" y="939266"/>
                <a:ext cx="3294264"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現状パラメータ</a:t>
                </a:r>
              </a:p>
            </p:txBody>
          </p:sp>
        </p:grpSp>
        <p:grpSp>
          <p:nvGrpSpPr>
            <p:cNvPr id="38" name="グループ化 37">
              <a:extLst>
                <a:ext uri="{FF2B5EF4-FFF2-40B4-BE49-F238E27FC236}">
                  <a16:creationId xmlns:a16="http://schemas.microsoft.com/office/drawing/2014/main" id="{4B8169C9-F0FA-DE1E-2A24-21021F7ECD20}"/>
                </a:ext>
              </a:extLst>
            </p:cNvPr>
            <p:cNvGrpSpPr/>
            <p:nvPr/>
          </p:nvGrpSpPr>
          <p:grpSpPr>
            <a:xfrm>
              <a:off x="3491879" y="2215857"/>
              <a:ext cx="2351926" cy="738164"/>
              <a:chOff x="5227711" y="2418059"/>
              <a:chExt cx="1783425" cy="738164"/>
            </a:xfrm>
          </p:grpSpPr>
          <p:sp>
            <p:nvSpPr>
              <p:cNvPr id="42" name="テキスト ボックス 41">
                <a:extLst>
                  <a:ext uri="{FF2B5EF4-FFF2-40B4-BE49-F238E27FC236}">
                    <a16:creationId xmlns:a16="http://schemas.microsoft.com/office/drawing/2014/main" id="{565DE896-C253-05C8-BC94-8597A91A4B87}"/>
                  </a:ext>
                </a:extLst>
              </p:cNvPr>
              <p:cNvSpPr txBox="1"/>
              <p:nvPr/>
            </p:nvSpPr>
            <p:spPr>
              <a:xfrm>
                <a:off x="5227711" y="2418059"/>
                <a:ext cx="1783425"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SPD</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1A6B9D0D-D0E5-4D05-DCB3-2B2B9BAA4E1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E28E043-DD3E-C14C-24C1-672E43862141}"/>
                </a:ext>
              </a:extLst>
            </p:cNvPr>
            <p:cNvGrpSpPr/>
            <p:nvPr/>
          </p:nvGrpSpPr>
          <p:grpSpPr>
            <a:xfrm>
              <a:off x="3491878" y="1514775"/>
              <a:ext cx="2304952" cy="741471"/>
              <a:chOff x="5227712" y="1484774"/>
              <a:chExt cx="1747806" cy="741471"/>
            </a:xfrm>
          </p:grpSpPr>
          <p:sp>
            <p:nvSpPr>
              <p:cNvPr id="47" name="テキスト ボックス 46">
                <a:extLst>
                  <a:ext uri="{FF2B5EF4-FFF2-40B4-BE49-F238E27FC236}">
                    <a16:creationId xmlns:a16="http://schemas.microsoft.com/office/drawing/2014/main" id="{E4B8C97F-00EE-82D0-FEF0-D8A31683699F}"/>
                  </a:ext>
                </a:extLst>
              </p:cNvPr>
              <p:cNvSpPr txBox="1"/>
              <p:nvPr/>
            </p:nvSpPr>
            <p:spPr>
              <a:xfrm>
                <a:off x="5227712" y="1484774"/>
                <a:ext cx="1703201"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accent2"/>
                  </a:solidFill>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5A447BD6-AE46-2B32-36B3-21CEFC71FED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9" name="四角形: 角を丸くする 48">
              <a:extLst>
                <a:ext uri="{FF2B5EF4-FFF2-40B4-BE49-F238E27FC236}">
                  <a16:creationId xmlns:a16="http://schemas.microsoft.com/office/drawing/2014/main" id="{640B5EC0-1B20-002C-1B1D-71606B790407}"/>
                </a:ext>
              </a:extLst>
            </p:cNvPr>
            <p:cNvSpPr/>
            <p:nvPr/>
          </p:nvSpPr>
          <p:spPr>
            <a:xfrm rot="5400000">
              <a:off x="5357184" y="1816600"/>
              <a:ext cx="283112" cy="5961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54AF874B-C47B-DF2C-74F3-3B90C061550C}"/>
                </a:ext>
              </a:extLst>
            </p:cNvPr>
            <p:cNvSpPr/>
            <p:nvPr/>
          </p:nvSpPr>
          <p:spPr>
            <a:xfrm rot="5400000">
              <a:off x="5242884" y="2399081"/>
              <a:ext cx="283112" cy="8247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48148C95-30BA-481D-354A-400C4EEFF53A}"/>
                </a:ext>
              </a:extLst>
            </p:cNvPr>
            <p:cNvSpPr/>
            <p:nvPr/>
          </p:nvSpPr>
          <p:spPr>
            <a:xfrm rot="5400000">
              <a:off x="5357183" y="3217760"/>
              <a:ext cx="283112" cy="596180"/>
            </a:xfrm>
            <a:prstGeom prst="roundRect">
              <a:avLst>
                <a:gd name="adj" fmla="val 9570"/>
              </a:avLst>
            </a:prstGeom>
            <a:solidFill>
              <a:schemeClr val="accent6">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61" name="テキスト ボックス 60">
            <a:extLst>
              <a:ext uri="{FF2B5EF4-FFF2-40B4-BE49-F238E27FC236}">
                <a16:creationId xmlns:a16="http://schemas.microsoft.com/office/drawing/2014/main" id="{693D6F77-D72A-F82A-6CBC-44C2B932E0A1}"/>
              </a:ext>
            </a:extLst>
          </p:cNvPr>
          <p:cNvSpPr txBox="1"/>
          <p:nvPr/>
        </p:nvSpPr>
        <p:spPr>
          <a:xfrm>
            <a:off x="6705761" y="3961065"/>
            <a:ext cx="1970866" cy="738664"/>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8318F9BF-BA36-C9FE-0928-AC7581F9C1F5}"/>
              </a:ext>
            </a:extLst>
          </p:cNvPr>
          <p:cNvSpPr/>
          <p:nvPr/>
        </p:nvSpPr>
        <p:spPr>
          <a:xfrm>
            <a:off x="1091418" y="1715367"/>
            <a:ext cx="1947688" cy="3390033"/>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6A1A6695-F3CA-D04E-6417-0887F7409DD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4531" y="1948344"/>
            <a:ext cx="2097798" cy="2961311"/>
          </a:xfrm>
          <a:prstGeom prst="rect">
            <a:avLst/>
          </a:prstGeom>
        </p:spPr>
      </p:pic>
      <p:sp>
        <p:nvSpPr>
          <p:cNvPr id="63" name="テキスト ボックス 62">
            <a:extLst>
              <a:ext uri="{FF2B5EF4-FFF2-40B4-BE49-F238E27FC236}">
                <a16:creationId xmlns:a16="http://schemas.microsoft.com/office/drawing/2014/main" id="{C76161DF-0569-9934-178E-D5BCD0F45F2A}"/>
              </a:ext>
            </a:extLst>
          </p:cNvPr>
          <p:cNvSpPr txBox="1"/>
          <p:nvPr/>
        </p:nvSpPr>
        <p:spPr>
          <a:xfrm>
            <a:off x="8123083" y="998923"/>
            <a:ext cx="902811" cy="523220"/>
          </a:xfrm>
          <a:prstGeom prst="rect">
            <a:avLst/>
          </a:prstGeom>
          <a:noFill/>
        </p:spPr>
        <p:txBody>
          <a:bodyPr wrap="none" rtlCol="0">
            <a:spAutoFit/>
          </a:bodyPr>
          <a:lstStyle/>
          <a:p>
            <a:pPr algn="ctr"/>
            <a:r>
              <a:rPr lang="ja-JP" altLang="en-US" sz="2800" b="1" dirty="0">
                <a:solidFill>
                  <a:srgbClr val="FF0000"/>
                </a:solidFill>
                <a:latin typeface="原稿用標準書体" panose="03000503000000000000" pitchFamily="66" charset="-128"/>
                <a:ea typeface="原稿用標準書体" panose="03000503000000000000" pitchFamily="66" charset="-128"/>
              </a:rPr>
              <a:t>前衛</a:t>
            </a:r>
          </a:p>
        </p:txBody>
      </p:sp>
      <p:grpSp>
        <p:nvGrpSpPr>
          <p:cNvPr id="6" name="グループ化 5">
            <a:extLst>
              <a:ext uri="{FF2B5EF4-FFF2-40B4-BE49-F238E27FC236}">
                <a16:creationId xmlns:a16="http://schemas.microsoft.com/office/drawing/2014/main" id="{5881A70A-A07A-0AED-4A8D-A3F95610E6F1}"/>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F7AB570E-F0E5-24F7-48D6-9EFA8AAC6046}"/>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FF843256-0423-0983-E80D-A13F0DFF43B5}"/>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D78DEC4C-A642-5EB7-4DEF-1D55B29D77A4}"/>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2763621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94A47069-67D3-46FB-95AC-3EFB8A68DAE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AEFBCC6-8B3A-C761-5AC4-BF728B6636A5}"/>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9818DDC-7477-28B6-DF0F-98CD06213A71}"/>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51E46860-C7B8-213D-520F-6498667786AD}"/>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42FE213E-3043-151A-A864-ECF5393E190E}"/>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7F457ACB-BB94-15B6-BF53-175873AEE38B}"/>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DA638E5-CFB2-8534-2EDD-5F12B9652D7F}"/>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E6A330B4-5B5D-CA88-6A09-761A899026D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4DE70960-827B-C608-5A9D-9ED0003504AB}"/>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81E14C16-B16E-96B5-92FB-8EFD85B87A4E}"/>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3DD8BFFB-163A-1F98-EFA9-93D32F55166A}"/>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85F2E68C-4B13-22D6-E458-E0E4FA858898}"/>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89BFC306-49B5-6C68-2A56-F2DA58B7460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6A7E1C5-294E-7936-4CF4-1A8F4598B45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1B36608B-D342-05DD-440A-9614ED7B5CD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4A53DB1C-B772-AC8B-DAD8-6A678AE13F1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814806B5-67FF-BEA8-EDB4-ED16B6FBB96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397289FC-E4AA-B0B5-1EB3-7E8ECDB0FA9E}"/>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C15F3EE-8724-9A08-6033-04C5E78ACB55}"/>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F616C536-0B7B-ECDD-A8A0-007A0436A35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7DC3C687-D6B2-DF5B-6193-03227241E80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F49CC184-AE49-2D2E-A61C-0D86E65E338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79821E7-0747-12A7-955A-EB5437DC8CB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5687FB5E-ACD0-8381-75C1-97A31CE707F8}"/>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D0FBC5A1-4AA6-633A-2FBA-CBB50481E69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40F2DBF8-278A-68AC-B1D4-ABB00C7799F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9778D5EB-B0C4-45D2-B414-8094C44DCDC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FFBCD7AB-AAC2-39F9-CDF9-F1C38AB5B5F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078BEA93-0081-1050-9B7B-582E785A02F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E873618-EC3D-0477-EE5B-4EB4FFC4EF0F}"/>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25B765E1-84D6-CDA9-9576-6DF1185D3290}"/>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B13344E0-002D-A713-B2D5-7DA85F39620F}"/>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7644914C-6540-BB78-512F-05FE77D43B26}"/>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B320F00C-65CD-9124-B645-F10B9E5E13DB}"/>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87BF748C-1B45-DFFA-C196-6BEA8AC8E309}"/>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01F47871-3DF5-5BB7-3923-89E4C6427530}"/>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F634A5A-C1AC-6679-F405-75DBF5D9AE1A}"/>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27FB72AB-9318-F73D-8CF5-12BB3B00495F}"/>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8680E54-0D91-53CD-10CE-6983E9E1A719}"/>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91B4D245-9943-CD84-7930-8B9FF5335A60}"/>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0F477FFF-AEBF-1D81-CC8F-F6F175E4239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8F53EC83-F141-4CE8-D46C-B317765D63B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C4CCB782-38A7-9110-6D9D-85932728C5F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A7C2D9F7-B3D6-95B8-DAE2-3E1056A067B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AD959B2B-0428-787D-4374-72872350F1F5}"/>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C0196376-04C9-F54A-CEFA-57B5AD9A326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7E0320E-D14B-53AC-6F9B-0AE2627D4B4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971672A0-148E-7E34-D9AC-2F2D56B1F85C}"/>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C40C56BD-F81D-FC4A-5720-1EFB6B9391E4}"/>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389A1E04-53EF-D82C-6400-F7002175AEFE}"/>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8F6D04E6-4077-F41D-9E44-31115144BC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81700802-9017-CC18-BEEB-F7E0BE7890C7}"/>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5C7095F8-2022-D695-69CD-799DC4E81CCE}"/>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4345599C-4AA8-A8F4-E1DB-20982B2B84EB}"/>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6697A42-8A3E-7348-C296-5D92BA28779F}"/>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A0A1DFF4-AD74-9208-E450-4FBC72E183AD}"/>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47737842-2A5F-57C1-D28D-DBC805CE4FC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EE5A13E3-647E-D072-4E37-FF89657D48BF}"/>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grpSp>
        <p:nvGrpSpPr>
          <p:cNvPr id="7" name="グループ化 6">
            <a:extLst>
              <a:ext uri="{FF2B5EF4-FFF2-40B4-BE49-F238E27FC236}">
                <a16:creationId xmlns:a16="http://schemas.microsoft.com/office/drawing/2014/main" id="{2F47D33D-CA2A-0B4B-9C48-F5AE52CD56C7}"/>
              </a:ext>
            </a:extLst>
          </p:cNvPr>
          <p:cNvGrpSpPr/>
          <p:nvPr/>
        </p:nvGrpSpPr>
        <p:grpSpPr>
          <a:xfrm>
            <a:off x="9993616" y="2030427"/>
            <a:ext cx="1080193" cy="1739879"/>
            <a:chOff x="9993616" y="2030427"/>
            <a:chExt cx="1080193" cy="1739879"/>
          </a:xfrm>
        </p:grpSpPr>
        <p:sp>
          <p:nvSpPr>
            <p:cNvPr id="93" name="楕円 92">
              <a:extLst>
                <a:ext uri="{FF2B5EF4-FFF2-40B4-BE49-F238E27FC236}">
                  <a16:creationId xmlns:a16="http://schemas.microsoft.com/office/drawing/2014/main" id="{D405C7B3-A7B1-838A-7CD9-E00EE06C162B}"/>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B891C476-784F-6D34-C106-9413E0C460CA}"/>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61D26D16-7ABF-C2AF-BE9A-4E2E8DDC9810}"/>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3CBA70E6-9A66-119B-36FE-2280D4C9CC05}"/>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4B2DA692-2C95-5C04-64D6-3C0786894C50}"/>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D68279EB-FC48-7FEF-6C2C-D40D4A0E5A66}"/>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F1013512-79D0-AC55-4563-4886C0E05002}"/>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4660AF0D-FAF2-0D0F-E451-FB06E8A91367}"/>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84D13B30-9750-35FC-ACD2-45C2C13910CE}"/>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7698A922-05B6-11E9-B30F-25515D02972C}"/>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3A052B45-FD29-41CC-4735-042DA808F251}"/>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5A1851DA-0DF9-49E4-E957-06B3CEC069D7}"/>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AAEE1EC6-634C-08D8-6B14-51BA41A93E2F}"/>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FA187427-E993-EF84-E57D-6D824BD2801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DF084CAF-979D-297A-7522-11B15291008E}"/>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C39D87E7-06CE-748C-3E30-86C9BBA86D85}"/>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0A3D007-A4A6-E61D-E673-B18D6CCC3667}"/>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8424E82F-9AB1-1093-D484-6C1AB1D776F8}"/>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nvGrpSpPr>
          <p:cNvPr id="17" name="グループ化 16">
            <a:extLst>
              <a:ext uri="{FF2B5EF4-FFF2-40B4-BE49-F238E27FC236}">
                <a16:creationId xmlns:a16="http://schemas.microsoft.com/office/drawing/2014/main" id="{9478A7B3-58B0-4CDD-9673-DB062B1A2FC6}"/>
              </a:ext>
            </a:extLst>
          </p:cNvPr>
          <p:cNvGrpSpPr/>
          <p:nvPr/>
        </p:nvGrpSpPr>
        <p:grpSpPr>
          <a:xfrm>
            <a:off x="8697253" y="3983915"/>
            <a:ext cx="2394303" cy="1101538"/>
            <a:chOff x="8697253" y="3983915"/>
            <a:chExt cx="2394303" cy="1101538"/>
          </a:xfrm>
        </p:grpSpPr>
        <p:sp>
          <p:nvSpPr>
            <p:cNvPr id="8" name="テキスト ボックス 7">
              <a:extLst>
                <a:ext uri="{FF2B5EF4-FFF2-40B4-BE49-F238E27FC236}">
                  <a16:creationId xmlns:a16="http://schemas.microsoft.com/office/drawing/2014/main" id="{C00C67F5-07D4-032F-B040-585DDAE1C304}"/>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5C80DD32-8632-3A60-F619-8C5D167BB8C3}"/>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C486DE59-08D1-617D-DF81-07FF48043C9D}"/>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92AAEB16-1F2E-4C05-47C1-30A8880C8BFB}"/>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04466A66-444E-BC1F-4507-FDB8754CC21B}"/>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609AD13-4BB3-6981-09AF-8CAAA116ED34}"/>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CA1F04C5-1FD0-9193-B9A9-C2A5BD588DBB}"/>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056D89E1-F9F2-55D4-23E2-061433393D81}"/>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E79E53F9-7F3C-7797-0888-47BC7E0672EE}"/>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pic>
        <p:nvPicPr>
          <p:cNvPr id="39" name="図 38">
            <a:extLst>
              <a:ext uri="{FF2B5EF4-FFF2-40B4-BE49-F238E27FC236}">
                <a16:creationId xmlns:a16="http://schemas.microsoft.com/office/drawing/2014/main" id="{CFDD7139-4807-C090-0634-216C9FB352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72" name="グループ化 71">
            <a:extLst>
              <a:ext uri="{FF2B5EF4-FFF2-40B4-BE49-F238E27FC236}">
                <a16:creationId xmlns:a16="http://schemas.microsoft.com/office/drawing/2014/main" id="{F8BCA0F3-6CCD-0AC6-8427-3B9DFB777662}"/>
              </a:ext>
            </a:extLst>
          </p:cNvPr>
          <p:cNvGrpSpPr/>
          <p:nvPr/>
        </p:nvGrpSpPr>
        <p:grpSpPr>
          <a:xfrm>
            <a:off x="6847855" y="5498744"/>
            <a:ext cx="4556516" cy="732910"/>
            <a:chOff x="6847855" y="5498744"/>
            <a:chExt cx="4556516" cy="732910"/>
          </a:xfrm>
        </p:grpSpPr>
        <p:sp>
          <p:nvSpPr>
            <p:cNvPr id="73" name="矢印: 五方向 72">
              <a:extLst>
                <a:ext uri="{FF2B5EF4-FFF2-40B4-BE49-F238E27FC236}">
                  <a16:creationId xmlns:a16="http://schemas.microsoft.com/office/drawing/2014/main" id="{B5FC32BA-B6E7-4367-C134-92DF9ADA32B5}"/>
                </a:ext>
              </a:extLst>
            </p:cNvPr>
            <p:cNvSpPr/>
            <p:nvPr/>
          </p:nvSpPr>
          <p:spPr>
            <a:xfrm>
              <a:off x="9670398" y="5507053"/>
              <a:ext cx="1733973"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4" name="矢印: 五方向 73">
              <a:extLst>
                <a:ext uri="{FF2B5EF4-FFF2-40B4-BE49-F238E27FC236}">
                  <a16:creationId xmlns:a16="http://schemas.microsoft.com/office/drawing/2014/main" id="{FF252BE3-91DD-F5C6-7ADF-72ACF461C33B}"/>
                </a:ext>
              </a:extLst>
            </p:cNvPr>
            <p:cNvSpPr/>
            <p:nvPr/>
          </p:nvSpPr>
          <p:spPr>
            <a:xfrm flipH="1">
              <a:off x="6847855" y="5507053"/>
              <a:ext cx="1733973"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11598215-4749-175D-BDCE-6B73B41727FC}"/>
                </a:ext>
              </a:extLst>
            </p:cNvPr>
            <p:cNvSpPr/>
            <p:nvPr/>
          </p:nvSpPr>
          <p:spPr>
            <a:xfrm>
              <a:off x="8778581" y="5507053"/>
              <a:ext cx="695066" cy="710476"/>
            </a:xfrm>
            <a:prstGeom prst="roundRect">
              <a:avLst>
                <a:gd name="adj" fmla="val 5579"/>
              </a:avLst>
            </a:prstGeom>
            <a:solidFill>
              <a:schemeClr val="bg1">
                <a:lumMod val="8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8" name="グラフィックス 77" descr="家 単色塗りつぶし">
              <a:extLst>
                <a:ext uri="{FF2B5EF4-FFF2-40B4-BE49-F238E27FC236}">
                  <a16:creationId xmlns:a16="http://schemas.microsoft.com/office/drawing/2014/main" id="{658CBB44-7524-4CFC-54CF-9F1D4657A4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52321" y="5578162"/>
              <a:ext cx="545063" cy="545063"/>
            </a:xfrm>
            <a:prstGeom prst="rect">
              <a:avLst/>
            </a:prstGeom>
          </p:spPr>
        </p:pic>
        <p:grpSp>
          <p:nvGrpSpPr>
            <p:cNvPr id="79" name="グループ化 78">
              <a:extLst>
                <a:ext uri="{FF2B5EF4-FFF2-40B4-BE49-F238E27FC236}">
                  <a16:creationId xmlns:a16="http://schemas.microsoft.com/office/drawing/2014/main" id="{70076E08-EA15-F557-E7AC-B62897B044C1}"/>
                </a:ext>
              </a:extLst>
            </p:cNvPr>
            <p:cNvGrpSpPr/>
            <p:nvPr/>
          </p:nvGrpSpPr>
          <p:grpSpPr>
            <a:xfrm>
              <a:off x="6901145" y="5498744"/>
              <a:ext cx="1511976" cy="732910"/>
              <a:chOff x="163586" y="134635"/>
              <a:chExt cx="2880164" cy="1396119"/>
            </a:xfrm>
          </p:grpSpPr>
          <p:sp>
            <p:nvSpPr>
              <p:cNvPr id="105" name="テキスト ボックス 104">
                <a:extLst>
                  <a:ext uri="{FF2B5EF4-FFF2-40B4-BE49-F238E27FC236}">
                    <a16:creationId xmlns:a16="http://schemas.microsoft.com/office/drawing/2014/main" id="{394C2953-B710-1A98-B0D4-29530E75D3CB}"/>
                  </a:ext>
                </a:extLst>
              </p:cNvPr>
              <p:cNvSpPr txBox="1"/>
              <p:nvPr/>
            </p:nvSpPr>
            <p:spPr>
              <a:xfrm>
                <a:off x="1812554"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6" name="グループ化 105">
                <a:extLst>
                  <a:ext uri="{FF2B5EF4-FFF2-40B4-BE49-F238E27FC236}">
                    <a16:creationId xmlns:a16="http://schemas.microsoft.com/office/drawing/2014/main" id="{EE28799D-E3EE-37F0-945C-5804071317D7}"/>
                  </a:ext>
                </a:extLst>
              </p:cNvPr>
              <p:cNvGrpSpPr/>
              <p:nvPr/>
            </p:nvGrpSpPr>
            <p:grpSpPr>
              <a:xfrm>
                <a:off x="163586" y="134635"/>
                <a:ext cx="1975684" cy="1396119"/>
                <a:chOff x="163586" y="134635"/>
                <a:chExt cx="1975684" cy="1396119"/>
              </a:xfrm>
            </p:grpSpPr>
            <p:grpSp>
              <p:nvGrpSpPr>
                <p:cNvPr id="107" name="グループ化 106">
                  <a:extLst>
                    <a:ext uri="{FF2B5EF4-FFF2-40B4-BE49-F238E27FC236}">
                      <a16:creationId xmlns:a16="http://schemas.microsoft.com/office/drawing/2014/main" id="{631EC174-DE2B-D288-2EE5-EEAA817FAEA0}"/>
                    </a:ext>
                  </a:extLst>
                </p:cNvPr>
                <p:cNvGrpSpPr/>
                <p:nvPr/>
              </p:nvGrpSpPr>
              <p:grpSpPr>
                <a:xfrm>
                  <a:off x="163586" y="134635"/>
                  <a:ext cx="1975684" cy="1396119"/>
                  <a:chOff x="163586" y="134635"/>
                  <a:chExt cx="1975684" cy="1396119"/>
                </a:xfrm>
              </p:grpSpPr>
              <p:pic>
                <p:nvPicPr>
                  <p:cNvPr id="109" name="図 108">
                    <a:extLst>
                      <a:ext uri="{FF2B5EF4-FFF2-40B4-BE49-F238E27FC236}">
                        <a16:creationId xmlns:a16="http://schemas.microsoft.com/office/drawing/2014/main" id="{1C0D7B7D-0BF1-6E9F-A673-C03DA6DA14B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0" name="楕円 109">
                    <a:extLst>
                      <a:ext uri="{FF2B5EF4-FFF2-40B4-BE49-F238E27FC236}">
                        <a16:creationId xmlns:a16="http://schemas.microsoft.com/office/drawing/2014/main" id="{55C07130-02FC-FF50-7B68-42EAF2DBD0A6}"/>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08" name="図 107">
                  <a:extLst>
                    <a:ext uri="{FF2B5EF4-FFF2-40B4-BE49-F238E27FC236}">
                      <a16:creationId xmlns:a16="http://schemas.microsoft.com/office/drawing/2014/main" id="{DDB2653B-6BBC-1D22-4EA5-552576A341E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98" name="テキスト ボックス 97">
              <a:extLst>
                <a:ext uri="{FF2B5EF4-FFF2-40B4-BE49-F238E27FC236}">
                  <a16:creationId xmlns:a16="http://schemas.microsoft.com/office/drawing/2014/main" id="{96B3F1B0-A64B-F910-BAF1-5FB62F8F67DF}"/>
                </a:ext>
              </a:extLst>
            </p:cNvPr>
            <p:cNvSpPr txBox="1"/>
            <p:nvPr/>
          </p:nvSpPr>
          <p:spPr>
            <a:xfrm>
              <a:off x="9646341"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4" name="二等辺三角形 103">
              <a:extLst>
                <a:ext uri="{FF2B5EF4-FFF2-40B4-BE49-F238E27FC236}">
                  <a16:creationId xmlns:a16="http://schemas.microsoft.com/office/drawing/2014/main" id="{8BD56E84-8EF1-BE96-97E5-0B5714423524}"/>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8" name="グループ化 117">
            <a:extLst>
              <a:ext uri="{FF2B5EF4-FFF2-40B4-BE49-F238E27FC236}">
                <a16:creationId xmlns:a16="http://schemas.microsoft.com/office/drawing/2014/main" id="{F7E344F7-41B6-3C0B-90D3-6567FAB4E734}"/>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F424577C-985C-3EBA-751D-11EA4DD31E6E}"/>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2815B9D9-3339-D818-9C71-4C89342F1542}"/>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17D4E467-D35B-B304-9E08-07B9757C4973}"/>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5500DB33-CAA8-EBB3-7DA0-7B7D5ED2E4F6}"/>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2785A5E8-7B03-D71C-CA2A-F690625A8543}"/>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7BC6C75D-D8C4-9E58-5EC7-38103214683F}"/>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659B4324-651C-0EB5-C752-05DAF955EBCB}"/>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B4CB395D-B243-4F80-6B66-77C16BF3494D}"/>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56EA16EF-5C66-6B0B-6FCA-71A5486B3B52}"/>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DB9C5552-182F-D153-B875-30056102878B}"/>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A97F2E17-BDE0-E6BF-3271-AE14F0C3F3E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spTree>
    <p:extLst>
      <p:ext uri="{BB962C8B-B14F-4D97-AF65-F5344CB8AC3E}">
        <p14:creationId xmlns:p14="http://schemas.microsoft.com/office/powerpoint/2010/main" val="309205073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C5D20A8C-5CCD-4379-45EC-3C0D8C1BA0BF}"/>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5AB1258B-CD2C-205D-16F1-D4E5A66B92D8}"/>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63263393-C43F-057E-D332-C32EACF4086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01F2B828-EBCE-20FB-BB3C-D9B556FDBFC4}"/>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E5357559-5F45-D896-63BB-CC6D96E25753}"/>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91" name="テキスト ボックス 190">
            <a:extLst>
              <a:ext uri="{FF2B5EF4-FFF2-40B4-BE49-F238E27FC236}">
                <a16:creationId xmlns:a16="http://schemas.microsoft.com/office/drawing/2014/main" id="{D7626693-ECF3-61F1-1945-2012C64FDF74}"/>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nvGrpSpPr>
          <p:cNvPr id="9" name="グループ化 8">
            <a:extLst>
              <a:ext uri="{FF2B5EF4-FFF2-40B4-BE49-F238E27FC236}">
                <a16:creationId xmlns:a16="http://schemas.microsoft.com/office/drawing/2014/main" id="{A237A55C-4331-B96E-594F-621A71BACDDD}"/>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160A355E-6C96-0723-BFFA-F96EA7F64367}"/>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D32C84DA-8F37-7DF2-3FEB-DF1A28863A8E}"/>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51CA990-31E4-E6B5-ED6D-ACDD72EFE3A2}"/>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16713BB9-9D99-6C70-98E5-B149D71627B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F91B5AB2-163F-A216-68BC-0847EEB4CA9B}"/>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B61711D0-186E-E517-689A-0E53BE2F6CE3}"/>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D86DE213-433B-6C64-E59F-C3AF0B33A33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8" name="グループ化 7">
            <a:extLst>
              <a:ext uri="{FF2B5EF4-FFF2-40B4-BE49-F238E27FC236}">
                <a16:creationId xmlns:a16="http://schemas.microsoft.com/office/drawing/2014/main" id="{80CB0C52-5F70-F498-8C62-7D606635FD80}"/>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7FC7B9DA-F503-0458-B1E2-BB836DB7D818}"/>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 name="二等辺三角形 2">
              <a:extLst>
                <a:ext uri="{FF2B5EF4-FFF2-40B4-BE49-F238E27FC236}">
                  <a16:creationId xmlns:a16="http://schemas.microsoft.com/office/drawing/2014/main" id="{54B76833-3801-6F32-346A-2A82B36FC8F9}"/>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B65EE77A-49ED-E880-FB25-6BE27E84C468}"/>
                </a:ext>
              </a:extLst>
            </p:cNvPr>
            <p:cNvSpPr txBox="1"/>
            <p:nvPr/>
          </p:nvSpPr>
          <p:spPr>
            <a:xfrm>
              <a:off x="4134371" y="5027649"/>
              <a:ext cx="1798005" cy="580368"/>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キャラ名</a:t>
              </a:r>
            </a:p>
          </p:txBody>
        </p:sp>
      </p:grpSp>
      <p:grpSp>
        <p:nvGrpSpPr>
          <p:cNvPr id="5" name="グループ化 4">
            <a:extLst>
              <a:ext uri="{FF2B5EF4-FFF2-40B4-BE49-F238E27FC236}">
                <a16:creationId xmlns:a16="http://schemas.microsoft.com/office/drawing/2014/main" id="{55545968-BE41-AD34-B0CC-93FF44E354C8}"/>
              </a:ext>
            </a:extLst>
          </p:cNvPr>
          <p:cNvGrpSpPr/>
          <p:nvPr/>
        </p:nvGrpSpPr>
        <p:grpSpPr>
          <a:xfrm>
            <a:off x="3501290" y="3921140"/>
            <a:ext cx="2392001" cy="739567"/>
            <a:chOff x="5227712" y="3336557"/>
            <a:chExt cx="1813814" cy="739567"/>
          </a:xfrm>
        </p:grpSpPr>
        <p:sp>
          <p:nvSpPr>
            <p:cNvPr id="27" name="テキスト ボックス 26">
              <a:extLst>
                <a:ext uri="{FF2B5EF4-FFF2-40B4-BE49-F238E27FC236}">
                  <a16:creationId xmlns:a16="http://schemas.microsoft.com/office/drawing/2014/main" id="{D7FA3BDA-CB9C-7147-C6FC-37DC5243B64E}"/>
                </a:ext>
              </a:extLst>
            </p:cNvPr>
            <p:cNvSpPr txBox="1"/>
            <p:nvPr/>
          </p:nvSpPr>
          <p:spPr>
            <a:xfrm>
              <a:off x="5227712" y="3336557"/>
              <a:ext cx="1813814"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ATK</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ja-JP" altLang="en-US" sz="16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000)</a:t>
              </a:r>
              <a:endParaRPr lang="en-US" altLang="ja-JP" b="1"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29" name="四角形: 角を丸くする 28">
              <a:extLst>
                <a:ext uri="{FF2B5EF4-FFF2-40B4-BE49-F238E27FC236}">
                  <a16:creationId xmlns:a16="http://schemas.microsoft.com/office/drawing/2014/main" id="{35A4AD11-CBB7-4B71-23E9-0B539B18B74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2AEC0CF9-9DF7-B9F1-5AB1-C8802F6737A6}"/>
              </a:ext>
            </a:extLst>
          </p:cNvPr>
          <p:cNvSpPr/>
          <p:nvPr/>
        </p:nvSpPr>
        <p:spPr>
          <a:xfrm>
            <a:off x="3325331" y="2154309"/>
            <a:ext cx="2861918" cy="2695213"/>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1754C01-0FB3-89F8-714B-2636ABD1AED4}"/>
              </a:ext>
            </a:extLst>
          </p:cNvPr>
          <p:cNvSpPr/>
          <p:nvPr/>
        </p:nvSpPr>
        <p:spPr>
          <a:xfrm>
            <a:off x="3579101" y="1692644"/>
            <a:ext cx="2379811"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現状パラメータ</a:t>
            </a:r>
          </a:p>
        </p:txBody>
      </p:sp>
      <p:grpSp>
        <p:nvGrpSpPr>
          <p:cNvPr id="38" name="グループ化 37">
            <a:extLst>
              <a:ext uri="{FF2B5EF4-FFF2-40B4-BE49-F238E27FC236}">
                <a16:creationId xmlns:a16="http://schemas.microsoft.com/office/drawing/2014/main" id="{EF90C03C-33BC-707C-2D18-C683FD11A517}"/>
              </a:ext>
            </a:extLst>
          </p:cNvPr>
          <p:cNvGrpSpPr/>
          <p:nvPr/>
        </p:nvGrpSpPr>
        <p:grpSpPr>
          <a:xfrm>
            <a:off x="3501292" y="3069862"/>
            <a:ext cx="2351926" cy="738164"/>
            <a:chOff x="5227711" y="2418059"/>
            <a:chExt cx="1783425" cy="738164"/>
          </a:xfrm>
        </p:grpSpPr>
        <p:sp>
          <p:nvSpPr>
            <p:cNvPr id="42" name="テキスト ボックス 41">
              <a:extLst>
                <a:ext uri="{FF2B5EF4-FFF2-40B4-BE49-F238E27FC236}">
                  <a16:creationId xmlns:a16="http://schemas.microsoft.com/office/drawing/2014/main" id="{BC23B9B9-A4C0-6376-3EBF-0F92360C75AD}"/>
                </a:ext>
              </a:extLst>
            </p:cNvPr>
            <p:cNvSpPr txBox="1"/>
            <p:nvPr/>
          </p:nvSpPr>
          <p:spPr>
            <a:xfrm>
              <a:off x="5227711" y="2418059"/>
              <a:ext cx="1783425"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SPD</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0B84D772-CF20-7C7B-432A-84A83121C813}"/>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D23B983E-9D8E-888D-6B44-8952B7E30492}"/>
              </a:ext>
            </a:extLst>
          </p:cNvPr>
          <p:cNvGrpSpPr/>
          <p:nvPr/>
        </p:nvGrpSpPr>
        <p:grpSpPr>
          <a:xfrm>
            <a:off x="3501291" y="2247489"/>
            <a:ext cx="2304952" cy="741471"/>
            <a:chOff x="5227712" y="1484774"/>
            <a:chExt cx="1747806" cy="741471"/>
          </a:xfrm>
        </p:grpSpPr>
        <p:sp>
          <p:nvSpPr>
            <p:cNvPr id="47" name="テキスト ボックス 46">
              <a:extLst>
                <a:ext uri="{FF2B5EF4-FFF2-40B4-BE49-F238E27FC236}">
                  <a16:creationId xmlns:a16="http://schemas.microsoft.com/office/drawing/2014/main" id="{20D3611C-8989-CA03-65F4-2F83AC850459}"/>
                </a:ext>
              </a:extLst>
            </p:cNvPr>
            <p:cNvSpPr txBox="1"/>
            <p:nvPr/>
          </p:nvSpPr>
          <p:spPr>
            <a:xfrm>
              <a:off x="5227712" y="1484774"/>
              <a:ext cx="1703201"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accent2"/>
                </a:solidFill>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17B63851-129A-B298-3FC7-F27756EF5DF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9" name="四角形: 角を丸くする 48">
            <a:extLst>
              <a:ext uri="{FF2B5EF4-FFF2-40B4-BE49-F238E27FC236}">
                <a16:creationId xmlns:a16="http://schemas.microsoft.com/office/drawing/2014/main" id="{5D9A12A4-7754-03CE-1B5D-3B2DA7793214}"/>
              </a:ext>
            </a:extLst>
          </p:cNvPr>
          <p:cNvSpPr/>
          <p:nvPr/>
        </p:nvSpPr>
        <p:spPr>
          <a:xfrm rot="5400000">
            <a:off x="5366597" y="2549310"/>
            <a:ext cx="283112" cy="5961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77D6BCD-FE37-19F2-5DDD-CAE284438D36}"/>
              </a:ext>
            </a:extLst>
          </p:cNvPr>
          <p:cNvSpPr/>
          <p:nvPr/>
        </p:nvSpPr>
        <p:spPr>
          <a:xfrm rot="5400000">
            <a:off x="5252297" y="3253086"/>
            <a:ext cx="283112" cy="8247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E90E28FC-D8E9-8B23-7585-CB6E7472382F}"/>
              </a:ext>
            </a:extLst>
          </p:cNvPr>
          <p:cNvSpPr/>
          <p:nvPr/>
        </p:nvSpPr>
        <p:spPr>
          <a:xfrm rot="5400000">
            <a:off x="5366596" y="4221061"/>
            <a:ext cx="283112" cy="596180"/>
          </a:xfrm>
          <a:prstGeom prst="roundRect">
            <a:avLst>
              <a:gd name="adj" fmla="val 9570"/>
            </a:avLst>
          </a:prstGeom>
          <a:solidFill>
            <a:schemeClr val="accent6">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454A64DD-7326-D92D-99A8-6317543A4EC6}"/>
              </a:ext>
            </a:extLst>
          </p:cNvPr>
          <p:cNvSpPr/>
          <p:nvPr/>
        </p:nvSpPr>
        <p:spPr>
          <a:xfrm>
            <a:off x="1091418" y="1715367"/>
            <a:ext cx="1947688" cy="3390033"/>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0DACDEC7-6724-242F-F58F-B66A234F54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4531" y="1948344"/>
            <a:ext cx="2097798" cy="2961311"/>
          </a:xfrm>
          <a:prstGeom prst="rect">
            <a:avLst/>
          </a:prstGeom>
        </p:spPr>
      </p:pic>
      <p:sp>
        <p:nvSpPr>
          <p:cNvPr id="63" name="テキスト ボックス 62">
            <a:extLst>
              <a:ext uri="{FF2B5EF4-FFF2-40B4-BE49-F238E27FC236}">
                <a16:creationId xmlns:a16="http://schemas.microsoft.com/office/drawing/2014/main" id="{9E761FDF-E11B-951C-E0D4-7FC9B044A0AE}"/>
              </a:ext>
            </a:extLst>
          </p:cNvPr>
          <p:cNvSpPr txBox="1"/>
          <p:nvPr/>
        </p:nvSpPr>
        <p:spPr>
          <a:xfrm>
            <a:off x="8123083" y="998923"/>
            <a:ext cx="902811" cy="523220"/>
          </a:xfrm>
          <a:prstGeom prst="rect">
            <a:avLst/>
          </a:prstGeom>
          <a:noFill/>
        </p:spPr>
        <p:txBody>
          <a:bodyPr wrap="none" rtlCol="0">
            <a:spAutoFit/>
          </a:bodyPr>
          <a:lstStyle/>
          <a:p>
            <a:pPr algn="ctr"/>
            <a:r>
              <a:rPr lang="ja-JP" altLang="en-US" sz="2800" b="1" dirty="0">
                <a:solidFill>
                  <a:srgbClr val="FF0000"/>
                </a:solidFill>
                <a:latin typeface="原稿用標準書体" panose="03000503000000000000" pitchFamily="66" charset="-128"/>
                <a:ea typeface="原稿用標準書体" panose="03000503000000000000" pitchFamily="66" charset="-128"/>
              </a:rPr>
              <a:t>前衛</a:t>
            </a:r>
          </a:p>
        </p:txBody>
      </p:sp>
      <p:grpSp>
        <p:nvGrpSpPr>
          <p:cNvPr id="6" name="グループ化 5">
            <a:extLst>
              <a:ext uri="{FF2B5EF4-FFF2-40B4-BE49-F238E27FC236}">
                <a16:creationId xmlns:a16="http://schemas.microsoft.com/office/drawing/2014/main" id="{308DDC0C-3A98-48D4-5D19-7ACFE7BF5D72}"/>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C4C08600-8423-EB0E-AF25-9CAB38642CB3}"/>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46512E30-CB08-A651-B02D-BD4F556D8622}"/>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99A28763-1020-1B6D-188E-F1B37E4FBB1E}"/>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 name="グループ化 19">
            <a:extLst>
              <a:ext uri="{FF2B5EF4-FFF2-40B4-BE49-F238E27FC236}">
                <a16:creationId xmlns:a16="http://schemas.microsoft.com/office/drawing/2014/main" id="{C081627B-0ADF-02B7-886C-24A99EE3CB01}"/>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92FFB3DB-0CB0-1CAD-150E-1678F6A03AFD}"/>
                </a:ext>
              </a:extLst>
            </p:cNvPr>
            <p:cNvSpPr/>
            <p:nvPr/>
          </p:nvSpPr>
          <p:spPr>
            <a:xfrm>
              <a:off x="9569319" y="5150498"/>
              <a:ext cx="1755710" cy="810206"/>
            </a:xfrm>
            <a:prstGeom prst="roundRect">
              <a:avLst>
                <a:gd name="adj" fmla="val 50000"/>
              </a:avLst>
            </a:prstGeom>
            <a:solidFill>
              <a:schemeClr val="accent6">
                <a:lumMod val="60000"/>
                <a:lumOff val="4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CEBDFB00-0505-6AB8-9E26-3FD2E1038D75}"/>
                </a:ext>
              </a:extLst>
            </p:cNvPr>
            <p:cNvSpPr txBox="1"/>
            <p:nvPr/>
          </p:nvSpPr>
          <p:spPr>
            <a:xfrm>
              <a:off x="9944473" y="5221639"/>
              <a:ext cx="1005403" cy="338554"/>
            </a:xfrm>
            <a:prstGeom prst="rect">
              <a:avLst/>
            </a:prstGeom>
            <a:noFill/>
            <a:ln>
              <a:noFill/>
            </a:ln>
          </p:spPr>
          <p:txBody>
            <a:bodyPr wrap="none" rtlCol="0">
              <a:spAutoFit/>
            </a:bodyPr>
            <a:lstStyle/>
            <a:p>
              <a:pPr algn="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隊列変更</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88146B91-B823-2810-133C-EDABE4B94D67}"/>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5F3BCF03-0F9E-935C-8580-EE1A8416E6C6}"/>
                </a:ext>
              </a:extLst>
            </p:cNvPr>
            <p:cNvPicPr>
              <a:picLocks noChangeAspect="1"/>
            </p:cNvPicPr>
            <p:nvPr/>
          </p:nvPicPr>
          <p:blipFill>
            <a:blip r:embed="rId6">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4CB9A1AC-66C0-9C40-8302-9AD323124387}"/>
                </a:ext>
              </a:extLst>
            </p:cNvPr>
            <p:cNvPicPr>
              <a:picLocks noChangeAspect="1"/>
            </p:cNvPicPr>
            <p:nvPr/>
          </p:nvPicPr>
          <p:blipFill>
            <a:blip r:embed="rId6">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141" name="四角形: 角を丸くする 140">
            <a:extLst>
              <a:ext uri="{FF2B5EF4-FFF2-40B4-BE49-F238E27FC236}">
                <a16:creationId xmlns:a16="http://schemas.microsoft.com/office/drawing/2014/main" id="{C7768621-BDEC-343D-6691-0CC3AA32785F}"/>
              </a:ext>
            </a:extLst>
          </p:cNvPr>
          <p:cNvSpPr/>
          <p:nvPr/>
        </p:nvSpPr>
        <p:spPr>
          <a:xfrm>
            <a:off x="6460251" y="2154309"/>
            <a:ext cx="2394303" cy="2755346"/>
          </a:xfrm>
          <a:prstGeom prst="roundRect">
            <a:avLst>
              <a:gd name="adj" fmla="val 6896"/>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51" name="グループ化 150">
            <a:extLst>
              <a:ext uri="{FF2B5EF4-FFF2-40B4-BE49-F238E27FC236}">
                <a16:creationId xmlns:a16="http://schemas.microsoft.com/office/drawing/2014/main" id="{09AD9A6D-7E10-F8F3-8743-BDCDB0D22EFB}"/>
              </a:ext>
            </a:extLst>
          </p:cNvPr>
          <p:cNvGrpSpPr/>
          <p:nvPr/>
        </p:nvGrpSpPr>
        <p:grpSpPr>
          <a:xfrm>
            <a:off x="6793131" y="4021767"/>
            <a:ext cx="1728542" cy="661627"/>
            <a:chOff x="6638751" y="4049760"/>
            <a:chExt cx="1728542" cy="661627"/>
          </a:xfrm>
        </p:grpSpPr>
        <p:sp>
          <p:nvSpPr>
            <p:cNvPr id="148" name="テキスト ボックス 147">
              <a:extLst>
                <a:ext uri="{FF2B5EF4-FFF2-40B4-BE49-F238E27FC236}">
                  <a16:creationId xmlns:a16="http://schemas.microsoft.com/office/drawing/2014/main" id="{A52FF719-D065-BB04-7AA7-3228D82BC24C}"/>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2"/>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E5A80748-B3FA-C829-D6D3-03183A0F1017}"/>
                </a:ext>
              </a:extLst>
            </p:cNvPr>
            <p:cNvSpPr txBox="1"/>
            <p:nvPr/>
          </p:nvSpPr>
          <p:spPr>
            <a:xfrm>
              <a:off x="6643744" y="4311277"/>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50" name="四角形: 角を丸くする 149">
            <a:extLst>
              <a:ext uri="{FF2B5EF4-FFF2-40B4-BE49-F238E27FC236}">
                <a16:creationId xmlns:a16="http://schemas.microsoft.com/office/drawing/2014/main" id="{2E072D33-0295-757D-835B-0F0E48DF5CA3}"/>
              </a:ext>
            </a:extLst>
          </p:cNvPr>
          <p:cNvSpPr/>
          <p:nvPr/>
        </p:nvSpPr>
        <p:spPr>
          <a:xfrm>
            <a:off x="6760872" y="1717151"/>
            <a:ext cx="1793060"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スキル</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53" name="直線コネクタ 152">
            <a:extLst>
              <a:ext uri="{FF2B5EF4-FFF2-40B4-BE49-F238E27FC236}">
                <a16:creationId xmlns:a16="http://schemas.microsoft.com/office/drawing/2014/main" id="{1C80605C-2E6E-FC71-6663-0C5DFCB22F10}"/>
              </a:ext>
            </a:extLst>
          </p:cNvPr>
          <p:cNvCxnSpPr>
            <a:cxnSpLocks/>
          </p:cNvCxnSpPr>
          <p:nvPr/>
        </p:nvCxnSpPr>
        <p:spPr>
          <a:xfrm>
            <a:off x="6713099" y="3956328"/>
            <a:ext cx="1888606"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154" name="グループ化 153">
            <a:extLst>
              <a:ext uri="{FF2B5EF4-FFF2-40B4-BE49-F238E27FC236}">
                <a16:creationId xmlns:a16="http://schemas.microsoft.com/office/drawing/2014/main" id="{BE08BE72-B9AE-8478-A44E-26622EF0665E}"/>
              </a:ext>
            </a:extLst>
          </p:cNvPr>
          <p:cNvGrpSpPr/>
          <p:nvPr/>
        </p:nvGrpSpPr>
        <p:grpSpPr>
          <a:xfrm>
            <a:off x="6793131" y="3188161"/>
            <a:ext cx="1728542" cy="670958"/>
            <a:chOff x="6638751" y="4049760"/>
            <a:chExt cx="1728542" cy="670958"/>
          </a:xfrm>
        </p:grpSpPr>
        <p:sp>
          <p:nvSpPr>
            <p:cNvPr id="155" name="テキスト ボックス 154">
              <a:extLst>
                <a:ext uri="{FF2B5EF4-FFF2-40B4-BE49-F238E27FC236}">
                  <a16:creationId xmlns:a16="http://schemas.microsoft.com/office/drawing/2014/main" id="{951D6B99-B7F1-AB38-24F4-D836AA6EDB39}"/>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2"/>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56" name="テキスト ボックス 155">
              <a:extLst>
                <a:ext uri="{FF2B5EF4-FFF2-40B4-BE49-F238E27FC236}">
                  <a16:creationId xmlns:a16="http://schemas.microsoft.com/office/drawing/2014/main" id="{3CE2C254-F6F4-293C-A227-4528E9F8AD3E}"/>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7" name="グループ化 156">
            <a:extLst>
              <a:ext uri="{FF2B5EF4-FFF2-40B4-BE49-F238E27FC236}">
                <a16:creationId xmlns:a16="http://schemas.microsoft.com/office/drawing/2014/main" id="{F1A4FC58-44C7-0C8F-96F3-71743FE21FF4}"/>
              </a:ext>
            </a:extLst>
          </p:cNvPr>
          <p:cNvGrpSpPr/>
          <p:nvPr/>
        </p:nvGrpSpPr>
        <p:grpSpPr>
          <a:xfrm>
            <a:off x="6793131" y="2354554"/>
            <a:ext cx="1728542" cy="670958"/>
            <a:chOff x="6638751" y="4049760"/>
            <a:chExt cx="1728542" cy="670958"/>
          </a:xfrm>
        </p:grpSpPr>
        <p:sp>
          <p:nvSpPr>
            <p:cNvPr id="158" name="テキスト ボックス 157">
              <a:extLst>
                <a:ext uri="{FF2B5EF4-FFF2-40B4-BE49-F238E27FC236}">
                  <a16:creationId xmlns:a16="http://schemas.microsoft.com/office/drawing/2014/main" id="{5D61F743-45FA-4A07-4F55-01CED8741CCD}"/>
                </a:ext>
              </a:extLst>
            </p:cNvPr>
            <p:cNvSpPr txBox="1"/>
            <p:nvPr/>
          </p:nvSpPr>
          <p:spPr>
            <a:xfrm>
              <a:off x="6638751" y="4049760"/>
              <a:ext cx="1082348" cy="307777"/>
            </a:xfrm>
            <a:prstGeom prst="rect">
              <a:avLst/>
            </a:prstGeom>
            <a:noFill/>
          </p:spPr>
          <p:txBody>
            <a:bodyPr wrap="none" rtlCol="0">
              <a:spAutoFit/>
            </a:bodyPr>
            <a:lstStyle/>
            <a:p>
              <a:r>
                <a:rPr lang="ja-JP" altLang="en-US" sz="1400">
                  <a:solidFill>
                    <a:schemeClr val="accent2"/>
                  </a:solidFill>
                  <a:latin typeface="原稿用標準書体" panose="03000503000000000000" pitchFamily="66" charset="-128"/>
                  <a:ea typeface="原稿用標準書体" panose="03000503000000000000" pitchFamily="66" charset="-128"/>
                </a:rPr>
                <a:t>特殊スキル</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59" name="テキスト ボックス 158">
              <a:extLst>
                <a:ext uri="{FF2B5EF4-FFF2-40B4-BE49-F238E27FC236}">
                  <a16:creationId xmlns:a16="http://schemas.microsoft.com/office/drawing/2014/main" id="{4801FDE3-D341-DCA1-97F5-DBCE4ED071B5}"/>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cxnSp>
        <p:nvCxnSpPr>
          <p:cNvPr id="160" name="直線コネクタ 159">
            <a:extLst>
              <a:ext uri="{FF2B5EF4-FFF2-40B4-BE49-F238E27FC236}">
                <a16:creationId xmlns:a16="http://schemas.microsoft.com/office/drawing/2014/main" id="{38304017-D1D5-0394-9CAE-ACBABC18EE1D}"/>
              </a:ext>
            </a:extLst>
          </p:cNvPr>
          <p:cNvCxnSpPr>
            <a:cxnSpLocks/>
          </p:cNvCxnSpPr>
          <p:nvPr/>
        </p:nvCxnSpPr>
        <p:spPr>
          <a:xfrm>
            <a:off x="6713099" y="3119402"/>
            <a:ext cx="1888606"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666943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D0B88081-964D-F317-4B89-EA1FCEA24653}"/>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911B1278-2C46-A1A3-E8CE-6395F2148A00}"/>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C4F5CD6-C9D4-CDEA-1C52-6DBC58F5F00A}"/>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1C7C4895-77E2-9500-3B41-8B89253B13EE}"/>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ABC5E54D-C0CE-96B7-0F35-631CED1A112D}"/>
              </a:ext>
            </a:extLst>
          </p:cNvPr>
          <p:cNvSpPr/>
          <p:nvPr/>
        </p:nvSpPr>
        <p:spPr>
          <a:xfrm>
            <a:off x="726233" y="695130"/>
            <a:ext cx="8501744" cy="5467739"/>
          </a:xfrm>
          <a:prstGeom prst="roundRect">
            <a:avLst>
              <a:gd name="adj" fmla="val 6428"/>
            </a:avLst>
          </a:prstGeom>
          <a:solidFill>
            <a:schemeClr val="accent6">
              <a:lumMod val="60000"/>
              <a:lumOff val="40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ACF3FB79-A219-D237-8E6A-C47BA6D4ED4E}"/>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727DEEEB-7BEA-B3CB-87F0-42E4F3068B82}"/>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F4FF017A-62FA-4E23-39AF-8BEE3301092B}"/>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D1936350-F841-A964-A56D-24321A20FF7D}"/>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5F1716A6-3839-AED4-783B-5C90E132B395}"/>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01D9187-AA24-8389-C743-8FA19DDCBC57}"/>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896FF1B6-0325-F24A-8334-4C57EBB9E64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7C38AC5B-31AD-F3E8-BA32-16D0347DF346}"/>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6" name="グループ化 5">
            <a:extLst>
              <a:ext uri="{FF2B5EF4-FFF2-40B4-BE49-F238E27FC236}">
                <a16:creationId xmlns:a16="http://schemas.microsoft.com/office/drawing/2014/main" id="{FBF98098-7C12-4029-F169-98FBC18D961B}"/>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9470D5BB-4027-867D-3F58-CC94379FC25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9D2CF596-7D5B-5FD0-9A14-4F9D00697807}"/>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2D6B6933-C0E5-6CFF-FD8E-816FADAB80F5}"/>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B9060BC2-00B4-7F8E-FFAB-464DFEE07852}"/>
              </a:ext>
            </a:extLst>
          </p:cNvPr>
          <p:cNvGrpSpPr/>
          <p:nvPr/>
        </p:nvGrpSpPr>
        <p:grpSpPr>
          <a:xfrm>
            <a:off x="7047321" y="5091762"/>
            <a:ext cx="1755710" cy="845242"/>
            <a:chOff x="7173189" y="5091762"/>
            <a:chExt cx="1755710" cy="845242"/>
          </a:xfrm>
        </p:grpSpPr>
        <p:grpSp>
          <p:nvGrpSpPr>
            <p:cNvPr id="20" name="グループ化 19">
              <a:extLst>
                <a:ext uri="{FF2B5EF4-FFF2-40B4-BE49-F238E27FC236}">
                  <a16:creationId xmlns:a16="http://schemas.microsoft.com/office/drawing/2014/main" id="{E7523F76-D8DD-172D-CDA7-20733DCA3718}"/>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EE2A1555-F7B7-6854-4B1B-FE96C0932126}"/>
                  </a:ext>
                </a:extLst>
              </p:cNvPr>
              <p:cNvSpPr/>
              <p:nvPr/>
            </p:nvSpPr>
            <p:spPr>
              <a:xfrm>
                <a:off x="9569319" y="5150498"/>
                <a:ext cx="1755710" cy="810206"/>
              </a:xfrm>
              <a:prstGeom prst="roundRect">
                <a:avLst>
                  <a:gd name="adj" fmla="val 50000"/>
                </a:avLst>
              </a:prstGeom>
              <a:solidFill>
                <a:schemeClr val="tx1">
                  <a:lumMod val="75000"/>
                  <a:lumOff val="2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3F33A8BC-2C3A-0BC6-7EA8-2FF7C10B6AC9}"/>
                  </a:ext>
                </a:extLst>
              </p:cNvPr>
              <p:cNvSpPr txBox="1"/>
              <p:nvPr/>
            </p:nvSpPr>
            <p:spPr>
              <a:xfrm>
                <a:off x="9841929" y="5221639"/>
                <a:ext cx="1210588" cy="338554"/>
              </a:xfrm>
              <a:prstGeom prst="rect">
                <a:avLst/>
              </a:prstGeom>
              <a:noFill/>
              <a:ln>
                <a:noFill/>
              </a:ln>
            </p:spPr>
            <p:txBody>
              <a:bodyPr wrap="none" rtlCol="0">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キャラ詳細</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2391C06E-FE7C-29C4-C2BA-009C12359613}"/>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1D525062-7400-AA01-88D7-C90A3533B30B}"/>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E7B2420E-A914-374F-9167-CEB3FB0467D3}"/>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nvGrpSpPr>
          <p:cNvPr id="165" name="グループ化 164">
            <a:extLst>
              <a:ext uri="{FF2B5EF4-FFF2-40B4-BE49-F238E27FC236}">
                <a16:creationId xmlns:a16="http://schemas.microsoft.com/office/drawing/2014/main" id="{2CB1D161-317D-E013-1D69-97A7A27CBA9D}"/>
              </a:ext>
            </a:extLst>
          </p:cNvPr>
          <p:cNvGrpSpPr/>
          <p:nvPr/>
        </p:nvGrpSpPr>
        <p:grpSpPr>
          <a:xfrm>
            <a:off x="1369744" y="3938662"/>
            <a:ext cx="5305117" cy="1960655"/>
            <a:chOff x="1500605" y="3817359"/>
            <a:chExt cx="5305117" cy="1960655"/>
          </a:xfrm>
        </p:grpSpPr>
        <p:grpSp>
          <p:nvGrpSpPr>
            <p:cNvPr id="28" name="グループ化 27">
              <a:extLst>
                <a:ext uri="{FF2B5EF4-FFF2-40B4-BE49-F238E27FC236}">
                  <a16:creationId xmlns:a16="http://schemas.microsoft.com/office/drawing/2014/main" id="{173996AB-100B-ED00-9317-BD9486CE99D9}"/>
                </a:ext>
              </a:extLst>
            </p:cNvPr>
            <p:cNvGrpSpPr/>
            <p:nvPr/>
          </p:nvGrpSpPr>
          <p:grpSpPr>
            <a:xfrm>
              <a:off x="1503173" y="3817359"/>
              <a:ext cx="5301952" cy="1230022"/>
              <a:chOff x="922576" y="2450171"/>
              <a:chExt cx="5301952" cy="1309138"/>
            </a:xfrm>
            <a:solidFill>
              <a:schemeClr val="bg1">
                <a:lumMod val="85000"/>
                <a:alpha val="85000"/>
              </a:schemeClr>
            </a:solidFill>
          </p:grpSpPr>
          <p:sp>
            <p:nvSpPr>
              <p:cNvPr id="30" name="四角形: 角を丸くする 29">
                <a:extLst>
                  <a:ext uri="{FF2B5EF4-FFF2-40B4-BE49-F238E27FC236}">
                    <a16:creationId xmlns:a16="http://schemas.microsoft.com/office/drawing/2014/main" id="{9B7C2199-CEB7-943D-3D82-A560F7A2E9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C4EBFF5F-6FBE-3AAE-046F-87BEAE6173E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01F9EAEB-C2DE-E24C-5551-65D30A735ED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2DBAAAD4-0297-2AB6-34AE-E0A56EF04CA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45A35378-4DB3-3D5A-4277-F802BEB081F2}"/>
                </a:ext>
              </a:extLst>
            </p:cNvPr>
            <p:cNvGrpSpPr/>
            <p:nvPr/>
          </p:nvGrpSpPr>
          <p:grpSpPr>
            <a:xfrm>
              <a:off x="1500605" y="5142106"/>
              <a:ext cx="5301952" cy="635908"/>
              <a:chOff x="922576" y="2450171"/>
              <a:chExt cx="5301952" cy="1309138"/>
            </a:xfrm>
            <a:solidFill>
              <a:schemeClr val="bg1">
                <a:lumMod val="85000"/>
                <a:alpha val="85000"/>
              </a:schemeClr>
            </a:solidFill>
          </p:grpSpPr>
          <p:sp>
            <p:nvSpPr>
              <p:cNvPr id="44" name="四角形: 角を丸くする 43">
                <a:extLst>
                  <a:ext uri="{FF2B5EF4-FFF2-40B4-BE49-F238E27FC236}">
                    <a16:creationId xmlns:a16="http://schemas.microsoft.com/office/drawing/2014/main" id="{DD27AF64-386D-B839-F8BA-37402E530ED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512B1EE3-42D3-7E68-4CD6-848A1F55376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四角形: 角を丸くする 58">
                <a:extLst>
                  <a:ext uri="{FF2B5EF4-FFF2-40B4-BE49-F238E27FC236}">
                    <a16:creationId xmlns:a16="http://schemas.microsoft.com/office/drawing/2014/main" id="{D852C0F4-7C8E-8171-FC14-0E80A1E54BC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8" name="四角形: 角を丸くする 127">
                <a:extLst>
                  <a:ext uri="{FF2B5EF4-FFF2-40B4-BE49-F238E27FC236}">
                    <a16:creationId xmlns:a16="http://schemas.microsoft.com/office/drawing/2014/main" id="{D447422D-1651-6272-F4F0-F2491AA5A9E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29" name="テキスト ボックス 128">
              <a:extLst>
                <a:ext uri="{FF2B5EF4-FFF2-40B4-BE49-F238E27FC236}">
                  <a16:creationId xmlns:a16="http://schemas.microsoft.com/office/drawing/2014/main" id="{6B938114-F3E0-8119-DBBA-D1E0C17E9B5C}"/>
                </a:ext>
              </a:extLst>
            </p:cNvPr>
            <p:cNvSpPr txBox="1"/>
            <p:nvPr/>
          </p:nvSpPr>
          <p:spPr>
            <a:xfrm>
              <a:off x="1776604"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2F31BB30-D72C-746C-CC07-7AF215B073C0}"/>
                </a:ext>
              </a:extLst>
            </p:cNvPr>
            <p:cNvSpPr txBox="1"/>
            <p:nvPr/>
          </p:nvSpPr>
          <p:spPr>
            <a:xfrm>
              <a:off x="3132653"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1" name="テキスト ボックス 130">
              <a:extLst>
                <a:ext uri="{FF2B5EF4-FFF2-40B4-BE49-F238E27FC236}">
                  <a16:creationId xmlns:a16="http://schemas.microsoft.com/office/drawing/2014/main" id="{327464A5-3060-FA06-9107-59E7264407D1}"/>
                </a:ext>
              </a:extLst>
            </p:cNvPr>
            <p:cNvSpPr txBox="1"/>
            <p:nvPr/>
          </p:nvSpPr>
          <p:spPr>
            <a:xfrm>
              <a:off x="4488702"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E5913D29-CFEF-4FBC-98F7-EE7E930FADC1}"/>
                </a:ext>
              </a:extLst>
            </p:cNvPr>
            <p:cNvGrpSpPr/>
            <p:nvPr/>
          </p:nvGrpSpPr>
          <p:grpSpPr>
            <a:xfrm>
              <a:off x="1609212" y="4261167"/>
              <a:ext cx="4637566" cy="400110"/>
              <a:chOff x="1039849" y="2766548"/>
              <a:chExt cx="4637566" cy="400110"/>
            </a:xfrm>
          </p:grpSpPr>
          <p:sp>
            <p:nvSpPr>
              <p:cNvPr id="133" name="テキスト ボックス 132">
                <a:extLst>
                  <a:ext uri="{FF2B5EF4-FFF2-40B4-BE49-F238E27FC236}">
                    <a16:creationId xmlns:a16="http://schemas.microsoft.com/office/drawing/2014/main" id="{049A7CA0-BE5D-D3A1-F238-9BC23C91BCA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4" name="テキスト ボックス 133">
                <a:extLst>
                  <a:ext uri="{FF2B5EF4-FFF2-40B4-BE49-F238E27FC236}">
                    <a16:creationId xmlns:a16="http://schemas.microsoft.com/office/drawing/2014/main" id="{95A56E4E-0F1D-6207-3287-6B5DBFE7375A}"/>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5" name="テキスト ボックス 134">
                <a:extLst>
                  <a:ext uri="{FF2B5EF4-FFF2-40B4-BE49-F238E27FC236}">
                    <a16:creationId xmlns:a16="http://schemas.microsoft.com/office/drawing/2014/main" id="{3CFB9865-67B6-2829-17FE-A6ADD45C333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6" name="テキスト ボックス 135">
                <a:extLst>
                  <a:ext uri="{FF2B5EF4-FFF2-40B4-BE49-F238E27FC236}">
                    <a16:creationId xmlns:a16="http://schemas.microsoft.com/office/drawing/2014/main" id="{4AAED06E-082F-4CB9-45B0-EBC47D312BCB}"/>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7" name="四角形: 角を丸くする 136">
              <a:extLst>
                <a:ext uri="{FF2B5EF4-FFF2-40B4-BE49-F238E27FC236}">
                  <a16:creationId xmlns:a16="http://schemas.microsoft.com/office/drawing/2014/main" id="{1F7087DD-3244-72BF-AB09-955AFD76C6DB}"/>
                </a:ext>
              </a:extLst>
            </p:cNvPr>
            <p:cNvSpPr/>
            <p:nvPr/>
          </p:nvSpPr>
          <p:spPr>
            <a:xfrm>
              <a:off x="5571917" y="3818831"/>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7F218F8B-A1E0-F2C9-3B29-CA7840DB9763}"/>
                </a:ext>
              </a:extLst>
            </p:cNvPr>
            <p:cNvSpPr txBox="1"/>
            <p:nvPr/>
          </p:nvSpPr>
          <p:spPr>
            <a:xfrm>
              <a:off x="5844751"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9" name="テキスト ボックス 138">
              <a:extLst>
                <a:ext uri="{FF2B5EF4-FFF2-40B4-BE49-F238E27FC236}">
                  <a16:creationId xmlns:a16="http://schemas.microsoft.com/office/drawing/2014/main" id="{9E3D1A5F-7C15-D192-42E4-D6F62C487B3E}"/>
                </a:ext>
              </a:extLst>
            </p:cNvPr>
            <p:cNvSpPr txBox="1"/>
            <p:nvPr/>
          </p:nvSpPr>
          <p:spPr>
            <a:xfrm>
              <a:off x="5677359" y="4261167"/>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pic>
        <p:nvPicPr>
          <p:cNvPr id="140" name="図 139">
            <a:extLst>
              <a:ext uri="{FF2B5EF4-FFF2-40B4-BE49-F238E27FC236}">
                <a16:creationId xmlns:a16="http://schemas.microsoft.com/office/drawing/2014/main" id="{762F9E2E-D127-547C-9C66-5DE3ACCC9E2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303704" y="4003771"/>
            <a:ext cx="1492458" cy="1119343"/>
          </a:xfrm>
          <a:prstGeom prst="rect">
            <a:avLst/>
          </a:prstGeom>
        </p:spPr>
      </p:pic>
      <p:grpSp>
        <p:nvGrpSpPr>
          <p:cNvPr id="164" name="グループ化 163">
            <a:extLst>
              <a:ext uri="{FF2B5EF4-FFF2-40B4-BE49-F238E27FC236}">
                <a16:creationId xmlns:a16="http://schemas.microsoft.com/office/drawing/2014/main" id="{FF814AD4-5769-7EE6-2C26-3B7AC86368A0}"/>
              </a:ext>
            </a:extLst>
          </p:cNvPr>
          <p:cNvGrpSpPr/>
          <p:nvPr/>
        </p:nvGrpSpPr>
        <p:grpSpPr>
          <a:xfrm>
            <a:off x="1369744" y="1408122"/>
            <a:ext cx="5304520" cy="1951324"/>
            <a:chOff x="1631605" y="1313140"/>
            <a:chExt cx="5304520" cy="1951324"/>
          </a:xfrm>
        </p:grpSpPr>
        <p:sp>
          <p:nvSpPr>
            <p:cNvPr id="141" name="四角形: 角を丸くする 140">
              <a:extLst>
                <a:ext uri="{FF2B5EF4-FFF2-40B4-BE49-F238E27FC236}">
                  <a16:creationId xmlns:a16="http://schemas.microsoft.com/office/drawing/2014/main" id="{39E436D6-6084-AC2A-98AF-F938535F1D0D}"/>
                </a:ext>
              </a:extLst>
            </p:cNvPr>
            <p:cNvSpPr/>
            <p:nvPr/>
          </p:nvSpPr>
          <p:spPr>
            <a:xfrm>
              <a:off x="1634173"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2" name="四角形: 角を丸くする 141">
              <a:extLst>
                <a:ext uri="{FF2B5EF4-FFF2-40B4-BE49-F238E27FC236}">
                  <a16:creationId xmlns:a16="http://schemas.microsoft.com/office/drawing/2014/main" id="{C7EA3EC4-5A77-B24D-6948-FB12FAE72345}"/>
                </a:ext>
              </a:extLst>
            </p:cNvPr>
            <p:cNvSpPr/>
            <p:nvPr/>
          </p:nvSpPr>
          <p:spPr>
            <a:xfrm>
              <a:off x="2990222"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四角形: 角を丸くする 142">
              <a:extLst>
                <a:ext uri="{FF2B5EF4-FFF2-40B4-BE49-F238E27FC236}">
                  <a16:creationId xmlns:a16="http://schemas.microsoft.com/office/drawing/2014/main" id="{663EAF7B-D107-30CD-4903-3EB441E262B9}"/>
                </a:ext>
              </a:extLst>
            </p:cNvPr>
            <p:cNvSpPr/>
            <p:nvPr/>
          </p:nvSpPr>
          <p:spPr>
            <a:xfrm>
              <a:off x="4346271"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4" name="四角形: 角を丸くする 143">
              <a:extLst>
                <a:ext uri="{FF2B5EF4-FFF2-40B4-BE49-F238E27FC236}">
                  <a16:creationId xmlns:a16="http://schemas.microsoft.com/office/drawing/2014/main" id="{8EAAFEFF-290F-90BE-86CB-3C5A872456E4}"/>
                </a:ext>
              </a:extLst>
            </p:cNvPr>
            <p:cNvSpPr/>
            <p:nvPr/>
          </p:nvSpPr>
          <p:spPr>
            <a:xfrm>
              <a:off x="5702320"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540B2294-E7F6-5859-E633-DD364B87CCB7}"/>
                </a:ext>
              </a:extLst>
            </p:cNvPr>
            <p:cNvGrpSpPr/>
            <p:nvPr/>
          </p:nvGrpSpPr>
          <p:grpSpPr>
            <a:xfrm>
              <a:off x="1631605" y="2628556"/>
              <a:ext cx="5301952" cy="635908"/>
              <a:chOff x="922576" y="2450171"/>
              <a:chExt cx="5301952" cy="1309138"/>
            </a:xfrm>
            <a:solidFill>
              <a:schemeClr val="tx1">
                <a:lumMod val="75000"/>
                <a:lumOff val="25000"/>
                <a:alpha val="85000"/>
              </a:schemeClr>
            </a:solidFill>
          </p:grpSpPr>
          <p:sp>
            <p:nvSpPr>
              <p:cNvPr id="146" name="四角形: 角を丸くする 145">
                <a:extLst>
                  <a:ext uri="{FF2B5EF4-FFF2-40B4-BE49-F238E27FC236}">
                    <a16:creationId xmlns:a16="http://schemas.microsoft.com/office/drawing/2014/main" id="{6F418E18-A10C-B1F6-C182-4031949FF288}"/>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7" name="四角形: 角を丸くする 146">
                <a:extLst>
                  <a:ext uri="{FF2B5EF4-FFF2-40B4-BE49-F238E27FC236}">
                    <a16:creationId xmlns:a16="http://schemas.microsoft.com/office/drawing/2014/main" id="{3C799632-2B3B-F647-3EF3-E47361F73E7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四角形: 角を丸くする 147">
                <a:extLst>
                  <a:ext uri="{FF2B5EF4-FFF2-40B4-BE49-F238E27FC236}">
                    <a16:creationId xmlns:a16="http://schemas.microsoft.com/office/drawing/2014/main" id="{BC6D024B-E3B5-0ABA-306C-6323CA47FE5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1F35CC6F-D504-E8AB-5880-9860B782D79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E32E90D7-3147-D302-1C39-547E01F2261B}"/>
                </a:ext>
              </a:extLst>
            </p:cNvPr>
            <p:cNvGrpSpPr/>
            <p:nvPr/>
          </p:nvGrpSpPr>
          <p:grpSpPr>
            <a:xfrm>
              <a:off x="1907604" y="2753123"/>
              <a:ext cx="3409725" cy="400110"/>
              <a:chOff x="1168089" y="2766548"/>
              <a:chExt cx="3409725" cy="400110"/>
            </a:xfrm>
          </p:grpSpPr>
          <p:sp>
            <p:nvSpPr>
              <p:cNvPr id="151" name="テキスト ボックス 150">
                <a:extLst>
                  <a:ext uri="{FF2B5EF4-FFF2-40B4-BE49-F238E27FC236}">
                    <a16:creationId xmlns:a16="http://schemas.microsoft.com/office/drawing/2014/main" id="{AA309C6F-7C55-9491-001A-05682024CCF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5E8AC0AB-5C80-CC6F-F41B-E50D6898F33B}"/>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3" name="テキスト ボックス 152">
                <a:extLst>
                  <a:ext uri="{FF2B5EF4-FFF2-40B4-BE49-F238E27FC236}">
                    <a16:creationId xmlns:a16="http://schemas.microsoft.com/office/drawing/2014/main" id="{D6208B2A-4C3B-C167-3046-B730F4982EC6}"/>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5" name="グループ化 154">
              <a:extLst>
                <a:ext uri="{FF2B5EF4-FFF2-40B4-BE49-F238E27FC236}">
                  <a16:creationId xmlns:a16="http://schemas.microsoft.com/office/drawing/2014/main" id="{472FF57B-AB2B-896E-D18A-01319D90545F}"/>
                </a:ext>
              </a:extLst>
            </p:cNvPr>
            <p:cNvGrpSpPr/>
            <p:nvPr/>
          </p:nvGrpSpPr>
          <p:grpSpPr>
            <a:xfrm>
              <a:off x="1774022" y="1708470"/>
              <a:ext cx="4637566" cy="400110"/>
              <a:chOff x="1039849" y="2766548"/>
              <a:chExt cx="4637566" cy="400110"/>
            </a:xfrm>
          </p:grpSpPr>
          <p:sp>
            <p:nvSpPr>
              <p:cNvPr id="156" name="テキスト ボックス 155">
                <a:extLst>
                  <a:ext uri="{FF2B5EF4-FFF2-40B4-BE49-F238E27FC236}">
                    <a16:creationId xmlns:a16="http://schemas.microsoft.com/office/drawing/2014/main" id="{E7375AED-AA68-DC8B-C20D-C5E1C6D60DC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7" name="テキスト ボックス 156">
                <a:extLst>
                  <a:ext uri="{FF2B5EF4-FFF2-40B4-BE49-F238E27FC236}">
                    <a16:creationId xmlns:a16="http://schemas.microsoft.com/office/drawing/2014/main" id="{C4E27C3F-1BDE-C324-0708-BD0560E8D67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8" name="テキスト ボックス 157">
                <a:extLst>
                  <a:ext uri="{FF2B5EF4-FFF2-40B4-BE49-F238E27FC236}">
                    <a16:creationId xmlns:a16="http://schemas.microsoft.com/office/drawing/2014/main" id="{BEFA096E-A3F4-FED0-DA92-5D36E2140E79}"/>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6230F37B-10A2-FA20-9588-A5156825CB47}"/>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
        <p:nvSpPr>
          <p:cNvPr id="161" name="テキスト ボックス 160">
            <a:extLst>
              <a:ext uri="{FF2B5EF4-FFF2-40B4-BE49-F238E27FC236}">
                <a16:creationId xmlns:a16="http://schemas.microsoft.com/office/drawing/2014/main" id="{6F5E0283-B3BE-4971-8456-6EA5789444A3}"/>
              </a:ext>
            </a:extLst>
          </p:cNvPr>
          <p:cNvSpPr txBox="1"/>
          <p:nvPr/>
        </p:nvSpPr>
        <p:spPr>
          <a:xfrm>
            <a:off x="1360728" y="796718"/>
            <a:ext cx="3685624" cy="523220"/>
          </a:xfrm>
          <a:prstGeom prst="rect">
            <a:avLst/>
          </a:prstGeom>
          <a:noFill/>
        </p:spPr>
        <p:txBody>
          <a:bodyPr wrap="none" rtlCol="0">
            <a:spAutoFit/>
          </a:bodyPr>
          <a:lstStyle/>
          <a:p>
            <a:r>
              <a:rPr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EAC9DE2A-7C1F-28AD-253D-DCE671FAA841}"/>
              </a:ext>
            </a:extLst>
          </p:cNvPr>
          <p:cNvSpPr txBox="1"/>
          <p:nvPr/>
        </p:nvSpPr>
        <p:spPr>
          <a:xfrm>
            <a:off x="1360728" y="3359446"/>
            <a:ext cx="3685624" cy="523220"/>
          </a:xfrm>
          <a:prstGeom prst="rect">
            <a:avLst/>
          </a:prstGeom>
          <a:noFill/>
        </p:spPr>
        <p:txBody>
          <a:bodyPr wrap="none" rtlCol="0">
            <a:spAutoFit/>
          </a:bodyPr>
          <a:lstStyle/>
          <a:p>
            <a:r>
              <a:rPr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7" name="テキスト ボックス 166">
            <a:extLst>
              <a:ext uri="{FF2B5EF4-FFF2-40B4-BE49-F238E27FC236}">
                <a16:creationId xmlns:a16="http://schemas.microsoft.com/office/drawing/2014/main" id="{698F7715-3B37-6076-32DC-9ABFA623ED4F}"/>
              </a:ext>
            </a:extLst>
          </p:cNvPr>
          <p:cNvSpPr txBox="1"/>
          <p:nvPr/>
        </p:nvSpPr>
        <p:spPr>
          <a:xfrm>
            <a:off x="6909514" y="901021"/>
            <a:ext cx="2031325" cy="646331"/>
          </a:xfrm>
          <a:prstGeom prst="rect">
            <a:avLst/>
          </a:prstGeom>
          <a:noFill/>
        </p:spPr>
        <p:txBody>
          <a:bodyPr wrap="none" rtlCol="0">
            <a:spAutoFit/>
          </a:bodyPr>
          <a:lstStyle/>
          <a:p>
            <a:pPr algn="ctr"/>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隊列変更</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03563061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gradFill>
        <a:effectLst/>
      </p:bgPr>
    </p:bg>
    <p:spTree>
      <p:nvGrpSpPr>
        <p:cNvPr id="1" name="">
          <a:extLst>
            <a:ext uri="{FF2B5EF4-FFF2-40B4-BE49-F238E27FC236}">
              <a16:creationId xmlns:a16="http://schemas.microsoft.com/office/drawing/2014/main" id="{582FFCE7-043E-3C44-0E08-DBF889AADAFD}"/>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7CA882C8-7CE8-B58F-A419-AFD3F4B8B620}"/>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FE783849-89A2-6570-3540-16F5F97D27C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17199649-D6EB-BAA4-F95B-B09C321AF895}"/>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DE769F54-21CB-B9FD-87F3-6171FEAD8C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847D3195-A6CE-1F7B-DE9B-8C9123D55902}"/>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6D5C882D-F9F2-0024-3BE0-8169B6420DF9}"/>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grpSp>
        <p:nvGrpSpPr>
          <p:cNvPr id="36" name="グループ化 35">
            <a:extLst>
              <a:ext uri="{FF2B5EF4-FFF2-40B4-BE49-F238E27FC236}">
                <a16:creationId xmlns:a16="http://schemas.microsoft.com/office/drawing/2014/main" id="{923F3B9A-C4FE-69D2-7A01-D4AE1C0948C0}"/>
              </a:ext>
            </a:extLst>
          </p:cNvPr>
          <p:cNvGrpSpPr/>
          <p:nvPr/>
        </p:nvGrpSpPr>
        <p:grpSpPr>
          <a:xfrm>
            <a:off x="7856944"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1CCE9336-D8C1-73B6-57D4-9EBFA90D65CB}"/>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38" name="吹き出し: 角を丸めた四角形 37">
              <a:extLst>
                <a:ext uri="{FF2B5EF4-FFF2-40B4-BE49-F238E27FC236}">
                  <a16:creationId xmlns:a16="http://schemas.microsoft.com/office/drawing/2014/main" id="{2780B5DA-DDFC-B5DE-F221-739745C7B5B1}"/>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ばーか</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吹き出し: 角を丸めた四角形 38">
              <a:extLst>
                <a:ext uri="{FF2B5EF4-FFF2-40B4-BE49-F238E27FC236}">
                  <a16:creationId xmlns:a16="http://schemas.microsoft.com/office/drawing/2014/main" id="{BEA7336B-92C8-A0B0-E0C1-CE98BC723B80}"/>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いい天気ですね</a:t>
              </a:r>
            </a:p>
          </p:txBody>
        </p:sp>
      </p:grpSp>
      <p:sp>
        <p:nvSpPr>
          <p:cNvPr id="40" name="吹き出し: 角を丸めた四角形 39">
            <a:extLst>
              <a:ext uri="{FF2B5EF4-FFF2-40B4-BE49-F238E27FC236}">
                <a16:creationId xmlns:a16="http://schemas.microsoft.com/office/drawing/2014/main" id="{AA965087-4014-18BA-D032-7D7CD513248A}"/>
              </a:ext>
            </a:extLst>
          </p:cNvPr>
          <p:cNvSpPr/>
          <p:nvPr/>
        </p:nvSpPr>
        <p:spPr>
          <a:xfrm rot="21432783" flipH="1">
            <a:off x="7065889"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ねぇ</a:t>
            </a:r>
          </a:p>
        </p:txBody>
      </p:sp>
      <p:sp>
        <p:nvSpPr>
          <p:cNvPr id="41" name="吹き出し: 角を丸めた四角形 40">
            <a:extLst>
              <a:ext uri="{FF2B5EF4-FFF2-40B4-BE49-F238E27FC236}">
                <a16:creationId xmlns:a16="http://schemas.microsoft.com/office/drawing/2014/main" id="{A18217FA-658D-1A2D-30C4-DC80DB715C12}"/>
              </a:ext>
            </a:extLst>
          </p:cNvPr>
          <p:cNvSpPr/>
          <p:nvPr/>
        </p:nvSpPr>
        <p:spPr>
          <a:xfrm rot="167217">
            <a:off x="8228472"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ん？</a:t>
            </a:r>
          </a:p>
        </p:txBody>
      </p:sp>
      <p:sp>
        <p:nvSpPr>
          <p:cNvPr id="42" name="吹き出し: 角を丸めた四角形 41">
            <a:extLst>
              <a:ext uri="{FF2B5EF4-FFF2-40B4-BE49-F238E27FC236}">
                <a16:creationId xmlns:a16="http://schemas.microsoft.com/office/drawing/2014/main" id="{EFDC110D-CA49-2284-C2B6-4895A1274277}"/>
              </a:ext>
            </a:extLst>
          </p:cNvPr>
          <p:cNvSpPr/>
          <p:nvPr/>
        </p:nvSpPr>
        <p:spPr>
          <a:xfrm rot="21432783" flipH="1">
            <a:off x="7012814"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話そーよ</a:t>
            </a:r>
          </a:p>
        </p:txBody>
      </p:sp>
      <p:grpSp>
        <p:nvGrpSpPr>
          <p:cNvPr id="43" name="グループ化 42">
            <a:extLst>
              <a:ext uri="{FF2B5EF4-FFF2-40B4-BE49-F238E27FC236}">
                <a16:creationId xmlns:a16="http://schemas.microsoft.com/office/drawing/2014/main" id="{6148604C-019F-BCAE-D7E7-6F7B4364B567}"/>
              </a:ext>
            </a:extLst>
          </p:cNvPr>
          <p:cNvGrpSpPr/>
          <p:nvPr/>
        </p:nvGrpSpPr>
        <p:grpSpPr>
          <a:xfrm>
            <a:off x="7144212" y="529905"/>
            <a:ext cx="4009051" cy="771268"/>
            <a:chOff x="4091474" y="345233"/>
            <a:chExt cx="4009051" cy="771268"/>
          </a:xfrm>
        </p:grpSpPr>
        <p:sp>
          <p:nvSpPr>
            <p:cNvPr id="44" name="思考の吹き出し: 雲形 43">
              <a:extLst>
                <a:ext uri="{FF2B5EF4-FFF2-40B4-BE49-F238E27FC236}">
                  <a16:creationId xmlns:a16="http://schemas.microsoft.com/office/drawing/2014/main" id="{38BDC093-C46C-9641-086B-58A02053CDEF}"/>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9AEE2C90-DA30-321C-35E9-33CD7E163A8C}"/>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rgbClr val="FFC000"/>
                  </a:solidFill>
                  <a:latin typeface="原稿用標準書体" panose="03000503000000000000" pitchFamily="66" charset="-128"/>
                  <a:ea typeface="原稿用標準書体" panose="03000503000000000000" pitchFamily="66" charset="-128"/>
                </a:rPr>
                <a:t>どう答えようか</a:t>
              </a:r>
              <a:r>
                <a:rPr kumimoji="1" lang="en-US" altLang="ja-JP" sz="2000" b="1" dirty="0">
                  <a:solidFill>
                    <a:srgbClr val="FFC000"/>
                  </a:solidFill>
                  <a:latin typeface="原稿用標準書体" panose="03000503000000000000" pitchFamily="66" charset="-128"/>
                  <a:ea typeface="原稿用標準書体" panose="03000503000000000000" pitchFamily="66" charset="-128"/>
                </a:rPr>
                <a:t>…</a:t>
              </a:r>
              <a:endParaRPr kumimoji="1" lang="ja-JP" altLang="en-US" sz="2000" b="1" dirty="0">
                <a:solidFill>
                  <a:srgbClr val="FFC000"/>
                </a:solidFill>
                <a:latin typeface="原稿用標準書体" panose="03000503000000000000" pitchFamily="66" charset="-128"/>
                <a:ea typeface="原稿用標準書体" panose="03000503000000000000" pitchFamily="66" charset="-128"/>
              </a:endParaRPr>
            </a:p>
          </p:txBody>
        </p:sp>
      </p:grpSp>
      <p:sp>
        <p:nvSpPr>
          <p:cNvPr id="46" name="楕円 45">
            <a:extLst>
              <a:ext uri="{FF2B5EF4-FFF2-40B4-BE49-F238E27FC236}">
                <a16:creationId xmlns:a16="http://schemas.microsoft.com/office/drawing/2014/main" id="{E89A7776-C09D-CC52-3D76-9D40DF3BFC68}"/>
              </a:ext>
            </a:extLst>
          </p:cNvPr>
          <p:cNvSpPr/>
          <p:nvPr/>
        </p:nvSpPr>
        <p:spPr>
          <a:xfrm>
            <a:off x="6330221"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7" name="楕円 46">
            <a:extLst>
              <a:ext uri="{FF2B5EF4-FFF2-40B4-BE49-F238E27FC236}">
                <a16:creationId xmlns:a16="http://schemas.microsoft.com/office/drawing/2014/main" id="{ED8A9D69-48D2-EABE-4CD9-9342280D09D2}"/>
              </a:ext>
            </a:extLst>
          </p:cNvPr>
          <p:cNvSpPr/>
          <p:nvPr/>
        </p:nvSpPr>
        <p:spPr>
          <a:xfrm>
            <a:off x="6286676"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8" name="楕円 47">
            <a:extLst>
              <a:ext uri="{FF2B5EF4-FFF2-40B4-BE49-F238E27FC236}">
                <a16:creationId xmlns:a16="http://schemas.microsoft.com/office/drawing/2014/main" id="{3F88986B-6921-B260-66E2-1388175035E6}"/>
              </a:ext>
            </a:extLst>
          </p:cNvPr>
          <p:cNvSpPr/>
          <p:nvPr/>
        </p:nvSpPr>
        <p:spPr>
          <a:xfrm>
            <a:off x="11102196"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9" name="楕円 48">
            <a:extLst>
              <a:ext uri="{FF2B5EF4-FFF2-40B4-BE49-F238E27FC236}">
                <a16:creationId xmlns:a16="http://schemas.microsoft.com/office/drawing/2014/main" id="{B109FB1B-AE65-D21E-A151-83E86E5092AE}"/>
              </a:ext>
            </a:extLst>
          </p:cNvPr>
          <p:cNvSpPr/>
          <p:nvPr/>
        </p:nvSpPr>
        <p:spPr>
          <a:xfrm>
            <a:off x="11120324"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9251178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tileRect/>
        </a:gradFill>
        <a:effectLst/>
      </p:bgPr>
    </p:bg>
    <p:spTree>
      <p:nvGrpSpPr>
        <p:cNvPr id="1" name="">
          <a:extLst>
            <a:ext uri="{FF2B5EF4-FFF2-40B4-BE49-F238E27FC236}">
              <a16:creationId xmlns:a16="http://schemas.microsoft.com/office/drawing/2014/main" id="{7437EB36-066E-DE5B-E0BC-087316C1E2EF}"/>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D60B391F-6CCD-8DE0-2A9B-9A176D16CA7F}"/>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4EA1A348-6124-D767-CD2B-4FAD4D9B544C}"/>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6A9C5AE4-B256-A8D6-83C4-72D74B863CEA}"/>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68649F3B-009F-8D6B-8DAA-8235991E41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BD8D391B-0AAC-C363-E1CC-938EE14DF990}"/>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D4B69C0A-93C9-6E7C-9713-118E5379F9BF}"/>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grpSp>
        <p:nvGrpSpPr>
          <p:cNvPr id="6" name="グループ化 5">
            <a:extLst>
              <a:ext uri="{FF2B5EF4-FFF2-40B4-BE49-F238E27FC236}">
                <a16:creationId xmlns:a16="http://schemas.microsoft.com/office/drawing/2014/main" id="{0BC1B892-D31F-B9E9-12E9-DB98FCDC8BBF}"/>
              </a:ext>
            </a:extLst>
          </p:cNvPr>
          <p:cNvGrpSpPr/>
          <p:nvPr/>
        </p:nvGrpSpPr>
        <p:grpSpPr>
          <a:xfrm>
            <a:off x="6328031" y="2006434"/>
            <a:ext cx="5270114" cy="3889579"/>
            <a:chOff x="6410741" y="2006434"/>
            <a:chExt cx="5270114" cy="3889579"/>
          </a:xfrm>
        </p:grpSpPr>
        <p:grpSp>
          <p:nvGrpSpPr>
            <p:cNvPr id="36" name="グループ化 35">
              <a:extLst>
                <a:ext uri="{FF2B5EF4-FFF2-40B4-BE49-F238E27FC236}">
                  <a16:creationId xmlns:a16="http://schemas.microsoft.com/office/drawing/2014/main" id="{53A547B5-E733-E568-A1DF-C9D38B3E1BFC}"/>
                </a:ext>
              </a:extLst>
            </p:cNvPr>
            <p:cNvGrpSpPr/>
            <p:nvPr/>
          </p:nvGrpSpPr>
          <p:grpSpPr>
            <a:xfrm>
              <a:off x="7981009"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F73E1A8E-A7CE-E422-F592-31F09D3AB0C1}"/>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38" name="吹き出し: 角を丸めた四角形 37">
                <a:extLst>
                  <a:ext uri="{FF2B5EF4-FFF2-40B4-BE49-F238E27FC236}">
                    <a16:creationId xmlns:a16="http://schemas.microsoft.com/office/drawing/2014/main" id="{550F5FF5-BB62-8F5C-A912-2D816F891686}"/>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ばーか</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吹き出し: 角を丸めた四角形 38">
                <a:extLst>
                  <a:ext uri="{FF2B5EF4-FFF2-40B4-BE49-F238E27FC236}">
                    <a16:creationId xmlns:a16="http://schemas.microsoft.com/office/drawing/2014/main" id="{A0C816B8-455A-713E-CECD-E498D9048272}"/>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いい天気ですね</a:t>
                </a:r>
              </a:p>
            </p:txBody>
          </p:sp>
        </p:grpSp>
        <p:sp>
          <p:nvSpPr>
            <p:cNvPr id="40" name="吹き出し: 角を丸めた四角形 39">
              <a:extLst>
                <a:ext uri="{FF2B5EF4-FFF2-40B4-BE49-F238E27FC236}">
                  <a16:creationId xmlns:a16="http://schemas.microsoft.com/office/drawing/2014/main" id="{BB497513-9871-838E-F3E4-3EFFDF964E4C}"/>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ねぇ</a:t>
              </a:r>
            </a:p>
          </p:txBody>
        </p:sp>
        <p:sp>
          <p:nvSpPr>
            <p:cNvPr id="41" name="吹き出し: 角を丸めた四角形 40">
              <a:extLst>
                <a:ext uri="{FF2B5EF4-FFF2-40B4-BE49-F238E27FC236}">
                  <a16:creationId xmlns:a16="http://schemas.microsoft.com/office/drawing/2014/main" id="{87A88771-D1F5-0691-4516-45128CD8C7D9}"/>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ん？</a:t>
              </a:r>
            </a:p>
          </p:txBody>
        </p:sp>
        <p:sp>
          <p:nvSpPr>
            <p:cNvPr id="42" name="吹き出し: 角を丸めた四角形 41">
              <a:extLst>
                <a:ext uri="{FF2B5EF4-FFF2-40B4-BE49-F238E27FC236}">
                  <a16:creationId xmlns:a16="http://schemas.microsoft.com/office/drawing/2014/main" id="{5D27FEB4-805C-79A2-9709-DF6A4EDDF42F}"/>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話そーよ</a:t>
              </a:r>
            </a:p>
          </p:txBody>
        </p:sp>
        <p:sp>
          <p:nvSpPr>
            <p:cNvPr id="46" name="楕円 45">
              <a:extLst>
                <a:ext uri="{FF2B5EF4-FFF2-40B4-BE49-F238E27FC236}">
                  <a16:creationId xmlns:a16="http://schemas.microsoft.com/office/drawing/2014/main" id="{589F98B2-3773-3A40-41C2-CFFE1DEE7A2F}"/>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7" name="楕円 46">
              <a:extLst>
                <a:ext uri="{FF2B5EF4-FFF2-40B4-BE49-F238E27FC236}">
                  <a16:creationId xmlns:a16="http://schemas.microsoft.com/office/drawing/2014/main" id="{C761C708-9F3D-67B8-DAC3-D632DF4D6F3B}"/>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8" name="楕円 47">
              <a:extLst>
                <a:ext uri="{FF2B5EF4-FFF2-40B4-BE49-F238E27FC236}">
                  <a16:creationId xmlns:a16="http://schemas.microsoft.com/office/drawing/2014/main" id="{35BE9515-A035-7C2A-6E39-BE1885CA592B}"/>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9" name="楕円 48">
              <a:extLst>
                <a:ext uri="{FF2B5EF4-FFF2-40B4-BE49-F238E27FC236}">
                  <a16:creationId xmlns:a16="http://schemas.microsoft.com/office/drawing/2014/main" id="{488076D8-1EC7-6AF7-FEBB-6467645B1102}"/>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8" name="グループ化 7">
            <a:extLst>
              <a:ext uri="{FF2B5EF4-FFF2-40B4-BE49-F238E27FC236}">
                <a16:creationId xmlns:a16="http://schemas.microsoft.com/office/drawing/2014/main" id="{BEBC1905-3585-AE63-5B0D-3C124B72D0BB}"/>
              </a:ext>
            </a:extLst>
          </p:cNvPr>
          <p:cNvGrpSpPr/>
          <p:nvPr/>
        </p:nvGrpSpPr>
        <p:grpSpPr>
          <a:xfrm>
            <a:off x="6806595" y="546789"/>
            <a:ext cx="4312986" cy="727787"/>
            <a:chOff x="6828598" y="546789"/>
            <a:chExt cx="4312986" cy="727787"/>
          </a:xfrm>
        </p:grpSpPr>
        <p:sp>
          <p:nvSpPr>
            <p:cNvPr id="5" name="四角形: 上の 2 つの角を切り取る 4">
              <a:extLst>
                <a:ext uri="{FF2B5EF4-FFF2-40B4-BE49-F238E27FC236}">
                  <a16:creationId xmlns:a16="http://schemas.microsoft.com/office/drawing/2014/main" id="{D66E5246-5DD3-DCB1-0828-E1B28988D2CA}"/>
                </a:ext>
              </a:extLst>
            </p:cNvPr>
            <p:cNvSpPr/>
            <p:nvPr/>
          </p:nvSpPr>
          <p:spPr>
            <a:xfrm>
              <a:off x="6828598" y="546789"/>
              <a:ext cx="4312986" cy="727787"/>
            </a:xfrm>
            <a:prstGeom prst="snip2SameRect">
              <a:avLst/>
            </a:prstGeom>
            <a:solidFill>
              <a:schemeClr val="accent2">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C206F9CA-55F9-DD65-5B4C-BD19D789C18F}"/>
                </a:ext>
              </a:extLst>
            </p:cNvPr>
            <p:cNvSpPr txBox="1"/>
            <p:nvPr/>
          </p:nvSpPr>
          <p:spPr>
            <a:xfrm>
              <a:off x="6980566" y="675036"/>
              <a:ext cx="4009051" cy="461665"/>
            </a:xfrm>
            <a:prstGeom prst="rect">
              <a:avLst/>
            </a:prstGeom>
            <a:noFill/>
          </p:spPr>
          <p:txBody>
            <a:bodyPr wrap="square">
              <a:spAutoFit/>
            </a:bodyPr>
            <a:lstStyle/>
            <a:p>
              <a:pPr algn="ctr"/>
              <a:r>
                <a:rPr lang="ja-JP" altLang="en-US" sz="2400" b="1" dirty="0">
                  <a:solidFill>
                    <a:schemeClr val="accent2"/>
                  </a:solidFill>
                  <a:latin typeface="原稿用標準書体" panose="03000503000000000000" pitchFamily="66" charset="-128"/>
                  <a:ea typeface="原稿用標準書体" panose="03000503000000000000" pitchFamily="66" charset="-128"/>
                </a:rPr>
                <a:t>イベント名</a:t>
              </a:r>
              <a:endParaRPr kumimoji="1" lang="ja-JP" altLang="en-US" sz="2400" b="1" dirty="0">
                <a:solidFill>
                  <a:schemeClr val="accent2"/>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43295043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gradFill>
        <a:effectLst/>
      </p:bgPr>
    </p:bg>
    <p:spTree>
      <p:nvGrpSpPr>
        <p:cNvPr id="1" name="">
          <a:extLst>
            <a:ext uri="{FF2B5EF4-FFF2-40B4-BE49-F238E27FC236}">
              <a16:creationId xmlns:a16="http://schemas.microsoft.com/office/drawing/2014/main" id="{3E939CE9-139F-D356-A7CC-E7F234E80694}"/>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E1C2FA38-3201-F4F1-2413-3FC44B332E59}"/>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台形 18">
            <a:extLst>
              <a:ext uri="{FF2B5EF4-FFF2-40B4-BE49-F238E27FC236}">
                <a16:creationId xmlns:a16="http://schemas.microsoft.com/office/drawing/2014/main" id="{280E9048-15D0-B91D-060E-52DB1C0F2609}"/>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 name="グループ化 13">
            <a:extLst>
              <a:ext uri="{FF2B5EF4-FFF2-40B4-BE49-F238E27FC236}">
                <a16:creationId xmlns:a16="http://schemas.microsoft.com/office/drawing/2014/main" id="{E7FB8834-E1C0-9246-3A0B-6A18E45E59D2}"/>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34415C57-E88B-DD20-2718-6EA7D06BF13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ED49C85F-8A35-98C2-1D99-67EE47BACF29}"/>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0DC49FB5-31CF-8303-D68C-BAC5311669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F6404536-884A-FD0F-DB71-51AB54ECC3E7}"/>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D553BAC2-89F4-2D2E-B2C9-8D8031DB50B1}"/>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sp>
        <p:nvSpPr>
          <p:cNvPr id="37" name="吹き出し: 角を丸めた四角形 36">
            <a:extLst>
              <a:ext uri="{FF2B5EF4-FFF2-40B4-BE49-F238E27FC236}">
                <a16:creationId xmlns:a16="http://schemas.microsoft.com/office/drawing/2014/main" id="{A04CD300-EAC5-2924-E109-ACF7BFD49D25}"/>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42" name="吹き出し: 角を丸めた四角形 41">
            <a:extLst>
              <a:ext uri="{FF2B5EF4-FFF2-40B4-BE49-F238E27FC236}">
                <a16:creationId xmlns:a16="http://schemas.microsoft.com/office/drawing/2014/main" id="{9F84BCEA-F553-5684-DE8B-800605519F30}"/>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62F64CE1-792A-5D51-07C5-FC2F8FA4BDFD}"/>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9" name="楕円 48">
            <a:extLst>
              <a:ext uri="{FF2B5EF4-FFF2-40B4-BE49-F238E27FC236}">
                <a16:creationId xmlns:a16="http://schemas.microsoft.com/office/drawing/2014/main" id="{E89E3253-D70E-FA0E-9698-4F876364E6E8}"/>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559801BB-179D-3959-1067-F2DD8EB3A17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5" name="吹き出し: 角を丸めた四角形 4">
            <a:extLst>
              <a:ext uri="{FF2B5EF4-FFF2-40B4-BE49-F238E27FC236}">
                <a16:creationId xmlns:a16="http://schemas.microsoft.com/office/drawing/2014/main" id="{51A0D392-987B-A322-79F2-BB3711AA69DE}"/>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男の人っていつも</a:t>
            </a:r>
            <a:r>
              <a:rPr kumimoji="1" lang="en-US" altLang="ja-JP"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sz="16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ry</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楕円 5">
            <a:extLst>
              <a:ext uri="{FF2B5EF4-FFF2-40B4-BE49-F238E27FC236}">
                <a16:creationId xmlns:a16="http://schemas.microsoft.com/office/drawing/2014/main" id="{0A8C9FA5-40FE-CC07-B3E9-2E36DA79851A}"/>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6" name="テキスト ボックス 15">
            <a:extLst>
              <a:ext uri="{FF2B5EF4-FFF2-40B4-BE49-F238E27FC236}">
                <a16:creationId xmlns:a16="http://schemas.microsoft.com/office/drawing/2014/main" id="{33B031D2-06AB-198C-8A4C-C064226F8C26}"/>
              </a:ext>
            </a:extLst>
          </p:cNvPr>
          <p:cNvSpPr txBox="1"/>
          <p:nvPr/>
        </p:nvSpPr>
        <p:spPr>
          <a:xfrm>
            <a:off x="8177120" y="3250891"/>
            <a:ext cx="2339103" cy="523220"/>
          </a:xfrm>
          <a:prstGeom prst="rect">
            <a:avLst/>
          </a:prstGeom>
          <a:noFill/>
        </p:spPr>
        <p:txBody>
          <a:bodyPr wrap="none" rtlCol="0">
            <a:spAutoFit/>
          </a:bodyPr>
          <a:lstStyle/>
          <a:p>
            <a:pPr algn="ctr"/>
            <a:r>
              <a:rPr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rPr>
              <a:t>イベント成功</a:t>
            </a:r>
          </a:p>
        </p:txBody>
      </p:sp>
      <p:pic>
        <p:nvPicPr>
          <p:cNvPr id="17" name="図 16">
            <a:extLst>
              <a:ext uri="{FF2B5EF4-FFF2-40B4-BE49-F238E27FC236}">
                <a16:creationId xmlns:a16="http://schemas.microsoft.com/office/drawing/2014/main" id="{A1C7DC1D-C6F4-FC52-42AA-3E0B65471830}"/>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1" name="図 20">
            <a:extLst>
              <a:ext uri="{FF2B5EF4-FFF2-40B4-BE49-F238E27FC236}">
                <a16:creationId xmlns:a16="http://schemas.microsoft.com/office/drawing/2014/main" id="{DD72D513-F67B-3B66-7B1A-95FB01DC332D}"/>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22" name="テキスト ボックス 21">
            <a:extLst>
              <a:ext uri="{FF2B5EF4-FFF2-40B4-BE49-F238E27FC236}">
                <a16:creationId xmlns:a16="http://schemas.microsoft.com/office/drawing/2014/main" id="{F9D41907-7324-2CE7-DE17-DAEB85B5F541}"/>
              </a:ext>
            </a:extLst>
          </p:cNvPr>
          <p:cNvSpPr txBox="1"/>
          <p:nvPr/>
        </p:nvSpPr>
        <p:spPr>
          <a:xfrm>
            <a:off x="9747595" y="4156382"/>
            <a:ext cx="1107996"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バフ名称</a:t>
            </a:r>
          </a:p>
        </p:txBody>
      </p:sp>
      <p:sp>
        <p:nvSpPr>
          <p:cNvPr id="23" name="テキスト ボックス 22">
            <a:extLst>
              <a:ext uri="{FF2B5EF4-FFF2-40B4-BE49-F238E27FC236}">
                <a16:creationId xmlns:a16="http://schemas.microsoft.com/office/drawing/2014/main" id="{2EC296AA-A211-5167-974F-7E5DE4DF677E}"/>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b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a:t>
            </a:r>
          </a:p>
        </p:txBody>
      </p:sp>
      <p:grpSp>
        <p:nvGrpSpPr>
          <p:cNvPr id="2" name="グループ化 1">
            <a:extLst>
              <a:ext uri="{FF2B5EF4-FFF2-40B4-BE49-F238E27FC236}">
                <a16:creationId xmlns:a16="http://schemas.microsoft.com/office/drawing/2014/main" id="{72CD70B5-BBAA-2CB5-887A-2B3AB3E9F7F5}"/>
              </a:ext>
            </a:extLst>
          </p:cNvPr>
          <p:cNvGrpSpPr/>
          <p:nvPr/>
        </p:nvGrpSpPr>
        <p:grpSpPr>
          <a:xfrm>
            <a:off x="9164096" y="5847431"/>
            <a:ext cx="1815744" cy="369332"/>
            <a:chOff x="9026246" y="5847431"/>
            <a:chExt cx="1815744" cy="369332"/>
          </a:xfrm>
        </p:grpSpPr>
        <p:sp>
          <p:nvSpPr>
            <p:cNvPr id="4" name="二等辺三角形 3">
              <a:extLst>
                <a:ext uri="{FF2B5EF4-FFF2-40B4-BE49-F238E27FC236}">
                  <a16:creationId xmlns:a16="http://schemas.microsoft.com/office/drawing/2014/main" id="{CF95197C-8614-604B-4671-5DDD542154AA}"/>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1E1FDA93-87CB-6FFC-2C0D-DC07AC41EEA1}"/>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Tree>
    <p:extLst>
      <p:ext uri="{BB962C8B-B14F-4D97-AF65-F5344CB8AC3E}">
        <p14:creationId xmlns:p14="http://schemas.microsoft.com/office/powerpoint/2010/main" val="16871061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1CBA1-60F4-B92F-43A8-D624B30C3519}"/>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3DC83505-F4BF-2A87-BAA3-5866A649FB62}"/>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8210E66A-2950-8710-83DD-5BE278ABBBCA}"/>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吹き出し: 角を丸めた四角形 36">
            <a:extLst>
              <a:ext uri="{FF2B5EF4-FFF2-40B4-BE49-F238E27FC236}">
                <a16:creationId xmlns:a16="http://schemas.microsoft.com/office/drawing/2014/main" id="{B3AD5F64-1EC3-DD14-6AB4-A8B0CD478BAF}"/>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抱かせろ</a:t>
            </a:r>
          </a:p>
        </p:txBody>
      </p:sp>
      <p:sp>
        <p:nvSpPr>
          <p:cNvPr id="42" name="吹き出し: 角を丸めた四角形 41">
            <a:extLst>
              <a:ext uri="{FF2B5EF4-FFF2-40B4-BE49-F238E27FC236}">
                <a16:creationId xmlns:a16="http://schemas.microsoft.com/office/drawing/2014/main" id="{AF0A27AA-A06F-6759-A751-3B2651265852}"/>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5988AF52-BF2C-B45D-F676-21B296F92533}"/>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2F5B02BB-35E0-6A13-9325-7BA7A626D514}"/>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67B0314-F386-B202-A6D7-8D5F273C1091}"/>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390C658B-716D-2833-A840-123B2DD02E52}"/>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男の人っていつも</a:t>
            </a:r>
            <a:r>
              <a:rPr kumimoji="1" lang="en-US" altLang="ja-JP" sz="1600" dirty="0">
                <a:solidFill>
                  <a:schemeClr val="tx1">
                    <a:lumMod val="85000"/>
                    <a:lumOff val="15000"/>
                  </a:schemeClr>
                </a:solidFill>
                <a:latin typeface="02流線形 Bold" pitchFamily="2" charset="-128"/>
                <a:ea typeface="02流線形 Bold" pitchFamily="2" charset="-128"/>
              </a:rPr>
              <a:t>(</a:t>
            </a:r>
            <a:r>
              <a:rPr kumimoji="1" lang="en-US" altLang="ja-JP" sz="1600" dirty="0" err="1">
                <a:solidFill>
                  <a:schemeClr val="tx1">
                    <a:lumMod val="85000"/>
                    <a:lumOff val="15000"/>
                  </a:schemeClr>
                </a:solidFill>
                <a:latin typeface="02流線形 Bold" pitchFamily="2" charset="-128"/>
                <a:ea typeface="02流線形 Bold" pitchFamily="2" charset="-128"/>
              </a:rPr>
              <a:t>ry</a:t>
            </a:r>
            <a:endParaRPr kumimoji="1" lang="ja-JP" altLang="en-US" sz="1600" dirty="0">
              <a:solidFill>
                <a:schemeClr val="tx1">
                  <a:lumMod val="85000"/>
                  <a:lumOff val="15000"/>
                </a:schemeClr>
              </a:solidFill>
              <a:latin typeface="02流線形 Bold" pitchFamily="2" charset="-128"/>
              <a:ea typeface="02流線形 Bold" pitchFamily="2" charset="-128"/>
            </a:endParaRPr>
          </a:p>
        </p:txBody>
      </p:sp>
      <p:sp>
        <p:nvSpPr>
          <p:cNvPr id="6" name="楕円 5">
            <a:extLst>
              <a:ext uri="{FF2B5EF4-FFF2-40B4-BE49-F238E27FC236}">
                <a16:creationId xmlns:a16="http://schemas.microsoft.com/office/drawing/2014/main" id="{1D6CEA30-B36A-50CE-56E5-3331BD066FA9}"/>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7F131B05-8440-B37D-5989-FA0ADED090DA}"/>
              </a:ext>
            </a:extLst>
          </p:cNvPr>
          <p:cNvSpPr txBox="1"/>
          <p:nvPr/>
        </p:nvSpPr>
        <p:spPr>
          <a:xfrm>
            <a:off x="8177122" y="3250891"/>
            <a:ext cx="2339102"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イベント成功</a:t>
            </a:r>
          </a:p>
        </p:txBody>
      </p:sp>
      <p:pic>
        <p:nvPicPr>
          <p:cNvPr id="17" name="図 16">
            <a:extLst>
              <a:ext uri="{FF2B5EF4-FFF2-40B4-BE49-F238E27FC236}">
                <a16:creationId xmlns:a16="http://schemas.microsoft.com/office/drawing/2014/main" id="{CAD686C7-1D3D-EE4D-4218-70963950E34D}"/>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1" name="図 20">
            <a:extLst>
              <a:ext uri="{FF2B5EF4-FFF2-40B4-BE49-F238E27FC236}">
                <a16:creationId xmlns:a16="http://schemas.microsoft.com/office/drawing/2014/main" id="{C0546D71-6D90-EEA2-2252-DFC5D7B073EF}"/>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22" name="テキスト ボックス 21">
            <a:extLst>
              <a:ext uri="{FF2B5EF4-FFF2-40B4-BE49-F238E27FC236}">
                <a16:creationId xmlns:a16="http://schemas.microsoft.com/office/drawing/2014/main" id="{5B9D9B23-1CD0-93B9-F634-6F88FE9D4A8C}"/>
              </a:ext>
            </a:extLst>
          </p:cNvPr>
          <p:cNvSpPr txBox="1"/>
          <p:nvPr/>
        </p:nvSpPr>
        <p:spPr>
          <a:xfrm>
            <a:off x="9747595" y="4156382"/>
            <a:ext cx="1107996"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バフ名称</a:t>
            </a:r>
          </a:p>
        </p:txBody>
      </p:sp>
      <p:sp>
        <p:nvSpPr>
          <p:cNvPr id="23" name="テキスト ボックス 22">
            <a:extLst>
              <a:ext uri="{FF2B5EF4-FFF2-40B4-BE49-F238E27FC236}">
                <a16:creationId xmlns:a16="http://schemas.microsoft.com/office/drawing/2014/main" id="{D13E41C5-5C17-A898-CF97-07CA61572F95}"/>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kumimoji="1" lang="ja-JP" altLang="en-US" b="1" dirty="0">
                <a:solidFill>
                  <a:schemeClr val="tx1">
                    <a:lumMod val="85000"/>
                    <a:lumOff val="15000"/>
                  </a:schemeClr>
                </a:solidFill>
                <a:latin typeface="02流線形 Bold" pitchFamily="2" charset="-128"/>
                <a:ea typeface="02流線形 Bold" pitchFamily="2" charset="-128"/>
              </a:rPr>
              <a:t>＋</a:t>
            </a:r>
            <a:r>
              <a:rPr kumimoji="1" lang="en-US" altLang="ja-JP" b="1" dirty="0">
                <a:solidFill>
                  <a:schemeClr val="tx1">
                    <a:lumMod val="85000"/>
                    <a:lumOff val="15000"/>
                  </a:schemeClr>
                </a:solidFill>
                <a:latin typeface="02流線形 Bold" pitchFamily="2" charset="-128"/>
                <a:ea typeface="02流線形 Bold" pitchFamily="2" charset="-128"/>
              </a:rPr>
              <a:t>20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grpSp>
        <p:nvGrpSpPr>
          <p:cNvPr id="34" name="グループ化 33">
            <a:extLst>
              <a:ext uri="{FF2B5EF4-FFF2-40B4-BE49-F238E27FC236}">
                <a16:creationId xmlns:a16="http://schemas.microsoft.com/office/drawing/2014/main" id="{1352C45C-76E9-5FAE-F5DB-2D358414A134}"/>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9EB70B39-CA18-51C5-4BC0-C2EE4D0462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A68066AD-95CB-F8A0-A489-4185275515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45E09E71-B004-6A7F-D0FA-36CD67498D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A469C864-24D8-3F9A-A314-9003AA46ED0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067DD69E-E77D-8F5B-7C6D-64B1126DBA86}"/>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0589CBB9-7F4F-7DAB-B2FB-39F7C6BE2D4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852DCC57-74EB-61EB-E91B-22A447057B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7570CD89-5DA8-CD6B-4368-62C5DE461FC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CDFE6A56-A171-2220-5607-EE272AAE7D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95A59255-6E8A-E837-742E-EB767669E833}"/>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564A3A91-E533-19C8-20A1-8542D12CBD8A}"/>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F7744598-8F97-5F9A-F399-C62C37B82647}"/>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14D559EE-BD44-BC30-3778-69335F0519E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18FF3041-DB6F-AE4C-87C0-380DFFAF7764}"/>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187066464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62675108-3993-E7C7-4239-12562777EB1B}"/>
            </a:ext>
          </a:extLst>
        </p:cNvPr>
        <p:cNvGrpSpPr/>
        <p:nvPr/>
      </p:nvGrpSpPr>
      <p:grpSpPr>
        <a:xfrm>
          <a:off x="0" y="0"/>
          <a:ext cx="0" cy="0"/>
          <a:chOff x="0" y="0"/>
          <a:chExt cx="0" cy="0"/>
        </a:xfrm>
      </p:grpSpPr>
      <p:sp>
        <p:nvSpPr>
          <p:cNvPr id="277" name="矢印: 五方向 276">
            <a:extLst>
              <a:ext uri="{FF2B5EF4-FFF2-40B4-BE49-F238E27FC236}">
                <a16:creationId xmlns:a16="http://schemas.microsoft.com/office/drawing/2014/main" id="{3A338038-0DB4-979A-4C26-5A403A328440}"/>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80" name="楕円 79">
            <a:extLst>
              <a:ext uri="{FF2B5EF4-FFF2-40B4-BE49-F238E27FC236}">
                <a16:creationId xmlns:a16="http://schemas.microsoft.com/office/drawing/2014/main" id="{B7D63AA0-F69A-EA22-3153-A020B6245B03}"/>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3B0BC81F-CE68-D159-BE6C-0194087B125E}"/>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0875FBD6-09ED-51D3-0696-DA5568BEF19F}"/>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56EDABA3-98D3-9870-A362-FEAC0E5DAE95}"/>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C46861C0-067A-C5F8-5113-B45FC82FA678}"/>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E93F097C-89A8-F60E-DB83-1EA03EB534EE}"/>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80A33A84-ADF8-4E68-D1E2-45080EFDFDAD}"/>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25AA3691-2024-C2FC-81A2-D5B0BC9B903B}"/>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43E5537C-F70B-F360-498D-6CB736436655}"/>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B459F9BD-4D2B-57E6-32D7-215917D94CBC}"/>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388F7A31-17B0-1DBE-2F57-5291E2CA640F}"/>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A5B2ACD1-268A-B5C9-223F-26CD13523662}"/>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F283045D-5481-F088-49F7-76CFFC58144A}"/>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298B668E-CEBE-FC78-2C20-A4A68367CC54}"/>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8BD104E6-DF2C-ED62-DFAE-B03FABDA17A5}"/>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095A2663-2B3A-5D28-3AB4-70CD6379F97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3B0EE30C-3C59-99C8-47C3-21040949813D}"/>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B3D0EA1D-1B77-071F-70A5-A41160B626CF}"/>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63D9D4B6-BB75-B965-58D3-A02409F71D8D}"/>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582456C-8B1A-FBBF-E2CB-95B10907E65C}"/>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3BC390A5-696C-4759-20D5-3D43535B0716}"/>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7FE05DF1-20E7-E6F1-F572-139709FEC9EB}"/>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6F5D985D-BE59-E769-7B4B-219F130B08FD}"/>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F21EE6E4-1C58-EA35-77AF-745705E534E7}"/>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4395FF90-2AA7-3E8C-8E4C-6DB59B54CAA1}"/>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664E7067-2BC3-9475-585A-9F405222AFA7}"/>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3E6D657B-0FB9-5CC1-81AF-C16B415AB7EB}"/>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180F9604-1594-8562-5DB5-4AA22BA6D3F0}"/>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4E0735D2-1720-7B3B-7F42-EA8A90144350}"/>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278DF3DA-C9BC-1FE4-0B76-1C3D1E951EAC}"/>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9E575D39-9683-74E9-52B7-98AA063DF761}"/>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4E082290-16BF-7422-CF12-CC6CC690E669}"/>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C38BE224-E30B-D843-1028-27661386D7F2}"/>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D8F35592-1937-5BD0-2F91-BD31A77D2DA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F4C25449-BC65-177E-3B64-2B06E9062F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3C0F0AAD-5908-584B-F181-A2721F038D91}"/>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44680473-D71D-7DB5-5036-D3CF3BF05D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DFFE15DA-A255-2AE3-4C81-F2BC5789738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9F0C42FC-84C1-AFB7-4650-77D56816C135}"/>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994B6581-BFF7-3D08-8B10-5AE5D209D51E}"/>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A9C9A878-0503-D22E-487E-839D5D379305}"/>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D846BCE9-9665-2AE3-77A4-CD5B41F13897}"/>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1351442-3158-FFD0-2490-D4F9BDDA10FB}"/>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3B9F0E31-1F75-62F4-61F0-5A440893046D}"/>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531C4FAC-B27F-9B4E-AAA4-03E9C51096F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C972F199-1754-8825-1AB2-1BDB48649BD0}"/>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CDCBB13E-3D47-5E5F-0966-2E9C4F97DB7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C2D3B9DE-E6A2-D4A9-B6CB-1D9534C9587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5C67F01E-326B-9D17-FE3F-47DF4BE28BB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2E3D8E5F-D650-AAB6-072A-375A4F2F6B4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89343878-82DF-3001-C7B7-6554C4CCAA86}"/>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743E436C-DA80-3D1C-82C1-C5FC5373F68D}"/>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A06CECA4-16C8-1371-5F35-851A0CD99AD7}"/>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03BD48AA-3296-FD3A-C71B-A6937C89E540}"/>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DCF00D53-D889-7AC3-6000-30420095C5A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15E24240-BCDD-342C-3FB9-B167AD16BC8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9C8C9086-5089-9AFE-8294-B0521BF9565B}"/>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ACEF52C-3189-0685-1A32-AB65773360A8}"/>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FB04E1C6-A932-3E26-10B9-923E5F7EF6A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098A579-17A2-1EAB-D977-2770E3F73F92}"/>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2C278F32-C2D9-C362-2E47-20B508BD9C85}"/>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D90A6A8F-822D-CA3A-4230-4CA44635E35F}"/>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B8C7C4CC-352F-199B-39BB-A1636CAAF9D1}"/>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2311C705-60E6-059C-D894-F3B621FD697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DCE2678C-B09F-DD78-41E9-DF6745472B1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182F98DD-C0CC-678A-6C3E-7FAC74EC2460}"/>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E4762381-DE85-21A6-A67F-02118A9B18CE}"/>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B4E4FB55-C4D8-4AFA-67F9-230FB11808EF}"/>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3FACC6CB-6B0E-778C-C4A5-4A3FD5C6266B}"/>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520F56B8-5F80-47DB-A102-B49C769C6D1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945F5AAC-9E13-F097-CA58-9036E7D0065A}"/>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74FAC12B-5B2C-157F-58CC-E1A5D2351B26}"/>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7C5399A4-5EC6-C369-D88E-AD3BC9F70A48}"/>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42D1C1DD-5E11-27B5-DFBA-43F1F6D304F2}"/>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20171E70-D3BA-B675-5FED-C2734DCFA870}"/>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22AD1E0E-5A29-82A8-F358-3B2DD5C254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D10103F9-4338-2EAE-0BA1-A22F4D3D420C}"/>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3253B0DE-6590-281E-ACAE-5363C741EB80}"/>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352DAB2A-8F29-A980-0E3E-C3D7E12BB17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3C4997BB-1BD4-3314-7C47-FC1782CE98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532BD5F3-DA27-89BF-1008-3A25584B66A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3AAF39F4-B52B-8FF4-8A1F-76D10364DD19}"/>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47DAD579-0ABB-4158-96EA-BC760D4F44E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42A6CA42-33AD-BBE8-BA9C-5A3A28D3BCF2}"/>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603686E-2F3A-01C2-27B1-700A62993897}"/>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10C4448E-D831-635F-6CC3-B1DA0833318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AC69946C-04DC-58E2-BCA9-D0F096257A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65C6C6A6-E930-A8F2-32FE-F32982921DF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C13C7038-A580-A71E-E237-585129014D53}"/>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056E6937-94C8-1EA6-E70D-940655657B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E2FE317A-515B-66F3-EC90-77F91571C69C}"/>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CBD6D17D-193C-3474-6EB3-5F35A3065D00}"/>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043E71A6-5B00-C001-5DCF-2C99DD92AAB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FDF7B334-9C3F-C025-DBDB-A93D503456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3F95B1A-3F41-0105-8A87-9BD053398FC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6BE75A06-82D2-4459-BCAB-DBD34FE5F1DF}"/>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2D69199A-B2FC-5559-FED7-BF5A9D860F1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05E7652C-FBB2-E9C3-1D07-1BC0D11CF72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B25B6566-AEBC-16A9-4A8A-8A121591248B}"/>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8DFC562-0AFE-9014-9543-A2E25709925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121253C6-E567-49D9-3E73-C7A71563A0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30E245E7-F3E5-B4A4-FE95-C32BA24BE0B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F157B8FB-CB49-524A-5DC9-94E1BC037787}"/>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CD905697-81F5-32C1-398C-ECC2C5384A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0318A024-B3C8-1565-173D-81071864C3EC}"/>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FD595720-95C4-49F1-84C2-8821F176E45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F8AC08F-1A05-951D-0977-EBC0EE7280D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B016BF43-FA6F-58EC-CC26-B637D9AAB3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CC875FF0-683B-9A0C-31B1-729DC290AA2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905350D8-9794-6505-2C40-FB110410C7E3}"/>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382A01A6-DB53-F041-9649-387E3921F63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6FD7D17F-36D7-BC10-B78D-207B7ED0D998}"/>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FA0506CA-178E-E989-E8F4-A7E9A648C2F2}"/>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515A7920-A63D-CBC0-D9F6-0A97CE58971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73EED1E5-400F-674C-518F-ECAA79E96B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D108F0B0-87D0-110C-3293-03B8364AF35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F66DC22E-7A0E-05AC-8D12-9636F3BBAE11}"/>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9A4D0240-A640-04CE-7FC3-AF2CDD8B2E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C9637565-5D43-06BD-5945-924EFBDF1D6A}"/>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4C773B6A-1E24-5280-C109-D4BD44D86B84}"/>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399F0B0-6D50-97F3-740D-7C4D5683308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8F851566-C6F6-D38E-B4F9-63FD1A5334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3249CBE9-5910-349D-FB2B-D566A8272F6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E64C75DB-7161-17BB-3351-77F02FE2818D}"/>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787016AC-E440-CCBB-777F-39446F55E9FD}"/>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57D6A34F-D853-59E7-FA99-EE54DCA8F1A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72B4A836-4855-FF7A-FC75-9F9C5EF2B6FB}"/>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05C9D1D5-FF89-69C7-E83E-BCC971D441E0}"/>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EB6D93FE-DCB8-AAE1-2E85-FA8C639F24AC}"/>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5A8B1AA7-EC1B-2443-06A0-18DEBADADAAF}"/>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02A7B9B7-97BE-2DBC-A253-8BAB4824BC3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11D108E6-138F-D64E-1BA5-AF32FC12DCA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45DB9B2A-C7F0-4127-6A27-55944B7B56F1}"/>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C3361A4F-066F-C12F-36E3-FA005A4E82A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6216706B-498F-6D32-AFAF-423AF792C80E}"/>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54BD6B82-C614-F14A-6647-123C3D6A8892}"/>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B06A8CE6-A03F-AD49-F6A9-9A4EF623C73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822E3F69-FC6A-D3B8-90BA-DAB7A7800396}"/>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9C805BDD-7C42-6B7D-8842-05BB353998A5}"/>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2475626F-BE8B-E625-FEBA-DE2CCA9A76F7}"/>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B5E2AD62-56C3-3893-9802-EA4C6BE9EFBF}"/>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C42C0F6F-8724-96BE-3639-65535BA10DB2}"/>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15BD5F4F-5D3D-9E44-2575-8FAE306CCD9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930E7B65-BDCF-4528-4008-E7AB15515C1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CEE39836-CCEC-8ACD-0AC2-B2BDE49E2794}"/>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17978BD6-4159-A633-ED4B-CC066F565B5D}"/>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19FBF836-876E-B354-AE97-1B27CA4DD5B8}"/>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134B9DC4-339F-4088-630D-BD56B2C27F3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EF7270EC-DA39-D6C7-44B1-180830ED5987}"/>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15EB006A-440E-67F9-6A07-39E497CD829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7FF4E654-8837-4286-B3C5-CFF58CE28DB9}"/>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88439E96-6478-9298-9F9F-2FEC6CC6AEFB}"/>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8D6C9034-5118-A03B-FEF5-58C5CFA8AB00}"/>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0BDB7C3-334E-6CBB-F042-326FEFE255A7}"/>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290E12E4-E0BD-5883-C1C9-62E7E5E3E5A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454053CF-8F44-3D88-34C0-A4FF5D74D9D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9218124F-ADD0-F508-77CF-8CD7FECA1A8C}"/>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BA74E8DF-D397-85C4-AF98-60BDD2376F1F}"/>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2A1E7050-218F-9359-6497-F8A45A728BA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A13E2C1A-E7A6-EC01-7DB6-50638FD8EAC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E9A2C268-6C00-9C2A-B096-E3E2D04E0AFA}"/>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6033F0C3-1A11-C229-6800-AFA76A769045}"/>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6FB085F6-5706-7D44-16F8-C825D0D2A8AF}"/>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1FAA8818-30CE-386D-9533-DD6A086A9B9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4B2E0573-2CFF-8703-4B24-8F98E8120BCD}"/>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7D0A8A75-210F-BA2B-B399-258EA996FC4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9942885B-4BA1-261A-96F4-B5D3145123E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52143FD4-ACF7-4AF2-06E5-A25403B19D99}"/>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7302F0F-1930-2C94-CF51-7996D9BC70B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1CF8A7CE-4EF8-7697-1A79-38C55A069A45}"/>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BD52D39-44E3-1C17-8512-AEA7D844360B}"/>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7629CA9B-54DE-5DC9-CE21-9A3BCF9457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2B5F3025-E6C9-A84D-B6A8-99CC3DDDD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49A1234D-2BCE-C27E-A3FA-0607B224FC1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BE38E0A6-34B2-5396-97C0-4BD845050D3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4528AB58-FA5C-0738-BF8A-7540CDB43E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401A9415-A4BE-A5BF-2487-8737450CC5A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89927F8A-8646-9E45-178C-21E941D391FD}"/>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B6A54E7C-9536-5224-2B09-194C3D26546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2E3D6D06-0AA3-8105-62FD-67C6309480BF}"/>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2F8A75B3-AFEF-5443-F185-3C20362274E0}"/>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0FAE076D-2110-0A2B-2B30-91F0F2CA2E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F4E17843-95B6-5752-5277-C42B07A61F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C3252BCE-D7E9-A849-9254-91C3C4987F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8B7E6EA2-5478-DDB6-7589-B9B0B23D572B}"/>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3A88B590-3F22-D859-7493-AD854791070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CB25F55-F588-B155-967F-1A9E222955E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F589AE03-D03D-C7A4-E1CE-53FDA6868058}"/>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1E804A25-1337-7A05-7B77-04540548D87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A2A042EE-E999-7395-06D2-305D8DAF9491}"/>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9E84C851-7D56-23C0-A4CF-0B708D15F125}"/>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930B144D-999E-DBBF-3F32-C249D84C1F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0F3254F5-15EA-B1FC-2F52-673BF831EB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96C817D0-0677-89AF-9E54-307A1D38A63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73F1775D-DF98-2274-9011-167C1B255321}"/>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964CF261-E36A-8BE2-A715-B99930AA852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8782532C-BC85-DAB1-0F5D-F6F9258BC35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023192B3-032F-E300-09BE-F1EF17391ABA}"/>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4B39E63B-2E0E-D100-FF06-5071A6E7C39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CEECFFFE-C302-5A82-F871-BC0CA72D4C45}"/>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04C85417-1904-E5BA-DD34-064E6444D178}"/>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004BE8C7-2744-AE6E-F0E2-517867674B4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8DA8BBD8-8992-AA11-D153-FA91E0A4F6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27F8B75F-38F7-1551-6CF4-E385C2440BF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D88DB543-C8C1-36A5-A36B-5D066D23C3D5}"/>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82307672-4CBC-8082-DA93-B3B7E581282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D493CAA4-EDB6-A08C-0B5E-6A7686F5D43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FF4C15DF-F980-7726-E98C-6B2DC08B2BE6}"/>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D21A1AAC-3648-618D-455B-2E6B294E0D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2C9EBE42-635A-F894-AD77-B4A1D6069BA4}"/>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E5F7084D-552D-80F2-30D1-8450B6DFD8AB}"/>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133803A-E74A-DBC1-30F8-3D27B38555C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5DDA501D-530F-96F7-D810-5F51C05009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ED927B73-8A53-CC6E-0485-E1B833C6A9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D1ECC04D-CF6B-9C67-1E5A-BEB06D44FA14}"/>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CDDE987A-2CF5-8E9E-8501-F0F5A35701C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731823CD-E091-A0BB-CB06-651CFF842D4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38ED6077-AE6D-6A28-E6A4-6D1014C86DFE}"/>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DD121E32-45A2-3563-74C9-3E401C8E49B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05A8E8D3-4B13-19F6-7E9C-541622EB4DE2}"/>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EC3595C7-14BD-C157-BBCA-CC1240A21CF9}"/>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B90AA3B5-750C-B644-5FE3-D24925838F9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A7BAD314-51FD-1F7A-4AA6-0EB2E916D1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6F076814-0078-3ECA-6065-41B6D07485D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D4FB08DE-6121-9B0D-65E6-60E845844B9A}"/>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CBBAC017-7C6D-3BB6-E6CB-9C52A877587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B2FB94AA-3291-1093-0A57-17B2B09BF9B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2CEF9897-2F0A-1EA3-D3D0-A4F62A0FA66E}"/>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D07A201A-CF19-F2EF-734B-95F10AC2AA2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30A6C449-9442-35E0-2C92-863B6F524801}"/>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99A8D243-9790-03EA-0024-8BF8F736B86B}"/>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520F395E-3632-24E0-AEEE-B0C6DC149CF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C676C6DA-CE7D-C8B2-254C-8D25D849A3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B09BE34E-3811-3695-7C27-D75C63755C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59F8A9A3-FAFE-B6AA-489A-D912E60BD75E}"/>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6245FBDC-2CB9-86B2-5042-36A712B3FAA5}"/>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E955CCC8-0B5F-A0C0-E489-8B4CA6D8CD9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D6F1FD58-458D-E15A-5D83-884C61345AD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D2FC17A1-9247-0DFE-9AD3-F2CFF64D2921}"/>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BBF2014E-30A4-D1E7-2B54-1CE5943D162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44A7C44C-802C-68F2-0C2C-9109786DE84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6C93B6F0-DC25-DD62-905B-1CA65E9B341A}"/>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628584CD-DB20-96A3-93B9-1894CA54A294}"/>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45BAD01B-E126-DD53-B6A3-A475AD92BA47}"/>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35FB3A3F-1F5E-3C9B-E582-F064DCED41B1}"/>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85E6D63A-1269-A0C3-05F6-893036AABC51}"/>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EC05D5CE-F5A8-B9AD-DF89-80AADB764D98}"/>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EF13AD1-6DE3-1845-5033-168F9A915D8E}"/>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80" name="グループ化 179">
            <a:extLst>
              <a:ext uri="{FF2B5EF4-FFF2-40B4-BE49-F238E27FC236}">
                <a16:creationId xmlns:a16="http://schemas.microsoft.com/office/drawing/2014/main" id="{39FF3A7E-D5D7-EA41-6B5F-68EA476AF611}"/>
              </a:ext>
            </a:extLst>
          </p:cNvPr>
          <p:cNvGrpSpPr/>
          <p:nvPr/>
        </p:nvGrpSpPr>
        <p:grpSpPr>
          <a:xfrm>
            <a:off x="7135508" y="2614506"/>
            <a:ext cx="4564411" cy="807400"/>
            <a:chOff x="7135508" y="2614506"/>
            <a:chExt cx="4564411" cy="807400"/>
          </a:xfrm>
        </p:grpSpPr>
        <p:cxnSp>
          <p:nvCxnSpPr>
            <p:cNvPr id="43" name="直線コネクタ 42">
              <a:extLst>
                <a:ext uri="{FF2B5EF4-FFF2-40B4-BE49-F238E27FC236}">
                  <a16:creationId xmlns:a16="http://schemas.microsoft.com/office/drawing/2014/main" id="{475D97DA-CFF9-E355-F8D1-48EB68357837}"/>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181" name="グループ化 180">
              <a:extLst>
                <a:ext uri="{FF2B5EF4-FFF2-40B4-BE49-F238E27FC236}">
                  <a16:creationId xmlns:a16="http://schemas.microsoft.com/office/drawing/2014/main" id="{21F94A41-D67A-930A-17F0-64D4BBDBA3AE}"/>
                </a:ext>
              </a:extLst>
            </p:cNvPr>
            <p:cNvGrpSpPr/>
            <p:nvPr/>
          </p:nvGrpSpPr>
          <p:grpSpPr>
            <a:xfrm>
              <a:off x="7135508" y="2614506"/>
              <a:ext cx="524313" cy="807400"/>
              <a:chOff x="7430783" y="2595456"/>
              <a:chExt cx="524313" cy="807400"/>
            </a:xfrm>
          </p:grpSpPr>
          <p:sp>
            <p:nvSpPr>
              <p:cNvPr id="84" name="テキスト ボックス 83">
                <a:extLst>
                  <a:ext uri="{FF2B5EF4-FFF2-40B4-BE49-F238E27FC236}">
                    <a16:creationId xmlns:a16="http://schemas.microsoft.com/office/drawing/2014/main" id="{3DBEFE5E-0EBA-E268-30D6-DAC62497A964}"/>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34F4E64B-3FB6-4FC3-5496-30640B58A2BC}"/>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97" name="グループ化 96">
            <a:extLst>
              <a:ext uri="{FF2B5EF4-FFF2-40B4-BE49-F238E27FC236}">
                <a16:creationId xmlns:a16="http://schemas.microsoft.com/office/drawing/2014/main" id="{520CA3AC-B8B6-4BCF-F428-6562FF1C4B17}"/>
              </a:ext>
            </a:extLst>
          </p:cNvPr>
          <p:cNvGrpSpPr/>
          <p:nvPr/>
        </p:nvGrpSpPr>
        <p:grpSpPr>
          <a:xfrm>
            <a:off x="701559" y="856984"/>
            <a:ext cx="973058" cy="5085256"/>
            <a:chOff x="701559" y="856984"/>
            <a:chExt cx="973058" cy="5085256"/>
          </a:xfrm>
        </p:grpSpPr>
        <p:sp>
          <p:nvSpPr>
            <p:cNvPr id="4" name="楕円 3">
              <a:extLst>
                <a:ext uri="{FF2B5EF4-FFF2-40B4-BE49-F238E27FC236}">
                  <a16:creationId xmlns:a16="http://schemas.microsoft.com/office/drawing/2014/main" id="{4F1D97DD-0E1E-5ADC-5A8B-78419CD5E929}"/>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 name="楕円 4">
              <a:extLst>
                <a:ext uri="{FF2B5EF4-FFF2-40B4-BE49-F238E27FC236}">
                  <a16:creationId xmlns:a16="http://schemas.microsoft.com/office/drawing/2014/main" id="{E404091C-100D-0E7B-63F9-552FBC200D24}"/>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1" name="楕円 20">
              <a:extLst>
                <a:ext uri="{FF2B5EF4-FFF2-40B4-BE49-F238E27FC236}">
                  <a16:creationId xmlns:a16="http://schemas.microsoft.com/office/drawing/2014/main" id="{38FE8CF7-9643-0398-4691-6C6B844B6ED0}"/>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 name="楕円 23">
              <a:extLst>
                <a:ext uri="{FF2B5EF4-FFF2-40B4-BE49-F238E27FC236}">
                  <a16:creationId xmlns:a16="http://schemas.microsoft.com/office/drawing/2014/main" id="{251FBD27-7A78-2633-73CB-416EC69920D7}"/>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8E7C1D2E-D9AE-4FDD-BBAF-7E6AC2E3223C}"/>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A30428E9-9318-3E1B-1898-557813D5C256}"/>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FB6E84D8-8CD3-66E2-76F7-374B72A82382}"/>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179" name="グループ化 178">
            <a:extLst>
              <a:ext uri="{FF2B5EF4-FFF2-40B4-BE49-F238E27FC236}">
                <a16:creationId xmlns:a16="http://schemas.microsoft.com/office/drawing/2014/main" id="{3823A1B5-A5F4-DEB8-4935-76060797FA63}"/>
              </a:ext>
            </a:extLst>
          </p:cNvPr>
          <p:cNvGrpSpPr/>
          <p:nvPr/>
        </p:nvGrpSpPr>
        <p:grpSpPr>
          <a:xfrm>
            <a:off x="8106557" y="848666"/>
            <a:ext cx="1102148" cy="5096264"/>
            <a:chOff x="8106557" y="848666"/>
            <a:chExt cx="1102148" cy="5096264"/>
          </a:xfrm>
        </p:grpSpPr>
        <p:sp>
          <p:nvSpPr>
            <p:cNvPr id="54" name="楕円 53">
              <a:extLst>
                <a:ext uri="{FF2B5EF4-FFF2-40B4-BE49-F238E27FC236}">
                  <a16:creationId xmlns:a16="http://schemas.microsoft.com/office/drawing/2014/main" id="{06DA0E34-1BB2-C2FE-5B7A-EE3D11BB64F7}"/>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DA98ECE8-84AA-4207-3F45-B1960E27A8D4}"/>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2A277102-F7D3-380D-D0E7-6548126A418B}"/>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79" name="楕円 78">
              <a:extLst>
                <a:ext uri="{FF2B5EF4-FFF2-40B4-BE49-F238E27FC236}">
                  <a16:creationId xmlns:a16="http://schemas.microsoft.com/office/drawing/2014/main" id="{AF603E25-47DD-69EE-094F-8C3EFDB969AF}"/>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1" name="楕円 80">
              <a:extLst>
                <a:ext uri="{FF2B5EF4-FFF2-40B4-BE49-F238E27FC236}">
                  <a16:creationId xmlns:a16="http://schemas.microsoft.com/office/drawing/2014/main" id="{362049D0-D545-10CE-8583-FA400043E16A}"/>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6" name="楕円 85">
              <a:extLst>
                <a:ext uri="{FF2B5EF4-FFF2-40B4-BE49-F238E27FC236}">
                  <a16:creationId xmlns:a16="http://schemas.microsoft.com/office/drawing/2014/main" id="{3A48F45A-1BC5-F3DC-6034-31FDBDA9B3EA}"/>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91" name="楕円 90">
              <a:extLst>
                <a:ext uri="{FF2B5EF4-FFF2-40B4-BE49-F238E27FC236}">
                  <a16:creationId xmlns:a16="http://schemas.microsoft.com/office/drawing/2014/main" id="{0B6644E4-3880-72CE-F1C7-2F6D8D0C5D0B}"/>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0" name="グループ化 269">
            <a:extLst>
              <a:ext uri="{FF2B5EF4-FFF2-40B4-BE49-F238E27FC236}">
                <a16:creationId xmlns:a16="http://schemas.microsoft.com/office/drawing/2014/main" id="{A02B8107-8551-31CD-63E7-389F1FDCEB78}"/>
              </a:ext>
            </a:extLst>
          </p:cNvPr>
          <p:cNvGrpSpPr/>
          <p:nvPr/>
        </p:nvGrpSpPr>
        <p:grpSpPr>
          <a:xfrm>
            <a:off x="7755890" y="2347193"/>
            <a:ext cx="204135" cy="506355"/>
            <a:chOff x="7613005" y="4054581"/>
            <a:chExt cx="256246" cy="635617"/>
          </a:xfrm>
          <a:solidFill>
            <a:schemeClr val="accent1"/>
          </a:solidFill>
        </p:grpSpPr>
        <p:sp>
          <p:nvSpPr>
            <p:cNvPr id="240" name="楕円 239">
              <a:extLst>
                <a:ext uri="{FF2B5EF4-FFF2-40B4-BE49-F238E27FC236}">
                  <a16:creationId xmlns:a16="http://schemas.microsoft.com/office/drawing/2014/main" id="{E90B7577-610B-A9F1-EEF7-704E8AE4351E}"/>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8" name="楕円 267">
              <a:extLst>
                <a:ext uri="{FF2B5EF4-FFF2-40B4-BE49-F238E27FC236}">
                  <a16:creationId xmlns:a16="http://schemas.microsoft.com/office/drawing/2014/main" id="{A6AA4E64-87DD-0998-6FAA-C99992CA995A}"/>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9" name="楕円 268">
              <a:extLst>
                <a:ext uri="{FF2B5EF4-FFF2-40B4-BE49-F238E27FC236}">
                  <a16:creationId xmlns:a16="http://schemas.microsoft.com/office/drawing/2014/main" id="{78812B19-F2FF-4783-971D-A34716DC5E80}"/>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3" name="グループ化 292">
            <a:extLst>
              <a:ext uri="{FF2B5EF4-FFF2-40B4-BE49-F238E27FC236}">
                <a16:creationId xmlns:a16="http://schemas.microsoft.com/office/drawing/2014/main" id="{8136D8E3-EF1F-48B1-F77F-6D93E112FC0B}"/>
              </a:ext>
            </a:extLst>
          </p:cNvPr>
          <p:cNvGrpSpPr/>
          <p:nvPr/>
        </p:nvGrpSpPr>
        <p:grpSpPr>
          <a:xfrm>
            <a:off x="8555886" y="3393120"/>
            <a:ext cx="181371" cy="327214"/>
            <a:chOff x="7641580" y="4279453"/>
            <a:chExt cx="227671" cy="410745"/>
          </a:xfrm>
          <a:solidFill>
            <a:schemeClr val="accent1"/>
          </a:solidFill>
        </p:grpSpPr>
        <p:sp>
          <p:nvSpPr>
            <p:cNvPr id="294" name="楕円 293">
              <a:extLst>
                <a:ext uri="{FF2B5EF4-FFF2-40B4-BE49-F238E27FC236}">
                  <a16:creationId xmlns:a16="http://schemas.microsoft.com/office/drawing/2014/main" id="{68E2F09C-9F79-E68D-12DB-85A36D73EEE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5" name="楕円 294">
              <a:extLst>
                <a:ext uri="{FF2B5EF4-FFF2-40B4-BE49-F238E27FC236}">
                  <a16:creationId xmlns:a16="http://schemas.microsoft.com/office/drawing/2014/main" id="{D010206A-48DF-7FF9-AB03-7C93B581E834}"/>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8" name="楕円 297">
            <a:extLst>
              <a:ext uri="{FF2B5EF4-FFF2-40B4-BE49-F238E27FC236}">
                <a16:creationId xmlns:a16="http://schemas.microsoft.com/office/drawing/2014/main" id="{6C28CCF4-9866-8501-ACC6-C8D77D109F01}"/>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301" name="グループ化 300">
            <a:extLst>
              <a:ext uri="{FF2B5EF4-FFF2-40B4-BE49-F238E27FC236}">
                <a16:creationId xmlns:a16="http://schemas.microsoft.com/office/drawing/2014/main" id="{CB8ECE6C-9643-D007-7A36-E4CB824B1600}"/>
              </a:ext>
            </a:extLst>
          </p:cNvPr>
          <p:cNvGrpSpPr/>
          <p:nvPr/>
        </p:nvGrpSpPr>
        <p:grpSpPr>
          <a:xfrm>
            <a:off x="8533126" y="4686307"/>
            <a:ext cx="204135" cy="506355"/>
            <a:chOff x="7613005" y="4054581"/>
            <a:chExt cx="256246" cy="635617"/>
          </a:xfrm>
          <a:solidFill>
            <a:schemeClr val="accent1"/>
          </a:solidFill>
        </p:grpSpPr>
        <p:sp>
          <p:nvSpPr>
            <p:cNvPr id="302" name="楕円 301">
              <a:extLst>
                <a:ext uri="{FF2B5EF4-FFF2-40B4-BE49-F238E27FC236}">
                  <a16:creationId xmlns:a16="http://schemas.microsoft.com/office/drawing/2014/main" id="{2D2BFD5D-1B51-48F2-014C-20BDF84464A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3" name="楕円 302">
              <a:extLst>
                <a:ext uri="{FF2B5EF4-FFF2-40B4-BE49-F238E27FC236}">
                  <a16:creationId xmlns:a16="http://schemas.microsoft.com/office/drawing/2014/main" id="{C7B5247B-4120-2609-1DE8-2C81582B25CC}"/>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D1A370B5-F3B3-89D6-FB68-CA2CA62EF4FC}"/>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5" name="グループ化 304">
            <a:extLst>
              <a:ext uri="{FF2B5EF4-FFF2-40B4-BE49-F238E27FC236}">
                <a16:creationId xmlns:a16="http://schemas.microsoft.com/office/drawing/2014/main" id="{0FDCCEDE-C77E-150D-7F4D-C8F01F90C880}"/>
              </a:ext>
            </a:extLst>
          </p:cNvPr>
          <p:cNvGrpSpPr/>
          <p:nvPr/>
        </p:nvGrpSpPr>
        <p:grpSpPr>
          <a:xfrm>
            <a:off x="8533126" y="5422470"/>
            <a:ext cx="204135" cy="506355"/>
            <a:chOff x="7613005" y="4054581"/>
            <a:chExt cx="256246" cy="635617"/>
          </a:xfrm>
          <a:solidFill>
            <a:schemeClr val="accent1"/>
          </a:solidFill>
        </p:grpSpPr>
        <p:sp>
          <p:nvSpPr>
            <p:cNvPr id="306" name="楕円 305">
              <a:extLst>
                <a:ext uri="{FF2B5EF4-FFF2-40B4-BE49-F238E27FC236}">
                  <a16:creationId xmlns:a16="http://schemas.microsoft.com/office/drawing/2014/main" id="{1C647F3E-4540-C2C7-1A25-D450FB07813C}"/>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7" name="楕円 306">
              <a:extLst>
                <a:ext uri="{FF2B5EF4-FFF2-40B4-BE49-F238E27FC236}">
                  <a16:creationId xmlns:a16="http://schemas.microsoft.com/office/drawing/2014/main" id="{ED9730BB-9AE1-FEA9-F1BB-1C008DFA9D5C}"/>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8" name="楕円 307">
              <a:extLst>
                <a:ext uri="{FF2B5EF4-FFF2-40B4-BE49-F238E27FC236}">
                  <a16:creationId xmlns:a16="http://schemas.microsoft.com/office/drawing/2014/main" id="{43DFE989-876F-7F94-D96F-5F3DB7C0544E}"/>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9" name="グループ化 308">
            <a:extLst>
              <a:ext uri="{FF2B5EF4-FFF2-40B4-BE49-F238E27FC236}">
                <a16:creationId xmlns:a16="http://schemas.microsoft.com/office/drawing/2014/main" id="{51A5D83D-8A8A-185D-AB6F-D7152233AF7F}"/>
              </a:ext>
            </a:extLst>
          </p:cNvPr>
          <p:cNvGrpSpPr/>
          <p:nvPr/>
        </p:nvGrpSpPr>
        <p:grpSpPr>
          <a:xfrm>
            <a:off x="8555891" y="1066452"/>
            <a:ext cx="181371" cy="327214"/>
            <a:chOff x="7641580" y="4279453"/>
            <a:chExt cx="227671" cy="410745"/>
          </a:xfrm>
          <a:solidFill>
            <a:schemeClr val="accent1"/>
          </a:solidFill>
        </p:grpSpPr>
        <p:sp>
          <p:nvSpPr>
            <p:cNvPr id="310" name="楕円 309">
              <a:extLst>
                <a:ext uri="{FF2B5EF4-FFF2-40B4-BE49-F238E27FC236}">
                  <a16:creationId xmlns:a16="http://schemas.microsoft.com/office/drawing/2014/main" id="{CFC4ACD3-E4A5-8859-6184-1A85CD12E365}"/>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CB5BD612-CF3D-2623-83FF-13DE0B089CE9}"/>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14" name="楕円 313">
            <a:extLst>
              <a:ext uri="{FF2B5EF4-FFF2-40B4-BE49-F238E27FC236}">
                <a16:creationId xmlns:a16="http://schemas.microsoft.com/office/drawing/2014/main" id="{9F7B4C13-044C-9AB6-3D4D-081CA7007132}"/>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9004423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4A26075-091C-E6C5-F6FA-804598C1DFA6}"/>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EDD2811E-21DB-170F-8C44-5C66AD23089A}"/>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71C8D0E6-26A6-2168-37A8-9FB042176C27}"/>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7C4B846-9B1C-F5BF-00FD-CD4489CA352D}"/>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8647366C-10FB-54DA-8E20-4A2E93488930}"/>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8E4D03CF-DCB7-144A-D5CC-7A52ABF28E23}"/>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E9DFDE57-DA9C-769B-3910-1A2564D852AC}"/>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55E4DC7-0238-3B0C-5681-39824834F9A7}"/>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F7E8D3ED-1058-62BD-50C3-6790050AC022}"/>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B84A512A-4942-377D-7B99-537A88665458}"/>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1E4BBF8C-1F21-4643-143A-3F47957DB6A9}"/>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2FADEF62-0E9D-EFF3-F5A8-5F2AE460F10D}"/>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C11D7562-AB97-569A-9AE7-E3ABA82DDEF9}"/>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80F5D866-B3B2-4367-68F0-74EB589194AC}"/>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68E076B-517C-E19C-941A-B328622D9DBC}"/>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FE1E4DCD-F6D3-2A32-A489-5C2135A3D74A}"/>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795727F0-E60D-14D7-9F73-22AE4C7B777B}"/>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1BA3D53C-7372-A44A-F6D8-0208DE994400}"/>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D4CCC474-5485-3ACA-1A58-7FAA723A267B}"/>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C2641B7F-EA1E-DD69-59AE-10CC0D912A15}"/>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0E1A7412-53C0-0280-72DF-FDA5E58E4D2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08F81832-A039-F038-4713-16294C27E0FA}"/>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E4B17DA2-2B05-2923-9F5C-A3DC58EF9FA6}"/>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A70AED83-255C-2FBC-4811-95693F460232}"/>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CC3115E4-44AE-CD68-FA87-5B81B979BEC6}"/>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2B7F418-D0F4-04B3-3521-A7472BE08E58}"/>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CD7F56B5-BB1E-66FF-9C6C-DCFEA251D342}"/>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58F57905-13A3-882C-6C36-ECBAA2DD41B0}"/>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5AE8472-2E6F-E3CD-6D04-302E8D968E86}"/>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1529BE12-0604-F798-19DA-5008DD530EF6}"/>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70CB621A-6CB7-BB19-E214-6451BC3C1CD8}"/>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6AEB3843-5F81-06CF-3BB5-E1234B43F11E}"/>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FA9B7B1F-C61F-5E04-5A59-68DA1989B87F}"/>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BC03852E-334A-F02D-F971-5EF7E7B0C7C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1876E2F-42BB-4E3C-E734-A409B55C490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3C67E13B-37CD-FDF8-C894-F1A2CD84DE0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F1CC5465-8173-695E-6479-B818389866BD}"/>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0DCA0CAB-F0F4-D91C-A941-5A3BAF80485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01BFCA9A-2656-7DC6-DA8C-9194DAE16C8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BA56DE51-FD9B-17F1-7773-8C5CCF1472F2}"/>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8DEF4D71-BE49-29A3-9EC1-C8ED5D5DA5C9}"/>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41A4F4EC-B2AB-16EC-806B-2094B0ADAB7A}"/>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29ACD3B4-85A1-08E7-012E-963A5572B054}"/>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61AEA16D-7718-FDF2-918B-BA86B6212129}"/>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BD1B36D8-F19E-DA9B-B018-1141616A285B}"/>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9F9AE1F3-1016-EF19-1B12-D30D5CFFE60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771C1313-9E55-9AEB-4F0B-59E9566676B7}"/>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F4D90152-E4AE-FC2F-8100-FF3E958FE9F9}"/>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588D486-51CB-9858-AAE2-CA42BB90899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CB2E33EF-8DC9-A3EE-A3BE-9EA0FC687B3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0BEE3D66-94AE-D233-5AC7-110129E246C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304F6EFD-9DFF-B9A5-15E0-B53C568EB177}"/>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C75C0A60-C7AB-38F2-4B28-52E76E036468}"/>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B50BA0D2-A7A1-9093-ED41-74BC54129BC4}"/>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A550D1DF-C6A6-1304-E4BC-BBCC355595BC}"/>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E334E540-1364-BC61-411F-36EAA4D6FEAF}"/>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2166559D-8A9D-2620-A597-CEECC8EA9FA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267EF579-7FC9-F0C4-D963-59B5D93868E6}"/>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2FB8AB16-5068-46BC-6704-C19B9522A61D}"/>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3C6462FB-990D-926D-BC11-9274E623BB9A}"/>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DD3C789-9996-1D00-2EEA-438049BB3533}"/>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133EA308-55C9-1DCE-5E08-D7C2FE034413}"/>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FC932725-920C-D72E-3C8B-A3FF6E6A749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EFFB01D7-F987-C06C-5477-5184D61E482F}"/>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E9CE202E-74FA-B31A-6B1A-B33475BDFCB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9320C914-48B7-B109-1A21-AC6417E771C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3C2AFFD5-EA6C-1DB1-0B27-78727612A6C8}"/>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EC1F74F9-F6FF-E612-5193-906F11881E2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D3420A38-0133-5B32-1E8A-057EA373D0D7}"/>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096A768B-B5AD-F214-FF6C-603C9570A76F}"/>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FDE69960-40F0-1BB5-D5B9-986CA653322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DC32A1BB-8E40-6BB3-9D95-DB4029B279BA}"/>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AB8BCF7-C945-D9E9-05D4-C4F38B9818B1}"/>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00000709-92D0-865E-60F0-D59E22A842CD}"/>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3277FFDC-1913-85AA-0BE1-845278FA208F}"/>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6AC63D28-E8E9-2B9A-7783-75AF4F78E080}"/>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454EDD48-DF67-E005-760A-00A40E29602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8FDE54E1-5C7B-9F9A-446F-CD5BCD2BB5EA}"/>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D7C978A-604C-9074-3A14-D858051B68B4}"/>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1A862CCA-5801-A2FB-FDCA-C9C3255F990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5D217A18-D573-4213-1601-E166A71019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6A4D083F-F670-E958-3B2F-62FD230C93D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A8A42251-BF07-E51F-A786-462B1283AC3F}"/>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1573B0F3-8FB4-77F8-D2A0-E69E90D85E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7F26789E-4486-5871-E2A0-3CB6E83EEB81}"/>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F0A1EFE-D85B-3F2D-7BA0-F131B3051B9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50E6E7A-6160-96E7-5D28-9F94F47FF6A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684209EE-E67E-52C4-AC95-6908070620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CC3F76E2-9808-E1A1-EA6F-03BD020171F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A96DA680-5A4D-1EA9-C96C-1DF512B2A736}"/>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5E614B24-1246-2025-F93A-F0A9DBEE3DD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303EDF6A-0629-A563-AF1E-863D15EF845D}"/>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7D7441AC-2AA3-90A3-4B91-8F08CFF9AC18}"/>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FCECC99A-DBB8-D210-882E-9FA25AAC4D6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099E1091-66C7-5915-A7D2-CAFFD3A20A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3B901ED6-29EC-44D4-63CC-39831C86B40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38DECE3E-84C7-FB8D-3F02-C5D815317344}"/>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2670AA89-BD9A-85FD-4DE4-693F682768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67BF145C-F758-8B03-1F0C-95A91FF209F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981E4C7-425A-ECFD-E22E-A9E77EABF83A}"/>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86FD827-C0F0-D4B8-2F50-884CA5A9036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B69A05CE-8D17-7CFA-3CBA-B9642EECE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824F1690-DE46-DE72-C099-D8E3E030B6B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10E66E2F-B0DD-76CE-C782-6AB55BB49A68}"/>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59C5A311-8E37-C39D-C8A8-441F9E17AD1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91D8A320-1E43-1CD1-5856-3BCE2B7939C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FED4F0A-501A-A863-AB07-1C67E8882028}"/>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E40B94B8-470F-2021-BFBC-346007B4BF6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8F4FBECE-4171-6B75-6F71-EB89B848BF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77126A51-4AF8-668D-5E0F-A38F188BDBC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E7604A50-AF94-9D3F-1DD2-6C25E4B09819}"/>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6EA5D5E5-3345-54BE-734D-ECD86DA052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2E83C7D8-D76F-D0C4-55A7-2924F21FF592}"/>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86CDE5FB-3E18-6B93-A496-D1FC7E456BAE}"/>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8BD60BC8-D603-0C0D-BF28-DB0540977F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E74036C6-7E25-5396-A3CE-F7CC3BFBE77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623590A6-6183-CD9F-87C7-1466914291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BBC61C28-CDD7-505B-7DE1-077379F8EAC0}"/>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3C272FC6-0AC6-018F-4D32-E9F91B7EBC5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215975AF-21C5-35C8-6FB0-BABD39F7B894}"/>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B25124DA-9578-5601-1A1A-453B0EC5F5D2}"/>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69725694-2D37-6B54-51BB-C8BD90D77F7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D1C4C7B8-1102-43FB-524F-1FC9A0FDF8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9C35764B-FF02-4343-7DF9-DE185570D9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CF5CF5B5-251D-248E-8830-7FB77FAEC6D7}"/>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C51F7327-EF1C-0D31-3885-A6871A5515F9}"/>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36BDAEE4-B085-206C-17FA-C7A6AE19A78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457114A9-CAEE-8A78-1155-DB269CAF4303}"/>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10B22C5A-1EE0-AED2-9072-C6A4D4C9832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2B59E82F-7383-C9D9-FDAC-4D15AE481FD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40F9E16B-4E46-19DA-4AA9-CC7AD834260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9A344D12-5693-80BC-7829-B151E5908FD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502FB305-9CF7-184A-AFDC-2DEE614E4C1B}"/>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C5FC45F5-C87E-C48A-E128-31A143904DED}"/>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FEC7D380-7688-69DD-C593-F185A62D61A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024E5ED9-C080-54E8-FA96-FB72825AA5D1}"/>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8464A53B-ED2A-4B9A-2DC7-D9770A895CB5}"/>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0E9547C6-4671-EA45-CE5F-F775BE280517}"/>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291DC3B2-E413-2A45-76BC-EE495F4EAFB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43A47169-5958-922A-3639-1850ED9DF318}"/>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429C119B-95C0-71BF-7DEE-58B40314782B}"/>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F2A7FA54-8454-1D70-8EE7-1FA73DBF5F2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73EC2ED2-4793-D03D-0C1C-9C39CF5DF480}"/>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322B647-98B9-91F8-7C95-7916FCFF02B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6339B7BD-B12D-1354-7E7E-7E0A7011DF1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8FC8341C-130B-944E-C413-53170394FFDC}"/>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5703D6B4-24E0-2BB2-EB4F-B16A3DF87C07}"/>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D8BED0CA-B2E8-2D3F-B33B-36176F8264E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8154AB74-CCF7-B3FC-840C-A5DC6F78D25F}"/>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434FDEA4-D2C3-0E56-AD9D-3811FC98F1A1}"/>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00154912-4669-6A12-B82F-FBA40AF7BC3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78BEF22D-A913-7D83-E21E-F4436B6BA85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7BEB1AE2-4EAE-37C5-979F-3FA7D07F11B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8CCA3472-B3C6-41CC-DE20-D2A79290B741}"/>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754704B-28AC-A283-1623-A93060B38E91}"/>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5D8CBDB1-0EEB-B426-1B9F-CEA6D5B6BE7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8CE07FCF-D3D1-3B0A-F573-4D6FFC65FE0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D6C3FA95-E5B3-6941-E8A5-98770E3F2561}"/>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6714A324-615A-8380-9698-00AF5FB1E566}"/>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0BF53B1D-9035-AECA-0875-08F40298EFE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49486BEF-7260-B584-1D9B-190C39FB00C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6D9097FA-9C10-1BF7-940F-C42C5A4BD1C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C8823AF7-352B-E5DB-9CBD-BF7944581EC9}"/>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90E10B0A-E8C9-6ABD-3A1F-66572A361C5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367DC6EE-F7B3-1F3A-7EAC-C56D565FF3E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72110B82-7D22-EE1E-04BA-F1F1625298ED}"/>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0FE2D74D-8DB6-101B-3C3D-7F4161933DF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D5806B86-B46B-AB2B-D422-566AFA38FF1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20FC0EF8-494E-19EE-865D-25CD17FC6831}"/>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9B1325A-9257-6531-5B0C-F2DC69E8669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857B9A08-F9C4-18D5-4458-BC8752555572}"/>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F2ED114-F57E-7E5B-4C48-0D8D2B84D994}"/>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6723C7EE-93E5-B6DB-08BC-9A125CB5566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D08E3DC5-A717-EF1B-12BE-EBC06EC315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A9A329D0-3632-EC39-8868-0C93E40635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9F3E87F0-42DC-BFBD-1954-8955463F66A3}"/>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59709EB7-D8BA-4C3C-C16A-0D87575ACE8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C412BC2E-D035-427D-90DB-ACC1D808D4E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055F0E20-C9CF-7E7F-C571-6D9C575FF53B}"/>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EAFD6DBF-AF91-754A-AB08-0B3C431376D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08C7C01B-5100-45EF-2409-EA8DD8C66B18}"/>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6FC8CE93-66FD-1121-7152-3B87376A4511}"/>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BE4F3ED8-179B-ADA4-EB48-D2B07D1B34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CB250623-A5C1-105E-3346-BBEF13BEBB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0696D8B8-516A-5FFE-BF2A-3929D3DFA79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A391B02F-04B7-EAAC-8198-0B1805D313A9}"/>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5CD1F016-9EC6-2E43-6979-DDBF01B1604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EFA5043-7461-055E-1EBD-A2221DC5B24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F54F264A-600F-380F-B607-538AB71CB677}"/>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0917FB5C-3444-8194-0321-C004BB3E35C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30E7DC31-AE87-D4D9-E4C4-210B37D60BFF}"/>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2FF93136-0FD6-BD95-0F64-A12CB7ADE032}"/>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5814E06D-6448-803A-88D7-D17DABEF82E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35DCA0B3-0262-7807-4DCF-3ADB2DF624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FD4414C5-5739-DA20-D824-BFB69B974A1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BB7C3786-9B5F-EFD1-82A5-775BB63CE08E}"/>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831754E2-55E7-D813-995F-13FCC312E6B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44A92C4D-0F32-738B-9C02-4C09744FFBF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8160A112-0ECC-B028-D3C5-9C158A0AF266}"/>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8BC23640-11A2-0E2D-3F99-6471598F301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B5FC8EB0-6F10-4A30-B771-FB9043180D0F}"/>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E3D85BA2-294A-F374-6DA1-707818C9B8D6}"/>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2D17BCC5-1A42-4784-FFFC-2ED62465D7B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4E2684D-8971-846B-AFC4-4F8EE3D6E6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F9CAD93D-DE95-53AA-7195-8D4433DDB9B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023B14B5-3BCE-D233-5B7C-01223ECD8F40}"/>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2C7A4886-B42E-7A64-7E6E-38F8DBB5C2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439E42CB-61BD-94D7-F58E-A26140A2533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5108A6C7-77EA-5713-A27B-06A24ED38AB2}"/>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CFDB1F61-5E66-4430-F6C3-EA5147814F6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FF7E6E8E-C788-958C-BD5E-3B0F5D788644}"/>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12126220-8C1C-E827-B67C-B9794922B033}"/>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F73B4792-F707-ABC8-EF6D-DF4D469FD43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40AA2C9A-0A20-F095-FF54-85661764F3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C255C1EF-5C9B-E821-9B28-878A9A86EA4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95AD727F-3DF1-B7BC-6E5D-D606430F0FFF}"/>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80D49F42-ABB2-09B8-180B-7713B55D2A4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98F12B86-FB7F-35CB-7A15-345B74E8979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BAE25734-D59E-F887-D7BA-C5BF20349645}"/>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5835B9C-6EFD-4478-632D-2B05064E03B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78B15E64-E7C9-C8A5-1EC6-585826886617}"/>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BC619B13-8CA0-E059-2543-A178CC325EFD}"/>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7A1919BC-E057-01D3-5858-54C2202800E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DC9F8556-312D-E34D-A0D6-195BC65452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A9E3D981-E65F-6723-571C-B97ABBBD5CE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B27DE63C-02B5-8C20-9C68-2E904D843A35}"/>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17E9025A-D83F-B081-A57C-D7A7E622666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C6EEC57B-F94A-DC2B-FB3E-D2B5B99B52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62C6E950-87E4-A851-CEEF-2E7E826273F2}"/>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64B5F3CD-6EE2-0C6D-4450-F1BEA680225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12475C9C-03B9-E105-2572-1901015C190B}"/>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70BF436B-C071-1B93-3B15-65A48E4B64E6}"/>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3B91A29A-A944-1132-2C1F-6BE251BD8E2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D622FB24-0762-42D3-DBE6-AA392F98B6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E9BC4C03-2091-20BE-CBB5-E75495CEBDD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1D0150B8-97A4-F5AC-E1D9-7F9ECDA14BCA}"/>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84BD094E-847E-4E7D-7AD3-15B3241591BB}"/>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8F3FACF2-F75D-86BC-9AB5-D250263B0F5C}"/>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9039B98D-65B6-1A75-FAC7-6F61E50847DB}"/>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86A60C8F-52A0-5FD6-9C09-348522CD0AA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808E6E20-A868-2379-3B2E-6BF8F9C10742}"/>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819F4B22-82C3-40AA-A627-25498FA6956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E7C166CB-A51F-8DDF-9C28-5461313C6EBE}"/>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2473E992-2D78-DE2B-DDED-91D1F8B58101}"/>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D9702DAE-0686-2E00-4A15-32923E8318C0}"/>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55B10C85-A907-5F5A-D357-C696EA9C9B6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0D1B9BBB-7144-374D-58F1-01F215208304}"/>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3B11305A-9996-83FF-1F0D-E168BEE952B1}"/>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05199E6-E231-7158-9E39-C722097A0EB6}"/>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 name="矢印: 五方向 3">
            <a:extLst>
              <a:ext uri="{FF2B5EF4-FFF2-40B4-BE49-F238E27FC236}">
                <a16:creationId xmlns:a16="http://schemas.microsoft.com/office/drawing/2014/main" id="{A5EA0C97-DDBA-CE8D-0FE3-00B0AFFCC1DE}"/>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grpSp>
        <p:nvGrpSpPr>
          <p:cNvPr id="21" name="グループ化 20">
            <a:extLst>
              <a:ext uri="{FF2B5EF4-FFF2-40B4-BE49-F238E27FC236}">
                <a16:creationId xmlns:a16="http://schemas.microsoft.com/office/drawing/2014/main" id="{E1B56B38-971F-265B-BD57-71CD9981EC3B}"/>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5B5BEB38-3EEB-C058-C4D7-A3BBBC9D1D9F}"/>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AC8C44F8-E88C-1A60-00E3-4A8F15346F70}"/>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28FD022F-CA44-668A-A7B6-81F393117C31}"/>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3993AC1A-4782-FA10-33EE-838AB45A7C5D}"/>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4" name="楕円 53">
              <a:extLst>
                <a:ext uri="{FF2B5EF4-FFF2-40B4-BE49-F238E27FC236}">
                  <a16:creationId xmlns:a16="http://schemas.microsoft.com/office/drawing/2014/main" id="{6A95C858-E295-FFA6-8769-B6D37D84DD5B}"/>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BEBBC21A-DBC4-884F-BDDA-BD70ACB67470}"/>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FA70247E-0E0A-46A7-4415-87B0B4B61159}"/>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79" name="グループ化 78">
            <a:extLst>
              <a:ext uri="{FF2B5EF4-FFF2-40B4-BE49-F238E27FC236}">
                <a16:creationId xmlns:a16="http://schemas.microsoft.com/office/drawing/2014/main" id="{687FF674-8224-6EB8-5CF8-6A046061E8F7}"/>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94801C0D-1C5C-AF58-C462-55215216BDB8}"/>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079E2AC3-5D3B-E22A-C7BE-4544C9D851CC}"/>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BA21D831-E5A4-85C0-F858-2BD61FCAFAC8}"/>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7" name="楕円 276">
              <a:extLst>
                <a:ext uri="{FF2B5EF4-FFF2-40B4-BE49-F238E27FC236}">
                  <a16:creationId xmlns:a16="http://schemas.microsoft.com/office/drawing/2014/main" id="{A97022AF-23D7-8A08-336A-FA9014CCFC34}"/>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1A2BC13C-FE99-6A22-27DF-35F817FC92E6}"/>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BBE91EE7-6526-A64A-DD94-8DFF49CB64FC}"/>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5A61C96C-31E2-0FE7-C4EC-591A5BADE674}"/>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81" name="グループ化 280">
            <a:extLst>
              <a:ext uri="{FF2B5EF4-FFF2-40B4-BE49-F238E27FC236}">
                <a16:creationId xmlns:a16="http://schemas.microsoft.com/office/drawing/2014/main" id="{F964D010-831B-EB2E-9D53-B68ABE6E6D21}"/>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9C893964-C94C-3DA8-5392-3A1A39FDB8E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FFF39883-7DB7-945E-9619-C7C36E6112CA}"/>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84" name="楕円 283">
            <a:extLst>
              <a:ext uri="{FF2B5EF4-FFF2-40B4-BE49-F238E27FC236}">
                <a16:creationId xmlns:a16="http://schemas.microsoft.com/office/drawing/2014/main" id="{F0E5FD4D-5FEC-D97F-5BAB-5EDFB2A0B6EC}"/>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85" name="グループ化 284">
            <a:extLst>
              <a:ext uri="{FF2B5EF4-FFF2-40B4-BE49-F238E27FC236}">
                <a16:creationId xmlns:a16="http://schemas.microsoft.com/office/drawing/2014/main" id="{1FA0CCF1-1AF2-D3BF-86AC-DA89DC9C6DC6}"/>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DFF27E78-E55E-C5F8-FC2E-7C4941DF09F8}"/>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C76DAAE1-8093-6062-AC07-E3ACF55AAF5D}"/>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8" name="楕円 287">
              <a:extLst>
                <a:ext uri="{FF2B5EF4-FFF2-40B4-BE49-F238E27FC236}">
                  <a16:creationId xmlns:a16="http://schemas.microsoft.com/office/drawing/2014/main" id="{93C664D1-D240-8765-498C-1D7610A5AAB1}"/>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9" name="グループ化 288">
            <a:extLst>
              <a:ext uri="{FF2B5EF4-FFF2-40B4-BE49-F238E27FC236}">
                <a16:creationId xmlns:a16="http://schemas.microsoft.com/office/drawing/2014/main" id="{2A3D1988-DB85-FDD7-4179-5A7E5888E9EB}"/>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6B363F59-6C10-55AB-4A2E-E1C69E03E46C}"/>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6D405220-8773-E397-2646-2DF7487987BC}"/>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E40FD2C9-2032-0BC1-0B9E-4E4DF9AC222B}"/>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3" name="テキスト ボックス 292">
                <a:extLst>
                  <a:ext uri="{FF2B5EF4-FFF2-40B4-BE49-F238E27FC236}">
                    <a16:creationId xmlns:a16="http://schemas.microsoft.com/office/drawing/2014/main" id="{7A9D1F85-141C-B7F5-4E4C-6202B9C93EA0}"/>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4" name="グループ化 293">
            <a:extLst>
              <a:ext uri="{FF2B5EF4-FFF2-40B4-BE49-F238E27FC236}">
                <a16:creationId xmlns:a16="http://schemas.microsoft.com/office/drawing/2014/main" id="{3ECC783F-6FDA-F908-EE37-EF7E0253F6E2}"/>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41C86B8E-FD5C-4888-21DB-8F42CC5A521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6" name="楕円 295">
              <a:extLst>
                <a:ext uri="{FF2B5EF4-FFF2-40B4-BE49-F238E27FC236}">
                  <a16:creationId xmlns:a16="http://schemas.microsoft.com/office/drawing/2014/main" id="{E440E3C7-47D7-E0B8-2858-90F82FAEA208}"/>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7" name="楕円 296">
            <a:extLst>
              <a:ext uri="{FF2B5EF4-FFF2-40B4-BE49-F238E27FC236}">
                <a16:creationId xmlns:a16="http://schemas.microsoft.com/office/drawing/2014/main" id="{2B2603AD-CFE1-30E6-9D46-263E0A1B147B}"/>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8" name="グループ化 297">
            <a:extLst>
              <a:ext uri="{FF2B5EF4-FFF2-40B4-BE49-F238E27FC236}">
                <a16:creationId xmlns:a16="http://schemas.microsoft.com/office/drawing/2014/main" id="{77A8A363-CE09-0975-0943-4A51A9DAF584}"/>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3984A721-981A-9969-382D-0E5BF52A99C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0" name="楕円 299">
              <a:extLst>
                <a:ext uri="{FF2B5EF4-FFF2-40B4-BE49-F238E27FC236}">
                  <a16:creationId xmlns:a16="http://schemas.microsoft.com/office/drawing/2014/main" id="{265A7CA2-59FE-B6CB-9FA1-AE7EBF7B2BD7}"/>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C2413B70-97B2-9BAE-6190-92C8A4BEC531}"/>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2" name="グループ化 301">
            <a:extLst>
              <a:ext uri="{FF2B5EF4-FFF2-40B4-BE49-F238E27FC236}">
                <a16:creationId xmlns:a16="http://schemas.microsoft.com/office/drawing/2014/main" id="{27DA4095-CA72-7096-E0F2-8B68A3CA9580}"/>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E032BE1A-EE36-7254-0B35-5391F7CEBD2F}"/>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2720F53C-E75D-20E1-2EC6-AB200F8D04BD}"/>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F00A027E-8FBC-DF8F-64CA-89D3FCB24757}"/>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63578108-FAAA-00E0-EA3A-1EC549DC8351}"/>
              </a:ext>
            </a:extLst>
          </p:cNvPr>
          <p:cNvGrpSpPr/>
          <p:nvPr/>
        </p:nvGrpSpPr>
        <p:grpSpPr>
          <a:xfrm>
            <a:off x="1832786" y="4897670"/>
            <a:ext cx="4022675" cy="999461"/>
            <a:chOff x="2209889" y="4943475"/>
            <a:chExt cx="4022675" cy="999461"/>
          </a:xfrm>
        </p:grpSpPr>
        <p:sp>
          <p:nvSpPr>
            <p:cNvPr id="84" name="四角形: 角を丸くする 83">
              <a:extLst>
                <a:ext uri="{FF2B5EF4-FFF2-40B4-BE49-F238E27FC236}">
                  <a16:creationId xmlns:a16="http://schemas.microsoft.com/office/drawing/2014/main" id="{97FFC639-34D9-D913-70A5-5132DEA4B0A0}"/>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EEED647E-4E1C-2240-37B5-D7A6544E301D}"/>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体に中威力攻撃</a:t>
              </a:r>
            </a:p>
          </p:txBody>
        </p:sp>
        <p:grpSp>
          <p:nvGrpSpPr>
            <p:cNvPr id="306" name="グループ化 305">
              <a:extLst>
                <a:ext uri="{FF2B5EF4-FFF2-40B4-BE49-F238E27FC236}">
                  <a16:creationId xmlns:a16="http://schemas.microsoft.com/office/drawing/2014/main" id="{C56D9494-E715-DB58-F75C-F5EF39B19A59}"/>
                </a:ext>
              </a:extLst>
            </p:cNvPr>
            <p:cNvGrpSpPr/>
            <p:nvPr/>
          </p:nvGrpSpPr>
          <p:grpSpPr>
            <a:xfrm>
              <a:off x="2341393" y="5040743"/>
              <a:ext cx="2015331" cy="684955"/>
              <a:chOff x="2341393" y="5180704"/>
              <a:chExt cx="2015331" cy="684955"/>
            </a:xfrm>
          </p:grpSpPr>
          <p:sp>
            <p:nvSpPr>
              <p:cNvPr id="307" name="テキスト ボックス 306">
                <a:extLst>
                  <a:ext uri="{FF2B5EF4-FFF2-40B4-BE49-F238E27FC236}">
                    <a16:creationId xmlns:a16="http://schemas.microsoft.com/office/drawing/2014/main" id="{775CDD8A-FE70-A0EB-5EDB-D12B0110BACF}"/>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原稿用標準書体" panose="03000503000000000000" pitchFamily="66" charset="-128"/>
                    <a:ea typeface="原稿用標準書体" panose="03000503000000000000" pitchFamily="66" charset="-128"/>
                  </a:rPr>
                  <a:t>スキル</a:t>
                </a:r>
              </a:p>
            </p:txBody>
          </p:sp>
          <p:grpSp>
            <p:nvGrpSpPr>
              <p:cNvPr id="308" name="グループ化 307">
                <a:extLst>
                  <a:ext uri="{FF2B5EF4-FFF2-40B4-BE49-F238E27FC236}">
                    <a16:creationId xmlns:a16="http://schemas.microsoft.com/office/drawing/2014/main" id="{41ABC815-F227-BF54-47D6-2169E6D57789}"/>
                  </a:ext>
                </a:extLst>
              </p:cNvPr>
              <p:cNvGrpSpPr/>
              <p:nvPr/>
            </p:nvGrpSpPr>
            <p:grpSpPr>
              <a:xfrm>
                <a:off x="2453923" y="5679787"/>
                <a:ext cx="732508" cy="185872"/>
                <a:chOff x="2453923" y="5679787"/>
                <a:chExt cx="732508" cy="185872"/>
              </a:xfrm>
            </p:grpSpPr>
            <p:sp>
              <p:nvSpPr>
                <p:cNvPr id="309" name="楕円 308">
                  <a:extLst>
                    <a:ext uri="{FF2B5EF4-FFF2-40B4-BE49-F238E27FC236}">
                      <a16:creationId xmlns:a16="http://schemas.microsoft.com/office/drawing/2014/main" id="{44CDC4FE-9D0F-0287-A0C7-528381228B08}"/>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3E60E866-E2F1-F204-ECB1-A628973B7B4C}"/>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F4FB3A98-053A-48BC-B76F-08B462A192FB}"/>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216398457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466D78F1-5FE0-A9DA-1C0D-6274DE06AB3E}"/>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0E2F2A12-84A9-CD2A-2B35-090B22667B9A}"/>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2DC5F159-D7C8-0003-270D-318F32DCDD31}"/>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19807CF-C361-331B-C16D-DADBA40E106A}"/>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16C5EC32-B710-D1AA-A053-2A6A635B9229}"/>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A746A7CB-260F-B598-D19D-4B153905A31D}"/>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05DD7BB6-4CDE-15ED-075E-EDB5D00F5D5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57383B8-91A3-03C1-6F10-69F24ED42A65}"/>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0E66A32E-6A58-2699-E0BD-A156E18E875A}"/>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3807BE2D-B9B6-6538-60CD-B30F39B25E0E}"/>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A3A6E165-C28D-FB61-A39F-1DD125F3900B}"/>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884D85A0-FA07-3523-4795-C17046D7CDAD}"/>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3658A5A9-B838-0F01-1755-61A943DADEE2}"/>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8115FB75-7D53-6966-BC9E-741C8AB20328}"/>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A50A31C0-ECAE-1471-E607-C879173F609F}"/>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E28B0B81-E7C2-D6E8-665A-30498B1F41C5}"/>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96D30A4C-E4BA-5722-CCB0-48544E7734B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75552719-A2D4-4FF9-2BF3-BE63ED1EB281}"/>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74DB7F5D-D8F1-C237-52B0-2F7C5703FEC8}"/>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DD70F567-28EE-D04A-6595-B803EA840454}"/>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BD2F973-66C0-B1A7-D93D-9D467E065A4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B102354B-35C6-FA0C-EE14-BB240C477BA7}"/>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EC82EBD6-74A5-EF88-BBAE-73D81392DBF4}"/>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6D3075E0-53CF-32E8-20E7-4B9D9FA6AC30}"/>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3F4A34E9-A915-E18F-68C0-D9BB8814598C}"/>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431CDD6-CFF4-53FF-7CCA-EDEB38E586F3}"/>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73E1B34D-BB7E-3C88-8196-479684ABDE36}"/>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4B0A49F9-167B-BA2B-1310-4A6B607C4406}"/>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B996C58C-D70D-F801-8A3E-1AB48609C1A8}"/>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B3DD44AB-84B8-D8DE-E4F1-91ED94B852ED}"/>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3FBE95DE-E3FE-1AFB-3C9F-74E515333A30}"/>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E9B45C77-8019-8CE4-2A90-DC508CAC623D}"/>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A40C4034-9172-1A03-A411-6B10B0443B23}"/>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63F68FAC-B191-A4F0-A858-20F770725174}"/>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BF7D8AD5-1C77-6443-8598-CCFD05BC976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77D12F64-41F8-812C-44F2-3EEB040AD6F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B797BB07-DE25-1E00-2933-55D1D0BDE420}"/>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FC0F6A44-FC12-22BF-4579-10188794564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BC50CEF9-2006-751D-7AE9-81B3120D225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F81F77C2-726C-8C39-F5E3-DB8C8539830F}"/>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7A3056A0-A5ED-6FC9-49C1-A416FC1A916C}"/>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825BE4C1-114E-220E-5B2C-6C3976809B9E}"/>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8CA3983C-AA61-90C5-AF18-0C4C9163A5F7}"/>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4AEEBFE0-CB18-1C91-58F8-2B3E7FAA1D0C}"/>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07E1D704-E675-678F-893A-B23F99E8974A}"/>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7B83B1F6-6CC2-A94E-513C-7B29C397EF9C}"/>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41916A7C-F2E3-B42C-CFCF-4FE3E9441B9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DD08AD9-8B1E-FB10-E2DD-A43F8CD39DB3}"/>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7B95921D-2547-7E72-7CAE-E84EA7B2AF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8362AABC-FECE-8863-3AC8-5E39BBC5449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0CC0FE40-C95F-8EED-D79B-FA7E9CCC67D4}"/>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70BD853B-7EDA-3A3E-0279-34C256A1660B}"/>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B7810CEA-65A4-BFDF-2928-1A0771721212}"/>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C75E11FC-0CFE-E035-0D4E-4C7CD75A813C}"/>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CE2D3406-C9B2-EF90-B5E2-81EA56F15C46}"/>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09588362-648F-7878-45C9-53DAED557F2B}"/>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F32950C9-0F19-EBD7-3309-6408AB18106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91DD2B5A-1DAD-2565-3156-CA389A518D59}"/>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0BE45B03-ADC7-4C3D-2527-C0F182AA4521}"/>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0674FC55-DF54-E128-2E18-DBD0BC1E0E5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36CE00F0-130D-EE87-B18B-5532BE3AC87E}"/>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202505AD-DA79-29DC-4110-B0A2F44B6B87}"/>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38D0380B-EACA-CF7E-46D0-94F57918C00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2CC9BE66-E97F-B45E-A741-66693FE4FC25}"/>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7F7001DC-1B56-0196-23AE-AD306750F96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412589FA-ED23-CCFF-6708-66731AC81F08}"/>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BC984520-F268-4E3A-580C-63B946CF2145}"/>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C4CEE05A-7CF0-5432-861F-DFD712066D9D}"/>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F7FD828D-19A9-1C22-D8ED-ED1B044C577D}"/>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24234C39-77D8-3448-7ED0-AD9DB61E4FAD}"/>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9FEE2A29-343D-BDDD-66F7-28DDE680477B}"/>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DCB973DB-2C58-D29C-066A-B241725A63EE}"/>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BEA39557-BEAF-7F91-F732-C1E1A84A719D}"/>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76DF7C93-81FD-532E-2B9B-CC8B7C1DE465}"/>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08B3A259-DD8D-6DDE-E2F1-01826D79349C}"/>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CDE52CF2-C76C-F82B-717F-9799A8277FF4}"/>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39457858-7477-A1E6-AE39-A8AAA7DAC2F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486541BD-DA44-FE01-7956-32BDE8EBBB90}"/>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189E736D-7F01-8F0E-CA68-1FA244A1D463}"/>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D0D27816-053F-979D-FA4C-9324136FC08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9808ED4C-2243-3A03-BAA5-572265D80C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15A35DB-7B8C-69BC-ED43-7AE886629C5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7023E72B-6C60-ECF9-C1C5-DE8B7D6A50F2}"/>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51C7493F-3FC8-1FF9-2F2C-01E6821DF5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97E7951B-A8D5-A6B7-9162-6108D31EA9D4}"/>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12572132-BFDD-D00C-9AA8-C8A2A3CE4EE9}"/>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5EDC39C0-E9AF-760F-1362-E90A10765F4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38D1A347-D33E-1CCB-7755-64351F39DA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F0A87A77-D2B7-DADD-FB5A-687BF51690B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49EB0072-CB4E-ACB1-B0EF-1941D2591F74}"/>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318B696C-2B7A-35EE-7E74-0B52AF76C45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3EEAC35A-AC03-14FF-44D0-E8AC6774F48B}"/>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40BAF7F-1D9A-5933-0092-363448DCE5E6}"/>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F05B8BE1-F9BE-0AF0-08D6-75EF8F5CE9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EBB8C3E0-036B-1E7B-C640-94D7F560BC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20F88621-B25C-9CB7-1E15-DCB1531B706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9A1BA5FD-4672-0100-054A-9BB1870BC337}"/>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11A2B28D-D495-9C4B-F30E-276DB6D4A4C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7D8E809C-C82C-853C-1E17-9341549A8DA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BE8B583-0965-E4DA-A88F-4431229276E4}"/>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B6C966D0-DF9B-93D0-3EFD-481C3927C29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60C8AA06-5EF9-FBC8-9EC5-0DDE53FCD5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E47F00EC-3C71-0A17-64BA-1B3C8B69585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2E4E5FBF-DBFC-863A-5C1D-7A536AF098A8}"/>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3E2561BB-EFFF-1EDC-DC35-0C3BA640C59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D9D5DEA5-ECE6-22EC-E322-7E5C2906EA7B}"/>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EF65901D-43B5-33F6-E8C9-611C74AE7F0D}"/>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1D297ED8-C0FF-A69C-277E-D9BD96ED609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DDC059EF-1655-B25C-55B1-E28D08C3B5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1EFCC6CA-8F3C-5C0E-99DB-86AEAD52A33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CD0D5F74-1343-4773-8DDA-35A1469F00C2}"/>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491A67B5-8D0E-5C5D-8304-FF0789BE75F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4DBB3F0A-0CDD-47B2-DE40-A25CE0790DE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03BC1D10-4A08-A1CD-27E9-EB1D341F8C48}"/>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D3EA907B-4DFC-4E3D-E209-D4FFB59228F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E66102F0-5DEF-1869-B866-8ABD8C8A94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09D9D76D-7D4F-016A-634A-9E2E760885F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A09DAD85-829E-814C-2F23-B04AD1D7314C}"/>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C5196F81-7234-2AF4-B665-FE79C2F7FD0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E4851908-DD50-78BA-6DC2-C1C8DC418625}"/>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EA33C0E2-76B7-74A8-FF35-9DC3BADFC8E6}"/>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6795380-5E3F-A60B-C646-AA9C1F66F7F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726FA5E1-50B2-94A6-794F-7B5A86B292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17BA02E-9527-359C-6416-E26AFBF6FF9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569E313A-FA6E-5EF9-6F79-33BBA8C82C0E}"/>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3CD4AD92-BC48-F142-4546-2E9F9C6A30CF}"/>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2E7E422F-6599-70C0-226D-C40E49EC1984}"/>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40867474-8F2D-1935-D685-6DD26B96D6F4}"/>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11237232-E9AF-8954-68AA-D597A0F9CD42}"/>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7D71F07C-23CA-31DA-FAFE-00399EBFAB4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ADEBF30B-75B3-AC97-C183-2FCB3624D9B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0BA3EDD1-7E5D-356E-DCAE-AEADBA409E6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D314D03B-0BC5-C537-8798-DBE43B782CEE}"/>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24A509F0-AA85-7168-ABD5-29F3A602C8A8}"/>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EEF63C6B-010E-E13C-0334-A48E36568B85}"/>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276959B3-930D-E969-877D-3D7121B4F28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81B8C34F-32FE-37E1-E866-E5ADA7A22B0E}"/>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D225DB1A-6910-DE0B-C3E9-5E4734FB0D7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0E9D19A3-0375-1FAF-8916-23E92A36C7B0}"/>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91146BE5-9A72-7278-F062-7DE542E10AC8}"/>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8F19F01C-4848-B560-B701-282E678664C1}"/>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21236F5C-C44F-56E7-B27D-4E749573B23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A219EF9B-66F7-96D5-D1F8-2EB3C2C71113}"/>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A4EDED16-7040-CF97-CDE6-905320AC0CB3}"/>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55BBCDB8-8C37-1BC6-B3AE-0367FA107582}"/>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1E65183E-606F-BDCC-FC31-4299A4B332B5}"/>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0A98EB31-60C3-F9CB-0EC1-601D03BED70D}"/>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4CC64D1C-7E1D-F4C9-31BB-19CE3CE2F22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8AFE3A6F-D60A-624C-408D-7843CB948B6D}"/>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9B77B2BC-7A61-3549-A185-72A6BB5EB127}"/>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72EE53DD-DA2B-9523-3AE7-09F93BB8F96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B4C81C39-76E0-0763-DE61-F0F2761D8DE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C35A7C43-2247-BF71-630B-1F1FD3930ED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07778378-CAD8-7D06-276C-990560134C68}"/>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DE39168E-CC4E-1547-3442-6860352BFB51}"/>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7A623F45-9296-B599-DC9B-4F51747F125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A1A331EA-8E43-6C42-4687-BB5FE1AE32A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2E079F1A-1F9A-16D8-54E5-197E0FA1E47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6A9F0331-DE4E-EA9F-038E-69B524411D12}"/>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B9BE32E3-D9CF-1CEA-2E80-2706C97CEB43}"/>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3B35939A-4B98-5E0B-0069-88281FD8103E}"/>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C1F290EF-4C0B-ECD1-BFB5-84D350BEC7A1}"/>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8167BC51-7876-43A4-90FB-94EFE01FD8B8}"/>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883CF205-2235-6D63-1AC7-E5DAB4158D00}"/>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64CE510F-4EC5-1004-6218-02AE8B7E83F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87631821-8A8D-626C-0E8F-EB5FE0DC04F9}"/>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88BBB227-A19E-2661-1C67-5B2A9FB195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E82D6760-08AF-F75A-85F0-7361526B022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82C8DFFE-8BCE-39C5-3D16-FB54B748AF1A}"/>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B3C0C8CA-A202-4027-02CF-B5029E92C7A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EDE3A331-3B12-6C5B-36E7-2CA4E916F6D0}"/>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46733C19-C424-A084-D900-FBF39CB65CCB}"/>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1BA599C5-1FD5-CE06-4B38-BF1CD095126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1F41EF6E-2E43-5611-2957-15C919000B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30DEF4FF-2C64-90BB-9446-2AFCF3C4EE5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E914079C-8660-D34A-2DCD-2932316D880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DBF73835-378B-FC78-B05B-48179B04DEF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74633CD5-C4EA-612D-0D5A-C0BAFDD2302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7210E152-7ED4-4D56-9906-15602A989395}"/>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CFF0F405-6A8F-5E95-26CE-2DDA44E15B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3C48CF32-BA0B-CC37-774A-E67D973B970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798FDFA1-F547-7F2F-803F-347400F2FE1E}"/>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77FACDD5-9002-53CD-93E5-2AEB42196E5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E846645B-D6B8-14B0-3352-9A752F5453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CAD30DC3-B505-F4C4-89D3-02358D4AF5E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C61B1B52-B031-591F-9E58-E8E0FED2B8D4}"/>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ACE4968B-A895-A76D-2643-6443F156E9A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BCAB0884-0768-09BD-0D83-EC5C1D78841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2EC84585-89F3-B8D4-64C9-141BA4308229}"/>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24FB4527-DAF3-62BA-365B-446DC6C309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D58E39E7-28FB-C5F6-BB28-9EAEDB800DAB}"/>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16D363A1-B54F-FDAC-B9E0-0C1206323EF5}"/>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15289918-4DBD-D58D-CEA3-DF6F4ED6CFE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6F40E3FD-A6B9-A536-953C-DBE2FDFC5F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0A7B372B-D8AE-09B9-BAAB-2AB4EB8DA55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6B0A9190-9E14-5B0E-1860-08169A005B49}"/>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E3AACEAA-6F61-2E2B-A0B9-3DAAE8F0DF1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40447DB9-4499-2543-5CF1-F5DFCC1D359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D84C08B1-A764-C766-C8FC-5C104FCD9917}"/>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CC0C0C00-2ED0-485E-D7DE-F5CC7C72479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BDD8CC3A-F4EA-A2B9-2A30-76420E4CCF2E}"/>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6D7EA2E4-6056-3FF3-2095-69CB1741914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742C75DC-B471-636C-DB7A-656A5668E47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9B124DB-483F-3E8D-D56C-A59CE29F91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29AF4AF7-B172-8EBE-5B21-24EB0575C42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F978D6CB-07F2-D6C8-CA97-4935494D735A}"/>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2151D456-0A5A-3397-18CE-CD9EF760F9B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1F5B94B6-98EA-8F62-0F7B-75BFD158ED4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E3B09772-AA0C-0C7B-1582-6EBDC8CA3F4F}"/>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F0B17B7C-1AF4-3590-CD3C-2C63FE0CD59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31457B90-2872-24C8-2CB4-6343392D1316}"/>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FC597C96-E5E2-50B5-A055-137CCEA21077}"/>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4CE44456-E4B7-4220-7E2C-E4493DA02B3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307296BB-1FF0-EBB7-F9CC-EB9702120D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442CBAF2-5226-BCFD-5D74-2CCC0ABA708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212A948E-1BE3-7EBD-8058-0BD9F5852B62}"/>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7C628693-8A75-C401-2EDD-3F2D21BCE0D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2028B3DB-A6E3-EE09-2965-5B269071DB7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41E9AC77-BD5A-2D8F-C276-D1A9ADD2BFB7}"/>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115ED5CE-F90D-4975-386E-012E379D1D2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20D359CD-4F6E-5F57-D994-DB74C1026E24}"/>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7C19284A-C076-D212-6FEC-B912A01A929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A262377C-BE48-0562-033A-88FD32CB1F8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D9A70745-7197-249E-4E74-A77DA9743B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F60CFEA0-0934-F80F-EA8E-0B4CDBE8DAC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105EAD7E-F3A0-44CA-72AE-FA8E8C1C8571}"/>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DBC1FFC7-0D67-33AE-D2FD-F6FB420988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6A4EB87A-89AF-5DB2-7CD8-62418AE6050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5F81DAB7-92A7-80A5-9BD8-C1E4491A7FC6}"/>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3AFCBE07-C6BC-2459-2C85-8D9374E1E1B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DEFBD28C-2EC6-0931-CE77-347E05B34005}"/>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CF5E8890-A753-2889-4B4D-9AF554482AA2}"/>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A718C1F1-B906-7A0C-B4F5-C1340EACE9B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4515F9A4-2920-9994-01CE-899F8A976B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7209C64F-67F0-6A5B-5A2E-F5AE7542EA8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8EC43003-ACB7-7E4F-995D-E902EA467C40}"/>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9942C5C9-EC99-186B-8676-2F52541119BE}"/>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D8F233D3-E2AE-754B-E1F4-7B6F785778C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6463B066-9468-2C46-4012-67939741001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D99FD286-7532-F426-D39F-3BE7E1297FF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1E4C10D1-60FD-7381-095B-1F35090DD6E0}"/>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0C68DB57-8503-466D-AAF0-076DFDB68B01}"/>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C205390E-2A5C-DDEB-7768-70B871242850}"/>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A427CBC6-E826-7D06-32E2-F2DD14B425FE}"/>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7DA99AE9-3D06-3AA6-6D31-A0E8C7E99119}"/>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7100B778-BCF2-E4B9-DC0B-D72BDFDF7149}"/>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A8EF1366-5E13-CA13-2F7C-7AD0D631472D}"/>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14DCEEF3-EB88-B1D4-B9BC-BBCC8350517C}"/>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F8ADDE5-E5F5-7533-6D21-76064FBF727A}"/>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 name="矢印: 五方向 3">
            <a:extLst>
              <a:ext uri="{FF2B5EF4-FFF2-40B4-BE49-F238E27FC236}">
                <a16:creationId xmlns:a16="http://schemas.microsoft.com/office/drawing/2014/main" id="{C4995021-A7E5-E562-F8FB-5590A789B7F3}"/>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grpSp>
        <p:nvGrpSpPr>
          <p:cNvPr id="21" name="グループ化 20">
            <a:extLst>
              <a:ext uri="{FF2B5EF4-FFF2-40B4-BE49-F238E27FC236}">
                <a16:creationId xmlns:a16="http://schemas.microsoft.com/office/drawing/2014/main" id="{36C25638-9D4B-5501-602C-D7E2DBFDA38D}"/>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6CB51A7D-94A7-70F0-17DC-D6E5D70143E5}"/>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0E6A4E60-4CDD-D9FE-4D03-F9F4EB4B149C}"/>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4FCEC513-FE29-4127-9716-1DAE08F7DA21}"/>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BB5CA503-9A64-698A-AFD5-531ED48E0450}"/>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4" name="楕円 53">
              <a:extLst>
                <a:ext uri="{FF2B5EF4-FFF2-40B4-BE49-F238E27FC236}">
                  <a16:creationId xmlns:a16="http://schemas.microsoft.com/office/drawing/2014/main" id="{E79C19DC-04E0-8A6B-AB65-AE2660E628C5}"/>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431DAB8C-F0BF-18AD-52F1-7355250A8D5C}"/>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CB490754-DD99-D79D-2AD3-BDC46D85483C}"/>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79" name="グループ化 78">
            <a:extLst>
              <a:ext uri="{FF2B5EF4-FFF2-40B4-BE49-F238E27FC236}">
                <a16:creationId xmlns:a16="http://schemas.microsoft.com/office/drawing/2014/main" id="{867F5BE9-7132-2182-5E53-D7D2713216B9}"/>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0731A968-570D-069E-E477-6C54223B04A9}"/>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DF14B7EC-88D9-9279-BD0F-B49BC3436983}"/>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188536A5-2A9C-6362-0811-1A5CD8082B2E}"/>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7" name="楕円 276">
              <a:extLst>
                <a:ext uri="{FF2B5EF4-FFF2-40B4-BE49-F238E27FC236}">
                  <a16:creationId xmlns:a16="http://schemas.microsoft.com/office/drawing/2014/main" id="{47DC3E33-73C0-76C0-1DA9-8745F4FA890C}"/>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6472121B-4F9E-95F9-E986-86DD2E2AD5B1}"/>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0D0707FF-FCC2-3D22-2983-43F589894A4A}"/>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685B390E-37BE-0A91-2129-54EBE3F5586F}"/>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81" name="グループ化 280">
            <a:extLst>
              <a:ext uri="{FF2B5EF4-FFF2-40B4-BE49-F238E27FC236}">
                <a16:creationId xmlns:a16="http://schemas.microsoft.com/office/drawing/2014/main" id="{A43AA4FE-4BB0-253D-5487-71D1A0A59166}"/>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B76468B2-2066-F978-5691-EF3BD953C019}"/>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9281368B-1C8A-481B-4C85-3F889F0F3079}"/>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84" name="楕円 283">
            <a:extLst>
              <a:ext uri="{FF2B5EF4-FFF2-40B4-BE49-F238E27FC236}">
                <a16:creationId xmlns:a16="http://schemas.microsoft.com/office/drawing/2014/main" id="{133A7AA1-B3CD-80F6-7BCF-2C2856DC24E3}"/>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85" name="グループ化 284">
            <a:extLst>
              <a:ext uri="{FF2B5EF4-FFF2-40B4-BE49-F238E27FC236}">
                <a16:creationId xmlns:a16="http://schemas.microsoft.com/office/drawing/2014/main" id="{754C1488-5135-9387-4C81-A4651D773385}"/>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995351BE-957C-2344-CA66-DF8BFCAE4D04}"/>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169EE747-7BB6-4091-FA69-1771408E74EA}"/>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8" name="楕円 287">
              <a:extLst>
                <a:ext uri="{FF2B5EF4-FFF2-40B4-BE49-F238E27FC236}">
                  <a16:creationId xmlns:a16="http://schemas.microsoft.com/office/drawing/2014/main" id="{8A6B0A79-04F0-77D3-22A1-BC66E21BA4F4}"/>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9" name="グループ化 288">
            <a:extLst>
              <a:ext uri="{FF2B5EF4-FFF2-40B4-BE49-F238E27FC236}">
                <a16:creationId xmlns:a16="http://schemas.microsoft.com/office/drawing/2014/main" id="{63BA5FD8-883B-127D-F14C-30F9127994AF}"/>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DB38D0D2-3199-A674-B7BF-32F0124B7AF8}"/>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0817064A-0669-7E80-BDDB-652F3287A857}"/>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D3B8CF04-B161-BA7A-897C-798CBBC01BF7}"/>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3" name="テキスト ボックス 292">
                <a:extLst>
                  <a:ext uri="{FF2B5EF4-FFF2-40B4-BE49-F238E27FC236}">
                    <a16:creationId xmlns:a16="http://schemas.microsoft.com/office/drawing/2014/main" id="{5AC18D88-982E-6490-9851-77F8C8402AB9}"/>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4" name="グループ化 293">
            <a:extLst>
              <a:ext uri="{FF2B5EF4-FFF2-40B4-BE49-F238E27FC236}">
                <a16:creationId xmlns:a16="http://schemas.microsoft.com/office/drawing/2014/main" id="{D41FF717-B834-50D6-DABD-2A1DD70A3BA6}"/>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C2C3A1F5-F07F-FD94-4BC6-FD7C2368382E}"/>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6" name="楕円 295">
              <a:extLst>
                <a:ext uri="{FF2B5EF4-FFF2-40B4-BE49-F238E27FC236}">
                  <a16:creationId xmlns:a16="http://schemas.microsoft.com/office/drawing/2014/main" id="{3BFABEE8-592A-3222-9BA6-DF705BBC48AF}"/>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7" name="楕円 296">
            <a:extLst>
              <a:ext uri="{FF2B5EF4-FFF2-40B4-BE49-F238E27FC236}">
                <a16:creationId xmlns:a16="http://schemas.microsoft.com/office/drawing/2014/main" id="{3673F081-B95D-DAD7-FBA6-730F375DABE1}"/>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8" name="グループ化 297">
            <a:extLst>
              <a:ext uri="{FF2B5EF4-FFF2-40B4-BE49-F238E27FC236}">
                <a16:creationId xmlns:a16="http://schemas.microsoft.com/office/drawing/2014/main" id="{54B638F6-0655-F9A4-7459-A0581560BFFE}"/>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8FDB3D2F-1CC0-5475-6375-815BB0AEBF87}"/>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0" name="楕円 299">
              <a:extLst>
                <a:ext uri="{FF2B5EF4-FFF2-40B4-BE49-F238E27FC236}">
                  <a16:creationId xmlns:a16="http://schemas.microsoft.com/office/drawing/2014/main" id="{18BD1D5D-3356-70BE-2621-D2E8D069EC51}"/>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C5C280C9-5CC8-F47F-62EB-035537586F36}"/>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2" name="グループ化 301">
            <a:extLst>
              <a:ext uri="{FF2B5EF4-FFF2-40B4-BE49-F238E27FC236}">
                <a16:creationId xmlns:a16="http://schemas.microsoft.com/office/drawing/2014/main" id="{F36430FD-B333-553B-4341-32F146FC6698}"/>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534EFE5D-2520-7A27-D960-9FDE5CDB1B7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71D58A97-9B42-0834-1EDC-38C0F0F54706}"/>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7872A134-358E-5EC0-3524-D31406565923}"/>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F0B5AEF9-E8CB-5566-D6E2-53DE04EE4B0E}"/>
              </a:ext>
            </a:extLst>
          </p:cNvPr>
          <p:cNvGrpSpPr/>
          <p:nvPr/>
        </p:nvGrpSpPr>
        <p:grpSpPr>
          <a:xfrm>
            <a:off x="-4138935" y="4926759"/>
            <a:ext cx="4022675" cy="999461"/>
            <a:chOff x="2209889" y="4943475"/>
            <a:chExt cx="4022675" cy="999461"/>
          </a:xfrm>
        </p:grpSpPr>
        <p:sp>
          <p:nvSpPr>
            <p:cNvPr id="84" name="四角形: 角を丸くする 83">
              <a:extLst>
                <a:ext uri="{FF2B5EF4-FFF2-40B4-BE49-F238E27FC236}">
                  <a16:creationId xmlns:a16="http://schemas.microsoft.com/office/drawing/2014/main" id="{EC69FFF0-6519-E809-8865-083D34E96F16}"/>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C346BC2B-1293-BF79-381B-6C03BC265653}"/>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体に中威力攻撃</a:t>
              </a:r>
            </a:p>
          </p:txBody>
        </p:sp>
        <p:grpSp>
          <p:nvGrpSpPr>
            <p:cNvPr id="306" name="グループ化 305">
              <a:extLst>
                <a:ext uri="{FF2B5EF4-FFF2-40B4-BE49-F238E27FC236}">
                  <a16:creationId xmlns:a16="http://schemas.microsoft.com/office/drawing/2014/main" id="{74B6F89F-EF8B-6BA5-86DA-18AFE7E70ED3}"/>
                </a:ext>
              </a:extLst>
            </p:cNvPr>
            <p:cNvGrpSpPr/>
            <p:nvPr/>
          </p:nvGrpSpPr>
          <p:grpSpPr>
            <a:xfrm>
              <a:off x="2341393" y="5040743"/>
              <a:ext cx="2015331" cy="684955"/>
              <a:chOff x="2341393" y="5180704"/>
              <a:chExt cx="2015331" cy="684955"/>
            </a:xfrm>
          </p:grpSpPr>
          <p:sp>
            <p:nvSpPr>
              <p:cNvPr id="307" name="テキスト ボックス 306">
                <a:extLst>
                  <a:ext uri="{FF2B5EF4-FFF2-40B4-BE49-F238E27FC236}">
                    <a16:creationId xmlns:a16="http://schemas.microsoft.com/office/drawing/2014/main" id="{E2576897-CA9B-19D3-AD0D-2264FC493052}"/>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原稿用標準書体" panose="03000503000000000000" pitchFamily="66" charset="-128"/>
                    <a:ea typeface="原稿用標準書体" panose="03000503000000000000" pitchFamily="66" charset="-128"/>
                  </a:rPr>
                  <a:t>スキル</a:t>
                </a:r>
              </a:p>
            </p:txBody>
          </p:sp>
          <p:grpSp>
            <p:nvGrpSpPr>
              <p:cNvPr id="308" name="グループ化 307">
                <a:extLst>
                  <a:ext uri="{FF2B5EF4-FFF2-40B4-BE49-F238E27FC236}">
                    <a16:creationId xmlns:a16="http://schemas.microsoft.com/office/drawing/2014/main" id="{D8011402-008B-CBD0-3531-36AFC69BD6B7}"/>
                  </a:ext>
                </a:extLst>
              </p:cNvPr>
              <p:cNvGrpSpPr/>
              <p:nvPr/>
            </p:nvGrpSpPr>
            <p:grpSpPr>
              <a:xfrm>
                <a:off x="2453923" y="5679787"/>
                <a:ext cx="732508" cy="185872"/>
                <a:chOff x="2453923" y="5679787"/>
                <a:chExt cx="732508" cy="185872"/>
              </a:xfrm>
            </p:grpSpPr>
            <p:sp>
              <p:nvSpPr>
                <p:cNvPr id="309" name="楕円 308">
                  <a:extLst>
                    <a:ext uri="{FF2B5EF4-FFF2-40B4-BE49-F238E27FC236}">
                      <a16:creationId xmlns:a16="http://schemas.microsoft.com/office/drawing/2014/main" id="{57559CDD-9EF6-D60F-95EC-C6CAEA8C91E2}"/>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0E8EFBA7-8F5E-E700-39FF-F24617DA52CF}"/>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43CE86AF-5AD2-5971-D755-2FB1CF67CC15}"/>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434334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8.33333E-7 -3.7037E-6 L 0.49844 -3.7037E-6 " pathEditMode="relative" rAng="0" ptsTypes="AA">
                                      <p:cBhvr>
                                        <p:cTn id="6" dur="2000" fill="hold"/>
                                        <p:tgtEl>
                                          <p:spTgt spid="43"/>
                                        </p:tgtEl>
                                        <p:attrNameLst>
                                          <p:attrName>ppt_x</p:attrName>
                                          <p:attrName>ppt_y</p:attrName>
                                        </p:attrNameLst>
                                      </p:cBhvr>
                                      <p:rCtr x="24922" y="0"/>
                                    </p:animMotion>
                                  </p:childTnLst>
                                </p:cTn>
                              </p:par>
                            </p:childTnLst>
                          </p:cTn>
                        </p:par>
                      </p:childTnLst>
                    </p:cTn>
                  </p:par>
                  <p:par>
                    <p:cTn id="7" fill="hold">
                      <p:stCondLst>
                        <p:cond delay="indefinite"/>
                      </p:stCondLst>
                      <p:childTnLst>
                        <p:par>
                          <p:cTn id="8" fill="hold">
                            <p:stCondLst>
                              <p:cond delay="0"/>
                            </p:stCondLst>
                            <p:childTnLst>
                              <p:par>
                                <p:cTn id="9" presetID="32" presetClass="emph" presetSubtype="0" fill="hold" nodeType="clickEffect">
                                  <p:stCondLst>
                                    <p:cond delay="0"/>
                                  </p:stCondLst>
                                  <p:childTnLst>
                                    <p:animRot by="120000">
                                      <p:cBhvr>
                                        <p:cTn id="10" dur="50" fill="hold">
                                          <p:stCondLst>
                                            <p:cond delay="0"/>
                                          </p:stCondLst>
                                        </p:cTn>
                                        <p:tgtEl>
                                          <p:spTgt spid="43"/>
                                        </p:tgtEl>
                                        <p:attrNameLst>
                                          <p:attrName>r</p:attrName>
                                        </p:attrNameLst>
                                      </p:cBhvr>
                                    </p:animRot>
                                    <p:animRot by="-240000">
                                      <p:cBhvr>
                                        <p:cTn id="11" dur="100" fill="hold">
                                          <p:stCondLst>
                                            <p:cond delay="100"/>
                                          </p:stCondLst>
                                        </p:cTn>
                                        <p:tgtEl>
                                          <p:spTgt spid="43"/>
                                        </p:tgtEl>
                                        <p:attrNameLst>
                                          <p:attrName>r</p:attrName>
                                        </p:attrNameLst>
                                      </p:cBhvr>
                                    </p:animRot>
                                    <p:animRot by="240000">
                                      <p:cBhvr>
                                        <p:cTn id="12" dur="100" fill="hold">
                                          <p:stCondLst>
                                            <p:cond delay="200"/>
                                          </p:stCondLst>
                                        </p:cTn>
                                        <p:tgtEl>
                                          <p:spTgt spid="43"/>
                                        </p:tgtEl>
                                        <p:attrNameLst>
                                          <p:attrName>r</p:attrName>
                                        </p:attrNameLst>
                                      </p:cBhvr>
                                    </p:animRot>
                                    <p:animRot by="-240000">
                                      <p:cBhvr>
                                        <p:cTn id="13" dur="100" fill="hold">
                                          <p:stCondLst>
                                            <p:cond delay="300"/>
                                          </p:stCondLst>
                                        </p:cTn>
                                        <p:tgtEl>
                                          <p:spTgt spid="43"/>
                                        </p:tgtEl>
                                        <p:attrNameLst>
                                          <p:attrName>r</p:attrName>
                                        </p:attrNameLst>
                                      </p:cBhvr>
                                    </p:animRot>
                                    <p:animRot by="120000">
                                      <p:cBhvr>
                                        <p:cTn id="14" dur="100" fill="hold">
                                          <p:stCondLst>
                                            <p:cond delay="400"/>
                                          </p:stCondLst>
                                        </p:cTn>
                                        <p:tgtEl>
                                          <p:spTgt spid="43"/>
                                        </p:tgtEl>
                                        <p:attrNameLst>
                                          <p:attrName>r</p:attrName>
                                        </p:attrNameLst>
                                      </p:cBhvr>
                                    </p:animRot>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49961 -3.7037E-6 L 1.35521 -3.7037E-6 " pathEditMode="relative" rAng="0" ptsTypes="AA">
                                      <p:cBhvr>
                                        <p:cTn id="18" dur="2000" fill="hold"/>
                                        <p:tgtEl>
                                          <p:spTgt spid="43"/>
                                        </p:tgtEl>
                                        <p:attrNameLst>
                                          <p:attrName>ppt_x</p:attrName>
                                          <p:attrName>ppt_y</p:attrName>
                                        </p:attrNameLst>
                                      </p:cBhvr>
                                      <p:rCtr x="4277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ED986DD5-E66A-420C-2409-151023BCF88F}"/>
            </a:ext>
          </a:extLst>
        </p:cNvPr>
        <p:cNvGrpSpPr/>
        <p:nvPr/>
      </p:nvGrpSpPr>
      <p:grpSpPr>
        <a:xfrm>
          <a:off x="0" y="0"/>
          <a:ext cx="0" cy="0"/>
          <a:chOff x="0" y="0"/>
          <a:chExt cx="0" cy="0"/>
        </a:xfrm>
      </p:grpSpPr>
      <p:sp>
        <p:nvSpPr>
          <p:cNvPr id="84" name="楕円 83">
            <a:extLst>
              <a:ext uri="{FF2B5EF4-FFF2-40B4-BE49-F238E27FC236}">
                <a16:creationId xmlns:a16="http://schemas.microsoft.com/office/drawing/2014/main" id="{10CFE1EE-C201-DEC3-CD23-2CDC9C0E41F3}"/>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2" name="楕円 311">
            <a:extLst>
              <a:ext uri="{FF2B5EF4-FFF2-40B4-BE49-F238E27FC236}">
                <a16:creationId xmlns:a16="http://schemas.microsoft.com/office/drawing/2014/main" id="{9DAD35B9-D58B-715B-9F30-B4ED560EAE3B}"/>
              </a:ext>
            </a:extLst>
          </p:cNvPr>
          <p:cNvSpPr/>
          <p:nvPr/>
        </p:nvSpPr>
        <p:spPr>
          <a:xfrm>
            <a:off x="-2034350" y="409514"/>
            <a:ext cx="6478486" cy="6038972"/>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7" name="矢印: 五方向 276">
            <a:extLst>
              <a:ext uri="{FF2B5EF4-FFF2-40B4-BE49-F238E27FC236}">
                <a16:creationId xmlns:a16="http://schemas.microsoft.com/office/drawing/2014/main" id="{FD4EA356-42DE-F4D0-3A37-EE6033685CD6}"/>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2" name="四角形: 角を丸くする 1">
            <a:extLst>
              <a:ext uri="{FF2B5EF4-FFF2-40B4-BE49-F238E27FC236}">
                <a16:creationId xmlns:a16="http://schemas.microsoft.com/office/drawing/2014/main" id="{DAD5F2F4-7302-79AC-C088-1CC2AF57E341}"/>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FBCCF46-ED4E-BA6A-40AD-116BC94CB76E}"/>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0E53FC35-8B73-D6CF-225B-3587BA3C6C85}"/>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648C902F-11EB-2CFF-2643-9060E477EEA7}"/>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C97793D5-42C0-6984-62AD-C888BA3A85BB}"/>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8F7FAC3-29C5-007B-EB8B-4A2A3F67CD81}"/>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BCC7C10F-D818-1132-F662-555BE3D15662}"/>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F8F037BE-A9F3-8A1C-AFEA-D82C3F082DE5}"/>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14395F63-E428-CB4F-B940-9B60B3B82306}"/>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9CC45E67-FD65-4267-FD5F-E62D993EF8F2}"/>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788FD132-CA8C-E64B-B4A2-D334BA32B076}"/>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CF69B9FB-4318-7A41-4D78-1A3108654647}"/>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C3ADF17-1464-FD70-93FD-CECDC21E4667}"/>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C6488F9C-2804-4ABA-EED9-C55BA07B47D2}"/>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B24A8567-0CE3-5805-39ED-9D09E2B8D22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33706D8E-354F-A574-617D-30E4140EFC0B}"/>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581D57B1-CD11-24F0-D960-8978ADBEDC62}"/>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96BC05C5-CAD8-8B2E-A7C0-6398C474AD6B}"/>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BF07BADD-38E5-E57D-4C5A-6CBAAFCE5BA6}"/>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A20AF71C-6A8D-58C3-982C-854694BB430A}"/>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BA4245A0-76A7-BF61-5DE4-FE62E45FDCCE}"/>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EFC4F719-982C-1BAD-281C-8CA68EED1263}"/>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B044D60F-CB4F-8051-8E30-319D8991E1FA}"/>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C99E757-FA3C-0F44-2963-3B233D299263}"/>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721D4AA7-A92F-5D28-2E86-A70CDA06AB7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A529208C-3B2A-B618-A8FB-EE4B14014B84}"/>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22AFF61A-3142-3E82-2CAC-9B499AE41117}"/>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813E9EB8-8E20-9BBE-E78C-3ECA228A1F1F}"/>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3C9739BB-B6F7-3EFE-412D-FAE00BCE6206}"/>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3D9C287C-BC67-990E-7449-CECCA53EFC4A}"/>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5DC34C66-2982-CC49-E6C0-EE440C009030}"/>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61423311-49BA-90B5-258D-B3FF0975DA6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B2AE5115-536A-E4E7-A29F-1B66C8855F4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E3CECF52-1CED-B1BE-67BF-60886F3EFB0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7458B4CB-DCF7-2AE6-1336-1916988CCC29}"/>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B8BE7E34-B604-5227-07AE-1D7AE54B45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747F1350-855A-B0E8-711C-5AC27ACF92E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BA7DBB6C-2728-3231-C514-24187617E25D}"/>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F7499055-1822-F63B-D116-A20F20544FFB}"/>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67B76A18-1C76-5A12-39D9-1B56E76D6359}"/>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B704C111-0E43-D3AD-00A3-1477D1535FC4}"/>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840E473-DB74-F319-7298-D453332E84C5}"/>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E23481B8-6FC1-B2EB-2A72-8626CB7B15C6}"/>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C82E3C6D-B518-DBD0-5124-880DABF6EF95}"/>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3A514A24-A5D4-72D2-45AC-611743BF18C9}"/>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53B17209-C37A-0E4C-5BFA-93FE36F4808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7C7CAB4-D380-CA3A-86B4-E7CC6F3FCFC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04FDCBAF-89A2-7D6A-013D-9665DF07828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52EE7C08-B14D-D6DB-068D-12EFCE7070F1}"/>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C475C4C2-FE9E-293B-B40D-6576EDD64206}"/>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425890E2-8234-5B79-2D36-E3F1D789111A}"/>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9F828E7B-B04B-E9CB-D6AA-B07D8F6B47D2}"/>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CC016216-AD73-BB5F-8E59-996A25440200}"/>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509E78AC-612A-6F88-0AE0-93EB0568741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DBAD33A5-823B-E105-83A0-BD72BA6C55E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BF1634E9-C7FF-2118-0AB2-F4D313F9AC74}"/>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85478ABD-5B96-96C5-CE0C-489266BDC5F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B8F9C70E-CC41-628E-A713-5799B607A0F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0F5EB10-F853-1677-8AB2-EB57F3643D9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7690435C-06B4-AB22-BA81-487EE1309CDE}"/>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178DA359-3211-DE50-BE65-A4C63578121E}"/>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46903ACE-80DB-F8E5-B971-25868A5ED5AB}"/>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E649336F-EB03-C0C2-AD8E-64FD9EEA9517}"/>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8DCE5E08-AF57-D081-30A0-BCAA4C54F0D6}"/>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07D9CC1D-A5A0-62A6-33A5-7210A02B70EC}"/>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AF803F1D-6670-C2C5-F62E-A73E48474C2B}"/>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5B6BB610-6B3D-D55C-8FE8-25970A6E3B69}"/>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6D665455-E63F-DDBC-9966-5DA54549A2B0}"/>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9518B514-6FEC-4A7C-CA3F-5563AAF96312}"/>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20BBD9DA-03BD-3282-D006-5CCBC7432D0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49A7C0DF-FEDB-B089-D2CD-E3EBACD5EDBE}"/>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569C40A1-7FAA-0EFA-5A2D-FFE26AAC39E2}"/>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93080E20-707A-8EA5-62A1-0BB462897FD7}"/>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1AD1AFFA-6623-55DC-E601-175D31C2EA72}"/>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ECCC2B11-B89B-3DAE-9C02-3399F63DE30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582496A2-DE8A-652A-CDB5-5B2BAF0928BE}"/>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B7BF86B-E00D-EE74-D3BC-EFDD1813A27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E22E360D-18D7-2345-D3B1-245A0961E5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1142D382-828F-DF5F-EE92-31875EE055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97781FB3-B007-7FC8-C29F-1221F3C5779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84B19F60-0481-AA12-CB9E-779526605CF5}"/>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FA0ABB39-12E2-7B7C-8DDD-E83185560C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CE408F1A-2E99-C28A-A091-6016165EA09C}"/>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D1F2BAC-4FB4-63C8-A48A-FF82EFD69DBC}"/>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9064F83-678E-6D10-6DB4-DD4842FCF73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FAA9FFBC-C49D-78D4-B02C-7C3B8236D3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BDD10079-550F-4B67-3615-D327DAB9A90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C089BDE4-4B84-AAB2-70F9-83CE5FEB406E}"/>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6D380CEE-0DC7-F9F0-649B-7D08C389042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1EC63EC0-3C15-CF12-3D6D-DB67ECC054F9}"/>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F018EF2-3344-D1D2-51B1-57BE06A75EF1}"/>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337EDDF5-20EA-C00E-0737-534DAAB932C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B25A9E93-E814-E96A-DA9E-A8663B2E26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A222A11C-9FF9-EFD6-14AF-B83D379856E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6AD0CDF0-BC69-2F05-9065-BD55C8424A40}"/>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9E1A672B-6C05-9306-58AB-FF8F8978BF4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8391B522-D700-A537-F5EF-2275243892B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11F310FD-CEF8-DAFF-88EA-FAD844C3BD0F}"/>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9E959E11-443A-6ED7-3955-783E8C20D92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01DCD129-86B0-82CB-42E2-DCA6EAA288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B37EDA49-5E77-ED50-4391-21ADC81B466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22A3415A-858B-968E-E249-B841D1937934}"/>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5937D746-3C24-5006-6CD8-197D5838B05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CE3555E1-5517-2C24-61E4-3B51D6E7B84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18250966-75FB-379E-3036-EC3818474DB3}"/>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EC247C8E-0B76-2BA9-0814-72FF365C446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53950296-C967-FC2D-A59F-216F17C449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D7F3D136-9007-6009-59C3-289142E88C3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EEE40CB4-12B2-3C2D-52E8-9E37642BB101}"/>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DE076770-0FCD-7BE0-23EE-FE6C125AEB9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80241DC5-64F0-BBD1-23AA-7990CBFBA7DD}"/>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D29804B0-EED7-0200-FB9B-CF9556477EA6}"/>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DD51EA09-830C-3845-163A-FFC44BE92C6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3DC511CD-B91B-C7DE-342B-11BD19329D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F5367F12-EE97-7B51-FB87-A43057D1D18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38C3ABF5-2A42-087C-CCE9-9B5F9F2EF500}"/>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CB6E5FAE-45B4-4BB0-1A67-F8E49B8FC2E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979F1B98-686B-4AB7-3F4B-30D03DD0A31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268279F-9B09-FADD-A640-D25CDAD16828}"/>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4005A4B5-BC06-E04F-03FC-46605CA3A3C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9D534F7E-AF8C-E126-BA2F-1D10FBA392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CD579609-ED13-BAF1-6A4B-93D6A580D8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0DEF7A19-8368-ACAA-785B-5D66535882E5}"/>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6C18AF8F-B229-59D3-A2EA-C134B7EE60FB}"/>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119EBDF6-D3B4-D06B-C597-990BAF53FDB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E1463A57-4187-14E7-3399-42B63037A39B}"/>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ADC2E2EB-0ED6-B7D1-4A6A-3C8323BF7EC1}"/>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A05F54BB-5F80-DCFA-1439-587EBA8C55F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6D27684C-0863-B2DB-97CA-667E7572D0C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1B6D6976-DDAA-DCCC-2519-A1BC26945B68}"/>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E12335FF-B7E1-E99D-7680-1741513B86DF}"/>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8700EFC2-C087-4738-4A3A-BD5721CCD23D}"/>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4E88A6F5-7A7F-82C7-E85B-5D1BB883D420}"/>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F9BA76D2-A897-3A98-2DE2-96F19857768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59BCB6AD-AB47-0E3E-C1A1-4736365C533F}"/>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9137C260-F5A3-BCDB-20B3-66398F90655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D1D38837-70F8-8EF6-EC6A-7B91617F3070}"/>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20A66E33-E276-3CD8-568E-8361E8E95092}"/>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7AD8B1A8-C4ED-2EAB-BB97-B8541E5A1B38}"/>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7F759826-3619-B6AD-428C-E63B24D624EB}"/>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E42D9DAF-1D0B-FB17-DECF-DE50522FFFB4}"/>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AFC3ABF-7198-AC47-1C6E-2DCA8D59376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A1481320-85AC-2620-F636-6CAC3417CC9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1D141203-46C5-27DE-0379-BD0152CC5CB0}"/>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6722D7B8-8F16-A865-DE8E-1553BD097F43}"/>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67323C3F-CC0F-EED8-CC0F-09F6024838C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7B785652-3133-D890-6E3F-38AA0C677D83}"/>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0E996E39-56A3-CAA7-6189-A4022DCA0FFC}"/>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939E86CB-4B2B-2255-02FF-611D2AC250D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31E894F8-1EAB-B8AE-425D-88829AEBC7A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87896B53-80F1-DAAA-BAF8-CE8039D42A8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FFC626F0-DB9B-5400-AD9E-93917C65D43C}"/>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74AA45FB-7958-D821-3DB6-5A0A7E580D96}"/>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662C2C47-4283-534A-7F3B-5E878043108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24724B8E-6571-7054-A619-75D8BD93A83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715EF8AF-BC13-0043-CE0F-A4C704832F5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07C04600-53E2-5EF7-D78E-D07DCF7BE000}"/>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BB915AA3-3952-D3B5-E2B7-725AC3A16E6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9779A462-6E7F-2760-427C-B9E0AAE602D2}"/>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C8330F7B-68E1-7BEF-5553-44FC42B7813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43F847F9-3769-1603-A63B-B7192A812D90}"/>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37AE1569-28DA-B6C8-BFC1-6CC74F205BF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75759801-ECBA-5ADA-C94F-D447BB69A60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67917035-F62C-63CE-EA3B-5A1058222513}"/>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33582495-C84F-268D-627B-69B9587F314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C178EA71-D32A-5C36-00F7-312A8A377B6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BE6E35D3-676D-BA9B-4535-0AA72CB0D0CB}"/>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4DB7A519-F9CF-9210-4835-529DDBD5189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1BCD6D4C-4C0C-B766-6020-BFD817406818}"/>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C6DEE9BC-2A5E-9B32-29F0-5A8A2FBB15F6}"/>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C788FB36-0783-7043-1808-51A16D6D1DD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F77764DC-7064-B317-7E7B-75F1B107FC0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B6C45CCB-084D-9DAE-05A0-1DEF41C385F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A4185D81-AC78-30EE-E07C-DA297BACE14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165D34C-5734-CE78-67E7-EBFD6C7AEBD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9EA213DC-1701-750B-DD9E-EE5C48C40F4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85B16CE3-ED69-E400-3062-F3277BBD95F8}"/>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3D47A77B-282C-D182-ED80-157074DD35D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B69966AC-D3B6-17C6-C417-0B512EF7008F}"/>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051B33EC-E1ED-F68E-F36F-501A27F8789B}"/>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6A27E8E8-30AD-33AF-EC9B-4E6D5CEB209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272167CB-499E-2B70-4BAF-BC48E7221B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B018A060-C3C7-2D9A-FD9E-C56AF56F4B7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FBF45DBA-80E7-C9CB-602E-4582163DE405}"/>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E8D42461-8EBD-BFE4-B0D4-6F1608737BB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FCAA634-605B-A74A-4967-DC7A6253FD5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8BB77D66-B4D9-78F6-C87D-8C05801C66E8}"/>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36986403-74FB-C9EC-F5B5-221DD33714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36A55BFB-A3B8-7902-D35B-194889F6C07C}"/>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2F5F648B-081B-6794-14C8-3E690675282A}"/>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27691509-7C31-5BC2-E617-8AF9ED2E856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0D45226E-D150-66D7-7062-49429DD948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DA7DB72C-D36F-D80A-065C-D515EDA66E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C80C7D3C-B57E-4A2E-6DED-DCB27E250F70}"/>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6EFA2B92-2653-2ECB-7A9A-C44A2180F25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1E445367-B059-0253-115A-03084F72F2C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EC572CE4-E68C-483B-1253-A9EB199D6C30}"/>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6A6F03D0-35C2-4916-AD80-96BAD90334D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A2EE9EE1-0E2A-8646-0881-3DDAB5124AE9}"/>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43829D84-3A42-4295-FB9B-280FC9E20D6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D275C18A-36CF-B8A8-CE84-6966411B7C4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55E1626-09DA-25D4-B140-84D6F98787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AA334C16-584F-746D-5C48-64CBAADE2C0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2530DECE-9478-F0FC-3CEC-E7BBDDB70E5B}"/>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97D505A3-BBA2-93E4-9DFA-748B4934DF1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891C4CC2-F240-F981-ECF1-9404BF5A5A0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ABA468ED-BC48-8F7E-3D45-3F481B550FE9}"/>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BE1B73AD-198D-0225-71EE-AF5474A7BC9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59F214C1-54B5-306A-AC54-9466C36C6B6E}"/>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5B9F0B0C-2440-9029-2DD3-109A35D2F7B8}"/>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157D167-BD33-51B9-5E2B-71783F0E91B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D5680C24-DB92-B764-EAE1-34B803FFFE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E6C8023C-1A5F-3C1B-7925-3B80112132F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D9877612-AB4F-28A3-EBF3-54380FB1187B}"/>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94BF1F1C-5BC8-3B88-C89F-ADB34712A91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23B16831-F5A3-AE3A-C1E1-2297A86BCF5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9D71B92B-74E5-82E2-E79A-C57DE47A5740}"/>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933D984F-C505-B3EB-BC37-51C289026B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7169DC62-263F-3B50-5698-9C56611D31CA}"/>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BA39C1E7-2DA5-2165-15A6-16C714905CD3}"/>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489B3E7A-91A0-2A24-AE64-557D601E6D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AB21011D-5B96-3DF9-69C6-CF266CA154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DB440BB4-47B2-F022-966B-71101D9C3F4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F8F03C49-4DC0-30CF-4D8B-DD9B11E2F7E0}"/>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F775ACD3-D089-F786-D8E1-95FBD5DFD58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7D02780A-1D52-9BD7-CA76-5A042FCC497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E89EB297-10F2-B2CC-D39D-B220B59B49CF}"/>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73F8855D-C7E3-F39B-ADC1-F1D5E80B9DC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6C260C85-F3D9-48FD-243E-B28CCCD375AD}"/>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47C41C22-D62D-56AD-E4D3-921990B8A0D5}"/>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6639FD95-BE35-E4C0-11CD-50A3831DBB9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78EE87EA-5D78-F246-485E-6F3B71DF15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EFE029D0-D21E-CBE9-BE59-23D311E2A6E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cxnSp>
        <p:nvCxnSpPr>
          <p:cNvPr id="25" name="直線コネクタ 24">
            <a:extLst>
              <a:ext uri="{FF2B5EF4-FFF2-40B4-BE49-F238E27FC236}">
                <a16:creationId xmlns:a16="http://schemas.microsoft.com/office/drawing/2014/main" id="{A26F6F24-1B4A-EEDD-0198-3930706A64D6}"/>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4E3155AD-3988-15BA-7978-497697E013D2}"/>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41F52906-12F0-2E48-1668-581C77D13148}"/>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79" name="グループ化 178">
            <a:extLst>
              <a:ext uri="{FF2B5EF4-FFF2-40B4-BE49-F238E27FC236}">
                <a16:creationId xmlns:a16="http://schemas.microsoft.com/office/drawing/2014/main" id="{2FABE844-5F1E-F452-D329-8E3BB00E8FC6}"/>
              </a:ext>
            </a:extLst>
          </p:cNvPr>
          <p:cNvGrpSpPr/>
          <p:nvPr/>
        </p:nvGrpSpPr>
        <p:grpSpPr>
          <a:xfrm>
            <a:off x="8106557" y="848666"/>
            <a:ext cx="1102148" cy="5096264"/>
            <a:chOff x="8106557" y="848666"/>
            <a:chExt cx="1102148" cy="5096264"/>
          </a:xfrm>
        </p:grpSpPr>
        <p:sp>
          <p:nvSpPr>
            <p:cNvPr id="180" name="楕円 179">
              <a:extLst>
                <a:ext uri="{FF2B5EF4-FFF2-40B4-BE49-F238E27FC236}">
                  <a16:creationId xmlns:a16="http://schemas.microsoft.com/office/drawing/2014/main" id="{AC92CC45-D0F1-7826-900E-EC2CACC8E90C}"/>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1" name="楕円 180">
              <a:extLst>
                <a:ext uri="{FF2B5EF4-FFF2-40B4-BE49-F238E27FC236}">
                  <a16:creationId xmlns:a16="http://schemas.microsoft.com/office/drawing/2014/main" id="{9A0BB37D-ABB0-6945-E93C-23E527DCAACA}"/>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3" name="楕円 182">
              <a:extLst>
                <a:ext uri="{FF2B5EF4-FFF2-40B4-BE49-F238E27FC236}">
                  <a16:creationId xmlns:a16="http://schemas.microsoft.com/office/drawing/2014/main" id="{614F5B72-483C-1034-92BC-DD6909C773EE}"/>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6ED6C0D6-4F6A-BB4C-5EAE-3D9454A0499D}"/>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8" name="楕円 267">
              <a:extLst>
                <a:ext uri="{FF2B5EF4-FFF2-40B4-BE49-F238E27FC236}">
                  <a16:creationId xmlns:a16="http://schemas.microsoft.com/office/drawing/2014/main" id="{02A61DF8-0376-0963-4381-82EB56136FA4}"/>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9" name="楕円 268">
              <a:extLst>
                <a:ext uri="{FF2B5EF4-FFF2-40B4-BE49-F238E27FC236}">
                  <a16:creationId xmlns:a16="http://schemas.microsoft.com/office/drawing/2014/main" id="{ABA9D835-0BC5-DE84-D8F8-EDA3B2EB9C15}"/>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0" name="楕円 269">
              <a:extLst>
                <a:ext uri="{FF2B5EF4-FFF2-40B4-BE49-F238E27FC236}">
                  <a16:creationId xmlns:a16="http://schemas.microsoft.com/office/drawing/2014/main" id="{5DE63120-A3E0-AC2F-DB1E-FE2584B836B1}"/>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8" name="グループ化 277">
            <a:extLst>
              <a:ext uri="{FF2B5EF4-FFF2-40B4-BE49-F238E27FC236}">
                <a16:creationId xmlns:a16="http://schemas.microsoft.com/office/drawing/2014/main" id="{485534FA-75D5-270D-7E9D-C20C25D29762}"/>
              </a:ext>
            </a:extLst>
          </p:cNvPr>
          <p:cNvGrpSpPr/>
          <p:nvPr/>
        </p:nvGrpSpPr>
        <p:grpSpPr>
          <a:xfrm>
            <a:off x="701559" y="856984"/>
            <a:ext cx="973058" cy="5085256"/>
            <a:chOff x="701559" y="856984"/>
            <a:chExt cx="973058" cy="5085256"/>
          </a:xfrm>
        </p:grpSpPr>
        <p:sp>
          <p:nvSpPr>
            <p:cNvPr id="279" name="楕円 278">
              <a:extLst>
                <a:ext uri="{FF2B5EF4-FFF2-40B4-BE49-F238E27FC236}">
                  <a16:creationId xmlns:a16="http://schemas.microsoft.com/office/drawing/2014/main" id="{352AAC67-BBD8-8D61-6AAB-62E367A4C7BD}"/>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CEA6F2CC-44BC-ECBC-D2A0-5C2C9D4FB048}"/>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1" name="楕円 280">
              <a:extLst>
                <a:ext uri="{FF2B5EF4-FFF2-40B4-BE49-F238E27FC236}">
                  <a16:creationId xmlns:a16="http://schemas.microsoft.com/office/drawing/2014/main" id="{E131393D-24F5-FDA4-1161-88BE10C92218}"/>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2" name="楕円 281">
              <a:extLst>
                <a:ext uri="{FF2B5EF4-FFF2-40B4-BE49-F238E27FC236}">
                  <a16:creationId xmlns:a16="http://schemas.microsoft.com/office/drawing/2014/main" id="{C2E8DD25-4C64-73BC-AD29-23E68E16E833}"/>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3" name="楕円 282">
              <a:extLst>
                <a:ext uri="{FF2B5EF4-FFF2-40B4-BE49-F238E27FC236}">
                  <a16:creationId xmlns:a16="http://schemas.microsoft.com/office/drawing/2014/main" id="{B79A8378-0266-C4DC-C8E5-1C09C9CA03B4}"/>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4" name="楕円 283">
              <a:extLst>
                <a:ext uri="{FF2B5EF4-FFF2-40B4-BE49-F238E27FC236}">
                  <a16:creationId xmlns:a16="http://schemas.microsoft.com/office/drawing/2014/main" id="{B8A8021B-590E-6664-1B04-BCA1DD98AB51}"/>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5" name="楕円 284">
              <a:extLst>
                <a:ext uri="{FF2B5EF4-FFF2-40B4-BE49-F238E27FC236}">
                  <a16:creationId xmlns:a16="http://schemas.microsoft.com/office/drawing/2014/main" id="{CD4BBE10-5815-A242-78A1-E76073327D89}"/>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1" name="グループ化 270">
            <a:extLst>
              <a:ext uri="{FF2B5EF4-FFF2-40B4-BE49-F238E27FC236}">
                <a16:creationId xmlns:a16="http://schemas.microsoft.com/office/drawing/2014/main" id="{D3E0B5EB-57F4-2452-44C9-F843F3D2E7F4}"/>
              </a:ext>
            </a:extLst>
          </p:cNvPr>
          <p:cNvGrpSpPr/>
          <p:nvPr/>
        </p:nvGrpSpPr>
        <p:grpSpPr>
          <a:xfrm>
            <a:off x="723599" y="873194"/>
            <a:ext cx="5508965" cy="5093731"/>
            <a:chOff x="723599" y="873194"/>
            <a:chExt cx="5508965" cy="5093731"/>
          </a:xfrm>
        </p:grpSpPr>
        <p:sp>
          <p:nvSpPr>
            <p:cNvPr id="4" name="楕円 3">
              <a:extLst>
                <a:ext uri="{FF2B5EF4-FFF2-40B4-BE49-F238E27FC236}">
                  <a16:creationId xmlns:a16="http://schemas.microsoft.com/office/drawing/2014/main" id="{CAAA5593-E376-F2CA-6B9A-EED4D8332225}"/>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5400">
                  <a:latin typeface="原稿用標準書体" panose="03000503000000000000" pitchFamily="66" charset="-128"/>
                  <a:ea typeface="原稿用標準書体" panose="03000503000000000000" pitchFamily="66" charset="-128"/>
                </a:rPr>
                <a:t>キャラ</a:t>
              </a:r>
              <a:endParaRPr kumimoji="1" lang="ja-JP" altLang="en-US" sz="5400" dirty="0">
                <a:latin typeface="原稿用標準書体" panose="03000503000000000000" pitchFamily="66" charset="-128"/>
                <a:ea typeface="原稿用標準書体" panose="03000503000000000000" pitchFamily="66" charset="-128"/>
              </a:endParaRPr>
            </a:p>
          </p:txBody>
        </p:sp>
        <p:grpSp>
          <p:nvGrpSpPr>
            <p:cNvPr id="5" name="グループ化 4">
              <a:extLst>
                <a:ext uri="{FF2B5EF4-FFF2-40B4-BE49-F238E27FC236}">
                  <a16:creationId xmlns:a16="http://schemas.microsoft.com/office/drawing/2014/main" id="{01A3916D-941A-272D-31B4-55E5FF706475}"/>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14F954DE-7AFD-A679-421F-BD700F855119}"/>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39C1EABE-6976-2CC8-288A-3BF6788D5A9A}"/>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1</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体に高威力攻撃</a:t>
                </a:r>
              </a:p>
            </p:txBody>
          </p:sp>
          <p:sp>
            <p:nvSpPr>
              <p:cNvPr id="32" name="テキスト ボックス 31">
                <a:extLst>
                  <a:ext uri="{FF2B5EF4-FFF2-40B4-BE49-F238E27FC236}">
                    <a16:creationId xmlns:a16="http://schemas.microsoft.com/office/drawing/2014/main" id="{C56C4E5C-CF64-4812-3F8C-AE7F9FE43DA1}"/>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原稿用標準書体" panose="03000503000000000000" pitchFamily="66" charset="-128"/>
                    <a:ea typeface="原稿用標準書体" panose="03000503000000000000" pitchFamily="66" charset="-128"/>
                  </a:rPr>
                  <a:t>ENB</a:t>
                </a:r>
                <a:endParaRPr kumimoji="1" lang="ja-JP" altLang="en-US" sz="2800" dirty="0">
                  <a:solidFill>
                    <a:srgbClr val="CC66FF"/>
                  </a:solidFill>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DEC8F7DA-185E-C7C7-1334-ADCA3928946F}"/>
                </a:ext>
              </a:extLst>
            </p:cNvPr>
            <p:cNvGrpSpPr/>
            <p:nvPr/>
          </p:nvGrpSpPr>
          <p:grpSpPr>
            <a:xfrm>
              <a:off x="2209889" y="5115875"/>
              <a:ext cx="4022675" cy="782640"/>
              <a:chOff x="2209889" y="4914901"/>
              <a:chExt cx="4022675" cy="782640"/>
            </a:xfrm>
          </p:grpSpPr>
          <p:sp>
            <p:nvSpPr>
              <p:cNvPr id="51" name="四角形: 角を丸くする 50">
                <a:extLst>
                  <a:ext uri="{FF2B5EF4-FFF2-40B4-BE49-F238E27FC236}">
                    <a16:creationId xmlns:a16="http://schemas.microsoft.com/office/drawing/2014/main" id="{3C10FE0E-B204-21B2-23E8-125F3C5D9D15}"/>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CE779A8-8DBF-6CBC-E7BC-A26907C56FBE}"/>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原稿用標準書体" panose="03000503000000000000" pitchFamily="66" charset="-128"/>
                    <a:ea typeface="原稿用標準書体" panose="03000503000000000000" pitchFamily="66" charset="-128"/>
                  </a:rPr>
                  <a:t>EF</a:t>
                </a:r>
                <a:r>
                  <a:rPr lang="ja-JP" altLang="en-US" sz="2000" dirty="0">
                    <a:solidFill>
                      <a:srgbClr val="CC66FF"/>
                    </a:solidFill>
                    <a:latin typeface="原稿用標準書体" panose="03000503000000000000" pitchFamily="66" charset="-128"/>
                    <a:ea typeface="原稿用標準書体" panose="03000503000000000000" pitchFamily="66" charset="-128"/>
                  </a:rPr>
                  <a:t>拡大</a:t>
                </a:r>
                <a:endParaRPr kumimoji="1" lang="ja-JP" altLang="en-US" sz="2800" dirty="0">
                  <a:solidFill>
                    <a:srgbClr val="CC66FF"/>
                  </a:solidFill>
                  <a:latin typeface="原稿用標準書体" panose="03000503000000000000" pitchFamily="66" charset="-128"/>
                  <a:ea typeface="原稿用標準書体" panose="03000503000000000000" pitchFamily="66" charset="-128"/>
                </a:endParaRPr>
              </a:p>
            </p:txBody>
          </p:sp>
        </p:grpSp>
        <p:sp>
          <p:nvSpPr>
            <p:cNvPr id="66" name="テキスト ボックス 65">
              <a:extLst>
                <a:ext uri="{FF2B5EF4-FFF2-40B4-BE49-F238E27FC236}">
                  <a16:creationId xmlns:a16="http://schemas.microsoft.com/office/drawing/2014/main" id="{68E4C1DB-4466-9C6A-C3A2-48DCA34D586D}"/>
                </a:ext>
              </a:extLst>
            </p:cNvPr>
            <p:cNvSpPr txBox="1"/>
            <p:nvPr/>
          </p:nvSpPr>
          <p:spPr>
            <a:xfrm>
              <a:off x="3703108" y="5487418"/>
              <a:ext cx="2031325" cy="338554"/>
            </a:xfrm>
            <a:prstGeom prst="rect">
              <a:avLst/>
            </a:prstGeom>
            <a:noFill/>
          </p:spPr>
          <p:txBody>
            <a:bodyPr wrap="none" rtlCol="0">
              <a:spAutoFit/>
            </a:bodyPr>
            <a:lstStyle/>
            <a:p>
              <a:r>
                <a:rPr kumimoji="1"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ターン</a:t>
              </a:r>
              <a:r>
                <a:rPr kumimoji="1"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ATK10</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％上昇</a:t>
              </a:r>
            </a:p>
          </p:txBody>
        </p:sp>
        <p:grpSp>
          <p:nvGrpSpPr>
            <p:cNvPr id="69" name="グループ化 68">
              <a:extLst>
                <a:ext uri="{FF2B5EF4-FFF2-40B4-BE49-F238E27FC236}">
                  <a16:creationId xmlns:a16="http://schemas.microsoft.com/office/drawing/2014/main" id="{C6EAC0D1-A70A-AE9E-97A6-8E98301F3AE7}"/>
                </a:ext>
              </a:extLst>
            </p:cNvPr>
            <p:cNvGrpSpPr/>
            <p:nvPr/>
          </p:nvGrpSpPr>
          <p:grpSpPr>
            <a:xfrm>
              <a:off x="3833550" y="5267857"/>
              <a:ext cx="1758663" cy="192735"/>
              <a:chOff x="1719571" y="215382"/>
              <a:chExt cx="3888059" cy="426098"/>
            </a:xfrm>
          </p:grpSpPr>
          <p:sp>
            <p:nvSpPr>
              <p:cNvPr id="79" name="平行四辺形 78">
                <a:extLst>
                  <a:ext uri="{FF2B5EF4-FFF2-40B4-BE49-F238E27FC236}">
                    <a16:creationId xmlns:a16="http://schemas.microsoft.com/office/drawing/2014/main" id="{D527A91C-C997-6DC1-C123-A227D6431969}"/>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平行四辺形 80">
                <a:extLst>
                  <a:ext uri="{FF2B5EF4-FFF2-40B4-BE49-F238E27FC236}">
                    <a16:creationId xmlns:a16="http://schemas.microsoft.com/office/drawing/2014/main" id="{6F5BE905-D003-3691-6517-85F652C0DBD3}"/>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平行四辺形 85">
                <a:extLst>
                  <a:ext uri="{FF2B5EF4-FFF2-40B4-BE49-F238E27FC236}">
                    <a16:creationId xmlns:a16="http://schemas.microsoft.com/office/drawing/2014/main" id="{E7EA1218-18D9-20D9-21A9-D4F3DC634F1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平行四辺形 90">
                <a:extLst>
                  <a:ext uri="{FF2B5EF4-FFF2-40B4-BE49-F238E27FC236}">
                    <a16:creationId xmlns:a16="http://schemas.microsoft.com/office/drawing/2014/main" id="{4DBF90FC-6D20-70E9-A153-3B00A493CF26}"/>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平行四辺形 96">
                <a:extLst>
                  <a:ext uri="{FF2B5EF4-FFF2-40B4-BE49-F238E27FC236}">
                    <a16:creationId xmlns:a16="http://schemas.microsoft.com/office/drawing/2014/main" id="{F79787E2-7C48-30B7-E724-5F3AF7B46228}"/>
                  </a:ext>
                </a:extLst>
              </p:cNvPr>
              <p:cNvSpPr/>
              <p:nvPr/>
            </p:nvSpPr>
            <p:spPr>
              <a:xfrm>
                <a:off x="3993856" y="215382"/>
                <a:ext cx="855679" cy="426098"/>
              </a:xfrm>
              <a:prstGeom prst="parallelogram">
                <a:avLst/>
              </a:prstGeom>
              <a:solidFill>
                <a:srgbClr val="CC66FF">
                  <a:alpha val="85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86" name="グループ化 285">
            <a:extLst>
              <a:ext uri="{FF2B5EF4-FFF2-40B4-BE49-F238E27FC236}">
                <a16:creationId xmlns:a16="http://schemas.microsoft.com/office/drawing/2014/main" id="{1E76796A-3751-28ED-6F6C-DCEB40D13149}"/>
              </a:ext>
            </a:extLst>
          </p:cNvPr>
          <p:cNvGrpSpPr/>
          <p:nvPr/>
        </p:nvGrpSpPr>
        <p:grpSpPr>
          <a:xfrm>
            <a:off x="7135508" y="2614506"/>
            <a:ext cx="4564411" cy="807400"/>
            <a:chOff x="7135508" y="2614506"/>
            <a:chExt cx="4564411" cy="807400"/>
          </a:xfrm>
        </p:grpSpPr>
        <p:cxnSp>
          <p:nvCxnSpPr>
            <p:cNvPr id="287" name="直線コネクタ 286">
              <a:extLst>
                <a:ext uri="{FF2B5EF4-FFF2-40B4-BE49-F238E27FC236}">
                  <a16:creationId xmlns:a16="http://schemas.microsoft.com/office/drawing/2014/main" id="{AB5A3130-55FC-C7AB-0A48-5352378A447B}"/>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88" name="グループ化 287">
              <a:extLst>
                <a:ext uri="{FF2B5EF4-FFF2-40B4-BE49-F238E27FC236}">
                  <a16:creationId xmlns:a16="http://schemas.microsoft.com/office/drawing/2014/main" id="{C6AAC127-01DC-C4B0-F1EA-7B1F55600030}"/>
                </a:ext>
              </a:extLst>
            </p:cNvPr>
            <p:cNvGrpSpPr/>
            <p:nvPr/>
          </p:nvGrpSpPr>
          <p:grpSpPr>
            <a:xfrm>
              <a:off x="7135508" y="2614506"/>
              <a:ext cx="524313" cy="807400"/>
              <a:chOff x="7430783" y="2595456"/>
              <a:chExt cx="524313" cy="807400"/>
            </a:xfrm>
          </p:grpSpPr>
          <p:sp>
            <p:nvSpPr>
              <p:cNvPr id="289" name="テキスト ボックス 288">
                <a:extLst>
                  <a:ext uri="{FF2B5EF4-FFF2-40B4-BE49-F238E27FC236}">
                    <a16:creationId xmlns:a16="http://schemas.microsoft.com/office/drawing/2014/main" id="{C802B031-C3CA-6F17-30D9-E0CB39CB800D}"/>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0" name="テキスト ボックス 289">
                <a:extLst>
                  <a:ext uri="{FF2B5EF4-FFF2-40B4-BE49-F238E27FC236}">
                    <a16:creationId xmlns:a16="http://schemas.microsoft.com/office/drawing/2014/main" id="{731090AE-F8A1-F8F4-9030-FAC49701F833}"/>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1" name="グループ化 290">
            <a:extLst>
              <a:ext uri="{FF2B5EF4-FFF2-40B4-BE49-F238E27FC236}">
                <a16:creationId xmlns:a16="http://schemas.microsoft.com/office/drawing/2014/main" id="{2DA909AB-F150-FE5F-E707-7EB1D355CFF7}"/>
              </a:ext>
            </a:extLst>
          </p:cNvPr>
          <p:cNvGrpSpPr/>
          <p:nvPr/>
        </p:nvGrpSpPr>
        <p:grpSpPr>
          <a:xfrm>
            <a:off x="7755890" y="2347193"/>
            <a:ext cx="204135" cy="506355"/>
            <a:chOff x="7613005" y="4054581"/>
            <a:chExt cx="256246" cy="635617"/>
          </a:xfrm>
          <a:solidFill>
            <a:schemeClr val="accent1"/>
          </a:solidFill>
        </p:grpSpPr>
        <p:sp>
          <p:nvSpPr>
            <p:cNvPr id="292" name="楕円 291">
              <a:extLst>
                <a:ext uri="{FF2B5EF4-FFF2-40B4-BE49-F238E27FC236}">
                  <a16:creationId xmlns:a16="http://schemas.microsoft.com/office/drawing/2014/main" id="{826A5248-693D-E6F3-AB29-3395F218D9C2}"/>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3" name="楕円 292">
              <a:extLst>
                <a:ext uri="{FF2B5EF4-FFF2-40B4-BE49-F238E27FC236}">
                  <a16:creationId xmlns:a16="http://schemas.microsoft.com/office/drawing/2014/main" id="{4AB12BCD-B0EB-3FEC-1906-F4DCD8A29D84}"/>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4" name="楕円 293">
              <a:extLst>
                <a:ext uri="{FF2B5EF4-FFF2-40B4-BE49-F238E27FC236}">
                  <a16:creationId xmlns:a16="http://schemas.microsoft.com/office/drawing/2014/main" id="{2DE5A0F1-AD31-9747-9415-08590E3A1931}"/>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5" name="グループ化 294">
            <a:extLst>
              <a:ext uri="{FF2B5EF4-FFF2-40B4-BE49-F238E27FC236}">
                <a16:creationId xmlns:a16="http://schemas.microsoft.com/office/drawing/2014/main" id="{B6BF329E-6D6E-0A8D-4712-1DE2108640E0}"/>
              </a:ext>
            </a:extLst>
          </p:cNvPr>
          <p:cNvGrpSpPr/>
          <p:nvPr/>
        </p:nvGrpSpPr>
        <p:grpSpPr>
          <a:xfrm>
            <a:off x="8555891" y="1066452"/>
            <a:ext cx="181371" cy="327214"/>
            <a:chOff x="7641580" y="4279453"/>
            <a:chExt cx="227671" cy="410745"/>
          </a:xfrm>
          <a:solidFill>
            <a:schemeClr val="accent1"/>
          </a:solidFill>
        </p:grpSpPr>
        <p:sp>
          <p:nvSpPr>
            <p:cNvPr id="296" name="楕円 295">
              <a:extLst>
                <a:ext uri="{FF2B5EF4-FFF2-40B4-BE49-F238E27FC236}">
                  <a16:creationId xmlns:a16="http://schemas.microsoft.com/office/drawing/2014/main" id="{59FD8F28-7A26-EB21-7F71-D391C87A1630}"/>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7" name="楕円 296">
              <a:extLst>
                <a:ext uri="{FF2B5EF4-FFF2-40B4-BE49-F238E27FC236}">
                  <a16:creationId xmlns:a16="http://schemas.microsoft.com/office/drawing/2014/main" id="{89E14FBE-98E5-50A9-6207-BFE4962CAF24}"/>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8" name="楕円 297">
            <a:extLst>
              <a:ext uri="{FF2B5EF4-FFF2-40B4-BE49-F238E27FC236}">
                <a16:creationId xmlns:a16="http://schemas.microsoft.com/office/drawing/2014/main" id="{CD7F20D6-0A26-FA2E-E20A-3297F67AC55A}"/>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9" name="グループ化 298">
            <a:extLst>
              <a:ext uri="{FF2B5EF4-FFF2-40B4-BE49-F238E27FC236}">
                <a16:creationId xmlns:a16="http://schemas.microsoft.com/office/drawing/2014/main" id="{53631719-7D4C-61AA-7B6B-48E17D182A95}"/>
              </a:ext>
            </a:extLst>
          </p:cNvPr>
          <p:cNvGrpSpPr/>
          <p:nvPr/>
        </p:nvGrpSpPr>
        <p:grpSpPr>
          <a:xfrm>
            <a:off x="8555886" y="3393120"/>
            <a:ext cx="181371" cy="327214"/>
            <a:chOff x="7641580" y="4279453"/>
            <a:chExt cx="227671" cy="410745"/>
          </a:xfrm>
          <a:solidFill>
            <a:schemeClr val="accent1"/>
          </a:solidFill>
        </p:grpSpPr>
        <p:sp>
          <p:nvSpPr>
            <p:cNvPr id="300" name="楕円 299">
              <a:extLst>
                <a:ext uri="{FF2B5EF4-FFF2-40B4-BE49-F238E27FC236}">
                  <a16:creationId xmlns:a16="http://schemas.microsoft.com/office/drawing/2014/main" id="{323A596F-FE47-0012-4434-25F90F273811}"/>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D981C3DA-8A66-62C4-5212-B87A5FBD9D7E}"/>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02" name="楕円 301">
            <a:extLst>
              <a:ext uri="{FF2B5EF4-FFF2-40B4-BE49-F238E27FC236}">
                <a16:creationId xmlns:a16="http://schemas.microsoft.com/office/drawing/2014/main" id="{D41B5641-BDDE-5AD3-E16C-66B88FA3899F}"/>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303" name="グループ化 302">
            <a:extLst>
              <a:ext uri="{FF2B5EF4-FFF2-40B4-BE49-F238E27FC236}">
                <a16:creationId xmlns:a16="http://schemas.microsoft.com/office/drawing/2014/main" id="{D4994E09-6DC1-CEEC-31D1-E484E5688E0D}"/>
              </a:ext>
            </a:extLst>
          </p:cNvPr>
          <p:cNvGrpSpPr/>
          <p:nvPr/>
        </p:nvGrpSpPr>
        <p:grpSpPr>
          <a:xfrm>
            <a:off x="8533126" y="4686307"/>
            <a:ext cx="204135" cy="506355"/>
            <a:chOff x="7613005" y="4054581"/>
            <a:chExt cx="256246" cy="635617"/>
          </a:xfrm>
          <a:solidFill>
            <a:schemeClr val="accent1"/>
          </a:solidFill>
        </p:grpSpPr>
        <p:sp>
          <p:nvSpPr>
            <p:cNvPr id="304" name="楕円 303">
              <a:extLst>
                <a:ext uri="{FF2B5EF4-FFF2-40B4-BE49-F238E27FC236}">
                  <a16:creationId xmlns:a16="http://schemas.microsoft.com/office/drawing/2014/main" id="{AD1E1CD5-5D7F-27DF-18FF-3DDE72B0C045}"/>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CBE8446E-2EB1-0970-DF06-3510C3F6A040}"/>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6" name="楕円 305">
              <a:extLst>
                <a:ext uri="{FF2B5EF4-FFF2-40B4-BE49-F238E27FC236}">
                  <a16:creationId xmlns:a16="http://schemas.microsoft.com/office/drawing/2014/main" id="{2182D8E8-F7BE-54B6-6950-56712CE13277}"/>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7" name="グループ化 306">
            <a:extLst>
              <a:ext uri="{FF2B5EF4-FFF2-40B4-BE49-F238E27FC236}">
                <a16:creationId xmlns:a16="http://schemas.microsoft.com/office/drawing/2014/main" id="{68E8FA3F-4F25-A79D-731F-327E5212D2EE}"/>
              </a:ext>
            </a:extLst>
          </p:cNvPr>
          <p:cNvGrpSpPr/>
          <p:nvPr/>
        </p:nvGrpSpPr>
        <p:grpSpPr>
          <a:xfrm>
            <a:off x="8533126" y="5422470"/>
            <a:ext cx="204135" cy="506355"/>
            <a:chOff x="7613005" y="4054581"/>
            <a:chExt cx="256246" cy="635617"/>
          </a:xfrm>
          <a:solidFill>
            <a:schemeClr val="accent1"/>
          </a:solidFill>
        </p:grpSpPr>
        <p:sp>
          <p:nvSpPr>
            <p:cNvPr id="308" name="楕円 307">
              <a:extLst>
                <a:ext uri="{FF2B5EF4-FFF2-40B4-BE49-F238E27FC236}">
                  <a16:creationId xmlns:a16="http://schemas.microsoft.com/office/drawing/2014/main" id="{BB4F114F-5A34-03B9-1671-67E28015C7C1}"/>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9" name="楕円 308">
              <a:extLst>
                <a:ext uri="{FF2B5EF4-FFF2-40B4-BE49-F238E27FC236}">
                  <a16:creationId xmlns:a16="http://schemas.microsoft.com/office/drawing/2014/main" id="{EAC4C8CA-A6A9-FDBE-5876-37C447EED6A0}"/>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45D096CF-A452-AB48-0EE5-52D71B5052C0}"/>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80" name="平行四辺形 79">
            <a:extLst>
              <a:ext uri="{FF2B5EF4-FFF2-40B4-BE49-F238E27FC236}">
                <a16:creationId xmlns:a16="http://schemas.microsoft.com/office/drawing/2014/main" id="{D541352B-E29A-FF63-7066-6DA3A10882C0}"/>
              </a:ext>
            </a:extLst>
          </p:cNvPr>
          <p:cNvSpPr/>
          <p:nvPr/>
        </p:nvSpPr>
        <p:spPr>
          <a:xfrm>
            <a:off x="3532816" y="304496"/>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2" name="平行四辺形 241">
            <a:extLst>
              <a:ext uri="{FF2B5EF4-FFF2-40B4-BE49-F238E27FC236}">
                <a16:creationId xmlns:a16="http://schemas.microsoft.com/office/drawing/2014/main" id="{C0EB8386-3F76-1055-84CC-85FDA9FB7614}"/>
              </a:ext>
            </a:extLst>
          </p:cNvPr>
          <p:cNvSpPr/>
          <p:nvPr/>
        </p:nvSpPr>
        <p:spPr>
          <a:xfrm>
            <a:off x="1719571"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034AEC5E-DAC5-407E-15C1-395453C2DFFC}"/>
              </a:ext>
            </a:extLst>
          </p:cNvPr>
          <p:cNvSpPr/>
          <p:nvPr/>
        </p:nvSpPr>
        <p:spPr>
          <a:xfrm>
            <a:off x="2322482"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250A6ABC-6138-C37E-B31D-8CFE1A8D4285}"/>
              </a:ext>
            </a:extLst>
          </p:cNvPr>
          <p:cNvSpPr/>
          <p:nvPr/>
        </p:nvSpPr>
        <p:spPr>
          <a:xfrm>
            <a:off x="2925394"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40961CA9-4FB7-89DA-0C47-8D1195EC2944}"/>
              </a:ext>
            </a:extLst>
          </p:cNvPr>
          <p:cNvSpPr/>
          <p:nvPr/>
        </p:nvSpPr>
        <p:spPr>
          <a:xfrm>
            <a:off x="4131216" y="303092"/>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2" name="楕円 271">
            <a:extLst>
              <a:ext uri="{FF2B5EF4-FFF2-40B4-BE49-F238E27FC236}">
                <a16:creationId xmlns:a16="http://schemas.microsoft.com/office/drawing/2014/main" id="{D3EDB980-8FC4-CD88-6426-9470443852E4}"/>
              </a:ext>
            </a:extLst>
          </p:cNvPr>
          <p:cNvSpPr/>
          <p:nvPr/>
        </p:nvSpPr>
        <p:spPr>
          <a:xfrm>
            <a:off x="1900984"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nvGrpSpPr>
          <p:cNvPr id="311" name="グループ化 310">
            <a:extLst>
              <a:ext uri="{FF2B5EF4-FFF2-40B4-BE49-F238E27FC236}">
                <a16:creationId xmlns:a16="http://schemas.microsoft.com/office/drawing/2014/main" id="{AE283C96-8E6F-C3C6-B087-BF991F202878}"/>
              </a:ext>
            </a:extLst>
          </p:cNvPr>
          <p:cNvGrpSpPr/>
          <p:nvPr/>
        </p:nvGrpSpPr>
        <p:grpSpPr>
          <a:xfrm>
            <a:off x="3528305" y="303092"/>
            <a:ext cx="680520" cy="338875"/>
            <a:chOff x="3528305" y="303092"/>
            <a:chExt cx="680520" cy="338875"/>
          </a:xfrm>
        </p:grpSpPr>
        <p:sp>
          <p:nvSpPr>
            <p:cNvPr id="246" name="平行四辺形 245">
              <a:extLst>
                <a:ext uri="{FF2B5EF4-FFF2-40B4-BE49-F238E27FC236}">
                  <a16:creationId xmlns:a16="http://schemas.microsoft.com/office/drawing/2014/main" id="{757423FA-F163-1572-BA14-56D3B7874EA5}"/>
                </a:ext>
              </a:extLst>
            </p:cNvPr>
            <p:cNvSpPr/>
            <p:nvPr/>
          </p:nvSpPr>
          <p:spPr>
            <a:xfrm>
              <a:off x="3528305"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3" name="楕円 272">
              <a:extLst>
                <a:ext uri="{FF2B5EF4-FFF2-40B4-BE49-F238E27FC236}">
                  <a16:creationId xmlns:a16="http://schemas.microsoft.com/office/drawing/2014/main" id="{4C0FE2ED-778C-55FB-95F1-5EE48997C10F}"/>
                </a:ext>
              </a:extLst>
            </p:cNvPr>
            <p:cNvSpPr/>
            <p:nvPr/>
          </p:nvSpPr>
          <p:spPr>
            <a:xfrm>
              <a:off x="3716200"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sp>
        <p:nvSpPr>
          <p:cNvPr id="274" name="楕円 273">
            <a:extLst>
              <a:ext uri="{FF2B5EF4-FFF2-40B4-BE49-F238E27FC236}">
                <a16:creationId xmlns:a16="http://schemas.microsoft.com/office/drawing/2014/main" id="{A3CF03FC-3717-165C-5A86-081B0BA9265B}"/>
              </a:ext>
            </a:extLst>
          </p:cNvPr>
          <p:cNvSpPr/>
          <p:nvPr/>
        </p:nvSpPr>
        <p:spPr>
          <a:xfrm>
            <a:off x="2506056"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945C7FAA-6D55-A7F2-73F5-F889FF389192}"/>
              </a:ext>
            </a:extLst>
          </p:cNvPr>
          <p:cNvSpPr/>
          <p:nvPr/>
        </p:nvSpPr>
        <p:spPr>
          <a:xfrm>
            <a:off x="3111128"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Tree>
    <p:extLst>
      <p:ext uri="{BB962C8B-B14F-4D97-AF65-F5344CB8AC3E}">
        <p14:creationId xmlns:p14="http://schemas.microsoft.com/office/powerpoint/2010/main" val="3380435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71"/>
                                        </p:tgtEl>
                                        <p:attrNameLst>
                                          <p:attrName>style.visibility</p:attrName>
                                        </p:attrNameLst>
                                      </p:cBhvr>
                                      <p:to>
                                        <p:strVal val="visible"/>
                                      </p:to>
                                    </p:set>
                                    <p:anim calcmode="lin" valueType="num">
                                      <p:cBhvr additive="base">
                                        <p:cTn id="7" dur="250" fill="hold"/>
                                        <p:tgtEl>
                                          <p:spTgt spid="271"/>
                                        </p:tgtEl>
                                        <p:attrNameLst>
                                          <p:attrName>ppt_x</p:attrName>
                                        </p:attrNameLst>
                                      </p:cBhvr>
                                      <p:tavLst>
                                        <p:tav tm="0">
                                          <p:val>
                                            <p:strVal val="0-#ppt_w/2"/>
                                          </p:val>
                                        </p:tav>
                                        <p:tav tm="100000">
                                          <p:val>
                                            <p:strVal val="#ppt_x"/>
                                          </p:val>
                                        </p:tav>
                                      </p:tavLst>
                                    </p:anim>
                                    <p:anim calcmode="lin" valueType="num">
                                      <p:cBhvr additive="base">
                                        <p:cTn id="8" dur="250" fill="hold"/>
                                        <p:tgtEl>
                                          <p:spTgt spid="271"/>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2" presetClass="emph" presetSubtype="0" fill="hold" nodeType="clickEffect">
                                  <p:stCondLst>
                                    <p:cond delay="0"/>
                                  </p:stCondLst>
                                  <p:childTnLst>
                                    <p:animRot by="120000">
                                      <p:cBhvr>
                                        <p:cTn id="12" dur="100" fill="hold">
                                          <p:stCondLst>
                                            <p:cond delay="0"/>
                                          </p:stCondLst>
                                        </p:cTn>
                                        <p:tgtEl>
                                          <p:spTgt spid="271"/>
                                        </p:tgtEl>
                                        <p:attrNameLst>
                                          <p:attrName>r</p:attrName>
                                        </p:attrNameLst>
                                      </p:cBhvr>
                                    </p:animRot>
                                    <p:animRot by="-240000">
                                      <p:cBhvr>
                                        <p:cTn id="13" dur="200" fill="hold">
                                          <p:stCondLst>
                                            <p:cond delay="200"/>
                                          </p:stCondLst>
                                        </p:cTn>
                                        <p:tgtEl>
                                          <p:spTgt spid="271"/>
                                        </p:tgtEl>
                                        <p:attrNameLst>
                                          <p:attrName>r</p:attrName>
                                        </p:attrNameLst>
                                      </p:cBhvr>
                                    </p:animRot>
                                    <p:animRot by="240000">
                                      <p:cBhvr>
                                        <p:cTn id="14" dur="200" fill="hold">
                                          <p:stCondLst>
                                            <p:cond delay="400"/>
                                          </p:stCondLst>
                                        </p:cTn>
                                        <p:tgtEl>
                                          <p:spTgt spid="271"/>
                                        </p:tgtEl>
                                        <p:attrNameLst>
                                          <p:attrName>r</p:attrName>
                                        </p:attrNameLst>
                                      </p:cBhvr>
                                    </p:animRot>
                                    <p:animRot by="-240000">
                                      <p:cBhvr>
                                        <p:cTn id="15" dur="200" fill="hold">
                                          <p:stCondLst>
                                            <p:cond delay="600"/>
                                          </p:stCondLst>
                                        </p:cTn>
                                        <p:tgtEl>
                                          <p:spTgt spid="271"/>
                                        </p:tgtEl>
                                        <p:attrNameLst>
                                          <p:attrName>r</p:attrName>
                                        </p:attrNameLst>
                                      </p:cBhvr>
                                    </p:animRot>
                                    <p:animRot by="120000">
                                      <p:cBhvr>
                                        <p:cTn id="16" dur="200" fill="hold">
                                          <p:stCondLst>
                                            <p:cond delay="800"/>
                                          </p:stCondLst>
                                        </p:cTn>
                                        <p:tgtEl>
                                          <p:spTgt spid="271"/>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22" presetClass="exit" presetSubtype="4" fill="hold" nodeType="clickEffect">
                                  <p:stCondLst>
                                    <p:cond delay="0"/>
                                  </p:stCondLst>
                                  <p:childTnLst>
                                    <p:animEffect transition="out" filter="wipe(down)">
                                      <p:cBhvr>
                                        <p:cTn id="20" dur="500"/>
                                        <p:tgtEl>
                                          <p:spTgt spid="271"/>
                                        </p:tgtEl>
                                      </p:cBhvr>
                                    </p:animEffect>
                                    <p:set>
                                      <p:cBhvr>
                                        <p:cTn id="21" dur="1" fill="hold">
                                          <p:stCondLst>
                                            <p:cond delay="499"/>
                                          </p:stCondLst>
                                        </p:cTn>
                                        <p:tgtEl>
                                          <p:spTgt spid="271"/>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311"/>
                                        </p:tgtEl>
                                        <p:attrNameLst>
                                          <p:attrName>style.visibility</p:attrName>
                                        </p:attrNameLst>
                                      </p:cBhvr>
                                      <p:to>
                                        <p:strVal val="visible"/>
                                      </p:to>
                                    </p:set>
                                    <p:animEffect transition="in" filter="randombar(horizontal)">
                                      <p:cBhvr>
                                        <p:cTn id="26" dur="500"/>
                                        <p:tgtEl>
                                          <p:spTgt spid="311"/>
                                        </p:tgtEl>
                                      </p:cBhvr>
                                    </p:animEffect>
                                  </p:childTnLst>
                                </p:cTn>
                              </p:par>
                              <p:par>
                                <p:cTn id="27" presetID="53" presetClass="exit" presetSubtype="32" fill="hold" grpId="0" nodeType="withEffect">
                                  <p:stCondLst>
                                    <p:cond delay="0"/>
                                  </p:stCondLst>
                                  <p:childTnLst>
                                    <p:anim calcmode="lin" valueType="num">
                                      <p:cBhvr>
                                        <p:cTn id="28" dur="500"/>
                                        <p:tgtEl>
                                          <p:spTgt spid="312"/>
                                        </p:tgtEl>
                                        <p:attrNameLst>
                                          <p:attrName>ppt_w</p:attrName>
                                        </p:attrNameLst>
                                      </p:cBhvr>
                                      <p:tavLst>
                                        <p:tav tm="0">
                                          <p:val>
                                            <p:strVal val="ppt_w"/>
                                          </p:val>
                                        </p:tav>
                                        <p:tav tm="100000">
                                          <p:val>
                                            <p:fltVal val="0"/>
                                          </p:val>
                                        </p:tav>
                                      </p:tavLst>
                                    </p:anim>
                                    <p:anim calcmode="lin" valueType="num">
                                      <p:cBhvr>
                                        <p:cTn id="29" dur="500"/>
                                        <p:tgtEl>
                                          <p:spTgt spid="312"/>
                                        </p:tgtEl>
                                        <p:attrNameLst>
                                          <p:attrName>ppt_h</p:attrName>
                                        </p:attrNameLst>
                                      </p:cBhvr>
                                      <p:tavLst>
                                        <p:tav tm="0">
                                          <p:val>
                                            <p:strVal val="ppt_h"/>
                                          </p:val>
                                        </p:tav>
                                        <p:tav tm="100000">
                                          <p:val>
                                            <p:fltVal val="0"/>
                                          </p:val>
                                        </p:tav>
                                      </p:tavLst>
                                    </p:anim>
                                    <p:animEffect transition="out" filter="fade">
                                      <p:cBhvr>
                                        <p:cTn id="30" dur="500"/>
                                        <p:tgtEl>
                                          <p:spTgt spid="312"/>
                                        </p:tgtEl>
                                      </p:cBhvr>
                                    </p:animEffect>
                                    <p:set>
                                      <p:cBhvr>
                                        <p:cTn id="31" dur="1" fill="hold">
                                          <p:stCondLst>
                                            <p:cond delay="499"/>
                                          </p:stCondLst>
                                        </p:cTn>
                                        <p:tgtEl>
                                          <p:spTgt spid="312"/>
                                        </p:tgtEl>
                                        <p:attrNameLst>
                                          <p:attrName>style.visibility</p:attrName>
                                        </p:attrNameLst>
                                      </p:cBhvr>
                                      <p:to>
                                        <p:strVal val="hidden"/>
                                      </p:to>
                                    </p:set>
                                  </p:childTnLst>
                                </p:cTn>
                              </p:par>
                              <p:par>
                                <p:cTn id="32" presetID="53" presetClass="entr" presetSubtype="16" fill="hold" grpId="0" nodeType="withEffect">
                                  <p:stCondLst>
                                    <p:cond delay="0"/>
                                  </p:stCondLst>
                                  <p:childTnLst>
                                    <p:set>
                                      <p:cBhvr>
                                        <p:cTn id="33" dur="1" fill="hold">
                                          <p:stCondLst>
                                            <p:cond delay="0"/>
                                          </p:stCondLst>
                                        </p:cTn>
                                        <p:tgtEl>
                                          <p:spTgt spid="84"/>
                                        </p:tgtEl>
                                        <p:attrNameLst>
                                          <p:attrName>style.visibility</p:attrName>
                                        </p:attrNameLst>
                                      </p:cBhvr>
                                      <p:to>
                                        <p:strVal val="visible"/>
                                      </p:to>
                                    </p:set>
                                    <p:anim calcmode="lin" valueType="num">
                                      <p:cBhvr>
                                        <p:cTn id="34" dur="500" fill="hold"/>
                                        <p:tgtEl>
                                          <p:spTgt spid="84"/>
                                        </p:tgtEl>
                                        <p:attrNameLst>
                                          <p:attrName>ppt_w</p:attrName>
                                        </p:attrNameLst>
                                      </p:cBhvr>
                                      <p:tavLst>
                                        <p:tav tm="0">
                                          <p:val>
                                            <p:fltVal val="0"/>
                                          </p:val>
                                        </p:tav>
                                        <p:tav tm="100000">
                                          <p:val>
                                            <p:strVal val="#ppt_w"/>
                                          </p:val>
                                        </p:tav>
                                      </p:tavLst>
                                    </p:anim>
                                    <p:anim calcmode="lin" valueType="num">
                                      <p:cBhvr>
                                        <p:cTn id="35" dur="500" fill="hold"/>
                                        <p:tgtEl>
                                          <p:spTgt spid="84"/>
                                        </p:tgtEl>
                                        <p:attrNameLst>
                                          <p:attrName>ppt_h</p:attrName>
                                        </p:attrNameLst>
                                      </p:cBhvr>
                                      <p:tavLst>
                                        <p:tav tm="0">
                                          <p:val>
                                            <p:fltVal val="0"/>
                                          </p:val>
                                        </p:tav>
                                        <p:tav tm="100000">
                                          <p:val>
                                            <p:strVal val="#ppt_h"/>
                                          </p:val>
                                        </p:tav>
                                      </p:tavLst>
                                    </p:anim>
                                    <p:animEffect transition="in" filter="fade">
                                      <p:cBhvr>
                                        <p:cTn id="36" dur="5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312"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8C034B0F-E7A1-576A-2C77-05A947A80F5E}"/>
            </a:ext>
          </a:extLst>
        </p:cNvPr>
        <p:cNvGrpSpPr/>
        <p:nvPr/>
      </p:nvGrpSpPr>
      <p:grpSpPr>
        <a:xfrm>
          <a:off x="0" y="0"/>
          <a:ext cx="0" cy="0"/>
          <a:chOff x="0" y="0"/>
          <a:chExt cx="0" cy="0"/>
        </a:xfrm>
      </p:grpSpPr>
      <p:grpSp>
        <p:nvGrpSpPr>
          <p:cNvPr id="85" name="グループ化 84">
            <a:extLst>
              <a:ext uri="{FF2B5EF4-FFF2-40B4-BE49-F238E27FC236}">
                <a16:creationId xmlns:a16="http://schemas.microsoft.com/office/drawing/2014/main" id="{18E57E55-A535-6B0C-CA28-A31FCBCC2F4C}"/>
              </a:ext>
            </a:extLst>
          </p:cNvPr>
          <p:cNvGrpSpPr/>
          <p:nvPr/>
        </p:nvGrpSpPr>
        <p:grpSpPr>
          <a:xfrm>
            <a:off x="8557029" y="788373"/>
            <a:ext cx="2996587" cy="2133599"/>
            <a:chOff x="7755890" y="788373"/>
            <a:chExt cx="2996587" cy="2133599"/>
          </a:xfrm>
        </p:grpSpPr>
        <p:sp>
          <p:nvSpPr>
            <p:cNvPr id="48" name="四角形: 角を丸くする 47">
              <a:extLst>
                <a:ext uri="{FF2B5EF4-FFF2-40B4-BE49-F238E27FC236}">
                  <a16:creationId xmlns:a16="http://schemas.microsoft.com/office/drawing/2014/main" id="{C070BB84-919B-0BF3-91A8-5A49CF0DB705}"/>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13A5D2E4-0AA2-CE27-AD83-7F170B4D5E37}"/>
                </a:ext>
              </a:extLst>
            </p:cNvPr>
            <p:cNvSpPr/>
            <p:nvPr/>
          </p:nvSpPr>
          <p:spPr>
            <a:xfrm flipV="1">
              <a:off x="8043791"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147A4A7A-6B32-CFE4-B82D-F6CE02D8742D}"/>
                </a:ext>
              </a:extLst>
            </p:cNvPr>
            <p:cNvSpPr/>
            <p:nvPr/>
          </p:nvSpPr>
          <p:spPr>
            <a:xfrm flipV="1">
              <a:off x="8043791"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8963084B-2D63-0400-C9FE-CD4773882D89}"/>
                </a:ext>
              </a:extLst>
            </p:cNvPr>
            <p:cNvSpPr/>
            <p:nvPr/>
          </p:nvSpPr>
          <p:spPr>
            <a:xfrm>
              <a:off x="9075309"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CCE504E1-CA58-C28F-60FD-EAAFD1EF1D85}"/>
                </a:ext>
              </a:extLst>
            </p:cNvPr>
            <p:cNvSpPr/>
            <p:nvPr/>
          </p:nvSpPr>
          <p:spPr>
            <a:xfrm>
              <a:off x="8218159"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F5AF94DB-E18F-B6ED-2285-959310A9C096}"/>
                </a:ext>
              </a:extLst>
            </p:cNvPr>
            <p:cNvSpPr/>
            <p:nvPr/>
          </p:nvSpPr>
          <p:spPr>
            <a:xfrm>
              <a:off x="9075309"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65A6E809-57F1-B039-4DA8-2613C23C5540}"/>
                </a:ext>
              </a:extLst>
            </p:cNvPr>
            <p:cNvSpPr/>
            <p:nvPr/>
          </p:nvSpPr>
          <p:spPr>
            <a:xfrm>
              <a:off x="8218159"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7B00809B-11F3-19DC-57DD-F619AC605C4B}"/>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BFF23277-E9E0-FD7C-1699-238616E2218B}"/>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928FF9E-D2E0-4B39-DC53-46145ECFE217}"/>
                </a:ext>
              </a:extLst>
            </p:cNvPr>
            <p:cNvSpPr/>
            <p:nvPr/>
          </p:nvSpPr>
          <p:spPr>
            <a:xfrm>
              <a:off x="10147548"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E03A82D2-3434-3E49-B5BA-A744B123CB6E}"/>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3A464223-7047-FAB4-9399-8E6CE12FA453}"/>
                </a:ext>
              </a:extLst>
            </p:cNvPr>
            <p:cNvSpPr/>
            <p:nvPr/>
          </p:nvSpPr>
          <p:spPr>
            <a:xfrm>
              <a:off x="10147548"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9" name="グループ化 98">
              <a:extLst>
                <a:ext uri="{FF2B5EF4-FFF2-40B4-BE49-F238E27FC236}">
                  <a16:creationId xmlns:a16="http://schemas.microsoft.com/office/drawing/2014/main" id="{A8223EB3-59C8-0CDC-446E-57365AC32F7D}"/>
                </a:ext>
              </a:extLst>
            </p:cNvPr>
            <p:cNvGrpSpPr/>
            <p:nvPr/>
          </p:nvGrpSpPr>
          <p:grpSpPr>
            <a:xfrm>
              <a:off x="8167790" y="812475"/>
              <a:ext cx="2561811" cy="632926"/>
              <a:chOff x="8957885" y="4574183"/>
              <a:chExt cx="2561811" cy="632926"/>
            </a:xfrm>
          </p:grpSpPr>
          <p:sp>
            <p:nvSpPr>
              <p:cNvPr id="100" name="楕円 99">
                <a:extLst>
                  <a:ext uri="{FF2B5EF4-FFF2-40B4-BE49-F238E27FC236}">
                    <a16:creationId xmlns:a16="http://schemas.microsoft.com/office/drawing/2014/main" id="{4C9B3A86-B55C-F334-4A33-49DE30E19F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697DDD07-53C9-2D82-F858-3FA80E61AA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50C51BB7-8895-4FE0-8274-F6F0EBB48E15}"/>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BA47D143-8EFA-8D71-E30A-0B54B6ADA7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50AE7B06-A276-5289-117E-7AA55409B82F}"/>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73933927-597D-3325-4F72-1390259F3F9C}"/>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5EFDF496-C1E4-96E4-564F-27CC0202637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359D803F-9C02-533E-6A2D-5E264DDD46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1F880BB4-D996-CEA4-4834-BAEDC8C55EC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BF5B0B55-A520-29A7-84AA-C9D6894E5B92}"/>
                </a:ext>
              </a:extLst>
            </p:cNvPr>
            <p:cNvGrpSpPr/>
            <p:nvPr/>
          </p:nvGrpSpPr>
          <p:grpSpPr>
            <a:xfrm>
              <a:off x="8167790" y="1546204"/>
              <a:ext cx="2561811" cy="632926"/>
              <a:chOff x="8957885" y="4574183"/>
              <a:chExt cx="2561811" cy="632926"/>
            </a:xfrm>
          </p:grpSpPr>
          <p:sp>
            <p:nvSpPr>
              <p:cNvPr id="121" name="楕円 120">
                <a:extLst>
                  <a:ext uri="{FF2B5EF4-FFF2-40B4-BE49-F238E27FC236}">
                    <a16:creationId xmlns:a16="http://schemas.microsoft.com/office/drawing/2014/main" id="{546CECF8-7A0D-5424-B348-2CC0C820B5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04E6A22D-67D8-89B4-7E7E-01588C38B30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30BB8AE6-31CE-C738-1D9E-970CB516F7D3}"/>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CDA86C8E-33D4-26C1-77BC-E193B81B520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C1817F81-253B-47E4-226F-29D9A14D8464}"/>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DC4278AA-4BAC-C903-052A-0C8B6EE525F3}"/>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E81B8B74-C5C5-84A2-8B2E-2EAC179A9D5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1806AF88-78E9-DD18-E615-52ABEAA47E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B7258819-5224-994D-B13A-8910BFC191F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3DFA277C-2310-48EC-83E1-B98FFBC26B0F}"/>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9DC13326-3EC5-8979-9AC6-6693460E153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27A439C3-361B-C61E-66A9-889525AEDF4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370580CF-6C8E-41B2-CBC8-FDF900518855}"/>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2E259F92-BFD0-CDA2-0870-B909FB46EF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E9DEB323-7FBD-0EC5-2C5F-678E62C482D8}"/>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AFFD896A-0DF1-1C0A-8A29-5E4096695365}"/>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209674A1-5717-DA43-5750-0C647AD309C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9D2F887B-0A0F-3DC7-74E5-446D6AEB21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DDE65545-513D-E475-71F3-0060FE54B9D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sp>
          <p:nvSpPr>
            <p:cNvPr id="81" name="楕円 80">
              <a:extLst>
                <a:ext uri="{FF2B5EF4-FFF2-40B4-BE49-F238E27FC236}">
                  <a16:creationId xmlns:a16="http://schemas.microsoft.com/office/drawing/2014/main" id="{F90E4E81-3315-656C-23CF-7150013C0143}"/>
                </a:ext>
              </a:extLst>
            </p:cNvPr>
            <p:cNvSpPr/>
            <p:nvPr/>
          </p:nvSpPr>
          <p:spPr>
            <a:xfrm>
              <a:off x="8092099" y="84746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6" name="楕円 85">
              <a:extLst>
                <a:ext uri="{FF2B5EF4-FFF2-40B4-BE49-F238E27FC236}">
                  <a16:creationId xmlns:a16="http://schemas.microsoft.com/office/drawing/2014/main" id="{FF12CAC1-34AB-9EAB-233D-0A0D67E87596}"/>
                </a:ext>
              </a:extLst>
            </p:cNvPr>
            <p:cNvSpPr/>
            <p:nvPr/>
          </p:nvSpPr>
          <p:spPr>
            <a:xfrm>
              <a:off x="8092099" y="1581831"/>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1" name="楕円 180">
              <a:extLst>
                <a:ext uri="{FF2B5EF4-FFF2-40B4-BE49-F238E27FC236}">
                  <a16:creationId xmlns:a16="http://schemas.microsoft.com/office/drawing/2014/main" id="{947D5F56-F156-CC54-82C1-5AAF5AD859C8}"/>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nvGrpSpPr>
            <p:cNvPr id="288" name="グループ化 287">
              <a:extLst>
                <a:ext uri="{FF2B5EF4-FFF2-40B4-BE49-F238E27FC236}">
                  <a16:creationId xmlns:a16="http://schemas.microsoft.com/office/drawing/2014/main" id="{66E60223-C50C-D1B0-43C1-8846E13B6A41}"/>
                </a:ext>
              </a:extLst>
            </p:cNvPr>
            <p:cNvGrpSpPr/>
            <p:nvPr/>
          </p:nvGrpSpPr>
          <p:grpSpPr>
            <a:xfrm>
              <a:off x="7784366" y="1066452"/>
              <a:ext cx="181371" cy="327214"/>
              <a:chOff x="7641580" y="4279453"/>
              <a:chExt cx="227671" cy="410745"/>
            </a:xfrm>
            <a:solidFill>
              <a:schemeClr val="accent1"/>
            </a:solidFill>
          </p:grpSpPr>
          <p:sp>
            <p:nvSpPr>
              <p:cNvPr id="289" name="楕円 288">
                <a:extLst>
                  <a:ext uri="{FF2B5EF4-FFF2-40B4-BE49-F238E27FC236}">
                    <a16:creationId xmlns:a16="http://schemas.microsoft.com/office/drawing/2014/main" id="{CB88F51F-7035-3913-A83C-D457DDAE79C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0" name="楕円 289">
                <a:extLst>
                  <a:ext uri="{FF2B5EF4-FFF2-40B4-BE49-F238E27FC236}">
                    <a16:creationId xmlns:a16="http://schemas.microsoft.com/office/drawing/2014/main" id="{8AA19246-1B24-25DA-08D2-EB22A4F52C08}"/>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1" name="楕円 290">
              <a:extLst>
                <a:ext uri="{FF2B5EF4-FFF2-40B4-BE49-F238E27FC236}">
                  <a16:creationId xmlns:a16="http://schemas.microsoft.com/office/drawing/2014/main" id="{401595E1-ECB9-0107-9AA3-2CDE5FC9B37F}"/>
                </a:ext>
              </a:extLst>
            </p:cNvPr>
            <p:cNvSpPr/>
            <p:nvPr/>
          </p:nvSpPr>
          <p:spPr>
            <a:xfrm>
              <a:off x="7807129"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2" name="グループ化 291">
              <a:extLst>
                <a:ext uri="{FF2B5EF4-FFF2-40B4-BE49-F238E27FC236}">
                  <a16:creationId xmlns:a16="http://schemas.microsoft.com/office/drawing/2014/main" id="{C14E0CB7-349A-B5E5-DAE6-AA57E0A3384B}"/>
                </a:ext>
              </a:extLst>
            </p:cNvPr>
            <p:cNvGrpSpPr/>
            <p:nvPr/>
          </p:nvGrpSpPr>
          <p:grpSpPr>
            <a:xfrm>
              <a:off x="7755890" y="2347193"/>
              <a:ext cx="204135" cy="506355"/>
              <a:chOff x="7613005" y="4054581"/>
              <a:chExt cx="256246" cy="635617"/>
            </a:xfrm>
            <a:solidFill>
              <a:schemeClr val="accent1"/>
            </a:solidFill>
          </p:grpSpPr>
          <p:sp>
            <p:nvSpPr>
              <p:cNvPr id="293" name="楕円 292">
                <a:extLst>
                  <a:ext uri="{FF2B5EF4-FFF2-40B4-BE49-F238E27FC236}">
                    <a16:creationId xmlns:a16="http://schemas.microsoft.com/office/drawing/2014/main" id="{2D0049FC-B7DF-08C6-2018-1BF478B39CC0}"/>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4" name="楕円 293">
                <a:extLst>
                  <a:ext uri="{FF2B5EF4-FFF2-40B4-BE49-F238E27FC236}">
                    <a16:creationId xmlns:a16="http://schemas.microsoft.com/office/drawing/2014/main" id="{DF0052B3-AC89-A14A-9974-294ABAC8EC21}"/>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5" name="楕円 294">
                <a:extLst>
                  <a:ext uri="{FF2B5EF4-FFF2-40B4-BE49-F238E27FC236}">
                    <a16:creationId xmlns:a16="http://schemas.microsoft.com/office/drawing/2014/main" id="{56FA406E-B853-B510-5C63-4D3F56D2A4C4}"/>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nvGrpSpPr>
          <p:cNvPr id="183" name="グループ化 182">
            <a:extLst>
              <a:ext uri="{FF2B5EF4-FFF2-40B4-BE49-F238E27FC236}">
                <a16:creationId xmlns:a16="http://schemas.microsoft.com/office/drawing/2014/main" id="{A583D6D6-8D4C-715B-9108-7123ED3A6EF3}"/>
              </a:ext>
            </a:extLst>
          </p:cNvPr>
          <p:cNvGrpSpPr/>
          <p:nvPr/>
        </p:nvGrpSpPr>
        <p:grpSpPr>
          <a:xfrm>
            <a:off x="7379397" y="320203"/>
            <a:ext cx="4179971" cy="3134978"/>
            <a:chOff x="7379397" y="320203"/>
            <a:chExt cx="4179971" cy="3134978"/>
          </a:xfrm>
        </p:grpSpPr>
        <p:pic>
          <p:nvPicPr>
            <p:cNvPr id="4" name="図 3">
              <a:extLst>
                <a:ext uri="{FF2B5EF4-FFF2-40B4-BE49-F238E27FC236}">
                  <a16:creationId xmlns:a16="http://schemas.microsoft.com/office/drawing/2014/main" id="{C62D288C-B729-FBDB-589F-D33F461666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79397" y="320203"/>
              <a:ext cx="4179971" cy="3134978"/>
            </a:xfrm>
            <a:prstGeom prst="rect">
              <a:avLst/>
            </a:prstGeom>
          </p:spPr>
        </p:pic>
        <p:sp>
          <p:nvSpPr>
            <p:cNvPr id="21" name="爆発: 14 pt 20">
              <a:extLst>
                <a:ext uri="{FF2B5EF4-FFF2-40B4-BE49-F238E27FC236}">
                  <a16:creationId xmlns:a16="http://schemas.microsoft.com/office/drawing/2014/main" id="{6CDD2014-E5F4-8040-C9CF-EB618AC49745}"/>
                </a:ext>
              </a:extLst>
            </p:cNvPr>
            <p:cNvSpPr/>
            <p:nvPr/>
          </p:nvSpPr>
          <p:spPr>
            <a:xfrm rot="2214611">
              <a:off x="8885060" y="1258380"/>
              <a:ext cx="1484488" cy="1484488"/>
            </a:xfrm>
            <a:prstGeom prst="irregularSeal2">
              <a:avLst/>
            </a:prstGeom>
            <a:solidFill>
              <a:schemeClr val="accent1">
                <a:alpha val="70000"/>
              </a:schemeClr>
            </a:solidFill>
            <a:ln w="12700">
              <a:solidFill>
                <a:schemeClr val="accent1">
                  <a:lumMod val="75000"/>
                  <a:alpha val="87000"/>
                </a:schemeClr>
              </a:solidFill>
            </a:ln>
            <a:effectLst>
              <a:glow rad="88900">
                <a:schemeClr val="accent1">
                  <a:satMod val="175000"/>
                  <a:alpha val="7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F00BC86A-F071-558E-A8E6-37C0F18C55B8}"/>
                </a:ext>
              </a:extLst>
            </p:cNvPr>
            <p:cNvSpPr txBox="1"/>
            <p:nvPr/>
          </p:nvSpPr>
          <p:spPr>
            <a:xfrm>
              <a:off x="9152902" y="1730227"/>
              <a:ext cx="838691" cy="523220"/>
            </a:xfrm>
            <a:prstGeom prst="rect">
              <a:avLst/>
            </a:prstGeom>
            <a:noFill/>
          </p:spPr>
          <p:txBody>
            <a:bodyPr wrap="none" rtlCol="0">
              <a:spAutoFit/>
            </a:bodyPr>
            <a:lstStyle/>
            <a:p>
              <a:pPr algn="ctr"/>
              <a:r>
                <a:rPr lang="en-US" altLang="ja-JP" sz="2800" b="1">
                  <a:ln w="3175">
                    <a:solidFill>
                      <a:schemeClr val="tx1">
                        <a:lumMod val="85000"/>
                        <a:lumOff val="15000"/>
                      </a:schemeClr>
                    </a:solidFill>
                  </a:ln>
                  <a:solidFill>
                    <a:schemeClr val="bg1">
                      <a:lumMod val="95000"/>
                    </a:schemeClr>
                  </a:solidFill>
                  <a:latin typeface="零ゴシック" panose="02000800000000000000" pitchFamily="50" charset="-128"/>
                  <a:ea typeface="零ゴシック" panose="02000800000000000000" pitchFamily="50" charset="-128"/>
                </a:rPr>
                <a:t>130</a:t>
              </a:r>
              <a:endParaRPr kumimoji="1" lang="ja-JP" altLang="en-US" sz="3600" b="1" dirty="0">
                <a:ln w="3175">
                  <a:solidFill>
                    <a:schemeClr val="tx1">
                      <a:lumMod val="85000"/>
                      <a:lumOff val="15000"/>
                    </a:schemeClr>
                  </a:solidFill>
                </a:ln>
                <a:solidFill>
                  <a:schemeClr val="bg1">
                    <a:lumMod val="95000"/>
                  </a:schemeClr>
                </a:solidFill>
                <a:latin typeface="零ゴシック" panose="02000800000000000000" pitchFamily="50" charset="-128"/>
                <a:ea typeface="零ゴシック" panose="02000800000000000000" pitchFamily="50" charset="-128"/>
              </a:endParaRPr>
            </a:p>
          </p:txBody>
        </p:sp>
      </p:grpSp>
      <p:sp>
        <p:nvSpPr>
          <p:cNvPr id="84" name="楕円 83">
            <a:extLst>
              <a:ext uri="{FF2B5EF4-FFF2-40B4-BE49-F238E27FC236}">
                <a16:creationId xmlns:a16="http://schemas.microsoft.com/office/drawing/2014/main" id="{0B67C9E8-6CA2-68A1-E470-A7D22599CFEF}"/>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7" name="矢印: 五方向 276">
            <a:extLst>
              <a:ext uri="{FF2B5EF4-FFF2-40B4-BE49-F238E27FC236}">
                <a16:creationId xmlns:a16="http://schemas.microsoft.com/office/drawing/2014/main" id="{F6528EE8-3786-2673-301C-3FE44DD7CFCA}"/>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2" name="四角形: 角を丸くする 1">
            <a:extLst>
              <a:ext uri="{FF2B5EF4-FFF2-40B4-BE49-F238E27FC236}">
                <a16:creationId xmlns:a16="http://schemas.microsoft.com/office/drawing/2014/main" id="{230B23AF-08C5-12F9-9E51-3709C939F8F6}"/>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9FC7BBD1-A88E-8059-B07C-37FA58F2E564}"/>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20E5FB03-342F-7404-A1A7-B821DC3A0F83}"/>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2E103519-F004-F7C7-497A-80677C1412F5}"/>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8938394-D557-0A73-DD38-D25955B2A3B2}"/>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95D549D-71B3-9E7C-3105-C13390921EA3}"/>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3DD800ED-B188-9237-3840-4158AAED1AA7}"/>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5D3DB575-5B5F-7D88-009B-78FDD426D01B}"/>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B7A082B2-F764-6B81-AB7C-D84ABC9C78F2}"/>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9E34756D-7293-88FD-78CB-FDB301228223}"/>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DB11BDF4-ECE5-08B3-E9E7-AF40CE59E2F0}"/>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C300E5B3-A813-0845-B01E-58F933A09DD2}"/>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64CFAFC-EE1F-A204-7379-15F7CF1003B6}"/>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20348DE3-D5E1-39BC-D588-55D1F6D50101}"/>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B5941785-A6D3-914F-915B-B43636669C70}"/>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810541F2-B04E-355C-5676-678A8D7DDA56}"/>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8B0372D6-A8F2-33AB-1B72-3FA53A37A289}"/>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2DAF045A-A121-7B0D-3DE6-C28A71E854F7}"/>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728F5537-63AF-E211-B513-725665B21F77}"/>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AC4C7876-68B0-5579-ED61-E4FDC6D35AF3}"/>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59BDACAD-8FD0-ABA3-1DB7-6C2AB1F3C574}"/>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C9DC0A95-C626-A480-1F42-9BA793307224}"/>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289B980B-9813-9DC2-13B6-39E5993B3E28}"/>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0BC16186-C4A7-345B-4740-9A34F301C489}"/>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91EAC389-948A-8E42-E2E4-668965BD8ECC}"/>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3568BDF-58AB-99B3-1CA0-6B4BDBF0325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F66F1FF6-49E2-E39E-9D62-39EAB6D221A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8C873EA1-E2A2-B87E-936A-DB76D13ECC12}"/>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CABC781F-CC81-272E-E306-279CE2EE98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ADD4068D-A653-1B04-6BF4-1883BCB63D8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672B2F40-AD22-DEDB-D0B4-2131A4EC3792}"/>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C91FBAE1-C633-AB39-ED96-62D421C7F30C}"/>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C45CC6E-C7EF-BA57-1593-914A0F74B5B8}"/>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4FB28711-F75A-8A5B-A1D9-1BE67735C44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78679E08-B2DA-4409-AF71-149EACD97FC2}"/>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84B56C54-39E1-9ABA-E04F-7DA7A00071C0}"/>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D002AB9E-6902-8D19-002A-4B17887D2FD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32099895-B37D-DA57-4520-1A1F551D963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751403A1-04B9-046C-D01F-DAC8122AD8FF}"/>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4B251F55-8238-FFE1-97C4-EFE440648D45}"/>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74A2CC6B-4779-F067-44A8-F92EDBADAF75}"/>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104A2AB6-1F65-31D3-E0F7-4327EA3BCCC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04D7B786-71EF-6C2A-4FF6-CCA4F401DDA9}"/>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40097A79-4938-E3DC-A3B8-6300C16BEAFE}"/>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D3D7E1E7-201D-4535-7187-639114F247C4}"/>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A808A7DB-1E71-6913-E7C7-EB2ECA6FC3E8}"/>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911C46AA-2748-372B-A273-147A9879B99A}"/>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F1DCE67A-1993-30A5-D5AC-3A1879409401}"/>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411B9DB9-5B58-4B99-D51A-B1172224F338}"/>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E0D34586-E341-B043-7270-8299C9CFEDB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916732C4-7E97-67DA-818E-D39AD4D87493}"/>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9D269A9C-2719-9613-0EBC-4B22D7786F0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04F56092-2CEE-75DA-7244-F3AF95187C9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555CF72E-1B9F-1974-F1AD-0662C8915969}"/>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F2DC4F9F-7711-A252-6B84-B786CA2B910C}"/>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2B2117DC-D307-F45D-D9FE-4D53F9431B23}"/>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F6DD6C20-7B1F-FD12-68D4-9F2C92869727}"/>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BB358C5B-7764-A6F3-02A5-748FDD7940C7}"/>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0F97955E-8924-D28F-AE63-DEB2ECA0BCFD}"/>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2F2D9090-823E-C8F7-923A-67674754464B}"/>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95C9417A-1CE7-1EDF-DAA7-FF59A7484F91}"/>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075335D6-D48F-6CC0-1645-D1DCEEF5D686}"/>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40CEE48D-DCBE-DF71-A9F3-BE7EF87CFC8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774D5785-8372-F53B-CF07-54015AB14872}"/>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D539BDE3-E1A3-D276-3A75-A35AC077080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5B0E213E-3E15-9A58-9644-EEF75DB7BC1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50EB77C0-259D-9829-4423-1ECCCD1FDB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6430BDF9-D47D-AD31-25C9-C5A86F702C9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FB15E735-DDB7-96AE-3010-E86EF327B0AD}"/>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8CDAAFDC-6CBE-8670-AEF0-0B56E5DEC2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7C9959D5-1869-D561-C340-09FB9DCF380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BF6C6D2-4DA7-12BE-BC0C-8BB727629FB7}"/>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2520D627-CA6D-695A-66C9-7DBFB87057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8DD0F956-D438-D9C7-6ACC-A7730733FF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423AE46F-497F-8BB2-351E-340AA41AA9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2B6BD45E-917D-CD34-3178-5073ED06C581}"/>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F62B5C12-753B-92D6-7170-CB9C2D7F7F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75C8821B-5360-E079-E8FF-34CEEC2685A4}"/>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03BB585C-BDEF-1831-BE9F-BE18F63A5141}"/>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61DFFDF-40F2-578D-A8C7-C83D6B9BB63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C1F53378-CF46-D44E-7D2C-B4982BA9D1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F12CCC69-DE02-0DFB-8319-38728A0E42C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1CC58479-4939-FB79-54E2-0B45E1350E3C}"/>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E29FD599-EA9F-340A-4741-D5FD4F0288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83AC0291-5E7B-2D72-5B41-DBBF291D44E2}"/>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DCAC09D8-6D74-936E-851D-33276440B5DD}"/>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80E0E029-A19A-82D4-9225-4A0261B9D9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C305F92F-9E4F-3CF5-C6CB-BB0E4EDA9F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C6F983CB-2AB0-824F-59E1-5748FF6ED9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F90AFB63-911B-3DD4-496A-4FC8C712CCAB}"/>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4B35D39B-0266-2ED0-C88B-3A3B8D8C179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D6299B10-52D8-68F4-7F7C-1D3BB402E67D}"/>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1613941-41FB-C55D-4B39-CC8F7847D4B5}"/>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DBA54CA-4E64-99CA-6C3E-230EC34C266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D17E9D04-D74C-5EF6-CBFD-25BE549312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F2848EBB-D51E-A580-25F2-D14D512984D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58E7F755-8378-7992-E85C-5F2963B968AA}"/>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B13C8F7F-021C-858F-1A36-FEA0663EFFA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1FF271AD-BA03-D0E2-9432-871F9AD8309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E72908D1-43E9-2A93-9285-C0472F59C1D1}"/>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E751F21B-B435-54DE-8654-404FC89D8DA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3DD4DF39-8406-F33F-2D16-8E8D9A831A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7C9DAC17-6106-7767-EFF0-734D5A74167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60A7746E-DBCC-E51C-C05E-997D98559812}"/>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7F48AC69-F7EC-7074-E1F5-7F2EC307C46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D5BDE6A0-A7B0-19B9-AD78-A65AD3AB2B85}"/>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B808E7E6-3BB8-77C7-5809-01DE5CA2EE0A}"/>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CD417D68-61A8-0AF2-C7EC-28792B03010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893B348A-D204-5E22-FF08-A7812B39B9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1C4482F7-7DB0-17D9-A304-EA51A925024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6FA4DF4C-096B-E0A0-6486-67AB0C8217AF}"/>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2ECCD0B3-F5A7-CE5B-B607-6F458B9006E0}"/>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3A181798-81E4-2E74-2A7E-0BCD71440AB7}"/>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6BB22AFD-3234-C7DD-BC57-B454573C12F6}"/>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74F256FB-C368-6049-EDE7-67006E17D0AE}"/>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F67CCFD0-4D62-D2E3-8758-8AC48568AEA7}"/>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CC55F0B1-174B-A58E-83D6-2B8E862C46F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85C44104-8C16-E9BB-CC35-9E2685D0C30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77CB1803-D296-BA81-97AA-14C3EC200F7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0DCB2B27-64FC-4FB4-F9F0-F9E50721588B}"/>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03CB2A43-BF18-E5A0-A36C-B4D417963A0A}"/>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CAA9D87E-6019-D670-4B53-3915E34A671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BCE73798-BCDC-6889-7D2B-D294CE03448D}"/>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A7F018C0-E9D0-1028-5A07-FA9C1593BC4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73D3F7BD-0C1A-7FDC-593D-D28BC2C304C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41347846-6651-58FF-452C-35A86620321E}"/>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F440F470-8C9E-17AB-8F84-32A481EC201D}"/>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34970A39-1E75-F7D2-97CF-BCDEDEF3FC4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711646FA-C747-3526-9548-52F4D1A09E45}"/>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93574087-C0EC-CFDB-3CB0-9307D346A89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8D65EE97-C8FD-1870-DFE4-7B40FB8CE97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A83B3972-C7BC-E104-E1F4-AF975BC16D66}"/>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F6740651-46F1-52A9-CD75-C17F1C07B439}"/>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D97EBF9E-3E60-939D-A925-4BCFB7FC9201}"/>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D1856865-F659-8905-850E-52B0856CE90B}"/>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F65BCDF0-521B-A80F-15A9-E928419E481B}"/>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C444BBDD-EC57-F45D-E7F0-9205A0D16301}"/>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DF2BBDA3-7E0E-8E63-52F6-EB2CCA2580C9}"/>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9A1DEEE7-73A5-3949-D36A-7743B008D43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FA44E391-2004-D5DB-84C9-EAA704F132F6}"/>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A2BE996-9BF2-CDEA-3F84-E8F1008BFC2D}"/>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F7F8FC67-F2C2-B65D-EDCA-9EE5036FB763}"/>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A3119279-837B-B5CC-0FEE-728433B83E2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EC8C6FA1-F4AC-4E83-6194-71CE98243F84}"/>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16C02208-02DA-6968-AF91-FF824DC214DC}"/>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E7067278-C703-2D6A-0FF2-84F17E95D1F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2319027C-424A-C739-9650-FB45B1E070A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249C20D6-E25E-82A3-AF4A-BE4690EEFD00}"/>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1AA3F274-4D3E-3D9D-8BEB-4C640895FBB2}"/>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6CD0CB47-698B-7BBF-6944-D019D3CB496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3BE3A68C-45C0-E670-6AC5-72F77B42AF96}"/>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109" name="グループ化 108">
            <a:extLst>
              <a:ext uri="{FF2B5EF4-FFF2-40B4-BE49-F238E27FC236}">
                <a16:creationId xmlns:a16="http://schemas.microsoft.com/office/drawing/2014/main" id="{3F2DDE3B-4C37-19E0-4E33-3C62DCA1DDD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CE6B6D13-27BB-E2C8-78C2-51811E642D8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8F024C6D-2F38-18A3-E87D-71E03B961D5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68564603-3842-A255-F9C8-E406AD33FB7E}"/>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F26C7EE9-EF8B-B296-DA9F-4A4FD58A345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34FF4BCD-97D5-6AD0-03D7-63BB1E74BBC1}"/>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9B445575-8E23-935E-79C3-27A74B7EC347}"/>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6E66033E-2921-CB5E-DE10-F2A3DF50D1E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A26ED52A-40F8-2718-40AA-8C4EA5A2EC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0C6607C2-027E-5C2E-8462-90C0511C1CA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BD61FFFA-B7F2-F626-91EB-052AFA8A1855}"/>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8EB80F36-318A-5E6C-1AC9-7EA9E74736B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F4AA2B7C-7326-C7D6-2BFD-CD324792050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B774F8D1-92F8-F3A1-12F8-42A5C9FB56E2}"/>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85396D0F-CF8D-39F2-1E39-C8E18C52F99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30D610FE-D5CA-95B9-7AED-BFE89E45135D}"/>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CD33B143-F944-D047-0BB8-21F8FF96B89A}"/>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044F28F-005A-5FE8-50C9-1199B7E655B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88C53B08-1D93-9FFE-69F8-911223F10E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325EC3A6-0979-AAC6-A93C-DBA26485F9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7219738E-7E34-B756-40E7-66A9E97DAB79}"/>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7D8CB783-731F-B5AD-A194-3CE34ADB74B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8602DB3C-E169-764E-6F32-D98C977F8BE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B6C92921-1C3E-0594-E639-9A6769759B51}"/>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95A7B65-B74E-9DD8-EE0B-A802959DC31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6DAFEAC5-0A77-BB46-4CEF-D27AC753B7A3}"/>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F0C81ACD-EA8B-FB86-41BA-A4AB3EA38F3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3508BF1-7B03-3449-DE25-5920424099D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81DE0C21-6409-B3A6-74F8-5AB8AD456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FC3EA2E0-A872-4E58-41B9-92CB4375BA2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678BE874-C773-A57C-D221-078658A1D895}"/>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EEF5E283-E702-0F57-B27F-DE439224503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A191A8D5-CAE6-609D-86D3-F999D69699C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42E32CD3-081D-E2E9-1AF9-57313F4E065A}"/>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1BAC7C1E-2C42-D08A-C5B9-FA51D5F3398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DC8C52C0-3259-BC2A-306B-C2FE31B5D8CE}"/>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C1060AD9-FFFD-04B4-EEBD-594712E96A11}"/>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6E8B25C8-17AB-6B69-011A-6B5E00CA06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F4F9390C-8295-9699-0C93-97D0976348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D7159890-5A45-20C2-F486-F34ADD14D23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FE318F6A-1CA4-C970-56FC-B139091D1A18}"/>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30199E73-2024-D32A-D713-6A27808F2D5B}"/>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1598ABDF-1E96-92E5-E43A-83BE1BFF529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27442FBC-D100-9992-8A84-FC85C115454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40575AF1-5F25-BDD6-5D43-3FD41833D6DA}"/>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F1A7CB45-D7F7-4590-0035-475AA74A4B3B}"/>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5E57890D-B0D3-CD2E-1074-09D2C7E9C7B2}"/>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7E27B52B-E3D1-C0A8-2CF1-F44B348C7219}"/>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4E0343FE-9A59-7017-0E09-B29815451C6C}"/>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1EC4E8E5-523E-7AA8-1EFB-4C6A681CED89}"/>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E85B2663-8598-2421-B96A-3747B011865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B5F70AEB-2E63-7DF0-EDB0-869A0FF839D8}"/>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AC146755-5C48-236A-E52C-61B1B0391932}"/>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A5A966D4-E5FD-9A32-0264-7DF6D2D80F77}"/>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1" name="楕円 90">
            <a:extLst>
              <a:ext uri="{FF2B5EF4-FFF2-40B4-BE49-F238E27FC236}">
                <a16:creationId xmlns:a16="http://schemas.microsoft.com/office/drawing/2014/main" id="{AEB0F2FB-70BF-E8A5-F95C-6E4D723511A7}"/>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97" name="楕円 96">
            <a:extLst>
              <a:ext uri="{FF2B5EF4-FFF2-40B4-BE49-F238E27FC236}">
                <a16:creationId xmlns:a16="http://schemas.microsoft.com/office/drawing/2014/main" id="{ADE61DDA-8678-3FFC-5359-3693CBBB1783}"/>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8EB010EB-0E06-BBB8-0018-A854034FFDA7}"/>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0" name="楕円 179">
            <a:extLst>
              <a:ext uri="{FF2B5EF4-FFF2-40B4-BE49-F238E27FC236}">
                <a16:creationId xmlns:a16="http://schemas.microsoft.com/office/drawing/2014/main" id="{3FA82762-9616-0A48-7A0B-C2B4D7C61664}"/>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nvGrpSpPr>
          <p:cNvPr id="240" name="グループ化 239">
            <a:extLst>
              <a:ext uri="{FF2B5EF4-FFF2-40B4-BE49-F238E27FC236}">
                <a16:creationId xmlns:a16="http://schemas.microsoft.com/office/drawing/2014/main" id="{395131EB-C94A-FE7D-9EB7-709337EB31E2}"/>
              </a:ext>
            </a:extLst>
          </p:cNvPr>
          <p:cNvGrpSpPr/>
          <p:nvPr/>
        </p:nvGrpSpPr>
        <p:grpSpPr>
          <a:xfrm>
            <a:off x="701559" y="856984"/>
            <a:ext cx="973058" cy="5085256"/>
            <a:chOff x="701559" y="856984"/>
            <a:chExt cx="973058" cy="5085256"/>
          </a:xfrm>
        </p:grpSpPr>
        <p:sp>
          <p:nvSpPr>
            <p:cNvPr id="268" name="楕円 267">
              <a:extLst>
                <a:ext uri="{FF2B5EF4-FFF2-40B4-BE49-F238E27FC236}">
                  <a16:creationId xmlns:a16="http://schemas.microsoft.com/office/drawing/2014/main" id="{B7CBFF47-291C-E691-ABFB-1E9843808454}"/>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9" name="楕円 268">
              <a:extLst>
                <a:ext uri="{FF2B5EF4-FFF2-40B4-BE49-F238E27FC236}">
                  <a16:creationId xmlns:a16="http://schemas.microsoft.com/office/drawing/2014/main" id="{16823230-F39C-4DD0-EAE3-3F05F55B5574}"/>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0" name="楕円 269">
              <a:extLst>
                <a:ext uri="{FF2B5EF4-FFF2-40B4-BE49-F238E27FC236}">
                  <a16:creationId xmlns:a16="http://schemas.microsoft.com/office/drawing/2014/main" id="{374A2164-286E-BA70-8D89-FAA6BB3BBF49}"/>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1" name="楕円 270">
              <a:extLst>
                <a:ext uri="{FF2B5EF4-FFF2-40B4-BE49-F238E27FC236}">
                  <a16:creationId xmlns:a16="http://schemas.microsoft.com/office/drawing/2014/main" id="{33DE764C-3BEC-D35B-C1B5-438043F85B2A}"/>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DF5F36A5-EAF6-CCC5-20BC-9DC72930E7C2}"/>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57CDD707-0967-893B-DE64-0C35CD7372A5}"/>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FFCAB189-E896-1081-3D10-B8ED05D65F0C}"/>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5" name="グループ化 4">
            <a:extLst>
              <a:ext uri="{FF2B5EF4-FFF2-40B4-BE49-F238E27FC236}">
                <a16:creationId xmlns:a16="http://schemas.microsoft.com/office/drawing/2014/main" id="{A9DED0F5-4500-E308-79A4-227224A91871}"/>
              </a:ext>
            </a:extLst>
          </p:cNvPr>
          <p:cNvGrpSpPr/>
          <p:nvPr/>
        </p:nvGrpSpPr>
        <p:grpSpPr>
          <a:xfrm>
            <a:off x="8555886" y="3393120"/>
            <a:ext cx="181371" cy="327214"/>
            <a:chOff x="7641580" y="4279453"/>
            <a:chExt cx="227671" cy="410745"/>
          </a:xfrm>
          <a:solidFill>
            <a:schemeClr val="accent1"/>
          </a:solidFill>
        </p:grpSpPr>
        <p:sp>
          <p:nvSpPr>
            <p:cNvPr id="24" name="楕円 23">
              <a:extLst>
                <a:ext uri="{FF2B5EF4-FFF2-40B4-BE49-F238E27FC236}">
                  <a16:creationId xmlns:a16="http://schemas.microsoft.com/office/drawing/2014/main" id="{38B5B064-69FA-B470-A1E0-C9293A91CC3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2" name="楕円 31">
              <a:extLst>
                <a:ext uri="{FF2B5EF4-FFF2-40B4-BE49-F238E27FC236}">
                  <a16:creationId xmlns:a16="http://schemas.microsoft.com/office/drawing/2014/main" id="{7BC6DC3C-D0D1-E053-A908-964E1458FB68}"/>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3" name="楕円 32">
            <a:extLst>
              <a:ext uri="{FF2B5EF4-FFF2-40B4-BE49-F238E27FC236}">
                <a16:creationId xmlns:a16="http://schemas.microsoft.com/office/drawing/2014/main" id="{3B3BC9F7-2E68-0B2F-1158-C1C0F343C4EE}"/>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89D039C1-0F33-B3A4-9507-9D9EDB6509B7}"/>
              </a:ext>
            </a:extLst>
          </p:cNvPr>
          <p:cNvGrpSpPr/>
          <p:nvPr/>
        </p:nvGrpSpPr>
        <p:grpSpPr>
          <a:xfrm>
            <a:off x="8533126" y="4686307"/>
            <a:ext cx="204135" cy="506355"/>
            <a:chOff x="7613005" y="4054581"/>
            <a:chExt cx="256246" cy="635617"/>
          </a:xfrm>
          <a:solidFill>
            <a:schemeClr val="accent1"/>
          </a:solidFill>
        </p:grpSpPr>
        <p:sp>
          <p:nvSpPr>
            <p:cNvPr id="281" name="楕円 280">
              <a:extLst>
                <a:ext uri="{FF2B5EF4-FFF2-40B4-BE49-F238E27FC236}">
                  <a16:creationId xmlns:a16="http://schemas.microsoft.com/office/drawing/2014/main" id="{91E5CD69-104F-A1E5-53F7-1B1329788159}"/>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2" name="楕円 281">
              <a:extLst>
                <a:ext uri="{FF2B5EF4-FFF2-40B4-BE49-F238E27FC236}">
                  <a16:creationId xmlns:a16="http://schemas.microsoft.com/office/drawing/2014/main" id="{AF0A008B-5DEB-106B-B85F-35D16052E933}"/>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2688467F-8583-DFB2-4892-4DF75F231384}"/>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4" name="グループ化 283">
            <a:extLst>
              <a:ext uri="{FF2B5EF4-FFF2-40B4-BE49-F238E27FC236}">
                <a16:creationId xmlns:a16="http://schemas.microsoft.com/office/drawing/2014/main" id="{94B7FE77-E6FF-42B2-ED49-B000C150AE74}"/>
              </a:ext>
            </a:extLst>
          </p:cNvPr>
          <p:cNvGrpSpPr/>
          <p:nvPr/>
        </p:nvGrpSpPr>
        <p:grpSpPr>
          <a:xfrm>
            <a:off x="8533126" y="5422470"/>
            <a:ext cx="204135" cy="506355"/>
            <a:chOff x="7613005" y="4054581"/>
            <a:chExt cx="256246" cy="635617"/>
          </a:xfrm>
          <a:solidFill>
            <a:schemeClr val="accent1"/>
          </a:solidFill>
        </p:grpSpPr>
        <p:sp>
          <p:nvSpPr>
            <p:cNvPr id="285" name="楕円 284">
              <a:extLst>
                <a:ext uri="{FF2B5EF4-FFF2-40B4-BE49-F238E27FC236}">
                  <a16:creationId xmlns:a16="http://schemas.microsoft.com/office/drawing/2014/main" id="{B7F17AFA-E45B-E5EA-9E55-092DF9E6E27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6" name="楕円 285">
              <a:extLst>
                <a:ext uri="{FF2B5EF4-FFF2-40B4-BE49-F238E27FC236}">
                  <a16:creationId xmlns:a16="http://schemas.microsoft.com/office/drawing/2014/main" id="{4214C4E2-6F9A-5A0D-BCD2-9F8570BE8D40}"/>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780E1560-DF12-F888-B2F7-1404134D98DC}"/>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6" name="グループ化 295">
            <a:extLst>
              <a:ext uri="{FF2B5EF4-FFF2-40B4-BE49-F238E27FC236}">
                <a16:creationId xmlns:a16="http://schemas.microsoft.com/office/drawing/2014/main" id="{B5B950EF-7EA7-D6CF-D3DB-CE11817B4C3E}"/>
              </a:ext>
            </a:extLst>
          </p:cNvPr>
          <p:cNvGrpSpPr/>
          <p:nvPr/>
        </p:nvGrpSpPr>
        <p:grpSpPr>
          <a:xfrm>
            <a:off x="7135508" y="2614506"/>
            <a:ext cx="4564411" cy="807400"/>
            <a:chOff x="7135508" y="2614506"/>
            <a:chExt cx="4564411" cy="807400"/>
          </a:xfrm>
        </p:grpSpPr>
        <p:cxnSp>
          <p:nvCxnSpPr>
            <p:cNvPr id="297" name="直線コネクタ 296">
              <a:extLst>
                <a:ext uri="{FF2B5EF4-FFF2-40B4-BE49-F238E27FC236}">
                  <a16:creationId xmlns:a16="http://schemas.microsoft.com/office/drawing/2014/main" id="{BB24EB33-C422-975D-A3A5-21E9629E8939}"/>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8" name="グループ化 297">
              <a:extLst>
                <a:ext uri="{FF2B5EF4-FFF2-40B4-BE49-F238E27FC236}">
                  <a16:creationId xmlns:a16="http://schemas.microsoft.com/office/drawing/2014/main" id="{B3B06C05-ED56-E185-9B31-4702F88A2A1D}"/>
                </a:ext>
              </a:extLst>
            </p:cNvPr>
            <p:cNvGrpSpPr/>
            <p:nvPr/>
          </p:nvGrpSpPr>
          <p:grpSpPr>
            <a:xfrm>
              <a:off x="7135508" y="2614506"/>
              <a:ext cx="524313" cy="807400"/>
              <a:chOff x="7430783" y="2595456"/>
              <a:chExt cx="524313" cy="807400"/>
            </a:xfrm>
          </p:grpSpPr>
          <p:sp>
            <p:nvSpPr>
              <p:cNvPr id="299" name="テキスト ボックス 298">
                <a:extLst>
                  <a:ext uri="{FF2B5EF4-FFF2-40B4-BE49-F238E27FC236}">
                    <a16:creationId xmlns:a16="http://schemas.microsoft.com/office/drawing/2014/main" id="{C68C838D-402E-3622-D203-2092742CCE6A}"/>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00" name="テキスト ボックス 299">
                <a:extLst>
                  <a:ext uri="{FF2B5EF4-FFF2-40B4-BE49-F238E27FC236}">
                    <a16:creationId xmlns:a16="http://schemas.microsoft.com/office/drawing/2014/main" id="{544E4DA5-4C34-B9B1-907C-3DCC8577687D}"/>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1317175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path" presetSubtype="0" accel="50000" decel="50000" fill="hold" nodeType="withEffect">
                                  <p:stCondLst>
                                    <p:cond delay="0"/>
                                  </p:stCondLst>
                                  <p:childTnLst>
                                    <p:animMotion origin="layout" path="M 4.16667E-7 -1.85185E-6 L -0.05065 -1.85185E-6 " pathEditMode="relative" rAng="0" ptsTypes="AA">
                                      <p:cBhvr>
                                        <p:cTn id="6" dur="250" fill="hold"/>
                                        <p:tgtEl>
                                          <p:spTgt spid="85"/>
                                        </p:tgtEl>
                                        <p:attrNameLst>
                                          <p:attrName>ppt_x</p:attrName>
                                          <p:attrName>ppt_y</p:attrName>
                                        </p:attrNameLst>
                                      </p:cBhvr>
                                      <p:rCtr x="-2539" y="0"/>
                                    </p:animMotion>
                                  </p:childTnLst>
                                </p:cTn>
                              </p:par>
                              <p:par>
                                <p:cTn id="7" presetID="53" presetClass="entr" presetSubtype="16" fill="hold" nodeType="withEffect">
                                  <p:stCondLst>
                                    <p:cond delay="0"/>
                                  </p:stCondLst>
                                  <p:childTnLst>
                                    <p:set>
                                      <p:cBhvr>
                                        <p:cTn id="8" dur="1" fill="hold">
                                          <p:stCondLst>
                                            <p:cond delay="0"/>
                                          </p:stCondLst>
                                        </p:cTn>
                                        <p:tgtEl>
                                          <p:spTgt spid="183"/>
                                        </p:tgtEl>
                                        <p:attrNameLst>
                                          <p:attrName>style.visibility</p:attrName>
                                        </p:attrNameLst>
                                      </p:cBhvr>
                                      <p:to>
                                        <p:strVal val="visible"/>
                                      </p:to>
                                    </p:set>
                                    <p:anim calcmode="lin" valueType="num">
                                      <p:cBhvr>
                                        <p:cTn id="9" dur="250" fill="hold"/>
                                        <p:tgtEl>
                                          <p:spTgt spid="183"/>
                                        </p:tgtEl>
                                        <p:attrNameLst>
                                          <p:attrName>ppt_w</p:attrName>
                                        </p:attrNameLst>
                                      </p:cBhvr>
                                      <p:tavLst>
                                        <p:tav tm="0">
                                          <p:val>
                                            <p:fltVal val="0"/>
                                          </p:val>
                                        </p:tav>
                                        <p:tav tm="100000">
                                          <p:val>
                                            <p:strVal val="#ppt_w"/>
                                          </p:val>
                                        </p:tav>
                                      </p:tavLst>
                                    </p:anim>
                                    <p:anim calcmode="lin" valueType="num">
                                      <p:cBhvr>
                                        <p:cTn id="10" dur="250" fill="hold"/>
                                        <p:tgtEl>
                                          <p:spTgt spid="183"/>
                                        </p:tgtEl>
                                        <p:attrNameLst>
                                          <p:attrName>ppt_h</p:attrName>
                                        </p:attrNameLst>
                                      </p:cBhvr>
                                      <p:tavLst>
                                        <p:tav tm="0">
                                          <p:val>
                                            <p:fltVal val="0"/>
                                          </p:val>
                                        </p:tav>
                                        <p:tav tm="100000">
                                          <p:val>
                                            <p:strVal val="#ppt_h"/>
                                          </p:val>
                                        </p:tav>
                                      </p:tavLst>
                                    </p:anim>
                                    <p:animEffect transition="in" filter="fade">
                                      <p:cBhvr>
                                        <p:cTn id="11" dur="250"/>
                                        <p:tgtEl>
                                          <p:spTgt spid="183"/>
                                        </p:tgtEl>
                                      </p:cBhvr>
                                    </p:animEffect>
                                  </p:childTnLst>
                                </p:cTn>
                              </p:par>
                            </p:childTnLst>
                          </p:cTn>
                        </p:par>
                      </p:childTnLst>
                    </p:cTn>
                  </p:par>
                  <p:par>
                    <p:cTn id="12" fill="hold">
                      <p:stCondLst>
                        <p:cond delay="indefinite"/>
                      </p:stCondLst>
                      <p:childTnLst>
                        <p:par>
                          <p:cTn id="13" fill="hold">
                            <p:stCondLst>
                              <p:cond delay="0"/>
                            </p:stCondLst>
                            <p:childTnLst>
                              <p:par>
                                <p:cTn id="14" presetID="32" presetClass="emph" presetSubtype="0" fill="hold" nodeType="clickEffect">
                                  <p:stCondLst>
                                    <p:cond delay="0"/>
                                  </p:stCondLst>
                                  <p:childTnLst>
                                    <p:animRot by="120000">
                                      <p:cBhvr>
                                        <p:cTn id="15" dur="25" fill="hold">
                                          <p:stCondLst>
                                            <p:cond delay="0"/>
                                          </p:stCondLst>
                                        </p:cTn>
                                        <p:tgtEl>
                                          <p:spTgt spid="183"/>
                                        </p:tgtEl>
                                        <p:attrNameLst>
                                          <p:attrName>r</p:attrName>
                                        </p:attrNameLst>
                                      </p:cBhvr>
                                    </p:animRot>
                                    <p:animRot by="-240000">
                                      <p:cBhvr>
                                        <p:cTn id="16" dur="50" fill="hold">
                                          <p:stCondLst>
                                            <p:cond delay="50"/>
                                          </p:stCondLst>
                                        </p:cTn>
                                        <p:tgtEl>
                                          <p:spTgt spid="183"/>
                                        </p:tgtEl>
                                        <p:attrNameLst>
                                          <p:attrName>r</p:attrName>
                                        </p:attrNameLst>
                                      </p:cBhvr>
                                    </p:animRot>
                                    <p:animRot by="240000">
                                      <p:cBhvr>
                                        <p:cTn id="17" dur="50" fill="hold">
                                          <p:stCondLst>
                                            <p:cond delay="100"/>
                                          </p:stCondLst>
                                        </p:cTn>
                                        <p:tgtEl>
                                          <p:spTgt spid="183"/>
                                        </p:tgtEl>
                                        <p:attrNameLst>
                                          <p:attrName>r</p:attrName>
                                        </p:attrNameLst>
                                      </p:cBhvr>
                                    </p:animRot>
                                    <p:animRot by="-240000">
                                      <p:cBhvr>
                                        <p:cTn id="18" dur="50" fill="hold">
                                          <p:stCondLst>
                                            <p:cond delay="150"/>
                                          </p:stCondLst>
                                        </p:cTn>
                                        <p:tgtEl>
                                          <p:spTgt spid="183"/>
                                        </p:tgtEl>
                                        <p:attrNameLst>
                                          <p:attrName>r</p:attrName>
                                        </p:attrNameLst>
                                      </p:cBhvr>
                                    </p:animRot>
                                    <p:animRot by="120000">
                                      <p:cBhvr>
                                        <p:cTn id="19" dur="50" fill="hold">
                                          <p:stCondLst>
                                            <p:cond delay="200"/>
                                          </p:stCondLst>
                                        </p:cTn>
                                        <p:tgtEl>
                                          <p:spTgt spid="183"/>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62740C6F-B712-220F-F5ED-EBAA69FFE7E4}"/>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5284DC9B-C303-865E-8CEC-871488803095}"/>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A673B103-5CB1-E7E8-3031-105CEAF4A6E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D1F8604C-FABA-93CD-827D-BE0D974CBA95}"/>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507E6932-9967-670B-FB75-C54384A342F5}"/>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CBC9E5DB-F57C-8296-22EB-05784CB1916D}"/>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0222551E-EB0E-6AFE-829F-C23BFD96679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A2C7B81C-7628-5976-C3DF-07CEAA2627AE}"/>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05CCE5C2-EEA8-50E1-2851-EF385624C2ED}"/>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94B9C60B-4492-7271-217E-4424B751CA1A}"/>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3B8D01C-22C0-4984-F45E-A995C4D0BD12}"/>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E2996829-D432-699F-6D57-3404EE4629E6}"/>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D92F7DAA-54EA-FBAD-1783-C031CA60D5D0}"/>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ADF70BEE-B99F-DB79-F3ED-F8EAFB71DB6C}"/>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B22CD307-BD33-5311-4157-A7C15C0CFB9D}"/>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A01DC856-C6D8-0FC3-CF7B-307107D29469}"/>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908C1D4-08E1-F9F4-16BA-9849AFF79988}"/>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62565921-6AD9-3F66-2049-D3360B55B12C}"/>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6C2ED77F-5E85-6469-68CF-A36963D5F348}"/>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5089AC0A-85DD-1FF9-D245-0C614A7327C2}"/>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164B959A-3B98-5EE9-4F19-ABE60FD6BAEE}"/>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0F17AC8B-47EE-5E3E-B41F-0E22DFD83070}"/>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8AD26D88-CC7B-A578-4D3C-8D0751565B7C}"/>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F26B9824-2C12-1B57-AA51-D7412E5F6CC6}"/>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906507C-6D2F-87B4-C2EF-E55F8D001C58}"/>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3E2AFFC0-8BAE-98D2-9D89-2E0EBB6EF787}"/>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F8189910-280E-0E57-64D9-2B998B51AB89}"/>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E07C40E1-7ABD-D1FE-1DC7-685FB0B2CCC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42817DF8-9B8C-4BBA-25F9-8083147968A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DD47B491-985F-35B1-9C3F-C09841DB3F9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93D7D3A8-FE21-C1B1-E979-783546540DF7}"/>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3246CD82-74B5-0641-0134-115D0D4F0C35}"/>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6513AE2-D3AE-323F-A0F5-13CAE624D89A}"/>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8FD5A7D8-9688-2CDB-CA10-CD2B40A0872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E1731EA3-D137-D6DA-403C-D8D0E37BC24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A9AD44FF-51AD-CE65-09BF-B6A5E3242CF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7AFDA751-E4E1-DD12-9940-FDDF765943E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8D92E109-2FB3-D632-CE15-48CEFD89B08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940E88C6-F61E-F3C0-44AA-8E3D48FB5AE9}"/>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B6B67D5B-5B37-EECA-5FF7-B81E4F0C58A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E93CB5D4-CF89-F8C1-0B30-79FDB7112E8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66CAA769-3276-78DD-3CC7-6AF8B662AA3D}"/>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AE60FF74-A522-89AA-E65B-7BDAE527C07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C3F0D0AA-2396-1051-5CB3-765CCB696FC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BC60555C-590A-429B-1BED-7AE6D03B089E}"/>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78A5B6D1-A807-6988-942B-49843011223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6EF00BCC-E01D-62D4-23E8-8497041D5F4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42B33C86-75E6-8038-1037-96E3E8B18DD9}"/>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5C18E6C1-8AA7-F0FB-9384-C4828DB7A9AE}"/>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C358192B-B3E1-CBFE-8809-5553D06AA8CF}"/>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EB1FEAED-965E-7791-A285-0F2549A169B8}"/>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9C373C9-BD8D-35F2-4F96-56652F3EEC59}"/>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EEB150E3-D309-3965-1CEB-D2BD0C7578C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498BB53A-3ECE-9729-E3D5-656A579BAAB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856F9045-14C8-94DF-2DE9-2743C698F256}"/>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1A34B979-954C-741A-D5CD-66EB496F6B6A}"/>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F7A65A12-F195-3FF7-93A9-8B928DB73F06}"/>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A14CBDC5-0363-DE95-84E7-8B8687032C4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757D8F9C-2D98-E063-DDF2-749884CB8B57}"/>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1486F2F1-96D7-7DFB-65B5-FD49135A259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81458295-86C0-DBC6-EB76-F87159D3F826}"/>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64D0EFCF-6471-36A7-77A4-8650C5102936}"/>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48D16D1A-FE3B-407F-ABE5-8274C03D6C07}"/>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5FEF08FA-0684-165E-3188-C929403679F8}"/>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C953ACBE-A16B-4F86-A1E2-BE994FB19C63}"/>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AAAA264F-9728-9F1B-C14E-55ED666EB910}"/>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DE30E3CA-D9F4-E7E2-0CD7-2D8E6ABB7729}"/>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11998B17-C0BB-387E-3598-86F4548403A5}"/>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F3D0FBA0-0EAD-6828-D7A4-B96AC13F21A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8D4F07D3-9A4F-2254-FBD1-B67FFC3883D3}"/>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555EFEE7-EF17-22FE-8B00-7F8F1F09ADB9}"/>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DCBEBE14-53CE-96B2-A1B9-05DBCD4E7F0F}"/>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9655CE89-9A63-BB8E-42F1-987174FF641F}"/>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00CC2546-A1B9-4676-9DDB-86F9E0876B89}"/>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38C02557-58A2-6256-B9A7-318477CC690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C07EBA6A-C9AC-91CC-DE82-55146BDC998C}"/>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6E63235-6861-5078-AD39-77821810E8B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1B8021E1-A72E-F9FB-79A7-A3D2B5B66542}"/>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3A19EC7F-E8DF-0745-25E1-B61675FF9F02}"/>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FABFA3B8-DEAF-EFD8-B8CA-42896DF3185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6D9D1F9A-8959-D10E-03D6-CDF325A72296}"/>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DF7AFEE3-04A6-34ED-B41B-FA6A9ADDA0A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3D7BC48E-D3FC-9230-65B8-086DDC9F298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DA951D7C-71CA-9094-7210-3DE8C4F15D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1BEA6155-C436-D7A6-EE87-B19C5A462EE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8F8A3362-C32A-6D6E-2B47-897BE0DA072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5AD905B9-D1E7-4B19-E325-64F42C79BB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81AADE9C-A27D-7BD1-F012-2D970B60B3E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D9E43B84-5A4B-853D-0088-B94EBC8DBC52}"/>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D701D04F-A965-F79A-6BD9-0D5CB3B6716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7AA572C-D1D2-527F-F906-8CA6ADE952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EE219125-76C9-9EC1-510B-7B1BA6DC382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CA9B439E-29C8-8638-C595-EA77E68A54C9}"/>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58F6A0AC-FB82-43D7-BC80-3E95216C3D1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BCF7E575-0EFC-F58E-3B8D-27E014A4DB36}"/>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697B02B9-D2BA-4452-6A7D-39C1AAEBD116}"/>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13C0AB47-65A4-8E00-519D-0E31461303C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A5E734C0-3FC0-114C-C2D1-FC879B7D86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3E61D32E-9989-DA4F-17D4-8D912B5AC69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0A67676-1EE5-5393-90A8-08724F899F01}"/>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0FF12B94-2B20-ADF1-ADF1-0FDA1634814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AF2F3028-120D-BA55-A6F5-26EC1B8DC99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C128BB0C-13FE-AE93-FBCE-681CCC0FC89B}"/>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99E9D50D-6065-996E-4CEE-D46B86F9ACC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E3A6B506-AA0F-4E62-9DCF-39910DC949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5D7C9885-EFC4-2099-241F-4B92D2E7BB7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7DFE027D-E392-8CC8-7A0E-BE419F9B37DA}"/>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107D5393-D2A5-8021-E2CF-AF9422E0C07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DE6868D-8051-8173-631E-6B3DC855E1E4}"/>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4D35592-29A3-99DE-FF67-01A4EDB7D6AB}"/>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2853070F-9DFA-391B-DAC1-65096701B8A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59AAE7B9-7B90-B6FD-CD78-0FD9FDEF00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271678C0-F98A-9209-EDF0-FCE9E37A66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A12614EC-C25E-C4FE-27C8-6CE111443A56}"/>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38E9ADA3-3EDD-A865-F1BE-D4424C07A2B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422437AA-9674-626B-857E-64F47BD859BC}"/>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58C996B8-9DF3-C593-B4A5-AD23B5343964}"/>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E54C7DDF-2902-91AD-46E7-D628A1B6D18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F895D7E6-7864-EFF6-4C95-6EA41A423FC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3316A122-82ED-B0AC-2076-4BE28CCA960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CCF7568-6CBD-5DBA-2FFF-2FE922C3C7CD}"/>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4E3B0924-627B-1090-4514-B633E18C3FC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AA986E9-1FC6-8928-2E7C-1B8C4B87AB12}"/>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F47EB2E4-6D6F-1C74-FAA1-5E62082F1FDC}"/>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BFBC97F-4B08-E583-D5EC-94983EDF0B6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B726219F-4121-32E2-E52C-BDB2906DDDE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BAB97E7-D11F-DBCF-8124-F43DCED07BA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63FD8B6B-9387-0255-B693-72E7B569D24E}"/>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28A9575E-0A7D-B5D5-E39E-C9AAB6AE03E4}"/>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27C8BAC8-288A-B7ED-92B0-39EACF695D3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94D283BE-69E9-3DFD-25D5-E61F95A0D4D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FE7D8F1B-A32D-F907-CF25-5BD2CAB466F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1692DA4D-42E5-68E6-6935-8562A93372E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CF1716F0-0C5B-11B6-111A-933F1A24FFDA}"/>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171F795C-E71C-17FB-EEEA-6C7AE26C315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8B032A2E-1D93-8DA6-E55C-763FB335400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9A95E67C-6079-A2B7-EDC0-26B0CAF8246F}"/>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6B205A92-CB43-47D8-9F12-1083D5D63AC9}"/>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4CC9C3AF-53D7-F2E7-2568-6221C8FFFBC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D46DCD67-0C6C-8EE0-0365-78CD8931D4A0}"/>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630C2E8F-4CC2-9958-E4D1-11249E3AA9A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44F511FC-64D4-6CC7-57F5-8C56FB81616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DE6F736D-7D15-EB17-055A-A3DC760220B5}"/>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71DAEACF-F2FA-07DF-7489-263B25EAA841}"/>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5BF7CF05-A071-BBE0-CFFA-1C3F34E561B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DABADAE-47E2-2066-2B17-A64061673423}"/>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4E95F687-3597-2FFB-FF83-3C4D2B2A99D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2EEBA9E6-40DF-8C01-5A3B-F00D2DCA372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4A0141B5-7E23-2C1C-0DBB-BDC125F7CCC6}"/>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017CCE5C-EC66-6D4D-5023-716CBE91CDFB}"/>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5FEF14A8-1BD6-3875-6B31-F01C083551C9}"/>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3E82CB2-34F3-FB5A-65CD-37D24F027BE0}"/>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4EA05C35-DECC-1282-BAA4-DA71D447F660}"/>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E5BD36AE-F0EF-BBFF-2788-3F1317D172F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3143B03-AF01-A3C3-F536-07A868DCEB2D}"/>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44966CDD-3EC3-B4B3-BB7C-9C85C15BE21F}"/>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960F60EC-7739-097C-E133-CAE68C17E15C}"/>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33EC8940-3C9B-F293-D81D-AF3CDB3FE242}"/>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D600BD90-0591-0594-6A12-485DAAD1F5A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DF7FDBF8-B59A-A4EA-A516-A6FBC019163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C1496A1-6561-785D-C4EA-3D1ACEE9A3A1}"/>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A70E0D36-2132-08F0-AF4D-92290124D126}"/>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1CA126A0-24E7-AE8A-ECE0-22AF973D18C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87E56220-EAF7-462A-121C-7CDA772C138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ABED5A6-6156-1A04-6E9B-C032646B9778}"/>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CFEC0B14-8BE3-8055-B695-B128ABFED9C1}"/>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76F6CBEF-853B-7F5C-2AB2-640DB083E495}"/>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74B2CBB1-1BBF-17ED-6E8A-DBC6E2D2F974}"/>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5" name="楕円 4">
            <a:extLst>
              <a:ext uri="{FF2B5EF4-FFF2-40B4-BE49-F238E27FC236}">
                <a16:creationId xmlns:a16="http://schemas.microsoft.com/office/drawing/2014/main" id="{0D0E43B1-174B-83A6-E148-FD6F1CFBAF14}"/>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99" name="グループ化 98">
            <a:extLst>
              <a:ext uri="{FF2B5EF4-FFF2-40B4-BE49-F238E27FC236}">
                <a16:creationId xmlns:a16="http://schemas.microsoft.com/office/drawing/2014/main" id="{55451763-2964-91B9-33B8-D1F3FA3BB8E0}"/>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7A3DF943-16FB-093F-7D53-612C47AAF1F3}"/>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BCB88239-AD62-0610-4C83-8C8E2E39FE8C}"/>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敵</a:t>
              </a: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1</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体に高威力攻撃</a:t>
              </a:r>
            </a:p>
          </p:txBody>
        </p:sp>
        <p:sp>
          <p:nvSpPr>
            <p:cNvPr id="32" name="テキスト ボックス 31">
              <a:extLst>
                <a:ext uri="{FF2B5EF4-FFF2-40B4-BE49-F238E27FC236}">
                  <a16:creationId xmlns:a16="http://schemas.microsoft.com/office/drawing/2014/main" id="{3E0D35DF-46F9-5E8D-2A53-76EB6BD4BBA9}"/>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ENB</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0" name="グループ化 99">
            <a:extLst>
              <a:ext uri="{FF2B5EF4-FFF2-40B4-BE49-F238E27FC236}">
                <a16:creationId xmlns:a16="http://schemas.microsoft.com/office/drawing/2014/main" id="{687DE5A6-1C6D-6C22-D028-3A5738FD0CD1}"/>
              </a:ext>
            </a:extLst>
          </p:cNvPr>
          <p:cNvGrpSpPr/>
          <p:nvPr/>
        </p:nvGrpSpPr>
        <p:grpSpPr>
          <a:xfrm>
            <a:off x="2209889" y="5115875"/>
            <a:ext cx="4022675" cy="782640"/>
            <a:chOff x="2209889" y="4914901"/>
            <a:chExt cx="4022675" cy="782640"/>
          </a:xfrm>
        </p:grpSpPr>
        <p:sp>
          <p:nvSpPr>
            <p:cNvPr id="101" name="四角形: 角を丸くする 100">
              <a:extLst>
                <a:ext uri="{FF2B5EF4-FFF2-40B4-BE49-F238E27FC236}">
                  <a16:creationId xmlns:a16="http://schemas.microsoft.com/office/drawing/2014/main" id="{62D66991-5154-46CA-A406-96DE20BDABF8}"/>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03" name="テキスト ボックス 102">
              <a:extLst>
                <a:ext uri="{FF2B5EF4-FFF2-40B4-BE49-F238E27FC236}">
                  <a16:creationId xmlns:a16="http://schemas.microsoft.com/office/drawing/2014/main" id="{21BC13AF-83F6-7699-8516-F6A1C43E86E8}"/>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EF</a:t>
              </a:r>
              <a:r>
                <a:rPr lang="ja-JP" altLang="en-US" sz="2000" dirty="0">
                  <a:solidFill>
                    <a:srgbClr val="CC66FF"/>
                  </a:solidFill>
                  <a:latin typeface="BIZ UDP明朝 Medium" panose="02020500000000000000" pitchFamily="18" charset="-128"/>
                  <a:ea typeface="BIZ UDP明朝 Medium" panose="02020500000000000000" pitchFamily="18" charset="-128"/>
                </a:rPr>
                <a:t>拡大</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4" name="グループ化 103">
            <a:extLst>
              <a:ext uri="{FF2B5EF4-FFF2-40B4-BE49-F238E27FC236}">
                <a16:creationId xmlns:a16="http://schemas.microsoft.com/office/drawing/2014/main" id="{1BC676FD-6FF5-1D3D-C8D8-B7E3A3FB9B7E}"/>
              </a:ext>
            </a:extLst>
          </p:cNvPr>
          <p:cNvGrpSpPr/>
          <p:nvPr/>
        </p:nvGrpSpPr>
        <p:grpSpPr>
          <a:xfrm>
            <a:off x="3814175" y="5254108"/>
            <a:ext cx="1933895" cy="203323"/>
            <a:chOff x="1719571" y="274515"/>
            <a:chExt cx="4262430" cy="338877"/>
          </a:xfrm>
        </p:grpSpPr>
        <p:grpSp>
          <p:nvGrpSpPr>
            <p:cNvPr id="105" name="グループ化 104">
              <a:extLst>
                <a:ext uri="{FF2B5EF4-FFF2-40B4-BE49-F238E27FC236}">
                  <a16:creationId xmlns:a16="http://schemas.microsoft.com/office/drawing/2014/main" id="{6FC6BF3D-27EB-89C1-C15D-0397B645632B}"/>
                </a:ext>
              </a:extLst>
            </p:cNvPr>
            <p:cNvGrpSpPr/>
            <p:nvPr/>
          </p:nvGrpSpPr>
          <p:grpSpPr>
            <a:xfrm>
              <a:off x="1719571" y="274517"/>
              <a:ext cx="3092165" cy="338875"/>
              <a:chOff x="1719571" y="215382"/>
              <a:chExt cx="3888059" cy="426098"/>
            </a:xfrm>
          </p:grpSpPr>
          <p:sp>
            <p:nvSpPr>
              <p:cNvPr id="108" name="平行四辺形 107">
                <a:extLst>
                  <a:ext uri="{FF2B5EF4-FFF2-40B4-BE49-F238E27FC236}">
                    <a16:creationId xmlns:a16="http://schemas.microsoft.com/office/drawing/2014/main" id="{75E4673C-0219-6DA5-6919-2D29AEF35D80}"/>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平行四辺形 108">
                <a:extLst>
                  <a:ext uri="{FF2B5EF4-FFF2-40B4-BE49-F238E27FC236}">
                    <a16:creationId xmlns:a16="http://schemas.microsoft.com/office/drawing/2014/main" id="{356742CD-2A46-AF89-9CE1-A8394F518EBE}"/>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平行四辺形 109">
                <a:extLst>
                  <a:ext uri="{FF2B5EF4-FFF2-40B4-BE49-F238E27FC236}">
                    <a16:creationId xmlns:a16="http://schemas.microsoft.com/office/drawing/2014/main" id="{3ECBE3D7-E713-D584-B26B-88D752DC986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平行四辺形 110">
                <a:extLst>
                  <a:ext uri="{FF2B5EF4-FFF2-40B4-BE49-F238E27FC236}">
                    <a16:creationId xmlns:a16="http://schemas.microsoft.com/office/drawing/2014/main" id="{EE3735CF-2825-40AE-CF65-F03F0BB67BA9}"/>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2" name="平行四辺形 111">
                <a:extLst>
                  <a:ext uri="{FF2B5EF4-FFF2-40B4-BE49-F238E27FC236}">
                    <a16:creationId xmlns:a16="http://schemas.microsoft.com/office/drawing/2014/main" id="{FD51DC95-3A55-A51A-1E62-02B32373CEB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6" name="平行四辺形 105">
              <a:extLst>
                <a:ext uri="{FF2B5EF4-FFF2-40B4-BE49-F238E27FC236}">
                  <a16:creationId xmlns:a16="http://schemas.microsoft.com/office/drawing/2014/main" id="{0297134A-8918-89A6-DA9F-49414CB6134C}"/>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7" name="平行四辺形 106">
              <a:extLst>
                <a:ext uri="{FF2B5EF4-FFF2-40B4-BE49-F238E27FC236}">
                  <a16:creationId xmlns:a16="http://schemas.microsoft.com/office/drawing/2014/main" id="{530095DD-CD7B-7E32-CA49-8D0BCC8593AB}"/>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13" name="テキスト ボックス 112">
            <a:extLst>
              <a:ext uri="{FF2B5EF4-FFF2-40B4-BE49-F238E27FC236}">
                <a16:creationId xmlns:a16="http://schemas.microsoft.com/office/drawing/2014/main" id="{191B2DC7-1BCE-BE72-874C-B934B929F011}"/>
              </a:ext>
            </a:extLst>
          </p:cNvPr>
          <p:cNvSpPr txBox="1"/>
          <p:nvPr/>
        </p:nvSpPr>
        <p:spPr>
          <a:xfrm>
            <a:off x="3703108" y="5487418"/>
            <a:ext cx="1526380" cy="338554"/>
          </a:xfrm>
          <a:prstGeom prst="rect">
            <a:avLst/>
          </a:prstGeom>
          <a:noFill/>
        </p:spPr>
        <p:txBody>
          <a:bodyPr wrap="none" rtlCol="0">
            <a:spAutoFit/>
          </a:bodyPr>
          <a:lstStyle/>
          <a:p>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grpSp>
        <p:nvGrpSpPr>
          <p:cNvPr id="118" name="グループ化 117">
            <a:extLst>
              <a:ext uri="{FF2B5EF4-FFF2-40B4-BE49-F238E27FC236}">
                <a16:creationId xmlns:a16="http://schemas.microsoft.com/office/drawing/2014/main" id="{41C63344-993E-C3DD-8629-002342F1E755}"/>
              </a:ext>
            </a:extLst>
          </p:cNvPr>
          <p:cNvGrpSpPr/>
          <p:nvPr/>
        </p:nvGrpSpPr>
        <p:grpSpPr>
          <a:xfrm>
            <a:off x="8962119" y="905845"/>
            <a:ext cx="2561811" cy="5035298"/>
            <a:chOff x="8962119" y="905845"/>
            <a:chExt cx="2561811" cy="5035298"/>
          </a:xfrm>
        </p:grpSpPr>
        <p:grpSp>
          <p:nvGrpSpPr>
            <p:cNvPr id="119" name="グループ化 118">
              <a:extLst>
                <a:ext uri="{FF2B5EF4-FFF2-40B4-BE49-F238E27FC236}">
                  <a16:creationId xmlns:a16="http://schemas.microsoft.com/office/drawing/2014/main" id="{5A9E8D74-EC5D-8553-A2C1-34409F17240D}"/>
                </a:ext>
              </a:extLst>
            </p:cNvPr>
            <p:cNvGrpSpPr/>
            <p:nvPr/>
          </p:nvGrpSpPr>
          <p:grpSpPr>
            <a:xfrm>
              <a:off x="8962119" y="905845"/>
              <a:ext cx="2561811" cy="632926"/>
              <a:chOff x="8957885" y="4574183"/>
              <a:chExt cx="2561811" cy="632926"/>
            </a:xfrm>
          </p:grpSpPr>
          <p:sp>
            <p:nvSpPr>
              <p:cNvPr id="272" name="楕円 271">
                <a:extLst>
                  <a:ext uri="{FF2B5EF4-FFF2-40B4-BE49-F238E27FC236}">
                    <a16:creationId xmlns:a16="http://schemas.microsoft.com/office/drawing/2014/main" id="{95F93536-AE21-25FC-2055-80D86483DEC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73" name="四角形: 角を丸くする 272">
                <a:extLst>
                  <a:ext uri="{FF2B5EF4-FFF2-40B4-BE49-F238E27FC236}">
                    <a16:creationId xmlns:a16="http://schemas.microsoft.com/office/drawing/2014/main" id="{786D77D1-EEB7-EB45-3B64-8FA5C74EC38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74" name="グループ化 273">
                <a:extLst>
                  <a:ext uri="{FF2B5EF4-FFF2-40B4-BE49-F238E27FC236}">
                    <a16:creationId xmlns:a16="http://schemas.microsoft.com/office/drawing/2014/main" id="{A02275E8-428C-671F-FFEA-5192E5351E28}"/>
                  </a:ext>
                </a:extLst>
              </p:cNvPr>
              <p:cNvGrpSpPr/>
              <p:nvPr/>
            </p:nvGrpSpPr>
            <p:grpSpPr>
              <a:xfrm>
                <a:off x="9498429" y="4598805"/>
                <a:ext cx="1505416" cy="601824"/>
                <a:chOff x="1980734" y="3149081"/>
                <a:chExt cx="1505416" cy="601824"/>
              </a:xfrm>
            </p:grpSpPr>
            <p:sp>
              <p:nvSpPr>
                <p:cNvPr id="275" name="楕円 274">
                  <a:extLst>
                    <a:ext uri="{FF2B5EF4-FFF2-40B4-BE49-F238E27FC236}">
                      <a16:creationId xmlns:a16="http://schemas.microsoft.com/office/drawing/2014/main" id="{747F142A-5195-A414-0519-8BC64A9E86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6" name="グループ化 275">
                  <a:extLst>
                    <a:ext uri="{FF2B5EF4-FFF2-40B4-BE49-F238E27FC236}">
                      <a16:creationId xmlns:a16="http://schemas.microsoft.com/office/drawing/2014/main" id="{49C05BD6-0955-2E9B-E7DB-3668D0DFF67D}"/>
                    </a:ext>
                  </a:extLst>
                </p:cNvPr>
                <p:cNvGrpSpPr/>
                <p:nvPr/>
              </p:nvGrpSpPr>
              <p:grpSpPr>
                <a:xfrm>
                  <a:off x="1980734" y="3175652"/>
                  <a:ext cx="1505416" cy="575253"/>
                  <a:chOff x="1980734" y="3175652"/>
                  <a:chExt cx="1505416" cy="575253"/>
                </a:xfrm>
              </p:grpSpPr>
              <p:grpSp>
                <p:nvGrpSpPr>
                  <p:cNvPr id="277" name="グループ化 276">
                    <a:extLst>
                      <a:ext uri="{FF2B5EF4-FFF2-40B4-BE49-F238E27FC236}">
                        <a16:creationId xmlns:a16="http://schemas.microsoft.com/office/drawing/2014/main" id="{8BAB311B-B2ED-8795-84EE-2BE3FE2E191C}"/>
                      </a:ext>
                    </a:extLst>
                  </p:cNvPr>
                  <p:cNvGrpSpPr/>
                  <p:nvPr/>
                </p:nvGrpSpPr>
                <p:grpSpPr>
                  <a:xfrm>
                    <a:off x="1980734" y="3473931"/>
                    <a:ext cx="1505416" cy="276974"/>
                    <a:chOff x="4194668" y="3607669"/>
                    <a:chExt cx="1105960" cy="276974"/>
                  </a:xfrm>
                </p:grpSpPr>
                <p:sp>
                  <p:nvSpPr>
                    <p:cNvPr id="279" name="四角形: 角を丸くする 278">
                      <a:extLst>
                        <a:ext uri="{FF2B5EF4-FFF2-40B4-BE49-F238E27FC236}">
                          <a16:creationId xmlns:a16="http://schemas.microsoft.com/office/drawing/2014/main" id="{66005FD2-E2B6-FF36-15C8-964FBA2D73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80" name="図 279">
                      <a:extLst>
                        <a:ext uri="{FF2B5EF4-FFF2-40B4-BE49-F238E27FC236}">
                          <a16:creationId xmlns:a16="http://schemas.microsoft.com/office/drawing/2014/main" id="{4C79C5B1-DFDB-630F-FD0A-BEE10B50D65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8" name="テキスト ボックス 277">
                    <a:extLst>
                      <a:ext uri="{FF2B5EF4-FFF2-40B4-BE49-F238E27FC236}">
                        <a16:creationId xmlns:a16="http://schemas.microsoft.com/office/drawing/2014/main" id="{50D95A05-08F2-1A88-F3CF-DC8C3415514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F6733434-9A1A-5303-DB7B-DA0AD24C1DE0}"/>
                </a:ext>
              </a:extLst>
            </p:cNvPr>
            <p:cNvGrpSpPr/>
            <p:nvPr/>
          </p:nvGrpSpPr>
          <p:grpSpPr>
            <a:xfrm>
              <a:off x="8962119" y="5308217"/>
              <a:ext cx="2561811" cy="632926"/>
              <a:chOff x="8957885" y="4574183"/>
              <a:chExt cx="2561811" cy="632926"/>
            </a:xfrm>
          </p:grpSpPr>
          <p:sp>
            <p:nvSpPr>
              <p:cNvPr id="242" name="楕円 241">
                <a:extLst>
                  <a:ext uri="{FF2B5EF4-FFF2-40B4-BE49-F238E27FC236}">
                    <a16:creationId xmlns:a16="http://schemas.microsoft.com/office/drawing/2014/main" id="{762138AA-9EC3-B2C2-30A4-3076625B8E8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43" name="四角形: 角を丸くする 242">
                <a:extLst>
                  <a:ext uri="{FF2B5EF4-FFF2-40B4-BE49-F238E27FC236}">
                    <a16:creationId xmlns:a16="http://schemas.microsoft.com/office/drawing/2014/main" id="{E0F3C00E-146D-C307-0CE7-1024D1BB028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44" name="グループ化 243">
                <a:extLst>
                  <a:ext uri="{FF2B5EF4-FFF2-40B4-BE49-F238E27FC236}">
                    <a16:creationId xmlns:a16="http://schemas.microsoft.com/office/drawing/2014/main" id="{1E86884C-9000-1967-3363-7C32308BB7E9}"/>
                  </a:ext>
                </a:extLst>
              </p:cNvPr>
              <p:cNvGrpSpPr/>
              <p:nvPr/>
            </p:nvGrpSpPr>
            <p:grpSpPr>
              <a:xfrm>
                <a:off x="9498429" y="4598805"/>
                <a:ext cx="1505416" cy="601824"/>
                <a:chOff x="1980734" y="3149081"/>
                <a:chExt cx="1505416" cy="601824"/>
              </a:xfrm>
            </p:grpSpPr>
            <p:sp>
              <p:nvSpPr>
                <p:cNvPr id="245" name="楕円 244">
                  <a:extLst>
                    <a:ext uri="{FF2B5EF4-FFF2-40B4-BE49-F238E27FC236}">
                      <a16:creationId xmlns:a16="http://schemas.microsoft.com/office/drawing/2014/main" id="{73F9ECAA-C1EB-6A7D-7593-EAA0864831E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6" name="グループ化 245">
                  <a:extLst>
                    <a:ext uri="{FF2B5EF4-FFF2-40B4-BE49-F238E27FC236}">
                      <a16:creationId xmlns:a16="http://schemas.microsoft.com/office/drawing/2014/main" id="{64E9BFF4-E8E2-8601-F86B-0B8DEFC09B2C}"/>
                    </a:ext>
                  </a:extLst>
                </p:cNvPr>
                <p:cNvGrpSpPr/>
                <p:nvPr/>
              </p:nvGrpSpPr>
              <p:grpSpPr>
                <a:xfrm>
                  <a:off x="1980734" y="3175652"/>
                  <a:ext cx="1505416" cy="575253"/>
                  <a:chOff x="1980734" y="3175652"/>
                  <a:chExt cx="1505416" cy="575253"/>
                </a:xfrm>
              </p:grpSpPr>
              <p:grpSp>
                <p:nvGrpSpPr>
                  <p:cNvPr id="268" name="グループ化 267">
                    <a:extLst>
                      <a:ext uri="{FF2B5EF4-FFF2-40B4-BE49-F238E27FC236}">
                        <a16:creationId xmlns:a16="http://schemas.microsoft.com/office/drawing/2014/main" id="{7C646BA8-677F-78B8-E1B1-4407EC1C3B4D}"/>
                      </a:ext>
                    </a:extLst>
                  </p:cNvPr>
                  <p:cNvGrpSpPr/>
                  <p:nvPr/>
                </p:nvGrpSpPr>
                <p:grpSpPr>
                  <a:xfrm>
                    <a:off x="1980734" y="3473931"/>
                    <a:ext cx="1505416" cy="276974"/>
                    <a:chOff x="4194668" y="3607669"/>
                    <a:chExt cx="1105960" cy="276974"/>
                  </a:xfrm>
                </p:grpSpPr>
                <p:sp>
                  <p:nvSpPr>
                    <p:cNvPr id="270" name="四角形: 角を丸くする 269">
                      <a:extLst>
                        <a:ext uri="{FF2B5EF4-FFF2-40B4-BE49-F238E27FC236}">
                          <a16:creationId xmlns:a16="http://schemas.microsoft.com/office/drawing/2014/main" id="{747F1F27-42DA-E48A-54BF-8DCEA01BAB2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1" name="図 270">
                      <a:extLst>
                        <a:ext uri="{FF2B5EF4-FFF2-40B4-BE49-F238E27FC236}">
                          <a16:creationId xmlns:a16="http://schemas.microsoft.com/office/drawing/2014/main" id="{7A5A64A9-0486-DD11-0604-C47F1E98D9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69" name="テキスト ボックス 268">
                    <a:extLst>
                      <a:ext uri="{FF2B5EF4-FFF2-40B4-BE49-F238E27FC236}">
                        <a16:creationId xmlns:a16="http://schemas.microsoft.com/office/drawing/2014/main" id="{57C76A15-82EB-AE15-CA3C-F3DC85FCF3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2" name="グループ化 121">
              <a:extLst>
                <a:ext uri="{FF2B5EF4-FFF2-40B4-BE49-F238E27FC236}">
                  <a16:creationId xmlns:a16="http://schemas.microsoft.com/office/drawing/2014/main" id="{2CD70F84-FCB0-E82D-D84C-0683C4935C13}"/>
                </a:ext>
              </a:extLst>
            </p:cNvPr>
            <p:cNvGrpSpPr/>
            <p:nvPr/>
          </p:nvGrpSpPr>
          <p:grpSpPr>
            <a:xfrm>
              <a:off x="8962119" y="1639574"/>
              <a:ext cx="2561811" cy="632926"/>
              <a:chOff x="8957885" y="4574183"/>
              <a:chExt cx="2561811" cy="632926"/>
            </a:xfrm>
          </p:grpSpPr>
          <p:sp>
            <p:nvSpPr>
              <p:cNvPr id="190" name="楕円 189">
                <a:extLst>
                  <a:ext uri="{FF2B5EF4-FFF2-40B4-BE49-F238E27FC236}">
                    <a16:creationId xmlns:a16="http://schemas.microsoft.com/office/drawing/2014/main" id="{EEB4600E-114B-2686-07C1-0CD948B06CA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1" name="四角形: 角を丸くする 190">
                <a:extLst>
                  <a:ext uri="{FF2B5EF4-FFF2-40B4-BE49-F238E27FC236}">
                    <a16:creationId xmlns:a16="http://schemas.microsoft.com/office/drawing/2014/main" id="{C2D01E2D-AE75-332D-787F-19BDFF47595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2" name="グループ化 191">
                <a:extLst>
                  <a:ext uri="{FF2B5EF4-FFF2-40B4-BE49-F238E27FC236}">
                    <a16:creationId xmlns:a16="http://schemas.microsoft.com/office/drawing/2014/main" id="{99801185-5F5B-E3E7-3D3B-3E7D5635E34C}"/>
                  </a:ext>
                </a:extLst>
              </p:cNvPr>
              <p:cNvGrpSpPr/>
              <p:nvPr/>
            </p:nvGrpSpPr>
            <p:grpSpPr>
              <a:xfrm>
                <a:off x="9498429" y="4598805"/>
                <a:ext cx="1505416" cy="601824"/>
                <a:chOff x="1980734" y="3149081"/>
                <a:chExt cx="1505416" cy="601824"/>
              </a:xfrm>
            </p:grpSpPr>
            <p:sp>
              <p:nvSpPr>
                <p:cNvPr id="193" name="楕円 192">
                  <a:extLst>
                    <a:ext uri="{FF2B5EF4-FFF2-40B4-BE49-F238E27FC236}">
                      <a16:creationId xmlns:a16="http://schemas.microsoft.com/office/drawing/2014/main" id="{4F5EEDD7-8C2B-F579-A21E-D51A2FC2280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4" name="グループ化 193">
                  <a:extLst>
                    <a:ext uri="{FF2B5EF4-FFF2-40B4-BE49-F238E27FC236}">
                      <a16:creationId xmlns:a16="http://schemas.microsoft.com/office/drawing/2014/main" id="{4D506D9C-C33B-DD9F-7190-95E3E7F8C9B7}"/>
                    </a:ext>
                  </a:extLst>
                </p:cNvPr>
                <p:cNvGrpSpPr/>
                <p:nvPr/>
              </p:nvGrpSpPr>
              <p:grpSpPr>
                <a:xfrm>
                  <a:off x="1980734" y="3175652"/>
                  <a:ext cx="1505416" cy="575253"/>
                  <a:chOff x="1980734" y="3175652"/>
                  <a:chExt cx="1505416" cy="575253"/>
                </a:xfrm>
              </p:grpSpPr>
              <p:grpSp>
                <p:nvGrpSpPr>
                  <p:cNvPr id="195" name="グループ化 194">
                    <a:extLst>
                      <a:ext uri="{FF2B5EF4-FFF2-40B4-BE49-F238E27FC236}">
                        <a16:creationId xmlns:a16="http://schemas.microsoft.com/office/drawing/2014/main" id="{CD63F9F7-96FC-5EC8-A946-9D776ABEF9E8}"/>
                      </a:ext>
                    </a:extLst>
                  </p:cNvPr>
                  <p:cNvGrpSpPr/>
                  <p:nvPr/>
                </p:nvGrpSpPr>
                <p:grpSpPr>
                  <a:xfrm>
                    <a:off x="1980734" y="3473931"/>
                    <a:ext cx="1505416" cy="276974"/>
                    <a:chOff x="4194668" y="3607669"/>
                    <a:chExt cx="1105960" cy="276974"/>
                  </a:xfrm>
                </p:grpSpPr>
                <p:sp>
                  <p:nvSpPr>
                    <p:cNvPr id="240" name="四角形: 角を丸くする 239">
                      <a:extLst>
                        <a:ext uri="{FF2B5EF4-FFF2-40B4-BE49-F238E27FC236}">
                          <a16:creationId xmlns:a16="http://schemas.microsoft.com/office/drawing/2014/main" id="{4346C6DA-1EE4-29F0-5919-703834A72E9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1" name="図 240">
                      <a:extLst>
                        <a:ext uri="{FF2B5EF4-FFF2-40B4-BE49-F238E27FC236}">
                          <a16:creationId xmlns:a16="http://schemas.microsoft.com/office/drawing/2014/main" id="{582D1457-8B52-33FD-C3EB-CA7A11F3DEE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6" name="テキスト ボックス 195">
                    <a:extLst>
                      <a:ext uri="{FF2B5EF4-FFF2-40B4-BE49-F238E27FC236}">
                        <a16:creationId xmlns:a16="http://schemas.microsoft.com/office/drawing/2014/main" id="{661A8647-17BE-006C-EB7C-334822EE97A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3" name="グループ化 122">
              <a:extLst>
                <a:ext uri="{FF2B5EF4-FFF2-40B4-BE49-F238E27FC236}">
                  <a16:creationId xmlns:a16="http://schemas.microsoft.com/office/drawing/2014/main" id="{6DCF7BE2-FADF-3791-1B70-9249D9EC1BEC}"/>
                </a:ext>
              </a:extLst>
            </p:cNvPr>
            <p:cNvGrpSpPr/>
            <p:nvPr/>
          </p:nvGrpSpPr>
          <p:grpSpPr>
            <a:xfrm>
              <a:off x="8962119" y="2373303"/>
              <a:ext cx="2561811" cy="632926"/>
              <a:chOff x="8957885" y="4574183"/>
              <a:chExt cx="2561811" cy="632926"/>
            </a:xfrm>
          </p:grpSpPr>
          <p:sp>
            <p:nvSpPr>
              <p:cNvPr id="161" name="楕円 160">
                <a:extLst>
                  <a:ext uri="{FF2B5EF4-FFF2-40B4-BE49-F238E27FC236}">
                    <a16:creationId xmlns:a16="http://schemas.microsoft.com/office/drawing/2014/main" id="{12557725-9B42-29B0-BAF3-F538EC81225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73" name="四角形: 角を丸くする 172">
                <a:extLst>
                  <a:ext uri="{FF2B5EF4-FFF2-40B4-BE49-F238E27FC236}">
                    <a16:creationId xmlns:a16="http://schemas.microsoft.com/office/drawing/2014/main" id="{D9682C3A-41A1-B8B7-CAAB-ED39FDA8490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7" name="グループ化 176">
                <a:extLst>
                  <a:ext uri="{FF2B5EF4-FFF2-40B4-BE49-F238E27FC236}">
                    <a16:creationId xmlns:a16="http://schemas.microsoft.com/office/drawing/2014/main" id="{DA324AA4-3664-3EC1-9CD7-FFBEF9F4EDAD}"/>
                  </a:ext>
                </a:extLst>
              </p:cNvPr>
              <p:cNvGrpSpPr/>
              <p:nvPr/>
            </p:nvGrpSpPr>
            <p:grpSpPr>
              <a:xfrm>
                <a:off x="9498429" y="4598805"/>
                <a:ext cx="1505416" cy="601824"/>
                <a:chOff x="1980734" y="3149081"/>
                <a:chExt cx="1505416" cy="601824"/>
              </a:xfrm>
            </p:grpSpPr>
            <p:sp>
              <p:nvSpPr>
                <p:cNvPr id="178" name="楕円 177">
                  <a:extLst>
                    <a:ext uri="{FF2B5EF4-FFF2-40B4-BE49-F238E27FC236}">
                      <a16:creationId xmlns:a16="http://schemas.microsoft.com/office/drawing/2014/main" id="{8338DB3D-49EB-D5DD-35B8-743729DE6DE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2" name="グループ化 181">
                  <a:extLst>
                    <a:ext uri="{FF2B5EF4-FFF2-40B4-BE49-F238E27FC236}">
                      <a16:creationId xmlns:a16="http://schemas.microsoft.com/office/drawing/2014/main" id="{BB21EC08-51CE-EA7B-D0FF-77AF522EAD15}"/>
                    </a:ext>
                  </a:extLst>
                </p:cNvPr>
                <p:cNvGrpSpPr/>
                <p:nvPr/>
              </p:nvGrpSpPr>
              <p:grpSpPr>
                <a:xfrm>
                  <a:off x="1980734" y="3175652"/>
                  <a:ext cx="1505416" cy="575253"/>
                  <a:chOff x="1980734" y="3175652"/>
                  <a:chExt cx="1505416" cy="575253"/>
                </a:xfrm>
              </p:grpSpPr>
              <p:grpSp>
                <p:nvGrpSpPr>
                  <p:cNvPr id="184" name="グループ化 183">
                    <a:extLst>
                      <a:ext uri="{FF2B5EF4-FFF2-40B4-BE49-F238E27FC236}">
                        <a16:creationId xmlns:a16="http://schemas.microsoft.com/office/drawing/2014/main" id="{DD932F35-BAD8-6638-83E6-A3B79470F304}"/>
                      </a:ext>
                    </a:extLst>
                  </p:cNvPr>
                  <p:cNvGrpSpPr/>
                  <p:nvPr/>
                </p:nvGrpSpPr>
                <p:grpSpPr>
                  <a:xfrm>
                    <a:off x="1980734" y="3473931"/>
                    <a:ext cx="1505416" cy="276974"/>
                    <a:chOff x="4194668" y="3607669"/>
                    <a:chExt cx="1105960" cy="276974"/>
                  </a:xfrm>
                </p:grpSpPr>
                <p:sp>
                  <p:nvSpPr>
                    <p:cNvPr id="188" name="四角形: 角を丸くする 187">
                      <a:extLst>
                        <a:ext uri="{FF2B5EF4-FFF2-40B4-BE49-F238E27FC236}">
                          <a16:creationId xmlns:a16="http://schemas.microsoft.com/office/drawing/2014/main" id="{F77435F8-1D02-B954-8C23-12D34630AA2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9" name="図 188">
                      <a:extLst>
                        <a:ext uri="{FF2B5EF4-FFF2-40B4-BE49-F238E27FC236}">
                          <a16:creationId xmlns:a16="http://schemas.microsoft.com/office/drawing/2014/main" id="{CED4C016-52A5-3455-8F29-34BE267DA2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7" name="テキスト ボックス 186">
                    <a:extLst>
                      <a:ext uri="{FF2B5EF4-FFF2-40B4-BE49-F238E27FC236}">
                        <a16:creationId xmlns:a16="http://schemas.microsoft.com/office/drawing/2014/main" id="{91859F81-6830-163D-C6FE-213094E05C6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4" name="グループ化 123">
              <a:extLst>
                <a:ext uri="{FF2B5EF4-FFF2-40B4-BE49-F238E27FC236}">
                  <a16:creationId xmlns:a16="http://schemas.microsoft.com/office/drawing/2014/main" id="{910E3F67-48E3-A1BC-8448-6D79CFD6022D}"/>
                </a:ext>
              </a:extLst>
            </p:cNvPr>
            <p:cNvGrpSpPr/>
            <p:nvPr/>
          </p:nvGrpSpPr>
          <p:grpSpPr>
            <a:xfrm>
              <a:off x="8962119" y="3107032"/>
              <a:ext cx="2561811" cy="632926"/>
              <a:chOff x="8957885" y="4574183"/>
              <a:chExt cx="2561811" cy="632926"/>
            </a:xfrm>
          </p:grpSpPr>
          <p:sp>
            <p:nvSpPr>
              <p:cNvPr id="149" name="楕円 148">
                <a:extLst>
                  <a:ext uri="{FF2B5EF4-FFF2-40B4-BE49-F238E27FC236}">
                    <a16:creationId xmlns:a16="http://schemas.microsoft.com/office/drawing/2014/main" id="{EE9CB059-DD6D-82E2-78AA-A92A55722E6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0" name="四角形: 角を丸くする 149">
                <a:extLst>
                  <a:ext uri="{FF2B5EF4-FFF2-40B4-BE49-F238E27FC236}">
                    <a16:creationId xmlns:a16="http://schemas.microsoft.com/office/drawing/2014/main" id="{31657E94-EA2D-D6EB-8EB9-26B1F75ABC4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1" name="グループ化 150">
                <a:extLst>
                  <a:ext uri="{FF2B5EF4-FFF2-40B4-BE49-F238E27FC236}">
                    <a16:creationId xmlns:a16="http://schemas.microsoft.com/office/drawing/2014/main" id="{14C6D54F-47F0-5AE3-D296-A82D54B037D0}"/>
                  </a:ext>
                </a:extLst>
              </p:cNvPr>
              <p:cNvGrpSpPr/>
              <p:nvPr/>
            </p:nvGrpSpPr>
            <p:grpSpPr>
              <a:xfrm>
                <a:off x="9498429" y="4598805"/>
                <a:ext cx="1505416" cy="601824"/>
                <a:chOff x="1980734" y="3149081"/>
                <a:chExt cx="1505416" cy="601824"/>
              </a:xfrm>
            </p:grpSpPr>
            <p:sp>
              <p:nvSpPr>
                <p:cNvPr id="152" name="楕円 151">
                  <a:extLst>
                    <a:ext uri="{FF2B5EF4-FFF2-40B4-BE49-F238E27FC236}">
                      <a16:creationId xmlns:a16="http://schemas.microsoft.com/office/drawing/2014/main" id="{B194AC6D-0BCD-1EDC-B052-8B1EBCC61FE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56" name="グループ化 155">
                  <a:extLst>
                    <a:ext uri="{FF2B5EF4-FFF2-40B4-BE49-F238E27FC236}">
                      <a16:creationId xmlns:a16="http://schemas.microsoft.com/office/drawing/2014/main" id="{33BC4D3A-C71C-811A-4AA1-98FF364D3632}"/>
                    </a:ext>
                  </a:extLst>
                </p:cNvPr>
                <p:cNvGrpSpPr/>
                <p:nvPr/>
              </p:nvGrpSpPr>
              <p:grpSpPr>
                <a:xfrm>
                  <a:off x="1980734" y="3175652"/>
                  <a:ext cx="1505416" cy="575253"/>
                  <a:chOff x="1980734" y="3175652"/>
                  <a:chExt cx="1505416" cy="575253"/>
                </a:xfrm>
              </p:grpSpPr>
              <p:grpSp>
                <p:nvGrpSpPr>
                  <p:cNvPr id="157" name="グループ化 156">
                    <a:extLst>
                      <a:ext uri="{FF2B5EF4-FFF2-40B4-BE49-F238E27FC236}">
                        <a16:creationId xmlns:a16="http://schemas.microsoft.com/office/drawing/2014/main" id="{C647E31C-B1C1-B0C4-9DB6-E27742E170B7}"/>
                      </a:ext>
                    </a:extLst>
                  </p:cNvPr>
                  <p:cNvGrpSpPr/>
                  <p:nvPr/>
                </p:nvGrpSpPr>
                <p:grpSpPr>
                  <a:xfrm>
                    <a:off x="1980734" y="3473931"/>
                    <a:ext cx="1505416" cy="276974"/>
                    <a:chOff x="4194668" y="3607669"/>
                    <a:chExt cx="1105960" cy="276974"/>
                  </a:xfrm>
                </p:grpSpPr>
                <p:sp>
                  <p:nvSpPr>
                    <p:cNvPr id="159" name="四角形: 角を丸くする 158">
                      <a:extLst>
                        <a:ext uri="{FF2B5EF4-FFF2-40B4-BE49-F238E27FC236}">
                          <a16:creationId xmlns:a16="http://schemas.microsoft.com/office/drawing/2014/main" id="{4E80C108-DFD5-E21B-0C8B-2B832187DE5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60" name="図 159">
                      <a:extLst>
                        <a:ext uri="{FF2B5EF4-FFF2-40B4-BE49-F238E27FC236}">
                          <a16:creationId xmlns:a16="http://schemas.microsoft.com/office/drawing/2014/main" id="{FC9EA511-CA1F-453F-92A6-4AB80D6C87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8" name="テキスト ボックス 157">
                    <a:extLst>
                      <a:ext uri="{FF2B5EF4-FFF2-40B4-BE49-F238E27FC236}">
                        <a16:creationId xmlns:a16="http://schemas.microsoft.com/office/drawing/2014/main" id="{53FB0936-3A0C-B17B-B4E2-4E62C3EAF30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7" name="グループ化 126">
              <a:extLst>
                <a:ext uri="{FF2B5EF4-FFF2-40B4-BE49-F238E27FC236}">
                  <a16:creationId xmlns:a16="http://schemas.microsoft.com/office/drawing/2014/main" id="{B73050F7-B868-7CBF-6458-E5DEC4FF43E2}"/>
                </a:ext>
              </a:extLst>
            </p:cNvPr>
            <p:cNvGrpSpPr/>
            <p:nvPr/>
          </p:nvGrpSpPr>
          <p:grpSpPr>
            <a:xfrm>
              <a:off x="8962119" y="3840761"/>
              <a:ext cx="2561811" cy="632926"/>
              <a:chOff x="8957885" y="4574183"/>
              <a:chExt cx="2561811" cy="632926"/>
            </a:xfrm>
          </p:grpSpPr>
          <p:sp>
            <p:nvSpPr>
              <p:cNvPr id="140" name="楕円 139">
                <a:extLst>
                  <a:ext uri="{FF2B5EF4-FFF2-40B4-BE49-F238E27FC236}">
                    <a16:creationId xmlns:a16="http://schemas.microsoft.com/office/drawing/2014/main" id="{C7D0520A-574F-8174-0BA6-9732F330E98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1" name="四角形: 角を丸くする 140">
                <a:extLst>
                  <a:ext uri="{FF2B5EF4-FFF2-40B4-BE49-F238E27FC236}">
                    <a16:creationId xmlns:a16="http://schemas.microsoft.com/office/drawing/2014/main" id="{354A35B0-40E3-F6E4-50C3-55561F05C0D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2" name="グループ化 141">
                <a:extLst>
                  <a:ext uri="{FF2B5EF4-FFF2-40B4-BE49-F238E27FC236}">
                    <a16:creationId xmlns:a16="http://schemas.microsoft.com/office/drawing/2014/main" id="{7EF35C3F-AF16-072C-BEC3-BE28E3FA127F}"/>
                  </a:ext>
                </a:extLst>
              </p:cNvPr>
              <p:cNvGrpSpPr/>
              <p:nvPr/>
            </p:nvGrpSpPr>
            <p:grpSpPr>
              <a:xfrm>
                <a:off x="9498429" y="4598805"/>
                <a:ext cx="1505416" cy="601824"/>
                <a:chOff x="1980734" y="3149081"/>
                <a:chExt cx="1505416" cy="601824"/>
              </a:xfrm>
            </p:grpSpPr>
            <p:sp>
              <p:nvSpPr>
                <p:cNvPr id="143" name="楕円 142">
                  <a:extLst>
                    <a:ext uri="{FF2B5EF4-FFF2-40B4-BE49-F238E27FC236}">
                      <a16:creationId xmlns:a16="http://schemas.microsoft.com/office/drawing/2014/main" id="{FBF2DBF7-8BDB-DB49-6A45-920757AF9B4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1DA05377-724A-5101-0E6D-D3406089BC16}"/>
                    </a:ext>
                  </a:extLst>
                </p:cNvPr>
                <p:cNvGrpSpPr/>
                <p:nvPr/>
              </p:nvGrpSpPr>
              <p:grpSpPr>
                <a:xfrm>
                  <a:off x="1980734" y="3175652"/>
                  <a:ext cx="1505416" cy="575253"/>
                  <a:chOff x="1980734" y="3175652"/>
                  <a:chExt cx="1505416" cy="575253"/>
                </a:xfrm>
              </p:grpSpPr>
              <p:grpSp>
                <p:nvGrpSpPr>
                  <p:cNvPr id="145" name="グループ化 144">
                    <a:extLst>
                      <a:ext uri="{FF2B5EF4-FFF2-40B4-BE49-F238E27FC236}">
                        <a16:creationId xmlns:a16="http://schemas.microsoft.com/office/drawing/2014/main" id="{F0BF1DDF-036A-A884-0CE2-468E6230DE50}"/>
                      </a:ext>
                    </a:extLst>
                  </p:cNvPr>
                  <p:cNvGrpSpPr/>
                  <p:nvPr/>
                </p:nvGrpSpPr>
                <p:grpSpPr>
                  <a:xfrm>
                    <a:off x="1980734" y="3473931"/>
                    <a:ext cx="1505416" cy="276974"/>
                    <a:chOff x="4194668" y="3607669"/>
                    <a:chExt cx="1105960" cy="276974"/>
                  </a:xfrm>
                </p:grpSpPr>
                <p:sp>
                  <p:nvSpPr>
                    <p:cNvPr id="147" name="四角形: 角を丸くする 146">
                      <a:extLst>
                        <a:ext uri="{FF2B5EF4-FFF2-40B4-BE49-F238E27FC236}">
                          <a16:creationId xmlns:a16="http://schemas.microsoft.com/office/drawing/2014/main" id="{7AA9CF8A-5595-73BF-7AC4-DBE2BDA7817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8" name="図 147">
                      <a:extLst>
                        <a:ext uri="{FF2B5EF4-FFF2-40B4-BE49-F238E27FC236}">
                          <a16:creationId xmlns:a16="http://schemas.microsoft.com/office/drawing/2014/main" id="{26C85A4F-9834-305A-1610-91CD6E192A9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6" name="テキスト ボックス 145">
                    <a:extLst>
                      <a:ext uri="{FF2B5EF4-FFF2-40B4-BE49-F238E27FC236}">
                        <a16:creationId xmlns:a16="http://schemas.microsoft.com/office/drawing/2014/main" id="{84E57647-6CEF-9030-3549-F8A53ACA09B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8" name="グループ化 127">
              <a:extLst>
                <a:ext uri="{FF2B5EF4-FFF2-40B4-BE49-F238E27FC236}">
                  <a16:creationId xmlns:a16="http://schemas.microsoft.com/office/drawing/2014/main" id="{E6FAEAAB-D052-29E7-32E1-42B7118D4835}"/>
                </a:ext>
              </a:extLst>
            </p:cNvPr>
            <p:cNvGrpSpPr/>
            <p:nvPr/>
          </p:nvGrpSpPr>
          <p:grpSpPr>
            <a:xfrm>
              <a:off x="8962119" y="4574490"/>
              <a:ext cx="2561811" cy="632926"/>
              <a:chOff x="8957885" y="4574183"/>
              <a:chExt cx="2561811" cy="632926"/>
            </a:xfrm>
          </p:grpSpPr>
          <p:sp>
            <p:nvSpPr>
              <p:cNvPr id="129" name="楕円 128">
                <a:extLst>
                  <a:ext uri="{FF2B5EF4-FFF2-40B4-BE49-F238E27FC236}">
                    <a16:creationId xmlns:a16="http://schemas.microsoft.com/office/drawing/2014/main" id="{BA20C425-B03C-56AF-65B6-29E60C00C7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0" name="四角形: 角を丸くする 129">
                <a:extLst>
                  <a:ext uri="{FF2B5EF4-FFF2-40B4-BE49-F238E27FC236}">
                    <a16:creationId xmlns:a16="http://schemas.microsoft.com/office/drawing/2014/main" id="{0EC276D3-5358-81AA-2AE0-E224CF4A2A8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1" name="グループ化 130">
                <a:extLst>
                  <a:ext uri="{FF2B5EF4-FFF2-40B4-BE49-F238E27FC236}">
                    <a16:creationId xmlns:a16="http://schemas.microsoft.com/office/drawing/2014/main" id="{4369086A-856F-C007-72EE-80021C07FE48}"/>
                  </a:ext>
                </a:extLst>
              </p:cNvPr>
              <p:cNvGrpSpPr/>
              <p:nvPr/>
            </p:nvGrpSpPr>
            <p:grpSpPr>
              <a:xfrm>
                <a:off x="9498429" y="4598805"/>
                <a:ext cx="1505416" cy="601824"/>
                <a:chOff x="1980734" y="3149081"/>
                <a:chExt cx="1505416" cy="601824"/>
              </a:xfrm>
            </p:grpSpPr>
            <p:sp>
              <p:nvSpPr>
                <p:cNvPr id="132" name="楕円 131">
                  <a:extLst>
                    <a:ext uri="{FF2B5EF4-FFF2-40B4-BE49-F238E27FC236}">
                      <a16:creationId xmlns:a16="http://schemas.microsoft.com/office/drawing/2014/main" id="{27E875CE-276D-AF90-D8DC-1981EBD4844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3" name="グループ化 132">
                  <a:extLst>
                    <a:ext uri="{FF2B5EF4-FFF2-40B4-BE49-F238E27FC236}">
                      <a16:creationId xmlns:a16="http://schemas.microsoft.com/office/drawing/2014/main" id="{0751B349-36D5-0192-8FDF-FE912D496A05}"/>
                    </a:ext>
                  </a:extLst>
                </p:cNvPr>
                <p:cNvGrpSpPr/>
                <p:nvPr/>
              </p:nvGrpSpPr>
              <p:grpSpPr>
                <a:xfrm>
                  <a:off x="1980734" y="3175652"/>
                  <a:ext cx="1505416" cy="575253"/>
                  <a:chOff x="1980734" y="3175652"/>
                  <a:chExt cx="1505416" cy="575253"/>
                </a:xfrm>
              </p:grpSpPr>
              <p:grpSp>
                <p:nvGrpSpPr>
                  <p:cNvPr id="134" name="グループ化 133">
                    <a:extLst>
                      <a:ext uri="{FF2B5EF4-FFF2-40B4-BE49-F238E27FC236}">
                        <a16:creationId xmlns:a16="http://schemas.microsoft.com/office/drawing/2014/main" id="{9EF73DB7-8963-43A8-B913-15057809563F}"/>
                      </a:ext>
                    </a:extLst>
                  </p:cNvPr>
                  <p:cNvGrpSpPr/>
                  <p:nvPr/>
                </p:nvGrpSpPr>
                <p:grpSpPr>
                  <a:xfrm>
                    <a:off x="1980734" y="3473931"/>
                    <a:ext cx="1505416" cy="276974"/>
                    <a:chOff x="4194668" y="3607669"/>
                    <a:chExt cx="1105960" cy="276974"/>
                  </a:xfrm>
                </p:grpSpPr>
                <p:sp>
                  <p:nvSpPr>
                    <p:cNvPr id="136" name="四角形: 角を丸くする 135">
                      <a:extLst>
                        <a:ext uri="{FF2B5EF4-FFF2-40B4-BE49-F238E27FC236}">
                          <a16:creationId xmlns:a16="http://schemas.microsoft.com/office/drawing/2014/main" id="{A4909540-5EF9-8C12-3BC5-DA6D67CE7BD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8" name="図 137">
                      <a:extLst>
                        <a:ext uri="{FF2B5EF4-FFF2-40B4-BE49-F238E27FC236}">
                          <a16:creationId xmlns:a16="http://schemas.microsoft.com/office/drawing/2014/main" id="{09D45207-6D00-694F-83B3-928BE7BCBD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5" name="テキスト ボックス 134">
                    <a:extLst>
                      <a:ext uri="{FF2B5EF4-FFF2-40B4-BE49-F238E27FC236}">
                        <a16:creationId xmlns:a16="http://schemas.microsoft.com/office/drawing/2014/main" id="{319B370D-551F-4923-14EA-67D2F20DC04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正方形/長方形 3">
            <a:extLst>
              <a:ext uri="{FF2B5EF4-FFF2-40B4-BE49-F238E27FC236}">
                <a16:creationId xmlns:a16="http://schemas.microsoft.com/office/drawing/2014/main" id="{7B252905-5AF8-F7A9-EDD3-B52E0E095883}"/>
              </a:ext>
            </a:extLst>
          </p:cNvPr>
          <p:cNvSpPr/>
          <p:nvPr/>
        </p:nvSpPr>
        <p:spPr>
          <a:xfrm>
            <a:off x="0" y="1800592"/>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08" name="グループ化 307">
            <a:extLst>
              <a:ext uri="{FF2B5EF4-FFF2-40B4-BE49-F238E27FC236}">
                <a16:creationId xmlns:a16="http://schemas.microsoft.com/office/drawing/2014/main" id="{055FF86E-CE6E-3C25-A013-CE340674410A}"/>
              </a:ext>
            </a:extLst>
          </p:cNvPr>
          <p:cNvGrpSpPr/>
          <p:nvPr/>
        </p:nvGrpSpPr>
        <p:grpSpPr>
          <a:xfrm>
            <a:off x="1671536" y="1960958"/>
            <a:ext cx="8890664" cy="2447230"/>
            <a:chOff x="1671536" y="1960958"/>
            <a:chExt cx="8890664" cy="2447230"/>
          </a:xfrm>
        </p:grpSpPr>
        <p:grpSp>
          <p:nvGrpSpPr>
            <p:cNvPr id="43" name="グループ化 42">
              <a:extLst>
                <a:ext uri="{FF2B5EF4-FFF2-40B4-BE49-F238E27FC236}">
                  <a16:creationId xmlns:a16="http://schemas.microsoft.com/office/drawing/2014/main" id="{CA8FA57F-8DA4-2A1A-64BC-B299928822A1}"/>
                </a:ext>
              </a:extLst>
            </p:cNvPr>
            <p:cNvGrpSpPr/>
            <p:nvPr/>
          </p:nvGrpSpPr>
          <p:grpSpPr>
            <a:xfrm>
              <a:off x="1671536" y="3433848"/>
              <a:ext cx="8890664" cy="974340"/>
              <a:chOff x="1719571" y="215382"/>
              <a:chExt cx="3888059" cy="426098"/>
            </a:xfrm>
          </p:grpSpPr>
          <p:sp>
            <p:nvSpPr>
              <p:cNvPr id="102" name="平行四辺形 101">
                <a:extLst>
                  <a:ext uri="{FF2B5EF4-FFF2-40B4-BE49-F238E27FC236}">
                    <a16:creationId xmlns:a16="http://schemas.microsoft.com/office/drawing/2014/main" id="{6AF865A6-C556-A927-B7CC-CE67DF6A9586}"/>
                  </a:ext>
                </a:extLst>
              </p:cNvPr>
              <p:cNvSpPr/>
              <p:nvPr/>
            </p:nvSpPr>
            <p:spPr>
              <a:xfrm>
                <a:off x="171957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平行四辺形 113">
                <a:extLst>
                  <a:ext uri="{FF2B5EF4-FFF2-40B4-BE49-F238E27FC236}">
                    <a16:creationId xmlns:a16="http://schemas.microsoft.com/office/drawing/2014/main" id="{03595B0C-875A-3AD3-64C8-E9225F07D394}"/>
                  </a:ext>
                </a:extLst>
              </p:cNvPr>
              <p:cNvSpPr/>
              <p:nvPr/>
            </p:nvSpPr>
            <p:spPr>
              <a:xfrm>
                <a:off x="247766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平行四辺形 114">
                <a:extLst>
                  <a:ext uri="{FF2B5EF4-FFF2-40B4-BE49-F238E27FC236}">
                    <a16:creationId xmlns:a16="http://schemas.microsoft.com/office/drawing/2014/main" id="{20DD024F-53C1-8E60-58E4-3E75A0ED6859}"/>
                  </a:ext>
                </a:extLst>
              </p:cNvPr>
              <p:cNvSpPr/>
              <p:nvPr/>
            </p:nvSpPr>
            <p:spPr>
              <a:xfrm>
                <a:off x="323576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平行四辺形 115">
                <a:extLst>
                  <a:ext uri="{FF2B5EF4-FFF2-40B4-BE49-F238E27FC236}">
                    <a16:creationId xmlns:a16="http://schemas.microsoft.com/office/drawing/2014/main" id="{7A254737-3B99-DCB0-B2E6-338E4C610D80}"/>
                  </a:ext>
                </a:extLst>
              </p:cNvPr>
              <p:cNvSpPr/>
              <p:nvPr/>
            </p:nvSpPr>
            <p:spPr>
              <a:xfrm>
                <a:off x="399385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7" name="平行四辺形 116">
                <a:extLst>
                  <a:ext uri="{FF2B5EF4-FFF2-40B4-BE49-F238E27FC236}">
                    <a16:creationId xmlns:a16="http://schemas.microsoft.com/office/drawing/2014/main" id="{B0AC102A-795C-3BDC-FB55-C8B105953B35}"/>
                  </a:ext>
                </a:extLst>
              </p:cNvPr>
              <p:cNvSpPr/>
              <p:nvPr/>
            </p:nvSpPr>
            <p:spPr>
              <a:xfrm>
                <a:off x="475195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294" name="テキスト ボックス 293">
              <a:extLst>
                <a:ext uri="{FF2B5EF4-FFF2-40B4-BE49-F238E27FC236}">
                  <a16:creationId xmlns:a16="http://schemas.microsoft.com/office/drawing/2014/main" id="{FC0C05B0-2D51-E019-B2F6-0351CF270AA5}"/>
                </a:ext>
              </a:extLst>
            </p:cNvPr>
            <p:cNvSpPr txBox="1"/>
            <p:nvPr/>
          </p:nvSpPr>
          <p:spPr>
            <a:xfrm>
              <a:off x="4282872" y="1960958"/>
              <a:ext cx="3667992"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ゲージ</a:t>
              </a: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MAX</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295" name="テキスト ボックス 294">
            <a:extLst>
              <a:ext uri="{FF2B5EF4-FFF2-40B4-BE49-F238E27FC236}">
                <a16:creationId xmlns:a16="http://schemas.microsoft.com/office/drawing/2014/main" id="{174ED819-E671-8A1E-3917-2A50080A820F}"/>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6" name="テキスト ボックス 295">
            <a:extLst>
              <a:ext uri="{FF2B5EF4-FFF2-40B4-BE49-F238E27FC236}">
                <a16:creationId xmlns:a16="http://schemas.microsoft.com/office/drawing/2014/main" id="{B8155E94-1467-D043-2C32-9039838AF6E4}"/>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97" name="グループ化 296">
            <a:extLst>
              <a:ext uri="{FF2B5EF4-FFF2-40B4-BE49-F238E27FC236}">
                <a16:creationId xmlns:a16="http://schemas.microsoft.com/office/drawing/2014/main" id="{FD568CC4-05ED-50D3-7233-C2F3F574A0FB}"/>
              </a:ext>
            </a:extLst>
          </p:cNvPr>
          <p:cNvGrpSpPr/>
          <p:nvPr/>
        </p:nvGrpSpPr>
        <p:grpSpPr>
          <a:xfrm>
            <a:off x="1719571" y="303092"/>
            <a:ext cx="3092165" cy="338875"/>
            <a:chOff x="1719571" y="274517"/>
            <a:chExt cx="3092165" cy="338875"/>
          </a:xfrm>
        </p:grpSpPr>
        <p:grpSp>
          <p:nvGrpSpPr>
            <p:cNvPr id="298" name="グループ化 297">
              <a:extLst>
                <a:ext uri="{FF2B5EF4-FFF2-40B4-BE49-F238E27FC236}">
                  <a16:creationId xmlns:a16="http://schemas.microsoft.com/office/drawing/2014/main" id="{57B26D4D-FBD4-0E13-4FE6-A22A33662560}"/>
                </a:ext>
              </a:extLst>
            </p:cNvPr>
            <p:cNvGrpSpPr/>
            <p:nvPr/>
          </p:nvGrpSpPr>
          <p:grpSpPr>
            <a:xfrm>
              <a:off x="1719571" y="274517"/>
              <a:ext cx="3092165" cy="338875"/>
              <a:chOff x="1719571" y="215382"/>
              <a:chExt cx="3888059" cy="426098"/>
            </a:xfrm>
          </p:grpSpPr>
          <p:sp>
            <p:nvSpPr>
              <p:cNvPr id="303" name="平行四辺形 302">
                <a:extLst>
                  <a:ext uri="{FF2B5EF4-FFF2-40B4-BE49-F238E27FC236}">
                    <a16:creationId xmlns:a16="http://schemas.microsoft.com/office/drawing/2014/main" id="{5BD60307-9AB6-C204-EB32-C6F6236CBBA1}"/>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4" name="平行四辺形 303">
                <a:extLst>
                  <a:ext uri="{FF2B5EF4-FFF2-40B4-BE49-F238E27FC236}">
                    <a16:creationId xmlns:a16="http://schemas.microsoft.com/office/drawing/2014/main" id="{51BF7811-5BE0-9C41-A4DA-25445D34395F}"/>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5" name="平行四辺形 304">
                <a:extLst>
                  <a:ext uri="{FF2B5EF4-FFF2-40B4-BE49-F238E27FC236}">
                    <a16:creationId xmlns:a16="http://schemas.microsoft.com/office/drawing/2014/main" id="{BBC968FB-7109-688D-C3FB-9BA7C9281033}"/>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6" name="平行四辺形 305">
                <a:extLst>
                  <a:ext uri="{FF2B5EF4-FFF2-40B4-BE49-F238E27FC236}">
                    <a16:creationId xmlns:a16="http://schemas.microsoft.com/office/drawing/2014/main" id="{9C0370CF-84C0-1430-3646-BE262D11ADF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7" name="平行四辺形 306">
                <a:extLst>
                  <a:ext uri="{FF2B5EF4-FFF2-40B4-BE49-F238E27FC236}">
                    <a16:creationId xmlns:a16="http://schemas.microsoft.com/office/drawing/2014/main" id="{918C36B4-6C09-9EB9-F869-C2CDE7C31E7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9" name="楕円 298">
              <a:extLst>
                <a:ext uri="{FF2B5EF4-FFF2-40B4-BE49-F238E27FC236}">
                  <a16:creationId xmlns:a16="http://schemas.microsoft.com/office/drawing/2014/main" id="{96199FE6-C365-8A1F-C0BE-3EAC4FC04ED1}"/>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0" name="楕円 299">
              <a:extLst>
                <a:ext uri="{FF2B5EF4-FFF2-40B4-BE49-F238E27FC236}">
                  <a16:creationId xmlns:a16="http://schemas.microsoft.com/office/drawing/2014/main" id="{3CC09D5E-CFF6-4B48-A27A-F1C48631DCD6}"/>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1" name="楕円 300">
              <a:extLst>
                <a:ext uri="{FF2B5EF4-FFF2-40B4-BE49-F238E27FC236}">
                  <a16:creationId xmlns:a16="http://schemas.microsoft.com/office/drawing/2014/main" id="{28248B70-E603-224F-B308-B089A3247C1D}"/>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2" name="楕円 301">
              <a:extLst>
                <a:ext uri="{FF2B5EF4-FFF2-40B4-BE49-F238E27FC236}">
                  <a16:creationId xmlns:a16="http://schemas.microsoft.com/office/drawing/2014/main" id="{28C5EBB0-4E66-00BC-3536-F2C981F68B42}"/>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52697269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3695D36-1B87-15FA-E35D-055106FC4B7B}"/>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9E54B011-F930-EF3B-075B-EF91FB9E4BF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BABA4C23-F348-6227-AB2D-6FE717F0C64C}"/>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B1FA14B-EEDD-0464-FB25-7D8D17B248AF}"/>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1F40544B-906E-DB80-8B4B-DE0A84AEDECD}"/>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7308B5D2-C057-145E-B309-2978A93D0369}"/>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71FBD55-FE6E-BA53-6336-AF3145F0705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2D0A26F7-E2C9-B742-FD7C-D768B8A06AD1}"/>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0A38049A-43DD-F1DA-3B8A-58731949C1C4}"/>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22D59652-8356-8D1C-3382-7D2955C410D7}"/>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11550D68-C81A-155E-D9E3-BFB76556C1DD}"/>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E7B33B37-CBD4-B5E0-B0E8-B0A074768234}"/>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F502A845-6288-AF20-3E30-6408B34D7B42}"/>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5E7E99E4-97B0-92D8-20EA-A2FE3EDD9B6A}"/>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60DAC7B9-E4F5-EBB8-3280-196488973799}"/>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F2AF13F-D288-8726-9DE2-557FC720DEB0}"/>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AA42AA4-36FA-266B-FBB3-A48E533D28D0}"/>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6AAB93A7-AF10-6FE3-7D7D-B593CFB69154}"/>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77666D05-C36B-63F4-1E3D-45EBDD341FAC}"/>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74C0E2FE-09DB-1136-0D59-FF68C6FDCD51}"/>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1EFB0FD6-EEDA-4AB1-CE83-516498249ACB}"/>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2950450B-AC8A-CDC6-C92E-23129C8BC59B}"/>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08D3C388-EFE0-8196-E77A-57C6F1625AC7}"/>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2D37F4C4-AF68-E31E-3783-D3B4959D002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1105A4F-F1B6-93AC-1417-242DE392AE70}"/>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91A32AB8-DD52-B1C5-385D-326CA845151C}"/>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63E9203-D7E9-D917-59DD-621110C6F0A0}"/>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794FA792-ADDC-AAFE-0F00-2E8C34B33A06}"/>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F8BA6B43-8606-808A-B400-E71CBA4B18F4}"/>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B5B69D89-60E4-F72D-A26C-51BAFCDAA420}"/>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79754D81-5811-D91F-5A2C-947784FD6740}"/>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CD39AF17-0E39-FDEA-B84D-80F0BF32EF2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CEC5A6D-74AE-50A3-C26C-15EFF33D9B1F}"/>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4F58AC5-E3EE-EF9C-D6D7-A25EF1A3EB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426C7B70-700E-A1C3-A673-50A2F7F3E3A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57589BD-7291-CCEE-F3E8-A8E7C76E682C}"/>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32ED307B-BA2E-D350-12F4-B831A6F1019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6AAE162B-4195-3268-4939-3792F6603C7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6CF9E505-5AD1-4DAD-B9A8-066D8D0F29FD}"/>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757B51F9-E4F0-E624-B9E3-3E4EBD88722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D97E5651-0A97-6A59-EEDB-9C0760EC698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35977FB0-F722-4ED3-FF20-A09E3565947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4AB9E9DA-B7AE-8A4A-DEE4-36A87D9FDAA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8375D6AD-DA8A-FE3E-5CA3-C545903614A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605A3F62-4AF5-E5B8-CC78-F0BDCEFFF045}"/>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F1F23F9-A3D8-3588-6EAD-DAF3F12D1B3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C7885FA5-BF74-52CC-475F-A32D7ADA523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DC84FE56-E352-E534-0BA9-CCC47D2BB49F}"/>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E4124D16-1CFA-726E-1145-1C64765BDE0E}"/>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53792072-983C-49AE-9AD5-763A83515FA0}"/>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D0B155F-155D-7D51-BAEF-79661571B28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8787B82-C6D2-0785-FA32-22BB7979E17A}"/>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9D795B2C-059B-0221-8A2B-8C8BF2CA923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91184CB9-1197-F162-C6EC-BF83F0191BD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959A9A75-F5B0-6CC9-37FC-6ED71BBEAA3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2AD3B949-FFD1-EDAA-60FD-C04245D61B60}"/>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74E417AD-48C3-992A-4D2A-CC42F5DE8FC0}"/>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9CE5F0FA-6560-F26B-AB20-592044B24D08}"/>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F4BA2330-980D-25B5-9AE2-D5793A3870EE}"/>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E347833-31DC-A9FC-1F1C-5D63B659E404}"/>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59D676F-9137-F256-A39A-F67DEF239C8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38903DC8-D848-7040-3362-E4275B56025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904F411-DF6A-216C-AF39-93D88C8EDA2C}"/>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2C62A47D-3C6A-E3B8-D441-3CC68D0DD329}"/>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1D47725-1D7C-E09B-D1B1-1686CD54C86B}"/>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6039DE6C-4886-FAF7-5ACF-62F1DFCDA51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CE7E7312-5D77-9CBD-59C7-65CFB292D09B}"/>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A438F0EB-CBD4-18CD-AA24-17199E637F6C}"/>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1200A296-C4C1-1295-2B49-A8F3E6A009F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76513D9B-1ECE-C194-6D3A-2CB60E57838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0C65DD5-217E-8247-9D1C-04264020C55F}"/>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E8D2D5F2-6092-7C40-6BC0-136B3763F83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9BA2D1E0-9077-E57E-8BA0-184F05598028}"/>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FA04611B-AB18-0123-10E4-58786AFF5A37}"/>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F42891AC-6B09-FF3E-8BA0-FD97A92B6333}"/>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7032726D-B32D-3C53-06DD-E6A970657832}"/>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3C043F78-61C5-E008-CFB0-0421E6696E7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80929BDD-99B3-4792-05D8-8E1CD4A618D7}"/>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904134FB-2840-CBAE-ADBC-7B1A820E88AF}"/>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23BD4444-27A4-7C78-06EA-5A6ABAAE367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314F1D81-837E-2163-82C4-BC0E87CE7BA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B2BC3483-1A00-C9F6-3EFF-55FFB517974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6AF0D3F1-6DBB-8CF6-838D-706489767C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34C0356A-4FED-4BF7-00CF-6F2F2B090D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A2B9F678-4882-5495-B982-429EB1425BC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076E1772-BD7D-CC91-08A8-75050A9B0FCD}"/>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5D125FD2-7512-D2C8-F587-19037987515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26B753D1-7B5C-908F-9114-5F463F5CE6B9}"/>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5193561-A925-17FE-C492-CB6B39C985DA}"/>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5C77100E-1DE0-578A-E2A1-551E659C53B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D09B5806-9FA5-C8C9-706B-1E407BFB17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4DE2B5D6-1821-9B1F-B0B3-A71DAB7B2E0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75EC3478-E6F5-50C0-9E65-50A4512C2AD5}"/>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8185A671-F3C0-C47E-4B84-9907EC76E79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16B6F5EB-8000-22C6-692D-463BE4441A2A}"/>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2DC3A369-99AB-DAC6-CE51-4938BA648679}"/>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6EA425B1-7B67-E16F-4301-E9D3C9C48F5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63112D7A-BA05-DFB7-4048-C5A8F27DAF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BC3B527F-09D9-C830-AAFB-F40ABA540B7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03AF4A8-9CF9-83D6-6E1F-345FC21683D2}"/>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A5440D2E-6EFC-65F7-2E0A-57805139116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82055B16-65C3-2F5C-C170-8CF0C87B13E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AFC872ED-BCD8-6E94-C423-56DC29C8FE5D}"/>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966C6F6-2E02-0CCC-7594-D9CF16BBD7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E0EC483A-1CBE-03AA-3E30-3CCC4C40BC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93E895CD-4955-AC3A-0DEA-5F2C74FBEAE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C4571BEF-1365-1849-01C0-F47024A88C20}"/>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EDDA0D40-7359-C1A4-1684-95C66F5BF07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441A1F7B-6C72-2F23-A9ED-4FECD597E41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966D57A5-158A-9368-5A05-519CF00BD06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703A275B-1F7B-783A-05AA-473C14E8D22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A9713432-31B0-33A9-B412-D55B247088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DD0CBBC9-AF93-7C13-856B-E930E7E0671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8BA354FE-50B7-F38F-FF77-DC0A263B851E}"/>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8C2D4579-B2E3-3E9F-1B9F-755E5DEEC8F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6CE9F48E-36E3-4D75-7A65-B583F2A94A84}"/>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EF679F21-0BFB-06EA-5E5F-2B3D055BF5BA}"/>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FC6AEAA2-C5C4-24CC-EB1F-0A436F2260E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AC59105D-D75F-42F0-E786-50386B7214D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3707785B-0E5B-1E64-05A3-27EDA9CC5C3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954D99B-349D-7E1B-FC00-B789AE8F2527}"/>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DE037865-F8E7-3036-577F-5FA11C06DC6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49E19C2-8A96-B810-2C14-D9A5BA1F1768}"/>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6B3F5787-B5CE-781F-81D0-20E1D9E57CF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9B937644-0F46-4C6B-ACDD-DACE93873A2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F434FC0A-3A72-6D8A-E79D-EF4F6151C9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90952BAB-07C1-27A1-EED4-53097539A7F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2051549D-6C80-7A5F-5DEF-9D2174841CBD}"/>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5752FE83-24B4-A1EC-D85E-B31EED15AF5A}"/>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48C2198D-A71C-DB7B-5E7F-78B7B72C110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2EE630F1-531A-D4CD-14AB-5374D3E2B77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7669DF43-1357-51F2-B4FE-EEF8BA83F651}"/>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2ECB8CE4-D4B8-6001-668E-F4EC844B28B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78039073-9E67-23D4-0B2D-62B96EE195FE}"/>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4A232D01-294B-A234-197A-D12F144B4AE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7BFDE8E5-3FEA-967F-DCEC-507ED41A23C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A6E0BFB6-A69E-6DCF-AFEE-6B35F3546AC9}"/>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74218A0D-3FAE-2CE9-08F5-5C02971E180A}"/>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A2DBF107-A398-FEE3-ED9E-5FE4A86DE35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B2D91553-57FA-548E-3056-08F5DD74AE06}"/>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AFA1A481-CEBF-880A-9C2D-C6ABE15FDA5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D770B7A-E4EE-A20D-965E-5F034AA5322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A3D02DB4-A981-06DD-3F89-73A3C4DC7943}"/>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AEE5F928-DDE5-38BA-58EB-51733017AA7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E9D24F5A-ED87-7A60-47BE-EBB51687051A}"/>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3B444BE-9426-9974-DC8E-12D2725E8003}"/>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617DE102-6031-5787-95DB-348E226EF89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5AF9736C-E152-83EA-C4ED-69EB1352657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2D15F89-83BA-DE52-90BE-754A6099E0C6}"/>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83F4616C-752E-1359-41EC-CE684CB74808}"/>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8CEB1ABF-1E7B-AA09-827D-72BD87DC361D}"/>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B316F87-D02D-A090-92E5-405755690A85}"/>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6CB3942-E975-19C7-14EB-91C5480AC2F6}"/>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26D9159A-ADCE-8516-4753-8DF74C134A3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B3F71CF6-EE97-5374-C1F1-9FFAE3406D6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C899E894-BFBD-5763-842A-5F4568D3377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10FCB217-C7C3-533C-88B1-6ADD4A498B1E}"/>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E994BA91-E86B-C63E-1EEE-1B439F79C2D2}"/>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AD234610-21B8-B417-01B3-9870352668B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8D305C6A-2D73-A3B7-03BC-11C942EFA6E4}"/>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07004A97-EB42-E989-73EB-E369E251316E}"/>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406CB976-7CAA-7559-C5D8-8F27B7864DDB}"/>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51BD5A2C-B5D7-FE91-B43A-FD9DC287EEC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7E88E78D-F00C-1422-9883-8F40644F597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58C3F98D-2543-DA44-E492-C336E2EDDEF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F31ED99-C063-EF81-3536-E41CE2E3A9BD}"/>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FE3177FB-2706-4A92-15A9-FD04756B9F9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0E0DA230-8983-CF9E-EC2F-FF13F2C272E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02" name="グループ化 101">
            <a:extLst>
              <a:ext uri="{FF2B5EF4-FFF2-40B4-BE49-F238E27FC236}">
                <a16:creationId xmlns:a16="http://schemas.microsoft.com/office/drawing/2014/main" id="{9E865813-904F-48F5-6DF5-D568C8BDFE58}"/>
              </a:ext>
            </a:extLst>
          </p:cNvPr>
          <p:cNvGrpSpPr/>
          <p:nvPr/>
        </p:nvGrpSpPr>
        <p:grpSpPr>
          <a:xfrm>
            <a:off x="8962119" y="905845"/>
            <a:ext cx="2561811" cy="5035298"/>
            <a:chOff x="8962119" y="905845"/>
            <a:chExt cx="2561811" cy="5035298"/>
          </a:xfrm>
        </p:grpSpPr>
        <p:grpSp>
          <p:nvGrpSpPr>
            <p:cNvPr id="114" name="グループ化 113">
              <a:extLst>
                <a:ext uri="{FF2B5EF4-FFF2-40B4-BE49-F238E27FC236}">
                  <a16:creationId xmlns:a16="http://schemas.microsoft.com/office/drawing/2014/main" id="{197A156A-BD82-FEC3-9F77-F4FA0975A6F5}"/>
                </a:ext>
              </a:extLst>
            </p:cNvPr>
            <p:cNvGrpSpPr/>
            <p:nvPr/>
          </p:nvGrpSpPr>
          <p:grpSpPr>
            <a:xfrm>
              <a:off x="8962119" y="905845"/>
              <a:ext cx="2561811" cy="632926"/>
              <a:chOff x="8957885" y="4574183"/>
              <a:chExt cx="2561811" cy="632926"/>
            </a:xfrm>
          </p:grpSpPr>
          <p:sp>
            <p:nvSpPr>
              <p:cNvPr id="246" name="楕円 245">
                <a:extLst>
                  <a:ext uri="{FF2B5EF4-FFF2-40B4-BE49-F238E27FC236}">
                    <a16:creationId xmlns:a16="http://schemas.microsoft.com/office/drawing/2014/main" id="{44542B78-8FE9-294B-0F26-15E1A3EDD5F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8" name="四角形: 角を丸くする 267">
                <a:extLst>
                  <a:ext uri="{FF2B5EF4-FFF2-40B4-BE49-F238E27FC236}">
                    <a16:creationId xmlns:a16="http://schemas.microsoft.com/office/drawing/2014/main" id="{B7C89C60-9558-BA21-8601-9A6AC20BAB7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69" name="グループ化 268">
                <a:extLst>
                  <a:ext uri="{FF2B5EF4-FFF2-40B4-BE49-F238E27FC236}">
                    <a16:creationId xmlns:a16="http://schemas.microsoft.com/office/drawing/2014/main" id="{DC1924D3-A53E-1048-7978-2240AA8E3BBB}"/>
                  </a:ext>
                </a:extLst>
              </p:cNvPr>
              <p:cNvGrpSpPr/>
              <p:nvPr/>
            </p:nvGrpSpPr>
            <p:grpSpPr>
              <a:xfrm>
                <a:off x="9498429" y="4598805"/>
                <a:ext cx="1505416" cy="601824"/>
                <a:chOff x="1980734" y="3149081"/>
                <a:chExt cx="1505416" cy="601824"/>
              </a:xfrm>
            </p:grpSpPr>
            <p:sp>
              <p:nvSpPr>
                <p:cNvPr id="270" name="楕円 269">
                  <a:extLst>
                    <a:ext uri="{FF2B5EF4-FFF2-40B4-BE49-F238E27FC236}">
                      <a16:creationId xmlns:a16="http://schemas.microsoft.com/office/drawing/2014/main" id="{4700048D-2B06-F612-0FB5-9CCE696EE4E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1" name="グループ化 270">
                  <a:extLst>
                    <a:ext uri="{FF2B5EF4-FFF2-40B4-BE49-F238E27FC236}">
                      <a16:creationId xmlns:a16="http://schemas.microsoft.com/office/drawing/2014/main" id="{085F94CE-BFBD-A4C9-E504-82833D9969FD}"/>
                    </a:ext>
                  </a:extLst>
                </p:cNvPr>
                <p:cNvGrpSpPr/>
                <p:nvPr/>
              </p:nvGrpSpPr>
              <p:grpSpPr>
                <a:xfrm>
                  <a:off x="1980734" y="3175652"/>
                  <a:ext cx="1505416" cy="575253"/>
                  <a:chOff x="1980734" y="3175652"/>
                  <a:chExt cx="1505416" cy="575253"/>
                </a:xfrm>
              </p:grpSpPr>
              <p:grpSp>
                <p:nvGrpSpPr>
                  <p:cNvPr id="272" name="グループ化 271">
                    <a:extLst>
                      <a:ext uri="{FF2B5EF4-FFF2-40B4-BE49-F238E27FC236}">
                        <a16:creationId xmlns:a16="http://schemas.microsoft.com/office/drawing/2014/main" id="{598A0559-0F73-C3A0-2AE4-FC755AF43B38}"/>
                      </a:ext>
                    </a:extLst>
                  </p:cNvPr>
                  <p:cNvGrpSpPr/>
                  <p:nvPr/>
                </p:nvGrpSpPr>
                <p:grpSpPr>
                  <a:xfrm>
                    <a:off x="1980734" y="3473931"/>
                    <a:ext cx="1505416" cy="276974"/>
                    <a:chOff x="4194668" y="3607669"/>
                    <a:chExt cx="1105960" cy="276974"/>
                  </a:xfrm>
                </p:grpSpPr>
                <p:sp>
                  <p:nvSpPr>
                    <p:cNvPr id="274" name="四角形: 角を丸くする 273">
                      <a:extLst>
                        <a:ext uri="{FF2B5EF4-FFF2-40B4-BE49-F238E27FC236}">
                          <a16:creationId xmlns:a16="http://schemas.microsoft.com/office/drawing/2014/main" id="{A575081C-9B34-B618-0570-46B70F1E87D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5" name="図 274">
                      <a:extLst>
                        <a:ext uri="{FF2B5EF4-FFF2-40B4-BE49-F238E27FC236}">
                          <a16:creationId xmlns:a16="http://schemas.microsoft.com/office/drawing/2014/main" id="{72A27679-1654-F643-749D-9D3BC9906D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3" name="テキスト ボックス 272">
                    <a:extLst>
                      <a:ext uri="{FF2B5EF4-FFF2-40B4-BE49-F238E27FC236}">
                        <a16:creationId xmlns:a16="http://schemas.microsoft.com/office/drawing/2014/main" id="{21E77BCC-69D8-1862-472E-F4B0C844AC1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5" name="グループ化 114">
              <a:extLst>
                <a:ext uri="{FF2B5EF4-FFF2-40B4-BE49-F238E27FC236}">
                  <a16:creationId xmlns:a16="http://schemas.microsoft.com/office/drawing/2014/main" id="{9DBCB75C-CBED-1F6B-630C-FB63AD460879}"/>
                </a:ext>
              </a:extLst>
            </p:cNvPr>
            <p:cNvGrpSpPr/>
            <p:nvPr/>
          </p:nvGrpSpPr>
          <p:grpSpPr>
            <a:xfrm>
              <a:off x="8962119" y="5308217"/>
              <a:ext cx="2561811" cy="632926"/>
              <a:chOff x="8957885" y="4574183"/>
              <a:chExt cx="2561811" cy="632926"/>
            </a:xfrm>
          </p:grpSpPr>
          <p:sp>
            <p:nvSpPr>
              <p:cNvPr id="194" name="楕円 193">
                <a:extLst>
                  <a:ext uri="{FF2B5EF4-FFF2-40B4-BE49-F238E27FC236}">
                    <a16:creationId xmlns:a16="http://schemas.microsoft.com/office/drawing/2014/main" id="{7D1E1099-EEEE-44EA-A424-D13945E8DA7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5" name="四角形: 角を丸くする 194">
                <a:extLst>
                  <a:ext uri="{FF2B5EF4-FFF2-40B4-BE49-F238E27FC236}">
                    <a16:creationId xmlns:a16="http://schemas.microsoft.com/office/drawing/2014/main" id="{9A29CBDF-540A-489C-FF17-303AC3DF5D4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6" name="グループ化 195">
                <a:extLst>
                  <a:ext uri="{FF2B5EF4-FFF2-40B4-BE49-F238E27FC236}">
                    <a16:creationId xmlns:a16="http://schemas.microsoft.com/office/drawing/2014/main" id="{2A1EFEF3-93DF-8038-761F-3D1E0A69B5A2}"/>
                  </a:ext>
                </a:extLst>
              </p:cNvPr>
              <p:cNvGrpSpPr/>
              <p:nvPr/>
            </p:nvGrpSpPr>
            <p:grpSpPr>
              <a:xfrm>
                <a:off x="9498429" y="4598805"/>
                <a:ext cx="1505416" cy="601824"/>
                <a:chOff x="1980734" y="3149081"/>
                <a:chExt cx="1505416" cy="601824"/>
              </a:xfrm>
            </p:grpSpPr>
            <p:sp>
              <p:nvSpPr>
                <p:cNvPr id="240" name="楕円 239">
                  <a:extLst>
                    <a:ext uri="{FF2B5EF4-FFF2-40B4-BE49-F238E27FC236}">
                      <a16:creationId xmlns:a16="http://schemas.microsoft.com/office/drawing/2014/main" id="{22DFAB93-0B5B-A0BD-D272-712273544B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1" name="グループ化 240">
                  <a:extLst>
                    <a:ext uri="{FF2B5EF4-FFF2-40B4-BE49-F238E27FC236}">
                      <a16:creationId xmlns:a16="http://schemas.microsoft.com/office/drawing/2014/main" id="{E4CD2DFE-136E-0392-0E11-6759B6ECB406}"/>
                    </a:ext>
                  </a:extLst>
                </p:cNvPr>
                <p:cNvGrpSpPr/>
                <p:nvPr/>
              </p:nvGrpSpPr>
              <p:grpSpPr>
                <a:xfrm>
                  <a:off x="1980734" y="3175652"/>
                  <a:ext cx="1505416" cy="575253"/>
                  <a:chOff x="1980734" y="3175652"/>
                  <a:chExt cx="1505416" cy="575253"/>
                </a:xfrm>
              </p:grpSpPr>
              <p:grpSp>
                <p:nvGrpSpPr>
                  <p:cNvPr id="242" name="グループ化 241">
                    <a:extLst>
                      <a:ext uri="{FF2B5EF4-FFF2-40B4-BE49-F238E27FC236}">
                        <a16:creationId xmlns:a16="http://schemas.microsoft.com/office/drawing/2014/main" id="{53B94DF5-B0ED-096A-292D-DE220A0DE5AB}"/>
                      </a:ext>
                    </a:extLst>
                  </p:cNvPr>
                  <p:cNvGrpSpPr/>
                  <p:nvPr/>
                </p:nvGrpSpPr>
                <p:grpSpPr>
                  <a:xfrm>
                    <a:off x="1980734" y="3473931"/>
                    <a:ext cx="1505416" cy="276974"/>
                    <a:chOff x="4194668" y="3607669"/>
                    <a:chExt cx="1105960" cy="276974"/>
                  </a:xfrm>
                </p:grpSpPr>
                <p:sp>
                  <p:nvSpPr>
                    <p:cNvPr id="244" name="四角形: 角を丸くする 243">
                      <a:extLst>
                        <a:ext uri="{FF2B5EF4-FFF2-40B4-BE49-F238E27FC236}">
                          <a16:creationId xmlns:a16="http://schemas.microsoft.com/office/drawing/2014/main" id="{542A34D5-B0FC-B4C8-481F-AE952D52DE5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5" name="図 244">
                      <a:extLst>
                        <a:ext uri="{FF2B5EF4-FFF2-40B4-BE49-F238E27FC236}">
                          <a16:creationId xmlns:a16="http://schemas.microsoft.com/office/drawing/2014/main" id="{42A607EB-A7C9-A74E-3628-A0B74EEC427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3" name="テキスト ボックス 242">
                    <a:extLst>
                      <a:ext uri="{FF2B5EF4-FFF2-40B4-BE49-F238E27FC236}">
                        <a16:creationId xmlns:a16="http://schemas.microsoft.com/office/drawing/2014/main" id="{F29F8DAF-AF4F-51C2-8470-E8489C4A1FF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A3EC2557-67B8-13E2-C317-31DAF3655398}"/>
                </a:ext>
              </a:extLst>
            </p:cNvPr>
            <p:cNvGrpSpPr/>
            <p:nvPr/>
          </p:nvGrpSpPr>
          <p:grpSpPr>
            <a:xfrm>
              <a:off x="8962119" y="1639574"/>
              <a:ext cx="2561811" cy="632926"/>
              <a:chOff x="8957885" y="4574183"/>
              <a:chExt cx="2561811" cy="632926"/>
            </a:xfrm>
          </p:grpSpPr>
          <p:sp>
            <p:nvSpPr>
              <p:cNvPr id="182" name="楕円 181">
                <a:extLst>
                  <a:ext uri="{FF2B5EF4-FFF2-40B4-BE49-F238E27FC236}">
                    <a16:creationId xmlns:a16="http://schemas.microsoft.com/office/drawing/2014/main" id="{E22638C7-AF3B-B1EF-0520-A0B907E64E5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4" name="四角形: 角を丸くする 183">
                <a:extLst>
                  <a:ext uri="{FF2B5EF4-FFF2-40B4-BE49-F238E27FC236}">
                    <a16:creationId xmlns:a16="http://schemas.microsoft.com/office/drawing/2014/main" id="{73B0584E-B220-D2C9-E4F3-DF7B00D67D6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7" name="グループ化 186">
                <a:extLst>
                  <a:ext uri="{FF2B5EF4-FFF2-40B4-BE49-F238E27FC236}">
                    <a16:creationId xmlns:a16="http://schemas.microsoft.com/office/drawing/2014/main" id="{5DB4D5E2-9621-82B6-C899-6789E58B0F0F}"/>
                  </a:ext>
                </a:extLst>
              </p:cNvPr>
              <p:cNvGrpSpPr/>
              <p:nvPr/>
            </p:nvGrpSpPr>
            <p:grpSpPr>
              <a:xfrm>
                <a:off x="9498429" y="4598805"/>
                <a:ext cx="1505416" cy="601824"/>
                <a:chOff x="1980734" y="3149081"/>
                <a:chExt cx="1505416" cy="601824"/>
              </a:xfrm>
            </p:grpSpPr>
            <p:sp>
              <p:nvSpPr>
                <p:cNvPr id="188" name="楕円 187">
                  <a:extLst>
                    <a:ext uri="{FF2B5EF4-FFF2-40B4-BE49-F238E27FC236}">
                      <a16:creationId xmlns:a16="http://schemas.microsoft.com/office/drawing/2014/main" id="{E1211E7A-B4A5-DF25-0BF7-A598C0E13F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9" name="グループ化 188">
                  <a:extLst>
                    <a:ext uri="{FF2B5EF4-FFF2-40B4-BE49-F238E27FC236}">
                      <a16:creationId xmlns:a16="http://schemas.microsoft.com/office/drawing/2014/main" id="{14F93B7F-E4D0-4633-B10F-AC8686A14F5F}"/>
                    </a:ext>
                  </a:extLst>
                </p:cNvPr>
                <p:cNvGrpSpPr/>
                <p:nvPr/>
              </p:nvGrpSpPr>
              <p:grpSpPr>
                <a:xfrm>
                  <a:off x="1980734" y="3175652"/>
                  <a:ext cx="1505416" cy="575253"/>
                  <a:chOff x="1980734" y="3175652"/>
                  <a:chExt cx="1505416" cy="575253"/>
                </a:xfrm>
              </p:grpSpPr>
              <p:grpSp>
                <p:nvGrpSpPr>
                  <p:cNvPr id="190" name="グループ化 189">
                    <a:extLst>
                      <a:ext uri="{FF2B5EF4-FFF2-40B4-BE49-F238E27FC236}">
                        <a16:creationId xmlns:a16="http://schemas.microsoft.com/office/drawing/2014/main" id="{F488415B-B12F-8840-3923-1707C5BB7B7F}"/>
                      </a:ext>
                    </a:extLst>
                  </p:cNvPr>
                  <p:cNvGrpSpPr/>
                  <p:nvPr/>
                </p:nvGrpSpPr>
                <p:grpSpPr>
                  <a:xfrm>
                    <a:off x="1980734" y="3473931"/>
                    <a:ext cx="1505416" cy="276974"/>
                    <a:chOff x="4194668" y="3607669"/>
                    <a:chExt cx="1105960" cy="276974"/>
                  </a:xfrm>
                </p:grpSpPr>
                <p:sp>
                  <p:nvSpPr>
                    <p:cNvPr id="192" name="四角形: 角を丸くする 191">
                      <a:extLst>
                        <a:ext uri="{FF2B5EF4-FFF2-40B4-BE49-F238E27FC236}">
                          <a16:creationId xmlns:a16="http://schemas.microsoft.com/office/drawing/2014/main" id="{766C1895-65FA-D063-1CC3-0B495C54FD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3" name="図 192">
                      <a:extLst>
                        <a:ext uri="{FF2B5EF4-FFF2-40B4-BE49-F238E27FC236}">
                          <a16:creationId xmlns:a16="http://schemas.microsoft.com/office/drawing/2014/main" id="{15FDA117-7B94-DC0B-3B10-CDDF131CA7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1" name="テキスト ボックス 190">
                    <a:extLst>
                      <a:ext uri="{FF2B5EF4-FFF2-40B4-BE49-F238E27FC236}">
                        <a16:creationId xmlns:a16="http://schemas.microsoft.com/office/drawing/2014/main" id="{09D6E7F6-65CF-27F5-4464-AC5C7CACFE9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BBBF3D89-7D29-506B-2A8B-01B8992A5BF7}"/>
                </a:ext>
              </a:extLst>
            </p:cNvPr>
            <p:cNvGrpSpPr/>
            <p:nvPr/>
          </p:nvGrpSpPr>
          <p:grpSpPr>
            <a:xfrm>
              <a:off x="8962119" y="2373303"/>
              <a:ext cx="2561811" cy="632926"/>
              <a:chOff x="8957885" y="4574183"/>
              <a:chExt cx="2561811" cy="632926"/>
            </a:xfrm>
          </p:grpSpPr>
          <p:sp>
            <p:nvSpPr>
              <p:cNvPr id="156" name="楕円 155">
                <a:extLst>
                  <a:ext uri="{FF2B5EF4-FFF2-40B4-BE49-F238E27FC236}">
                    <a16:creationId xmlns:a16="http://schemas.microsoft.com/office/drawing/2014/main" id="{4E663714-F76E-FDDF-2304-8DBC0D15EF3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7" name="四角形: 角を丸くする 156">
                <a:extLst>
                  <a:ext uri="{FF2B5EF4-FFF2-40B4-BE49-F238E27FC236}">
                    <a16:creationId xmlns:a16="http://schemas.microsoft.com/office/drawing/2014/main" id="{211BBC84-C6FC-D672-CB17-339D64D677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8" name="グループ化 157">
                <a:extLst>
                  <a:ext uri="{FF2B5EF4-FFF2-40B4-BE49-F238E27FC236}">
                    <a16:creationId xmlns:a16="http://schemas.microsoft.com/office/drawing/2014/main" id="{E1D49D8E-9A3A-A02F-F911-3FCEEF5E8DEE}"/>
                  </a:ext>
                </a:extLst>
              </p:cNvPr>
              <p:cNvGrpSpPr/>
              <p:nvPr/>
            </p:nvGrpSpPr>
            <p:grpSpPr>
              <a:xfrm>
                <a:off x="9498429" y="4598805"/>
                <a:ext cx="1505416" cy="601824"/>
                <a:chOff x="1980734" y="3149081"/>
                <a:chExt cx="1505416" cy="601824"/>
              </a:xfrm>
            </p:grpSpPr>
            <p:sp>
              <p:nvSpPr>
                <p:cNvPr id="159" name="楕円 158">
                  <a:extLst>
                    <a:ext uri="{FF2B5EF4-FFF2-40B4-BE49-F238E27FC236}">
                      <a16:creationId xmlns:a16="http://schemas.microsoft.com/office/drawing/2014/main" id="{58C127A9-E920-FC56-6180-91BCE0D5AF4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0" name="グループ化 159">
                  <a:extLst>
                    <a:ext uri="{FF2B5EF4-FFF2-40B4-BE49-F238E27FC236}">
                      <a16:creationId xmlns:a16="http://schemas.microsoft.com/office/drawing/2014/main" id="{0183477D-39BE-4E06-DD96-5B9A592EF14E}"/>
                    </a:ext>
                  </a:extLst>
                </p:cNvPr>
                <p:cNvGrpSpPr/>
                <p:nvPr/>
              </p:nvGrpSpPr>
              <p:grpSpPr>
                <a:xfrm>
                  <a:off x="1980734" y="3175652"/>
                  <a:ext cx="1505416" cy="575253"/>
                  <a:chOff x="1980734" y="3175652"/>
                  <a:chExt cx="1505416" cy="575253"/>
                </a:xfrm>
              </p:grpSpPr>
              <p:grpSp>
                <p:nvGrpSpPr>
                  <p:cNvPr id="161" name="グループ化 160">
                    <a:extLst>
                      <a:ext uri="{FF2B5EF4-FFF2-40B4-BE49-F238E27FC236}">
                        <a16:creationId xmlns:a16="http://schemas.microsoft.com/office/drawing/2014/main" id="{31BD6A88-4DCB-1080-3756-8EC9A749123C}"/>
                      </a:ext>
                    </a:extLst>
                  </p:cNvPr>
                  <p:cNvGrpSpPr/>
                  <p:nvPr/>
                </p:nvGrpSpPr>
                <p:grpSpPr>
                  <a:xfrm>
                    <a:off x="1980734" y="3473931"/>
                    <a:ext cx="1505416" cy="276974"/>
                    <a:chOff x="4194668" y="3607669"/>
                    <a:chExt cx="1105960" cy="276974"/>
                  </a:xfrm>
                </p:grpSpPr>
                <p:sp>
                  <p:nvSpPr>
                    <p:cNvPr id="177" name="四角形: 角を丸くする 176">
                      <a:extLst>
                        <a:ext uri="{FF2B5EF4-FFF2-40B4-BE49-F238E27FC236}">
                          <a16:creationId xmlns:a16="http://schemas.microsoft.com/office/drawing/2014/main" id="{C7C022F0-4E72-43C7-0AF5-5229933B402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78" name="図 177">
                      <a:extLst>
                        <a:ext uri="{FF2B5EF4-FFF2-40B4-BE49-F238E27FC236}">
                          <a16:creationId xmlns:a16="http://schemas.microsoft.com/office/drawing/2014/main" id="{9924C406-BE89-5429-7DAC-5195042A7A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3" name="テキスト ボックス 172">
                    <a:extLst>
                      <a:ext uri="{FF2B5EF4-FFF2-40B4-BE49-F238E27FC236}">
                        <a16:creationId xmlns:a16="http://schemas.microsoft.com/office/drawing/2014/main" id="{DED84D28-89B7-1773-CA6C-B4FB250703D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B3944E28-7083-497D-4D91-1321CD01F324}"/>
                </a:ext>
              </a:extLst>
            </p:cNvPr>
            <p:cNvGrpSpPr/>
            <p:nvPr/>
          </p:nvGrpSpPr>
          <p:grpSpPr>
            <a:xfrm>
              <a:off x="8962119" y="3107032"/>
              <a:ext cx="2561811" cy="632926"/>
              <a:chOff x="8957885" y="4574183"/>
              <a:chExt cx="2561811" cy="632926"/>
            </a:xfrm>
          </p:grpSpPr>
          <p:sp>
            <p:nvSpPr>
              <p:cNvPr id="144" name="楕円 143">
                <a:extLst>
                  <a:ext uri="{FF2B5EF4-FFF2-40B4-BE49-F238E27FC236}">
                    <a16:creationId xmlns:a16="http://schemas.microsoft.com/office/drawing/2014/main" id="{23312E32-B7E7-3445-F0E0-7B10FF2F33B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68C9AD3F-8C8E-CA78-EFA4-DB118A26629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3963CCFA-1ACB-AF07-CB3D-E79CB12650AC}"/>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3C53A1BA-CFEE-A97F-A190-17CB3D4C778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2D44E594-323D-DAD7-481D-93E6518E7BA7}"/>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F4C7F10B-D2DE-ED0B-4BC1-58D3C80429C8}"/>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D2392598-EA88-5ED4-AAB3-94514B08F66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658EB982-D2AE-04B0-4EB9-8B96197477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221B09AB-9C7E-4889-DB92-E8C745C8864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9EE3E598-9501-9AF6-C8E3-56A09A71C193}"/>
                </a:ext>
              </a:extLst>
            </p:cNvPr>
            <p:cNvGrpSpPr/>
            <p:nvPr/>
          </p:nvGrpSpPr>
          <p:grpSpPr>
            <a:xfrm>
              <a:off x="8962119" y="3840761"/>
              <a:ext cx="2561811" cy="632926"/>
              <a:chOff x="8957885" y="4574183"/>
              <a:chExt cx="2561811" cy="632926"/>
            </a:xfrm>
          </p:grpSpPr>
          <p:sp>
            <p:nvSpPr>
              <p:cNvPr id="133" name="楕円 132">
                <a:extLst>
                  <a:ext uri="{FF2B5EF4-FFF2-40B4-BE49-F238E27FC236}">
                    <a16:creationId xmlns:a16="http://schemas.microsoft.com/office/drawing/2014/main" id="{D503F383-5126-E0F8-0142-338E1A9E6D8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50E81C4E-E06E-B588-FA5F-C0D305EA91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12C1FF69-86FA-6C5E-0ACE-41714FC23B88}"/>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AB72A466-0827-476C-26AA-A9FD8F2B42E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E884BC2B-CD81-973E-F315-6088C40921D0}"/>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C40DED3C-79C3-AA3C-2846-724B39332FC9}"/>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BC3BB155-F07A-1CBA-9C2F-3E489B7569B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ABBBE1AB-5FA9-F9F8-972D-1FDBEACEDF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76E0251C-0209-1403-74D7-D0EA9ED3EE3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04178199-B330-51D4-8624-CF7F1273E29E}"/>
                </a:ext>
              </a:extLst>
            </p:cNvPr>
            <p:cNvGrpSpPr/>
            <p:nvPr/>
          </p:nvGrpSpPr>
          <p:grpSpPr>
            <a:xfrm>
              <a:off x="8962119" y="4574490"/>
              <a:ext cx="2561811" cy="632926"/>
              <a:chOff x="8957885" y="4574183"/>
              <a:chExt cx="2561811" cy="632926"/>
            </a:xfrm>
          </p:grpSpPr>
          <p:sp>
            <p:nvSpPr>
              <p:cNvPr id="122" name="楕円 121">
                <a:extLst>
                  <a:ext uri="{FF2B5EF4-FFF2-40B4-BE49-F238E27FC236}">
                    <a16:creationId xmlns:a16="http://schemas.microsoft.com/office/drawing/2014/main" id="{6E065848-895B-AEBC-FA4E-7E868802EC0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3" name="四角形: 角を丸くする 122">
                <a:extLst>
                  <a:ext uri="{FF2B5EF4-FFF2-40B4-BE49-F238E27FC236}">
                    <a16:creationId xmlns:a16="http://schemas.microsoft.com/office/drawing/2014/main" id="{E522A4F4-7A56-3A8A-8C2B-10DFAB14B74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4" name="グループ化 123">
                <a:extLst>
                  <a:ext uri="{FF2B5EF4-FFF2-40B4-BE49-F238E27FC236}">
                    <a16:creationId xmlns:a16="http://schemas.microsoft.com/office/drawing/2014/main" id="{7D23FAAF-8CA9-2852-2E74-9A454DE9318A}"/>
                  </a:ext>
                </a:extLst>
              </p:cNvPr>
              <p:cNvGrpSpPr/>
              <p:nvPr/>
            </p:nvGrpSpPr>
            <p:grpSpPr>
              <a:xfrm>
                <a:off x="9498429" y="4598805"/>
                <a:ext cx="1505416" cy="601824"/>
                <a:chOff x="1980734" y="3149081"/>
                <a:chExt cx="1505416" cy="601824"/>
              </a:xfrm>
            </p:grpSpPr>
            <p:sp>
              <p:nvSpPr>
                <p:cNvPr id="127" name="楕円 126">
                  <a:extLst>
                    <a:ext uri="{FF2B5EF4-FFF2-40B4-BE49-F238E27FC236}">
                      <a16:creationId xmlns:a16="http://schemas.microsoft.com/office/drawing/2014/main" id="{B3D524DD-9082-0A43-0538-2480A7691AF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8" name="グループ化 127">
                  <a:extLst>
                    <a:ext uri="{FF2B5EF4-FFF2-40B4-BE49-F238E27FC236}">
                      <a16:creationId xmlns:a16="http://schemas.microsoft.com/office/drawing/2014/main" id="{B09266AD-AFBA-6523-F073-CA24CC6DC01C}"/>
                    </a:ext>
                  </a:extLst>
                </p:cNvPr>
                <p:cNvGrpSpPr/>
                <p:nvPr/>
              </p:nvGrpSpPr>
              <p:grpSpPr>
                <a:xfrm>
                  <a:off x="1980734" y="3175652"/>
                  <a:ext cx="1505416" cy="575253"/>
                  <a:chOff x="1980734" y="3175652"/>
                  <a:chExt cx="1505416" cy="575253"/>
                </a:xfrm>
              </p:grpSpPr>
              <p:grpSp>
                <p:nvGrpSpPr>
                  <p:cNvPr id="129" name="グループ化 128">
                    <a:extLst>
                      <a:ext uri="{FF2B5EF4-FFF2-40B4-BE49-F238E27FC236}">
                        <a16:creationId xmlns:a16="http://schemas.microsoft.com/office/drawing/2014/main" id="{6948A859-6FF7-0DFD-4E6D-039DA1D8D2C8}"/>
                      </a:ext>
                    </a:extLst>
                  </p:cNvPr>
                  <p:cNvGrpSpPr/>
                  <p:nvPr/>
                </p:nvGrpSpPr>
                <p:grpSpPr>
                  <a:xfrm>
                    <a:off x="1980734" y="3473931"/>
                    <a:ext cx="1505416" cy="276974"/>
                    <a:chOff x="4194668" y="3607669"/>
                    <a:chExt cx="1105960" cy="276974"/>
                  </a:xfrm>
                </p:grpSpPr>
                <p:sp>
                  <p:nvSpPr>
                    <p:cNvPr id="131" name="四角形: 角を丸くする 130">
                      <a:extLst>
                        <a:ext uri="{FF2B5EF4-FFF2-40B4-BE49-F238E27FC236}">
                          <a16:creationId xmlns:a16="http://schemas.microsoft.com/office/drawing/2014/main" id="{C8035691-63F5-6DF5-7486-F031A71FA9D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2" name="図 131">
                      <a:extLst>
                        <a:ext uri="{FF2B5EF4-FFF2-40B4-BE49-F238E27FC236}">
                          <a16:creationId xmlns:a16="http://schemas.microsoft.com/office/drawing/2014/main" id="{789F032A-99AE-ED03-A90B-5D878D090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0" name="テキスト ボックス 129">
                    <a:extLst>
                      <a:ext uri="{FF2B5EF4-FFF2-40B4-BE49-F238E27FC236}">
                        <a16:creationId xmlns:a16="http://schemas.microsoft.com/office/drawing/2014/main" id="{6ED10377-2BF2-5BE2-EC26-8DE120DD093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276" name="グループ化 275">
            <a:extLst>
              <a:ext uri="{FF2B5EF4-FFF2-40B4-BE49-F238E27FC236}">
                <a16:creationId xmlns:a16="http://schemas.microsoft.com/office/drawing/2014/main" id="{90C11B69-B15E-B035-2C88-854EB6767979}"/>
              </a:ext>
            </a:extLst>
          </p:cNvPr>
          <p:cNvGrpSpPr/>
          <p:nvPr/>
        </p:nvGrpSpPr>
        <p:grpSpPr>
          <a:xfrm>
            <a:off x="0" y="1599433"/>
            <a:ext cx="12192000" cy="3659134"/>
            <a:chOff x="0" y="1800592"/>
            <a:chExt cx="12192000" cy="3659134"/>
          </a:xfrm>
        </p:grpSpPr>
        <p:sp>
          <p:nvSpPr>
            <p:cNvPr id="4" name="正方形/長方形 3">
              <a:extLst>
                <a:ext uri="{FF2B5EF4-FFF2-40B4-BE49-F238E27FC236}">
                  <a16:creationId xmlns:a16="http://schemas.microsoft.com/office/drawing/2014/main" id="{D74B00E5-9495-69D9-B071-C9F376055636}"/>
                </a:ext>
              </a:extLst>
            </p:cNvPr>
            <p:cNvSpPr/>
            <p:nvPr/>
          </p:nvSpPr>
          <p:spPr>
            <a:xfrm>
              <a:off x="0" y="1800592"/>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D5B3CEC2-4E03-F67D-81D4-E74635B23EFD}"/>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3" name="平行四辺形 32">
              <a:extLst>
                <a:ext uri="{FF2B5EF4-FFF2-40B4-BE49-F238E27FC236}">
                  <a16:creationId xmlns:a16="http://schemas.microsoft.com/office/drawing/2014/main" id="{777C9DC6-DC5D-78CD-FC5D-EAE861A7AA12}"/>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43" name="グループ化 42">
              <a:extLst>
                <a:ext uri="{FF2B5EF4-FFF2-40B4-BE49-F238E27FC236}">
                  <a16:creationId xmlns:a16="http://schemas.microsoft.com/office/drawing/2014/main" id="{89385B06-2A9B-13B5-0509-E7DCBFEB5AD9}"/>
                </a:ext>
              </a:extLst>
            </p:cNvPr>
            <p:cNvGrpSpPr/>
            <p:nvPr/>
          </p:nvGrpSpPr>
          <p:grpSpPr>
            <a:xfrm>
              <a:off x="4954530" y="4393456"/>
              <a:ext cx="2324674" cy="801291"/>
              <a:chOff x="8047249" y="4431717"/>
              <a:chExt cx="2324674" cy="801291"/>
            </a:xfrm>
          </p:grpSpPr>
          <p:sp>
            <p:nvSpPr>
              <p:cNvPr id="79" name="矢印: 五方向 78">
                <a:extLst>
                  <a:ext uri="{FF2B5EF4-FFF2-40B4-BE49-F238E27FC236}">
                    <a16:creationId xmlns:a16="http://schemas.microsoft.com/office/drawing/2014/main" id="{772E893B-9A9E-5D5F-2D1C-2F2ED67B1D19}"/>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97" name="テキスト ボックス 96">
                <a:extLst>
                  <a:ext uri="{FF2B5EF4-FFF2-40B4-BE49-F238E27FC236}">
                    <a16:creationId xmlns:a16="http://schemas.microsoft.com/office/drawing/2014/main" id="{2C9DCFB9-47DF-703C-E9AA-580CE4B655AD}"/>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grpSp>
      <p:sp>
        <p:nvSpPr>
          <p:cNvPr id="283" name="テキスト ボックス 282">
            <a:extLst>
              <a:ext uri="{FF2B5EF4-FFF2-40B4-BE49-F238E27FC236}">
                <a16:creationId xmlns:a16="http://schemas.microsoft.com/office/drawing/2014/main" id="{D7E12B8F-D856-AAF9-B410-043281B6105C}"/>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84" name="テキスト ボックス 283">
            <a:extLst>
              <a:ext uri="{FF2B5EF4-FFF2-40B4-BE49-F238E27FC236}">
                <a16:creationId xmlns:a16="http://schemas.microsoft.com/office/drawing/2014/main" id="{24C39D61-BA46-5D55-D1A9-603D9DD93E4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5" name="平行四辺形 84">
            <a:extLst>
              <a:ext uri="{FF2B5EF4-FFF2-40B4-BE49-F238E27FC236}">
                <a16:creationId xmlns:a16="http://schemas.microsoft.com/office/drawing/2014/main" id="{7974EC1C-9BDF-9D1A-55BB-36B46DCC3DB2}"/>
              </a:ext>
            </a:extLst>
          </p:cNvPr>
          <p:cNvSpPr/>
          <p:nvPr/>
        </p:nvSpPr>
        <p:spPr>
          <a:xfrm>
            <a:off x="1719571" y="293567"/>
            <a:ext cx="3071504"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latin typeface="BIZ UDP明朝 Medium" panose="02020500000000000000" pitchFamily="18" charset="-128"/>
                <a:ea typeface="BIZ UDP明朝 Medium" panose="02020500000000000000" pitchFamily="18" charset="-128"/>
              </a:rPr>
              <a:t>FLIP</a:t>
            </a:r>
            <a:endParaRPr kumimoji="1" lang="ja-JP" altLang="en-US" sz="1600"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109668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CD93400-6B2E-1008-D31F-B77BEF9158DA}"/>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8372E48E-7BA2-6223-2FC7-6253ED1F52E6}"/>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1AA2BC74-DCF6-883B-A49A-8406B301CBE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3128E67-5A94-381F-3CDC-C21115FEA0E6}"/>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C0DA122-AB78-0AEA-050D-9A2B23302CEF}"/>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D1A6B122-E676-D867-3CA1-0D159C7E2C3B}"/>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9978DC4B-B737-9004-841D-6FFF12CFEAA3}"/>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B8636E58-B202-E45D-EF39-57F7F17D15BD}"/>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AFF41114-219E-2599-67F7-A28BE22B2600}"/>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C38E18BC-FDFA-52BD-7510-9799416FD014}"/>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A4B4A8E8-D902-B484-0AB0-7FC6D4B00D1A}"/>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D1FFD59E-5C09-A2D0-1A0E-CC973B15BB21}"/>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BEBE28DB-E1BD-4834-BC92-48642657BD16}"/>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BE3CBE28-9C8C-AA2D-2811-026503B76CD4}"/>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9D04C7FC-3B7B-7CEB-B638-E6938E3FB3DC}"/>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A2DB3852-F0A3-4B05-02C5-E9C5BCE7F133}"/>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DB333F33-DE88-79BA-13DE-5C50DD68627C}"/>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52D49374-4E51-B184-E636-F78ADB77F9CE}"/>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0CDD8B34-E1C0-9405-04BF-B7E4336A5A88}"/>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038E2788-A4BB-C530-29A1-7F8FC2B05703}"/>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636A2DAE-19D9-0BC3-F1A3-72E1F13B9B55}"/>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79DA04A-688D-4CD0-E5AC-A4C54837EAAF}"/>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5233187E-8DAE-BA5F-AB86-A20AAB9E9E6D}"/>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ABF5B8A0-D3C3-59EA-FFF0-98CA2F271B6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B39E0AC2-C51C-11CF-F24D-79455261A732}"/>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BB490865-444C-8B88-36A7-B83E114A1F2D}"/>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69A00E4-F06D-3006-6BB4-1EA154B6C15C}"/>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31797D8A-4C13-FE82-01BB-1913C744B03C}"/>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0AA2B3DB-59BD-1D48-EA02-91F4F9F5946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8B912B2F-94C1-4A8F-BD5E-93CEE82EE639}"/>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E0D076D2-375E-606A-F38F-4D47D225A3F9}"/>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FB87C5FF-5DEB-F3A5-0788-42D31E4C9B3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7536999F-1FE8-2497-DF96-9AA84B480323}"/>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9D1157FC-DC13-7DEF-A233-60712315630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CFF48E16-F9C5-50D8-F137-AC4C5FF76BC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07C36D13-8766-2760-22E3-E91BEC61FC6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FAA12A1A-DC11-9F28-64E3-1D1E078D4AF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3F2E1FE-19BE-BE8F-8A94-F60CFF8D4C3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261BD42A-F4D3-B7A6-144E-74A8DA3E7583}"/>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595A664E-4C44-DE78-BFB0-AE4A8554295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E83DD562-D2E7-75F5-E466-A4BA880C3AF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9F38ACBC-167E-8C49-E696-EF2FEDC7CBD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1D5F2382-5EE7-8630-279F-C9FB684E5BB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BA36AF64-FC56-2549-16CB-2FD233C8159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A7F84B15-7DB6-42D4-D8CF-60BEBE75A3DB}"/>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08A062C0-8FB9-D690-F730-50E850D2B45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B4B7512-C5FA-FA76-4F63-8447C9E6B5C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11206D74-F3A3-C97D-5E10-13E02B9DCCC2}"/>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D4DC3798-154E-EEDA-8CC5-6E8E7E2B70FA}"/>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722ED8A0-8A25-83C1-58FC-BE66C840790D}"/>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0915CCD-22AD-750E-D167-1B9283178F1D}"/>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49E5E0B-BCAA-E81F-849B-CA11E647426C}"/>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BC7DA01-BDDA-7A42-B329-2C39F46BE19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38D0A4DD-9532-3677-1646-94553D60FB2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2C0BB58-4569-5B2F-68C8-6229D046B407}"/>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E54BB6FC-04FC-05FC-1AAA-BF12D1B5336A}"/>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AF21EB11-E031-BD28-D267-1D3A013EEE2F}"/>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CAC6ADFD-F136-3DD7-0657-74902494D6EE}"/>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E2A2B9FE-0AE1-4EF7-D14E-7687D944D653}"/>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5A989B66-1AB4-F0C7-EBAB-0EB514FA9327}"/>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38CBEDC-39BF-C25E-6081-C62C8107F6B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00587F00-0902-EFAD-7828-ABA5A811BAEE}"/>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5AA4774D-9742-268E-8824-8884379790F5}"/>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F290E4BA-6A6B-FD62-7A88-57E2C13E9E6A}"/>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A3CF16A4-7312-9063-1D54-B0C2C870F6A4}"/>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ADFDC8B0-5B49-557A-E605-50FE6C8EDE0A}"/>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55FF76D5-27EA-A46A-EF6A-1A9A84AE936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3BBB3F09-A8E6-E854-C111-005B7B62832D}"/>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655E7757-8C65-B2E1-E564-DCBECAD39461}"/>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8654BA00-EDAA-0629-E4CB-54F1BC344FD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296AD0F-59E0-D751-1908-197B776578A7}"/>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A02602CD-F187-F8F4-A0B9-980D553E680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FC92F05C-2F10-BDEF-7816-F27742869C72}"/>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460F13CB-F9EB-D2F5-2486-F72852BC0665}"/>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7A0560E4-A60C-EEE1-53B1-27C142A4F085}"/>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F6FE8D3-502D-FC72-01FF-1056CCBD540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0B53203C-D016-42A6-6AF9-E70D7D7BE2BC}"/>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52F010AC-DCE5-1E1D-49BC-878AE6BE479E}"/>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F71567E1-81E6-522B-6825-77CE530CC767}"/>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C238FC1B-13CB-E856-7EE8-E49C312AC09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80F180F0-A273-B0DA-C313-F005D54464B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218DACA9-2AF5-811D-15E9-AAFBB7A80C32}"/>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9C1F11C3-9707-8AA4-640D-88055BE57C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A4387F56-EFC3-EF9F-1A8D-475C14FE1D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147533FE-B485-031F-6D29-AB3F49B577B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ADF85A81-3278-72FE-AEDA-B67BC5F62296}"/>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C81831EE-EF7C-9D81-C12D-AEFD4F225B3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D2802C06-AC41-3BBB-3FB9-BA397383543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FF75948F-1A9B-FC11-2712-4BF603BF8CEE}"/>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2E552237-DC07-C556-666A-F7331395DD3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95EA887F-6842-ECEA-80AC-A1221728C8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7BDE3B2C-6469-0A8B-A160-88024444B87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2E512498-9910-7EA1-93A8-39C78D9DBC9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2FF732C7-6618-4A23-BEC9-C2B78DB31DF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7DE03B53-1710-1FC2-9689-31A0BE693248}"/>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4233ED0C-C134-4880-1DA6-804D02997D04}"/>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077B8AC0-00A3-DAB7-80E8-9A46D86F035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B36C1CB5-425A-91BF-6557-2AD750AF98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FFD541D5-ACE9-6E8C-F469-DC628A4EDB2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384D3293-F12D-741E-390C-79965911938E}"/>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5E984FF3-24E3-9CC4-294B-77EF97F297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2D61B5BA-4A96-B411-D8B0-A8E86E7627CC}"/>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76BA2AFC-C578-7822-9183-DBEC58E9DB7F}"/>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7111582A-37F4-9806-D23B-9D2D6BDD8F5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23A5642D-5A0A-B72E-E4FA-E0DB2F78C0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B709887-A270-016D-809B-2801299E981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109530A9-2D48-0272-9603-BE7457C771FB}"/>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9DA61457-4B2D-1F35-6094-91C19F7651E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964472E-894A-FA9A-895A-8A658041FE7A}"/>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64A046F8-3881-47AC-884D-288F494E1D62}"/>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83D913EF-3555-1849-9834-5F246D284CC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8930D5B-4E89-5A84-84C9-A7E2A569C8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0B725524-0663-C3E5-998A-70C4B0F2B5B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EA15367C-F080-B14F-A0D4-06380999FE8A}"/>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CA7ADC37-FF05-2622-E1AA-DACF8C34992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8335AA66-7293-3D98-B9DE-8DF19809B84B}"/>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013D6825-2427-C016-AD1A-55DA89E42DB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29873F73-5B50-873A-FF8F-97B550405AD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C0394541-E42F-1413-62B2-40BF146758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EE05BD00-0437-3BB9-49D5-FC2E370048F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EDF3C545-77B6-76AC-9761-A65350AA1DA0}"/>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0DA46A03-BF99-8354-C108-D013B2E66F8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33075AFE-08C2-F07D-0C12-2A8648FAAF46}"/>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B70AA37-7F44-6AB3-CC66-99ED6C8D00B0}"/>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5A1E1FF0-C3A1-78A1-A8AF-9DE265C9FF7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19222397-3474-EA8C-B243-7E097C2256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6DDC5E6-CAC8-63A7-426C-D4A24B1AA8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CCABADE3-A19C-19AA-3459-5FF18FE5C116}"/>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525D0FD6-6532-AAC1-1FBB-FB9EFE92402B}"/>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3AF85B87-7BD8-DB3C-22B3-ABF018714E9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F5077957-7C24-A94F-6C6E-F057E000515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F71B11BD-63DC-48BF-E3C1-9EA2A8E7393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F01CC301-5E30-4797-A169-3AA029B23BE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B5157590-BD56-AD2E-2DC0-9C528DDE8A43}"/>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219ECF58-26AA-728F-060A-CDD9B02EC35B}"/>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CD4F33CB-303D-2B3C-E105-689F600EA4B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A9398396-0DC8-9711-129C-2065D301616C}"/>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07616D22-97BE-BD1D-5270-E2A09C6F411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AB5631E6-34CA-0BCD-A6CF-D1B39B1C550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3E46632C-2423-E113-6C4C-CC615FFD652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74E665EE-543E-AB3A-8A00-AF4559EA91E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BB91B51B-965E-B1CA-B298-DA360CF912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70F95923-D0BD-F1F5-E788-7BF021D2FE9B}"/>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8E87A6E5-55C7-0E38-D2C2-78970C03591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4136E247-61B7-A38D-F7A3-8AF1F378A5C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C2A2F554-F2FF-6B81-EF79-83AEE8F4BCE1}"/>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038AE048-0AFF-C618-DD24-38107993AE2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C288F5A5-D170-B1DF-F81A-FE2FC0DE9A4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1BEB0142-A0ED-BC23-6426-0048897D6AE3}"/>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4D53DCCD-A5CF-5524-85B4-3823285FAB0E}"/>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3B3F441F-F0E5-98C1-3CB6-7C0F18935EEF}"/>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08105D2-B79D-690D-92BE-60430FB51335}"/>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3335F80-6449-4EA4-A261-62D66EAEB2EF}"/>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6BC72F67-FF4F-0F5C-BD9F-184D2691CE0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0FE3FB80-4862-4C53-DEF3-2F51B3B2A0C4}"/>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87E83A6C-64D0-2071-3943-B3B827CBA30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E712D8D8-6726-BCF9-7E92-2AB1CD4D61BF}"/>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AEC0CDEF-6873-D0BC-D284-B259CAE9C8C5}"/>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C7B2C1D1-3538-2AF7-CB85-3068DCFB3FB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FFAE4B40-5646-AA82-6811-F9499C33305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F8E23DB-6845-81A2-7943-D3E34F147004}"/>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A39C73A-34C7-3DF4-43AC-5A4CCC69A02E}"/>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D4736089-328A-C007-E837-4AB112D388A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A393EC5F-CB9F-213B-29DC-F30C7443E817}"/>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F700468C-599B-DA9D-0DF1-886E4ED8FA1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7C6F557-F98B-6BD5-CB83-BB020FB6C78E}"/>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8ACD7378-BB0B-C401-D845-54AF3E28965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EF0040EE-FFB1-4803-CBD1-406884548B7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02" name="グループ化 101">
            <a:extLst>
              <a:ext uri="{FF2B5EF4-FFF2-40B4-BE49-F238E27FC236}">
                <a16:creationId xmlns:a16="http://schemas.microsoft.com/office/drawing/2014/main" id="{A961F5C0-F5C4-08D1-3267-BBE6CB71CDA1}"/>
              </a:ext>
            </a:extLst>
          </p:cNvPr>
          <p:cNvGrpSpPr/>
          <p:nvPr/>
        </p:nvGrpSpPr>
        <p:grpSpPr>
          <a:xfrm>
            <a:off x="8962119" y="905845"/>
            <a:ext cx="2561811" cy="5035298"/>
            <a:chOff x="8962119" y="905845"/>
            <a:chExt cx="2561811" cy="5035298"/>
          </a:xfrm>
        </p:grpSpPr>
        <p:grpSp>
          <p:nvGrpSpPr>
            <p:cNvPr id="114" name="グループ化 113">
              <a:extLst>
                <a:ext uri="{FF2B5EF4-FFF2-40B4-BE49-F238E27FC236}">
                  <a16:creationId xmlns:a16="http://schemas.microsoft.com/office/drawing/2014/main" id="{6BB48829-73F4-A590-C4DF-EB010AEF0F25}"/>
                </a:ext>
              </a:extLst>
            </p:cNvPr>
            <p:cNvGrpSpPr/>
            <p:nvPr/>
          </p:nvGrpSpPr>
          <p:grpSpPr>
            <a:xfrm>
              <a:off x="8962119" y="905845"/>
              <a:ext cx="2561811" cy="632926"/>
              <a:chOff x="8957885" y="4574183"/>
              <a:chExt cx="2561811" cy="632926"/>
            </a:xfrm>
          </p:grpSpPr>
          <p:sp>
            <p:nvSpPr>
              <p:cNvPr id="246" name="楕円 245">
                <a:extLst>
                  <a:ext uri="{FF2B5EF4-FFF2-40B4-BE49-F238E27FC236}">
                    <a16:creationId xmlns:a16="http://schemas.microsoft.com/office/drawing/2014/main" id="{9AD520D6-52F9-C974-7A82-11A34CF437E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8" name="四角形: 角を丸くする 267">
                <a:extLst>
                  <a:ext uri="{FF2B5EF4-FFF2-40B4-BE49-F238E27FC236}">
                    <a16:creationId xmlns:a16="http://schemas.microsoft.com/office/drawing/2014/main" id="{64512430-BFBF-F1F8-EE56-145E9CBB6F0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69" name="グループ化 268">
                <a:extLst>
                  <a:ext uri="{FF2B5EF4-FFF2-40B4-BE49-F238E27FC236}">
                    <a16:creationId xmlns:a16="http://schemas.microsoft.com/office/drawing/2014/main" id="{709A6EAA-4E7D-DDCA-E5F8-FA9E118B5AA8}"/>
                  </a:ext>
                </a:extLst>
              </p:cNvPr>
              <p:cNvGrpSpPr/>
              <p:nvPr/>
            </p:nvGrpSpPr>
            <p:grpSpPr>
              <a:xfrm>
                <a:off x="9498429" y="4598805"/>
                <a:ext cx="1505416" cy="601824"/>
                <a:chOff x="1980734" y="3149081"/>
                <a:chExt cx="1505416" cy="601824"/>
              </a:xfrm>
            </p:grpSpPr>
            <p:sp>
              <p:nvSpPr>
                <p:cNvPr id="270" name="楕円 269">
                  <a:extLst>
                    <a:ext uri="{FF2B5EF4-FFF2-40B4-BE49-F238E27FC236}">
                      <a16:creationId xmlns:a16="http://schemas.microsoft.com/office/drawing/2014/main" id="{CAF5BD63-6DE2-6E3E-8C7A-B5B5D47A04B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1" name="グループ化 270">
                  <a:extLst>
                    <a:ext uri="{FF2B5EF4-FFF2-40B4-BE49-F238E27FC236}">
                      <a16:creationId xmlns:a16="http://schemas.microsoft.com/office/drawing/2014/main" id="{2C6CC4D0-AD8B-DB7D-BCD8-6B51540CD651}"/>
                    </a:ext>
                  </a:extLst>
                </p:cNvPr>
                <p:cNvGrpSpPr/>
                <p:nvPr/>
              </p:nvGrpSpPr>
              <p:grpSpPr>
                <a:xfrm>
                  <a:off x="1980734" y="3175652"/>
                  <a:ext cx="1505416" cy="575253"/>
                  <a:chOff x="1980734" y="3175652"/>
                  <a:chExt cx="1505416" cy="575253"/>
                </a:xfrm>
              </p:grpSpPr>
              <p:grpSp>
                <p:nvGrpSpPr>
                  <p:cNvPr id="272" name="グループ化 271">
                    <a:extLst>
                      <a:ext uri="{FF2B5EF4-FFF2-40B4-BE49-F238E27FC236}">
                        <a16:creationId xmlns:a16="http://schemas.microsoft.com/office/drawing/2014/main" id="{D2866068-80A2-CF96-4C82-E92FFDA3A198}"/>
                      </a:ext>
                    </a:extLst>
                  </p:cNvPr>
                  <p:cNvGrpSpPr/>
                  <p:nvPr/>
                </p:nvGrpSpPr>
                <p:grpSpPr>
                  <a:xfrm>
                    <a:off x="1980734" y="3473931"/>
                    <a:ext cx="1505416" cy="276974"/>
                    <a:chOff x="4194668" y="3607669"/>
                    <a:chExt cx="1105960" cy="276974"/>
                  </a:xfrm>
                </p:grpSpPr>
                <p:sp>
                  <p:nvSpPr>
                    <p:cNvPr id="274" name="四角形: 角を丸くする 273">
                      <a:extLst>
                        <a:ext uri="{FF2B5EF4-FFF2-40B4-BE49-F238E27FC236}">
                          <a16:creationId xmlns:a16="http://schemas.microsoft.com/office/drawing/2014/main" id="{98A94A0B-7D92-E819-C75F-11787018B6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5" name="図 274">
                      <a:extLst>
                        <a:ext uri="{FF2B5EF4-FFF2-40B4-BE49-F238E27FC236}">
                          <a16:creationId xmlns:a16="http://schemas.microsoft.com/office/drawing/2014/main" id="{69CC4EE0-DFA8-D9BB-6DB4-1DB059A214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3" name="テキスト ボックス 272">
                    <a:extLst>
                      <a:ext uri="{FF2B5EF4-FFF2-40B4-BE49-F238E27FC236}">
                        <a16:creationId xmlns:a16="http://schemas.microsoft.com/office/drawing/2014/main" id="{8A21AA7F-5D38-C7F0-D45E-744B3AD4E8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5" name="グループ化 114">
              <a:extLst>
                <a:ext uri="{FF2B5EF4-FFF2-40B4-BE49-F238E27FC236}">
                  <a16:creationId xmlns:a16="http://schemas.microsoft.com/office/drawing/2014/main" id="{ED85B878-2678-B9D1-59BC-65DE92F1E4EC}"/>
                </a:ext>
              </a:extLst>
            </p:cNvPr>
            <p:cNvGrpSpPr/>
            <p:nvPr/>
          </p:nvGrpSpPr>
          <p:grpSpPr>
            <a:xfrm>
              <a:off x="8962119" y="5308217"/>
              <a:ext cx="2561811" cy="632926"/>
              <a:chOff x="8957885" y="4574183"/>
              <a:chExt cx="2561811" cy="632926"/>
            </a:xfrm>
          </p:grpSpPr>
          <p:sp>
            <p:nvSpPr>
              <p:cNvPr id="194" name="楕円 193">
                <a:extLst>
                  <a:ext uri="{FF2B5EF4-FFF2-40B4-BE49-F238E27FC236}">
                    <a16:creationId xmlns:a16="http://schemas.microsoft.com/office/drawing/2014/main" id="{1538D95C-9AD3-B975-BAEF-42A83814147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5" name="四角形: 角を丸くする 194">
                <a:extLst>
                  <a:ext uri="{FF2B5EF4-FFF2-40B4-BE49-F238E27FC236}">
                    <a16:creationId xmlns:a16="http://schemas.microsoft.com/office/drawing/2014/main" id="{6C6D4E15-648E-D02B-C015-0512A625A8C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6" name="グループ化 195">
                <a:extLst>
                  <a:ext uri="{FF2B5EF4-FFF2-40B4-BE49-F238E27FC236}">
                    <a16:creationId xmlns:a16="http://schemas.microsoft.com/office/drawing/2014/main" id="{DD6072E4-C408-AA99-A5D6-7BE4FFED4DF1}"/>
                  </a:ext>
                </a:extLst>
              </p:cNvPr>
              <p:cNvGrpSpPr/>
              <p:nvPr/>
            </p:nvGrpSpPr>
            <p:grpSpPr>
              <a:xfrm>
                <a:off x="9498429" y="4598805"/>
                <a:ext cx="1505416" cy="601824"/>
                <a:chOff x="1980734" y="3149081"/>
                <a:chExt cx="1505416" cy="601824"/>
              </a:xfrm>
            </p:grpSpPr>
            <p:sp>
              <p:nvSpPr>
                <p:cNvPr id="240" name="楕円 239">
                  <a:extLst>
                    <a:ext uri="{FF2B5EF4-FFF2-40B4-BE49-F238E27FC236}">
                      <a16:creationId xmlns:a16="http://schemas.microsoft.com/office/drawing/2014/main" id="{19B0E52D-A568-F2A3-26C8-95A1EE31D8A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1" name="グループ化 240">
                  <a:extLst>
                    <a:ext uri="{FF2B5EF4-FFF2-40B4-BE49-F238E27FC236}">
                      <a16:creationId xmlns:a16="http://schemas.microsoft.com/office/drawing/2014/main" id="{A530882D-0A11-78DF-2D26-C738E4C4EE6B}"/>
                    </a:ext>
                  </a:extLst>
                </p:cNvPr>
                <p:cNvGrpSpPr/>
                <p:nvPr/>
              </p:nvGrpSpPr>
              <p:grpSpPr>
                <a:xfrm>
                  <a:off x="1980734" y="3175652"/>
                  <a:ext cx="1505416" cy="575253"/>
                  <a:chOff x="1980734" y="3175652"/>
                  <a:chExt cx="1505416" cy="575253"/>
                </a:xfrm>
              </p:grpSpPr>
              <p:grpSp>
                <p:nvGrpSpPr>
                  <p:cNvPr id="242" name="グループ化 241">
                    <a:extLst>
                      <a:ext uri="{FF2B5EF4-FFF2-40B4-BE49-F238E27FC236}">
                        <a16:creationId xmlns:a16="http://schemas.microsoft.com/office/drawing/2014/main" id="{7D85C1FE-06CF-10A8-ED76-CB24EE9E1E96}"/>
                      </a:ext>
                    </a:extLst>
                  </p:cNvPr>
                  <p:cNvGrpSpPr/>
                  <p:nvPr/>
                </p:nvGrpSpPr>
                <p:grpSpPr>
                  <a:xfrm>
                    <a:off x="1980734" y="3473931"/>
                    <a:ext cx="1505416" cy="276974"/>
                    <a:chOff x="4194668" y="3607669"/>
                    <a:chExt cx="1105960" cy="276974"/>
                  </a:xfrm>
                </p:grpSpPr>
                <p:sp>
                  <p:nvSpPr>
                    <p:cNvPr id="244" name="四角形: 角を丸くする 243">
                      <a:extLst>
                        <a:ext uri="{FF2B5EF4-FFF2-40B4-BE49-F238E27FC236}">
                          <a16:creationId xmlns:a16="http://schemas.microsoft.com/office/drawing/2014/main" id="{39E60EFD-6EDA-7377-6207-3EC3153351D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5" name="図 244">
                      <a:extLst>
                        <a:ext uri="{FF2B5EF4-FFF2-40B4-BE49-F238E27FC236}">
                          <a16:creationId xmlns:a16="http://schemas.microsoft.com/office/drawing/2014/main" id="{FF065FD6-2F96-A511-6772-3F4AFC218A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3" name="テキスト ボックス 242">
                    <a:extLst>
                      <a:ext uri="{FF2B5EF4-FFF2-40B4-BE49-F238E27FC236}">
                        <a16:creationId xmlns:a16="http://schemas.microsoft.com/office/drawing/2014/main" id="{264CEA5A-8D21-5E33-0329-5E825061DE8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AF7BB3EB-1614-7F49-24FC-93541A8BEC5A}"/>
                </a:ext>
              </a:extLst>
            </p:cNvPr>
            <p:cNvGrpSpPr/>
            <p:nvPr/>
          </p:nvGrpSpPr>
          <p:grpSpPr>
            <a:xfrm>
              <a:off x="8962119" y="1639574"/>
              <a:ext cx="2561811" cy="632926"/>
              <a:chOff x="8957885" y="4574183"/>
              <a:chExt cx="2561811" cy="632926"/>
            </a:xfrm>
          </p:grpSpPr>
          <p:sp>
            <p:nvSpPr>
              <p:cNvPr id="182" name="楕円 181">
                <a:extLst>
                  <a:ext uri="{FF2B5EF4-FFF2-40B4-BE49-F238E27FC236}">
                    <a16:creationId xmlns:a16="http://schemas.microsoft.com/office/drawing/2014/main" id="{DCB9F224-7826-69B3-F22B-DAF34BBCA53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4" name="四角形: 角を丸くする 183">
                <a:extLst>
                  <a:ext uri="{FF2B5EF4-FFF2-40B4-BE49-F238E27FC236}">
                    <a16:creationId xmlns:a16="http://schemas.microsoft.com/office/drawing/2014/main" id="{E7C8FF41-BD40-B43C-102F-7733EB5ADE8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7" name="グループ化 186">
                <a:extLst>
                  <a:ext uri="{FF2B5EF4-FFF2-40B4-BE49-F238E27FC236}">
                    <a16:creationId xmlns:a16="http://schemas.microsoft.com/office/drawing/2014/main" id="{B1B6B039-9CCC-2478-EB48-FE467F8369A7}"/>
                  </a:ext>
                </a:extLst>
              </p:cNvPr>
              <p:cNvGrpSpPr/>
              <p:nvPr/>
            </p:nvGrpSpPr>
            <p:grpSpPr>
              <a:xfrm>
                <a:off x="9498429" y="4598805"/>
                <a:ext cx="1505416" cy="601824"/>
                <a:chOff x="1980734" y="3149081"/>
                <a:chExt cx="1505416" cy="601824"/>
              </a:xfrm>
            </p:grpSpPr>
            <p:sp>
              <p:nvSpPr>
                <p:cNvPr id="188" name="楕円 187">
                  <a:extLst>
                    <a:ext uri="{FF2B5EF4-FFF2-40B4-BE49-F238E27FC236}">
                      <a16:creationId xmlns:a16="http://schemas.microsoft.com/office/drawing/2014/main" id="{DC39CFC4-D417-12EB-CDE2-9FC10F9BD68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9" name="グループ化 188">
                  <a:extLst>
                    <a:ext uri="{FF2B5EF4-FFF2-40B4-BE49-F238E27FC236}">
                      <a16:creationId xmlns:a16="http://schemas.microsoft.com/office/drawing/2014/main" id="{5B8EFC06-D932-813D-073A-FCE5F8615452}"/>
                    </a:ext>
                  </a:extLst>
                </p:cNvPr>
                <p:cNvGrpSpPr/>
                <p:nvPr/>
              </p:nvGrpSpPr>
              <p:grpSpPr>
                <a:xfrm>
                  <a:off x="1980734" y="3175652"/>
                  <a:ext cx="1505416" cy="575253"/>
                  <a:chOff x="1980734" y="3175652"/>
                  <a:chExt cx="1505416" cy="575253"/>
                </a:xfrm>
              </p:grpSpPr>
              <p:grpSp>
                <p:nvGrpSpPr>
                  <p:cNvPr id="190" name="グループ化 189">
                    <a:extLst>
                      <a:ext uri="{FF2B5EF4-FFF2-40B4-BE49-F238E27FC236}">
                        <a16:creationId xmlns:a16="http://schemas.microsoft.com/office/drawing/2014/main" id="{F3FAABB8-4520-3F6C-7BCC-73274AF89D58}"/>
                      </a:ext>
                    </a:extLst>
                  </p:cNvPr>
                  <p:cNvGrpSpPr/>
                  <p:nvPr/>
                </p:nvGrpSpPr>
                <p:grpSpPr>
                  <a:xfrm>
                    <a:off x="1980734" y="3473931"/>
                    <a:ext cx="1505416" cy="276974"/>
                    <a:chOff x="4194668" y="3607669"/>
                    <a:chExt cx="1105960" cy="276974"/>
                  </a:xfrm>
                </p:grpSpPr>
                <p:sp>
                  <p:nvSpPr>
                    <p:cNvPr id="192" name="四角形: 角を丸くする 191">
                      <a:extLst>
                        <a:ext uri="{FF2B5EF4-FFF2-40B4-BE49-F238E27FC236}">
                          <a16:creationId xmlns:a16="http://schemas.microsoft.com/office/drawing/2014/main" id="{7F1AB471-F1EB-6D52-CD5C-E88051273F6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3" name="図 192">
                      <a:extLst>
                        <a:ext uri="{FF2B5EF4-FFF2-40B4-BE49-F238E27FC236}">
                          <a16:creationId xmlns:a16="http://schemas.microsoft.com/office/drawing/2014/main" id="{8C05ABB8-81B4-0906-DAD4-7311D53F6C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1" name="テキスト ボックス 190">
                    <a:extLst>
                      <a:ext uri="{FF2B5EF4-FFF2-40B4-BE49-F238E27FC236}">
                        <a16:creationId xmlns:a16="http://schemas.microsoft.com/office/drawing/2014/main" id="{1A3081D2-3BDE-FCD1-B3B2-5221F137ACE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036F60A7-8D7A-9118-24BF-EE984A7DDD07}"/>
                </a:ext>
              </a:extLst>
            </p:cNvPr>
            <p:cNvGrpSpPr/>
            <p:nvPr/>
          </p:nvGrpSpPr>
          <p:grpSpPr>
            <a:xfrm>
              <a:off x="8962119" y="2373303"/>
              <a:ext cx="2561811" cy="632926"/>
              <a:chOff x="8957885" y="4574183"/>
              <a:chExt cx="2561811" cy="632926"/>
            </a:xfrm>
          </p:grpSpPr>
          <p:sp>
            <p:nvSpPr>
              <p:cNvPr id="156" name="楕円 155">
                <a:extLst>
                  <a:ext uri="{FF2B5EF4-FFF2-40B4-BE49-F238E27FC236}">
                    <a16:creationId xmlns:a16="http://schemas.microsoft.com/office/drawing/2014/main" id="{E64D3044-1601-4382-2EB2-643B1EAE210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7" name="四角形: 角を丸くする 156">
                <a:extLst>
                  <a:ext uri="{FF2B5EF4-FFF2-40B4-BE49-F238E27FC236}">
                    <a16:creationId xmlns:a16="http://schemas.microsoft.com/office/drawing/2014/main" id="{8F67787A-E18D-A1C2-9164-469270993AD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8" name="グループ化 157">
                <a:extLst>
                  <a:ext uri="{FF2B5EF4-FFF2-40B4-BE49-F238E27FC236}">
                    <a16:creationId xmlns:a16="http://schemas.microsoft.com/office/drawing/2014/main" id="{D1702664-449B-A5EC-7660-08A0CB278C25}"/>
                  </a:ext>
                </a:extLst>
              </p:cNvPr>
              <p:cNvGrpSpPr/>
              <p:nvPr/>
            </p:nvGrpSpPr>
            <p:grpSpPr>
              <a:xfrm>
                <a:off x="9498429" y="4598805"/>
                <a:ext cx="1505416" cy="601824"/>
                <a:chOff x="1980734" y="3149081"/>
                <a:chExt cx="1505416" cy="601824"/>
              </a:xfrm>
            </p:grpSpPr>
            <p:sp>
              <p:nvSpPr>
                <p:cNvPr id="159" name="楕円 158">
                  <a:extLst>
                    <a:ext uri="{FF2B5EF4-FFF2-40B4-BE49-F238E27FC236}">
                      <a16:creationId xmlns:a16="http://schemas.microsoft.com/office/drawing/2014/main" id="{F394350A-EE8C-5465-05BC-5D5306EE455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0" name="グループ化 159">
                  <a:extLst>
                    <a:ext uri="{FF2B5EF4-FFF2-40B4-BE49-F238E27FC236}">
                      <a16:creationId xmlns:a16="http://schemas.microsoft.com/office/drawing/2014/main" id="{59F6B9B3-6E95-2711-5162-F0C9207482CD}"/>
                    </a:ext>
                  </a:extLst>
                </p:cNvPr>
                <p:cNvGrpSpPr/>
                <p:nvPr/>
              </p:nvGrpSpPr>
              <p:grpSpPr>
                <a:xfrm>
                  <a:off x="1980734" y="3175652"/>
                  <a:ext cx="1505416" cy="575253"/>
                  <a:chOff x="1980734" y="3175652"/>
                  <a:chExt cx="1505416" cy="575253"/>
                </a:xfrm>
              </p:grpSpPr>
              <p:grpSp>
                <p:nvGrpSpPr>
                  <p:cNvPr id="161" name="グループ化 160">
                    <a:extLst>
                      <a:ext uri="{FF2B5EF4-FFF2-40B4-BE49-F238E27FC236}">
                        <a16:creationId xmlns:a16="http://schemas.microsoft.com/office/drawing/2014/main" id="{8221B1C0-7D5A-CD2B-92B0-3E2780D495DC}"/>
                      </a:ext>
                    </a:extLst>
                  </p:cNvPr>
                  <p:cNvGrpSpPr/>
                  <p:nvPr/>
                </p:nvGrpSpPr>
                <p:grpSpPr>
                  <a:xfrm>
                    <a:off x="1980734" y="3473931"/>
                    <a:ext cx="1505416" cy="276974"/>
                    <a:chOff x="4194668" y="3607669"/>
                    <a:chExt cx="1105960" cy="276974"/>
                  </a:xfrm>
                </p:grpSpPr>
                <p:sp>
                  <p:nvSpPr>
                    <p:cNvPr id="177" name="四角形: 角を丸くする 176">
                      <a:extLst>
                        <a:ext uri="{FF2B5EF4-FFF2-40B4-BE49-F238E27FC236}">
                          <a16:creationId xmlns:a16="http://schemas.microsoft.com/office/drawing/2014/main" id="{F4FE8940-9A65-B01C-C9B3-2495B07C6D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78" name="図 177">
                      <a:extLst>
                        <a:ext uri="{FF2B5EF4-FFF2-40B4-BE49-F238E27FC236}">
                          <a16:creationId xmlns:a16="http://schemas.microsoft.com/office/drawing/2014/main" id="{CA58B7EA-F9EA-C483-8D11-C1E99C96BC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3" name="テキスト ボックス 172">
                    <a:extLst>
                      <a:ext uri="{FF2B5EF4-FFF2-40B4-BE49-F238E27FC236}">
                        <a16:creationId xmlns:a16="http://schemas.microsoft.com/office/drawing/2014/main" id="{45AFE47B-332E-B48E-4DCD-CF002EF01CE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28B41AF3-8F7F-27FE-867C-A14AD4AD9E69}"/>
                </a:ext>
              </a:extLst>
            </p:cNvPr>
            <p:cNvGrpSpPr/>
            <p:nvPr/>
          </p:nvGrpSpPr>
          <p:grpSpPr>
            <a:xfrm>
              <a:off x="8962119" y="3107032"/>
              <a:ext cx="2561811" cy="632926"/>
              <a:chOff x="8957885" y="4574183"/>
              <a:chExt cx="2561811" cy="632926"/>
            </a:xfrm>
          </p:grpSpPr>
          <p:sp>
            <p:nvSpPr>
              <p:cNvPr id="144" name="楕円 143">
                <a:extLst>
                  <a:ext uri="{FF2B5EF4-FFF2-40B4-BE49-F238E27FC236}">
                    <a16:creationId xmlns:a16="http://schemas.microsoft.com/office/drawing/2014/main" id="{3755FDAA-FA1C-2B29-B04B-39AC21804A2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9127BD44-9632-DE9B-EBA3-2B8F54CAB83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E7D8B6E8-C7A7-F7EE-BD5B-55F361AE0080}"/>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9566C69C-005C-9C8E-CD53-07F3FA97706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CE388BC6-80A9-8C7B-22D7-363956C331FD}"/>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17DCDD60-2FC8-C88A-773C-85F5214EC46D}"/>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7D33116B-5CA6-0DDA-C393-9FD7BC2256E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9C042C16-1F5C-1852-C985-9BC5EF0008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3E1B2F13-A9DB-E7FF-F01C-BC86043BB4E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5D1E0DE6-F5E8-DB6B-AD82-25B6444009E7}"/>
                </a:ext>
              </a:extLst>
            </p:cNvPr>
            <p:cNvGrpSpPr/>
            <p:nvPr/>
          </p:nvGrpSpPr>
          <p:grpSpPr>
            <a:xfrm>
              <a:off x="8962119" y="3840761"/>
              <a:ext cx="2561811" cy="632926"/>
              <a:chOff x="8957885" y="4574183"/>
              <a:chExt cx="2561811" cy="632926"/>
            </a:xfrm>
          </p:grpSpPr>
          <p:sp>
            <p:nvSpPr>
              <p:cNvPr id="133" name="楕円 132">
                <a:extLst>
                  <a:ext uri="{FF2B5EF4-FFF2-40B4-BE49-F238E27FC236}">
                    <a16:creationId xmlns:a16="http://schemas.microsoft.com/office/drawing/2014/main" id="{3103C75A-EBD7-C365-F062-D700411D8F2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F5F854A0-C2B5-48DE-785D-4E004F16E97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826A4CD2-E498-1A21-8AB9-052A1BB7DB37}"/>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94844FCF-5E39-C8B1-ED6C-A0E49FCC833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33D41DA3-21A6-4F6E-3C9E-F5E1A863CF1B}"/>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23002E15-DAA5-544C-7954-7393CAB39E1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1595121A-22D8-D920-C1F6-AA2D0EFC4F1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8E4867A9-4C87-2412-ECDE-0B6ACFD1A5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158AFF81-4E3E-91CC-C02A-0AA3F2F9E55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CD594424-5C88-4D89-44FF-9E4C2AA0D107}"/>
                </a:ext>
              </a:extLst>
            </p:cNvPr>
            <p:cNvGrpSpPr/>
            <p:nvPr/>
          </p:nvGrpSpPr>
          <p:grpSpPr>
            <a:xfrm>
              <a:off x="8962119" y="4574490"/>
              <a:ext cx="2561811" cy="632926"/>
              <a:chOff x="8957885" y="4574183"/>
              <a:chExt cx="2561811" cy="632926"/>
            </a:xfrm>
          </p:grpSpPr>
          <p:sp>
            <p:nvSpPr>
              <p:cNvPr id="122" name="楕円 121">
                <a:extLst>
                  <a:ext uri="{FF2B5EF4-FFF2-40B4-BE49-F238E27FC236}">
                    <a16:creationId xmlns:a16="http://schemas.microsoft.com/office/drawing/2014/main" id="{CFE5AB77-D942-C70D-5517-A753A28FFF3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3" name="四角形: 角を丸くする 122">
                <a:extLst>
                  <a:ext uri="{FF2B5EF4-FFF2-40B4-BE49-F238E27FC236}">
                    <a16:creationId xmlns:a16="http://schemas.microsoft.com/office/drawing/2014/main" id="{ACC5C726-CC44-DBDA-F353-7F57DD55DA8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4" name="グループ化 123">
                <a:extLst>
                  <a:ext uri="{FF2B5EF4-FFF2-40B4-BE49-F238E27FC236}">
                    <a16:creationId xmlns:a16="http://schemas.microsoft.com/office/drawing/2014/main" id="{26F9FFFC-56A8-2284-17CF-85DC824A967B}"/>
                  </a:ext>
                </a:extLst>
              </p:cNvPr>
              <p:cNvGrpSpPr/>
              <p:nvPr/>
            </p:nvGrpSpPr>
            <p:grpSpPr>
              <a:xfrm>
                <a:off x="9498429" y="4598805"/>
                <a:ext cx="1505416" cy="601824"/>
                <a:chOff x="1980734" y="3149081"/>
                <a:chExt cx="1505416" cy="601824"/>
              </a:xfrm>
            </p:grpSpPr>
            <p:sp>
              <p:nvSpPr>
                <p:cNvPr id="127" name="楕円 126">
                  <a:extLst>
                    <a:ext uri="{FF2B5EF4-FFF2-40B4-BE49-F238E27FC236}">
                      <a16:creationId xmlns:a16="http://schemas.microsoft.com/office/drawing/2014/main" id="{59D2995E-C884-B236-6B66-3BA3FF572BC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8" name="グループ化 127">
                  <a:extLst>
                    <a:ext uri="{FF2B5EF4-FFF2-40B4-BE49-F238E27FC236}">
                      <a16:creationId xmlns:a16="http://schemas.microsoft.com/office/drawing/2014/main" id="{36C5B2C7-C386-6CB8-CF92-A14BDA743358}"/>
                    </a:ext>
                  </a:extLst>
                </p:cNvPr>
                <p:cNvGrpSpPr/>
                <p:nvPr/>
              </p:nvGrpSpPr>
              <p:grpSpPr>
                <a:xfrm>
                  <a:off x="1980734" y="3175652"/>
                  <a:ext cx="1505416" cy="575253"/>
                  <a:chOff x="1980734" y="3175652"/>
                  <a:chExt cx="1505416" cy="575253"/>
                </a:xfrm>
              </p:grpSpPr>
              <p:grpSp>
                <p:nvGrpSpPr>
                  <p:cNvPr id="129" name="グループ化 128">
                    <a:extLst>
                      <a:ext uri="{FF2B5EF4-FFF2-40B4-BE49-F238E27FC236}">
                        <a16:creationId xmlns:a16="http://schemas.microsoft.com/office/drawing/2014/main" id="{538004E6-6E3F-DE48-DF09-7806E4041BA7}"/>
                      </a:ext>
                    </a:extLst>
                  </p:cNvPr>
                  <p:cNvGrpSpPr/>
                  <p:nvPr/>
                </p:nvGrpSpPr>
                <p:grpSpPr>
                  <a:xfrm>
                    <a:off x="1980734" y="3473931"/>
                    <a:ext cx="1505416" cy="276974"/>
                    <a:chOff x="4194668" y="3607669"/>
                    <a:chExt cx="1105960" cy="276974"/>
                  </a:xfrm>
                </p:grpSpPr>
                <p:sp>
                  <p:nvSpPr>
                    <p:cNvPr id="131" name="四角形: 角を丸くする 130">
                      <a:extLst>
                        <a:ext uri="{FF2B5EF4-FFF2-40B4-BE49-F238E27FC236}">
                          <a16:creationId xmlns:a16="http://schemas.microsoft.com/office/drawing/2014/main" id="{F1EDE03A-E005-2F91-622B-EDFA4843C8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2" name="図 131">
                      <a:extLst>
                        <a:ext uri="{FF2B5EF4-FFF2-40B4-BE49-F238E27FC236}">
                          <a16:creationId xmlns:a16="http://schemas.microsoft.com/office/drawing/2014/main" id="{C63CC677-6140-28DF-D948-99CE239A5D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0" name="テキスト ボックス 129">
                    <a:extLst>
                      <a:ext uri="{FF2B5EF4-FFF2-40B4-BE49-F238E27FC236}">
                        <a16:creationId xmlns:a16="http://schemas.microsoft.com/office/drawing/2014/main" id="{6211A176-D0CE-2124-2027-C844E547B3E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正方形/長方形 3">
            <a:extLst>
              <a:ext uri="{FF2B5EF4-FFF2-40B4-BE49-F238E27FC236}">
                <a16:creationId xmlns:a16="http://schemas.microsoft.com/office/drawing/2014/main" id="{069F4588-0F9A-09C9-0E97-3F67659BFC00}"/>
              </a:ext>
            </a:extLst>
          </p:cNvPr>
          <p:cNvSpPr/>
          <p:nvPr/>
        </p:nvSpPr>
        <p:spPr>
          <a:xfrm>
            <a:off x="0" y="1599433"/>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2" name="グループ化 81">
            <a:extLst>
              <a:ext uri="{FF2B5EF4-FFF2-40B4-BE49-F238E27FC236}">
                <a16:creationId xmlns:a16="http://schemas.microsoft.com/office/drawing/2014/main" id="{4218D00D-5D31-4621-AB27-A5E9E308E582}"/>
              </a:ext>
            </a:extLst>
          </p:cNvPr>
          <p:cNvGrpSpPr/>
          <p:nvPr/>
        </p:nvGrpSpPr>
        <p:grpSpPr>
          <a:xfrm>
            <a:off x="1644062" y="1812106"/>
            <a:ext cx="8903876" cy="3233789"/>
            <a:chOff x="1644062" y="1960958"/>
            <a:chExt cx="8903876" cy="3233789"/>
          </a:xfrm>
        </p:grpSpPr>
        <p:sp>
          <p:nvSpPr>
            <p:cNvPr id="25" name="テキスト ボックス 24">
              <a:extLst>
                <a:ext uri="{FF2B5EF4-FFF2-40B4-BE49-F238E27FC236}">
                  <a16:creationId xmlns:a16="http://schemas.microsoft.com/office/drawing/2014/main" id="{582629C0-14EA-6722-6DC5-95191E83BDD9}"/>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3" name="平行四辺形 32">
              <a:extLst>
                <a:ext uri="{FF2B5EF4-FFF2-40B4-BE49-F238E27FC236}">
                  <a16:creationId xmlns:a16="http://schemas.microsoft.com/office/drawing/2014/main" id="{1BECAE43-D797-542C-E3BE-FCABA8A4EC9C}"/>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43" name="グループ化 42">
              <a:extLst>
                <a:ext uri="{FF2B5EF4-FFF2-40B4-BE49-F238E27FC236}">
                  <a16:creationId xmlns:a16="http://schemas.microsoft.com/office/drawing/2014/main" id="{ADE45F89-22A8-7DFE-4C4D-90C0A093D125}"/>
                </a:ext>
              </a:extLst>
            </p:cNvPr>
            <p:cNvGrpSpPr/>
            <p:nvPr/>
          </p:nvGrpSpPr>
          <p:grpSpPr>
            <a:xfrm>
              <a:off x="4954530" y="4393456"/>
              <a:ext cx="2324674" cy="801291"/>
              <a:chOff x="8047249" y="4431717"/>
              <a:chExt cx="2324674" cy="801291"/>
            </a:xfrm>
          </p:grpSpPr>
          <p:sp>
            <p:nvSpPr>
              <p:cNvPr id="79" name="矢印: 五方向 78">
                <a:extLst>
                  <a:ext uri="{FF2B5EF4-FFF2-40B4-BE49-F238E27FC236}">
                    <a16:creationId xmlns:a16="http://schemas.microsoft.com/office/drawing/2014/main" id="{05C5EB6F-DBAB-AC17-56E4-73EE93F90374}"/>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97" name="テキスト ボックス 96">
                <a:extLst>
                  <a:ext uri="{FF2B5EF4-FFF2-40B4-BE49-F238E27FC236}">
                    <a16:creationId xmlns:a16="http://schemas.microsoft.com/office/drawing/2014/main" id="{43DBB9D4-AB67-EB99-3DFD-0430E5801B8A}"/>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grpSp>
      <p:sp>
        <p:nvSpPr>
          <p:cNvPr id="278" name="平行四辺形 277">
            <a:extLst>
              <a:ext uri="{FF2B5EF4-FFF2-40B4-BE49-F238E27FC236}">
                <a16:creationId xmlns:a16="http://schemas.microsoft.com/office/drawing/2014/main" id="{B0A8E585-8498-4F26-4F73-CEDCF5F2AD4A}"/>
              </a:ext>
            </a:extLst>
          </p:cNvPr>
          <p:cNvSpPr/>
          <p:nvPr/>
        </p:nvSpPr>
        <p:spPr>
          <a:xfrm>
            <a:off x="1719571" y="293567"/>
            <a:ext cx="3071504"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latin typeface="BIZ UDP明朝 Medium" panose="02020500000000000000" pitchFamily="18" charset="-128"/>
                <a:ea typeface="BIZ UDP明朝 Medium" panose="02020500000000000000" pitchFamily="18" charset="-128"/>
              </a:rPr>
              <a:t>FLIP</a:t>
            </a:r>
            <a:endParaRPr kumimoji="1" lang="ja-JP" altLang="en-US" sz="1600" b="1" dirty="0">
              <a:latin typeface="BIZ UDP明朝 Medium" panose="02020500000000000000" pitchFamily="18" charset="-128"/>
              <a:ea typeface="BIZ UDP明朝 Medium" panose="02020500000000000000" pitchFamily="18" charset="-128"/>
            </a:endParaRPr>
          </a:p>
        </p:txBody>
      </p:sp>
      <p:sp>
        <p:nvSpPr>
          <p:cNvPr id="283" name="テキスト ボックス 282">
            <a:extLst>
              <a:ext uri="{FF2B5EF4-FFF2-40B4-BE49-F238E27FC236}">
                <a16:creationId xmlns:a16="http://schemas.microsoft.com/office/drawing/2014/main" id="{CE74B8F5-282A-AB5E-E8F3-CCF27DE0F451}"/>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84" name="テキスト ボックス 283">
            <a:extLst>
              <a:ext uri="{FF2B5EF4-FFF2-40B4-BE49-F238E27FC236}">
                <a16:creationId xmlns:a16="http://schemas.microsoft.com/office/drawing/2014/main" id="{3426228C-9EAC-F42A-C715-378A2CC2F4F6}"/>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83" name="グループ化 82">
            <a:extLst>
              <a:ext uri="{FF2B5EF4-FFF2-40B4-BE49-F238E27FC236}">
                <a16:creationId xmlns:a16="http://schemas.microsoft.com/office/drawing/2014/main" id="{310F7A83-4F52-D59B-BE9C-089441FD4172}"/>
              </a:ext>
            </a:extLst>
          </p:cNvPr>
          <p:cNvGrpSpPr/>
          <p:nvPr/>
        </p:nvGrpSpPr>
        <p:grpSpPr>
          <a:xfrm>
            <a:off x="1671536" y="1815303"/>
            <a:ext cx="8890664" cy="2447230"/>
            <a:chOff x="1671536" y="1960958"/>
            <a:chExt cx="8890664" cy="2447230"/>
          </a:xfrm>
        </p:grpSpPr>
        <p:grpSp>
          <p:nvGrpSpPr>
            <p:cNvPr id="84" name="グループ化 83">
              <a:extLst>
                <a:ext uri="{FF2B5EF4-FFF2-40B4-BE49-F238E27FC236}">
                  <a16:creationId xmlns:a16="http://schemas.microsoft.com/office/drawing/2014/main" id="{6BA77D92-0B29-B24F-D724-C0B1CC72DA2F}"/>
                </a:ext>
              </a:extLst>
            </p:cNvPr>
            <p:cNvGrpSpPr/>
            <p:nvPr/>
          </p:nvGrpSpPr>
          <p:grpSpPr>
            <a:xfrm>
              <a:off x="1671536" y="3433848"/>
              <a:ext cx="8890664" cy="974340"/>
              <a:chOff x="1719571" y="215382"/>
              <a:chExt cx="3888059" cy="426098"/>
            </a:xfrm>
          </p:grpSpPr>
          <p:sp>
            <p:nvSpPr>
              <p:cNvPr id="86" name="平行四辺形 85">
                <a:extLst>
                  <a:ext uri="{FF2B5EF4-FFF2-40B4-BE49-F238E27FC236}">
                    <a16:creationId xmlns:a16="http://schemas.microsoft.com/office/drawing/2014/main" id="{188CDC46-5A4C-6E35-E437-0C5EC8F3352D}"/>
                  </a:ext>
                </a:extLst>
              </p:cNvPr>
              <p:cNvSpPr/>
              <p:nvPr/>
            </p:nvSpPr>
            <p:spPr>
              <a:xfrm>
                <a:off x="171957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平行四辺形 86">
                <a:extLst>
                  <a:ext uri="{FF2B5EF4-FFF2-40B4-BE49-F238E27FC236}">
                    <a16:creationId xmlns:a16="http://schemas.microsoft.com/office/drawing/2014/main" id="{7110CFB3-D356-1C95-2E36-EC57AFBF8D07}"/>
                  </a:ext>
                </a:extLst>
              </p:cNvPr>
              <p:cNvSpPr/>
              <p:nvPr/>
            </p:nvSpPr>
            <p:spPr>
              <a:xfrm>
                <a:off x="247766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平行四辺形 90">
                <a:extLst>
                  <a:ext uri="{FF2B5EF4-FFF2-40B4-BE49-F238E27FC236}">
                    <a16:creationId xmlns:a16="http://schemas.microsoft.com/office/drawing/2014/main" id="{6A788D8E-CC8E-6D46-D4A8-8691DA5934E1}"/>
                  </a:ext>
                </a:extLst>
              </p:cNvPr>
              <p:cNvSpPr/>
              <p:nvPr/>
            </p:nvSpPr>
            <p:spPr>
              <a:xfrm>
                <a:off x="323576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5" name="平行四辺形 174">
                <a:extLst>
                  <a:ext uri="{FF2B5EF4-FFF2-40B4-BE49-F238E27FC236}">
                    <a16:creationId xmlns:a16="http://schemas.microsoft.com/office/drawing/2014/main" id="{4DFD2B6A-61AA-D6CB-B206-A9004A2D6080}"/>
                  </a:ext>
                </a:extLst>
              </p:cNvPr>
              <p:cNvSpPr/>
              <p:nvPr/>
            </p:nvSpPr>
            <p:spPr>
              <a:xfrm>
                <a:off x="399385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 name="平行四辺形 179">
                <a:extLst>
                  <a:ext uri="{FF2B5EF4-FFF2-40B4-BE49-F238E27FC236}">
                    <a16:creationId xmlns:a16="http://schemas.microsoft.com/office/drawing/2014/main" id="{590D42B8-ED3C-8ADD-5F62-0A3322AA5E1D}"/>
                  </a:ext>
                </a:extLst>
              </p:cNvPr>
              <p:cNvSpPr/>
              <p:nvPr/>
            </p:nvSpPr>
            <p:spPr>
              <a:xfrm>
                <a:off x="475195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85" name="テキスト ボックス 84">
              <a:extLst>
                <a:ext uri="{FF2B5EF4-FFF2-40B4-BE49-F238E27FC236}">
                  <a16:creationId xmlns:a16="http://schemas.microsoft.com/office/drawing/2014/main" id="{19E53ECE-B6C9-FF4B-7F83-C1D91A134CB5}"/>
                </a:ext>
              </a:extLst>
            </p:cNvPr>
            <p:cNvSpPr txBox="1"/>
            <p:nvPr/>
          </p:nvSpPr>
          <p:spPr>
            <a:xfrm>
              <a:off x="4282872" y="1960958"/>
              <a:ext cx="3667992"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ゲージ</a:t>
              </a: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MAX</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1665014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3"/>
                                        </p:tgtEl>
                                        <p:attrNameLst>
                                          <p:attrName>style.visibility</p:attrName>
                                        </p:attrNameLst>
                                      </p:cBhvr>
                                      <p:to>
                                        <p:strVal val="visible"/>
                                      </p:to>
                                    </p:set>
                                    <p:animEffect transition="in" filter="fade">
                                      <p:cBhvr>
                                        <p:cTn id="10" dur="750"/>
                                        <p:tgtEl>
                                          <p:spTgt spid="83"/>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xit" presetSubtype="10" fill="hold" nodeType="clickEffect">
                                  <p:stCondLst>
                                    <p:cond delay="500"/>
                                  </p:stCondLst>
                                  <p:childTnLst>
                                    <p:animEffect transition="out" filter="randombar(horizontal)">
                                      <p:cBhvr>
                                        <p:cTn id="14" dur="750"/>
                                        <p:tgtEl>
                                          <p:spTgt spid="83"/>
                                        </p:tgtEl>
                                      </p:cBhvr>
                                    </p:animEffect>
                                    <p:set>
                                      <p:cBhvr>
                                        <p:cTn id="15" dur="1" fill="hold">
                                          <p:stCondLst>
                                            <p:cond delay="749"/>
                                          </p:stCondLst>
                                        </p:cTn>
                                        <p:tgtEl>
                                          <p:spTgt spid="83"/>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82"/>
                                        </p:tgtEl>
                                        <p:attrNameLst>
                                          <p:attrName>style.visibility</p:attrName>
                                        </p:attrNameLst>
                                      </p:cBhvr>
                                      <p:to>
                                        <p:strVal val="visible"/>
                                      </p:to>
                                    </p:set>
                                    <p:animEffect transition="in" filter="fade">
                                      <p:cBhvr>
                                        <p:cTn id="20" dur="1250"/>
                                        <p:tgtEl>
                                          <p:spTgt spid="82"/>
                                        </p:tgtEl>
                                      </p:cBhvr>
                                    </p:animEffect>
                                  </p:childTnLst>
                                </p:cTn>
                              </p:par>
                            </p:childTnLst>
                          </p:cTn>
                        </p:par>
                        <p:par>
                          <p:cTn id="21" fill="hold">
                            <p:stCondLst>
                              <p:cond delay="1250"/>
                            </p:stCondLst>
                            <p:childTnLst>
                              <p:par>
                                <p:cTn id="22" presetID="10" presetClass="exit" presetSubtype="0" fill="hold" nodeType="afterEffect">
                                  <p:stCondLst>
                                    <p:cond delay="0"/>
                                  </p:stCondLst>
                                  <p:childTnLst>
                                    <p:animEffect transition="out" filter="fade">
                                      <p:cBhvr>
                                        <p:cTn id="23" dur="750"/>
                                        <p:tgtEl>
                                          <p:spTgt spid="82"/>
                                        </p:tgtEl>
                                      </p:cBhvr>
                                    </p:animEffect>
                                    <p:set>
                                      <p:cBhvr>
                                        <p:cTn id="24" dur="1" fill="hold">
                                          <p:stCondLst>
                                            <p:cond delay="749"/>
                                          </p:stCondLst>
                                        </p:cTn>
                                        <p:tgtEl>
                                          <p:spTgt spid="82"/>
                                        </p:tgtEl>
                                        <p:attrNameLst>
                                          <p:attrName>style.visibility</p:attrName>
                                        </p:attrNameLst>
                                      </p:cBhvr>
                                      <p:to>
                                        <p:strVal val="hidden"/>
                                      </p:to>
                                    </p:set>
                                  </p:childTnLst>
                                </p:cTn>
                              </p:par>
                              <p:par>
                                <p:cTn id="25" presetID="10" presetClass="exit" presetSubtype="0" fill="hold" grpId="1" nodeType="withEffect">
                                  <p:stCondLst>
                                    <p:cond delay="0"/>
                                  </p:stCondLst>
                                  <p:childTnLst>
                                    <p:animEffect transition="out" filter="fade">
                                      <p:cBhvr>
                                        <p:cTn id="26" dur="750"/>
                                        <p:tgtEl>
                                          <p:spTgt spid="4"/>
                                        </p:tgtEl>
                                      </p:cBhvr>
                                    </p:animEffect>
                                    <p:set>
                                      <p:cBhvr>
                                        <p:cTn id="27" dur="1" fill="hold">
                                          <p:stCondLst>
                                            <p:cond delay="749"/>
                                          </p:stCondLst>
                                        </p:cTn>
                                        <p:tgtEl>
                                          <p:spTgt spid="4"/>
                                        </p:tgtEl>
                                        <p:attrNameLst>
                                          <p:attrName>style.visibility</p:attrName>
                                        </p:attrNameLst>
                                      </p:cBhvr>
                                      <p:to>
                                        <p:strVal val="hidden"/>
                                      </p:to>
                                    </p:set>
                                  </p:childTnLst>
                                </p:cTn>
                              </p:par>
                            </p:childTnLst>
                          </p:cTn>
                        </p:par>
                      </p:childTnLst>
                    </p:cTn>
                  </p:par>
                  <p:par>
                    <p:cTn id="28" fill="hold">
                      <p:stCondLst>
                        <p:cond delay="indefinite"/>
                      </p:stCondLst>
                      <p:childTnLst>
                        <p:par>
                          <p:cTn id="29" fill="hold">
                            <p:stCondLst>
                              <p:cond delay="0"/>
                            </p:stCondLst>
                            <p:childTnLst>
                              <p:par>
                                <p:cTn id="30" presetID="26" presetClass="emph" presetSubtype="0" repeatCount="10000" fill="hold" grpId="0" nodeType="clickEffect">
                                  <p:stCondLst>
                                    <p:cond delay="0"/>
                                  </p:stCondLst>
                                  <p:childTnLst>
                                    <p:animEffect transition="out" filter="fade">
                                      <p:cBhvr>
                                        <p:cTn id="31" dur="500" tmFilter="0, 0; .2, .5; .8, .5; 1, 0"/>
                                        <p:tgtEl>
                                          <p:spTgt spid="80"/>
                                        </p:tgtEl>
                                      </p:cBhvr>
                                    </p:animEffect>
                                    <p:animScale>
                                      <p:cBhvr>
                                        <p:cTn id="32" dur="250" autoRev="1" fill="hold"/>
                                        <p:tgtEl>
                                          <p:spTgt spid="80"/>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 grpId="0" animBg="1"/>
      <p:bldP spid="4" grpId="0" animBg="1"/>
      <p:bldP spid="4"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E5B80-C7A1-4B0E-6822-88B8D90B4B52}"/>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2FB77E4A-E9C3-325C-C887-41CEB4E759E3}"/>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回想</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1170935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41D88561-F937-9C08-A4F2-5F937C8283BB}"/>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3014C179-D4AA-0312-B482-D2EBF19287AB}"/>
              </a:ext>
            </a:extLst>
          </p:cNvPr>
          <p:cNvGrpSpPr/>
          <p:nvPr/>
        </p:nvGrpSpPr>
        <p:grpSpPr>
          <a:xfrm>
            <a:off x="431675" y="5645607"/>
            <a:ext cx="11328651" cy="925026"/>
            <a:chOff x="431675" y="5645607"/>
            <a:chExt cx="11328651" cy="925026"/>
          </a:xfrm>
        </p:grpSpPr>
        <p:sp>
          <p:nvSpPr>
            <p:cNvPr id="12" name="四角形: 角を丸くする 11">
              <a:extLst>
                <a:ext uri="{FF2B5EF4-FFF2-40B4-BE49-F238E27FC236}">
                  <a16:creationId xmlns:a16="http://schemas.microsoft.com/office/drawing/2014/main" id="{B16C1101-DEB8-8724-771B-B210C2FC413B}"/>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3" name="四角形: 角を丸くする 12">
              <a:extLst>
                <a:ext uri="{FF2B5EF4-FFF2-40B4-BE49-F238E27FC236}">
                  <a16:creationId xmlns:a16="http://schemas.microsoft.com/office/drawing/2014/main" id="{09D15CE7-64BB-14C0-6637-8DC62D53139A}"/>
                </a:ext>
              </a:extLst>
            </p:cNvPr>
            <p:cNvSpPr/>
            <p:nvPr/>
          </p:nvSpPr>
          <p:spPr>
            <a:xfrm>
              <a:off x="8045955"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テキスト ボックス 13">
              <a:extLst>
                <a:ext uri="{FF2B5EF4-FFF2-40B4-BE49-F238E27FC236}">
                  <a16:creationId xmlns:a16="http://schemas.microsoft.com/office/drawing/2014/main" id="{91EC30E7-AA57-9E20-AEB2-8974D54FCDB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E9BEB713-FEB7-B447-63D8-E405799CC1B0}"/>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B2B64714-2E07-D162-942D-36B79A03FBC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テキスト ボックス 16">
              <a:extLst>
                <a:ext uri="{FF2B5EF4-FFF2-40B4-BE49-F238E27FC236}">
                  <a16:creationId xmlns:a16="http://schemas.microsoft.com/office/drawing/2014/main" id="{5D2AB668-4190-8EAC-D7BC-A0CA4F91CDAC}"/>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7A771E9E-5011-314A-6B4A-66722D28DD58}"/>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56E349B7-CDD2-32DE-35F5-0ABCC2AD7C0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1" name="四角形: 角を丸くする 20">
            <a:extLst>
              <a:ext uri="{FF2B5EF4-FFF2-40B4-BE49-F238E27FC236}">
                <a16:creationId xmlns:a16="http://schemas.microsoft.com/office/drawing/2014/main" id="{B73D5B16-C18A-CE88-4958-3A88C58BB1BB}"/>
              </a:ext>
            </a:extLst>
          </p:cNvPr>
          <p:cNvSpPr/>
          <p:nvPr/>
        </p:nvSpPr>
        <p:spPr>
          <a:xfrm>
            <a:off x="1877400" y="1593579"/>
            <a:ext cx="3939838" cy="3404828"/>
          </a:xfrm>
          <a:prstGeom prst="roundRect">
            <a:avLst>
              <a:gd name="adj" fmla="val 14643"/>
            </a:avLst>
          </a:prstGeom>
          <a:solidFill>
            <a:schemeClr val="accent3">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4000">
                <a:latin typeface="原稿用標準書体" panose="03000503000000000000" pitchFamily="66" charset="-128"/>
                <a:ea typeface="原稿用標準書体" panose="03000503000000000000" pitchFamily="66" charset="-128"/>
              </a:rPr>
              <a:t>ストーリー</a:t>
            </a:r>
            <a:endParaRPr kumimoji="1" lang="ja-JP" altLang="en-US" sz="4000" dirty="0">
              <a:latin typeface="原稿用標準書体" panose="03000503000000000000" pitchFamily="66" charset="-128"/>
              <a:ea typeface="原稿用標準書体" panose="03000503000000000000" pitchFamily="66" charset="-128"/>
            </a:endParaRPr>
          </a:p>
        </p:txBody>
      </p:sp>
      <p:cxnSp>
        <p:nvCxnSpPr>
          <p:cNvPr id="23" name="直線コネクタ 22">
            <a:extLst>
              <a:ext uri="{FF2B5EF4-FFF2-40B4-BE49-F238E27FC236}">
                <a16:creationId xmlns:a16="http://schemas.microsoft.com/office/drawing/2014/main" id="{E99C10F7-F36D-1DF0-C231-CEC589F6631F}"/>
              </a:ext>
            </a:extLst>
          </p:cNvPr>
          <p:cNvCxnSpPr>
            <a:cxnSpLocks/>
          </p:cNvCxnSpPr>
          <p:nvPr/>
        </p:nvCxnSpPr>
        <p:spPr>
          <a:xfrm>
            <a:off x="6262951" y="1685433"/>
            <a:ext cx="0" cy="3276214"/>
          </a:xfrm>
          <a:prstGeom prst="line">
            <a:avLst/>
          </a:prstGeom>
          <a:ln>
            <a:gradFill>
              <a:gsLst>
                <a:gs pos="0">
                  <a:schemeClr val="accent3">
                    <a:lumMod val="60000"/>
                    <a:lumOff val="40000"/>
                  </a:schemeClr>
                </a:gs>
                <a:gs pos="78000">
                  <a:schemeClr val="accent6">
                    <a:lumMod val="60000"/>
                    <a:lumOff val="40000"/>
                  </a:schemeClr>
                </a:gs>
              </a:gsLst>
              <a:lin ang="5400000" scaled="1"/>
            </a:gradFill>
          </a:ln>
        </p:spPr>
        <p:style>
          <a:lnRef idx="2">
            <a:schemeClr val="accent1"/>
          </a:lnRef>
          <a:fillRef idx="0">
            <a:schemeClr val="accent1"/>
          </a:fillRef>
          <a:effectRef idx="1">
            <a:schemeClr val="accent1"/>
          </a:effectRef>
          <a:fontRef idx="minor">
            <a:schemeClr val="tx1"/>
          </a:fontRef>
        </p:style>
      </p:cxnSp>
      <p:sp>
        <p:nvSpPr>
          <p:cNvPr id="26" name="四角形: 角を丸くする 25">
            <a:extLst>
              <a:ext uri="{FF2B5EF4-FFF2-40B4-BE49-F238E27FC236}">
                <a16:creationId xmlns:a16="http://schemas.microsoft.com/office/drawing/2014/main" id="{C7439844-6D5E-A8F0-76EB-E1F35AAEDD1F}"/>
              </a:ext>
            </a:extLst>
          </p:cNvPr>
          <p:cNvSpPr/>
          <p:nvPr/>
        </p:nvSpPr>
        <p:spPr>
          <a:xfrm>
            <a:off x="6708665" y="1593579"/>
            <a:ext cx="3939838" cy="3404828"/>
          </a:xfrm>
          <a:prstGeom prst="roundRect">
            <a:avLst>
              <a:gd name="adj" fmla="val 14643"/>
            </a:avLst>
          </a:prstGeom>
          <a:solidFill>
            <a:schemeClr val="accent6">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latin typeface="原稿用標準書体" panose="03000503000000000000" pitchFamily="66" charset="-128"/>
                <a:ea typeface="原稿用標準書体" panose="03000503000000000000" pitchFamily="66" charset="-128"/>
              </a:rPr>
              <a:t>エロ</a:t>
            </a:r>
            <a:endParaRPr kumimoji="1" lang="ja-JP" altLang="en-US" sz="4000" dirty="0">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912FDA1C-AB77-A341-BF22-B7EEF47E70A7}"/>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6DBD94C0-CEB7-2DA8-4107-17D69C1041F5}"/>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22AAC427-D37F-C837-2DB7-C3A4D212659E}"/>
                </a:ext>
              </a:extLst>
            </p:cNvPr>
            <p:cNvSpPr txBox="1"/>
            <p:nvPr/>
          </p:nvSpPr>
          <p:spPr>
            <a:xfrm>
              <a:off x="1616733"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8761116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rgbClr val="003300"/>
            </a:gs>
          </a:gsLst>
          <a:path path="circle">
            <a:fillToRect l="100000" t="100000"/>
          </a:path>
          <a:tileRect r="-100000" b="-100000"/>
        </a:gradFill>
        <a:effectLst/>
      </p:bgPr>
    </p:bg>
    <p:spTree>
      <p:nvGrpSpPr>
        <p:cNvPr id="1" name="">
          <a:extLst>
            <a:ext uri="{FF2B5EF4-FFF2-40B4-BE49-F238E27FC236}">
              <a16:creationId xmlns:a16="http://schemas.microsoft.com/office/drawing/2014/main" id="{F4A10668-2046-C133-AF43-B8D688D9EB17}"/>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C6E1037D-AD01-CC56-D97B-BF931E0E6774}"/>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E86EB829-4683-F7B3-D86F-2B67A8F94CC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7022BCE9-F969-A300-966B-11542668A1E2}"/>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回想章選択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08547697-9664-F27E-E008-B73BC9E632CB}"/>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6A9595B8-E3EF-A12D-4BF9-167C5BF05205}"/>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D8F11B14-12AF-743D-4677-EE2453781C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38238AF4-1010-6455-0CB8-A6B716ACF15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A8815588-61CA-1424-2D07-3305DAD337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7C40D555-3338-49D1-3E56-A134082296E6}"/>
              </a:ext>
            </a:extLst>
          </p:cNvPr>
          <p:cNvGrpSpPr/>
          <p:nvPr/>
        </p:nvGrpSpPr>
        <p:grpSpPr>
          <a:xfrm>
            <a:off x="678143" y="2648867"/>
            <a:ext cx="3505752" cy="1484983"/>
            <a:chOff x="1151428" y="1944017"/>
            <a:chExt cx="3505752" cy="1484983"/>
          </a:xfrm>
        </p:grpSpPr>
        <p:sp>
          <p:nvSpPr>
            <p:cNvPr id="21" name="フローチャート: 手作業 20">
              <a:extLst>
                <a:ext uri="{FF2B5EF4-FFF2-40B4-BE49-F238E27FC236}">
                  <a16:creationId xmlns:a16="http://schemas.microsoft.com/office/drawing/2014/main" id="{4894EE4E-EB2A-353B-0BD8-541756CE3FDD}"/>
                </a:ext>
              </a:extLst>
            </p:cNvPr>
            <p:cNvSpPr/>
            <p:nvPr/>
          </p:nvSpPr>
          <p:spPr>
            <a:xfrm>
              <a:off x="1151428" y="1944017"/>
              <a:ext cx="3505752" cy="1484983"/>
            </a:xfrm>
            <a:prstGeom prst="flowChartDecision">
              <a:avLst/>
            </a:prstGeom>
            <a:solidFill>
              <a:schemeClr val="accent3">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BCE2A3FE-9C69-24DC-4CB9-456312537D78}"/>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 name="グループ化 24">
            <a:extLst>
              <a:ext uri="{FF2B5EF4-FFF2-40B4-BE49-F238E27FC236}">
                <a16:creationId xmlns:a16="http://schemas.microsoft.com/office/drawing/2014/main" id="{26F489D7-F1AF-63D5-77F4-0C3598B41D87}"/>
              </a:ext>
            </a:extLst>
          </p:cNvPr>
          <p:cNvGrpSpPr/>
          <p:nvPr/>
        </p:nvGrpSpPr>
        <p:grpSpPr>
          <a:xfrm>
            <a:off x="3771721" y="3956298"/>
            <a:ext cx="3505752" cy="1484983"/>
            <a:chOff x="4237188" y="3251448"/>
            <a:chExt cx="3505752" cy="1484983"/>
          </a:xfrm>
        </p:grpSpPr>
        <p:sp>
          <p:nvSpPr>
            <p:cNvPr id="20" name="フローチャート: 手作業 19">
              <a:extLst>
                <a:ext uri="{FF2B5EF4-FFF2-40B4-BE49-F238E27FC236}">
                  <a16:creationId xmlns:a16="http://schemas.microsoft.com/office/drawing/2014/main" id="{F00E6C9C-7577-610A-021E-C3072EB27041}"/>
                </a:ext>
              </a:extLst>
            </p:cNvPr>
            <p:cNvSpPr/>
            <p:nvPr/>
          </p:nvSpPr>
          <p:spPr>
            <a:xfrm flipV="1">
              <a:off x="4237188" y="3251448"/>
              <a:ext cx="3505752" cy="1484983"/>
            </a:xfrm>
            <a:prstGeom prst="flowChartDecision">
              <a:avLst/>
            </a:prstGeom>
            <a:solidFill>
              <a:schemeClr val="accent3">
                <a:lumMod val="60000"/>
                <a:lumOff val="40000"/>
                <a:alpha val="49804"/>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2867CCE5-327B-DC59-A32F-D1C32D447190}"/>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29" name="グループ化 28">
            <a:extLst>
              <a:ext uri="{FF2B5EF4-FFF2-40B4-BE49-F238E27FC236}">
                <a16:creationId xmlns:a16="http://schemas.microsoft.com/office/drawing/2014/main" id="{BDEAF4BA-F484-247C-DABB-93BA99F31704}"/>
              </a:ext>
            </a:extLst>
          </p:cNvPr>
          <p:cNvGrpSpPr/>
          <p:nvPr/>
        </p:nvGrpSpPr>
        <p:grpSpPr>
          <a:xfrm>
            <a:off x="6865299" y="2648867"/>
            <a:ext cx="3505752" cy="1484983"/>
            <a:chOff x="1151428" y="1944017"/>
            <a:chExt cx="3505752" cy="1484983"/>
          </a:xfrm>
        </p:grpSpPr>
        <p:sp>
          <p:nvSpPr>
            <p:cNvPr id="30" name="フローチャート: 手作業 29">
              <a:extLst>
                <a:ext uri="{FF2B5EF4-FFF2-40B4-BE49-F238E27FC236}">
                  <a16:creationId xmlns:a16="http://schemas.microsoft.com/office/drawing/2014/main" id="{78751699-D0A5-78A4-A684-8520F0F644A3}"/>
                </a:ext>
              </a:extLst>
            </p:cNvPr>
            <p:cNvSpPr/>
            <p:nvPr/>
          </p:nvSpPr>
          <p:spPr>
            <a:xfrm>
              <a:off x="1151428" y="1944017"/>
              <a:ext cx="3505752" cy="1484983"/>
            </a:xfrm>
            <a:prstGeom prst="flowChartDecis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4899A586-D0C0-1B15-8EEB-E93E3F97F243}"/>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2" name="グループ化 31">
            <a:extLst>
              <a:ext uri="{FF2B5EF4-FFF2-40B4-BE49-F238E27FC236}">
                <a16:creationId xmlns:a16="http://schemas.microsoft.com/office/drawing/2014/main" id="{1F789FD0-9E5F-4B0F-DD33-A4086342A394}"/>
              </a:ext>
            </a:extLst>
          </p:cNvPr>
          <p:cNvGrpSpPr/>
          <p:nvPr/>
        </p:nvGrpSpPr>
        <p:grpSpPr>
          <a:xfrm>
            <a:off x="9958877" y="3956298"/>
            <a:ext cx="3505752" cy="1484983"/>
            <a:chOff x="4237188" y="3251448"/>
            <a:chExt cx="3505752" cy="1484983"/>
          </a:xfrm>
        </p:grpSpPr>
        <p:sp>
          <p:nvSpPr>
            <p:cNvPr id="33" name="フローチャート: 手作業 32">
              <a:extLst>
                <a:ext uri="{FF2B5EF4-FFF2-40B4-BE49-F238E27FC236}">
                  <a16:creationId xmlns:a16="http://schemas.microsoft.com/office/drawing/2014/main" id="{80DB57BE-CB54-C236-1FE3-C420EEAC7C8E}"/>
                </a:ext>
              </a:extLst>
            </p:cNvPr>
            <p:cNvSpPr/>
            <p:nvPr/>
          </p:nvSpPr>
          <p:spPr>
            <a:xfrm flipV="1">
              <a:off x="4237188" y="3251448"/>
              <a:ext cx="3505752" cy="1484983"/>
            </a:xfrm>
            <a:prstGeom prst="flowChartDecis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6704E979-8E24-9AB4-B65E-EC23C16CEAAF}"/>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5" name="グループ化 4">
            <a:extLst>
              <a:ext uri="{FF2B5EF4-FFF2-40B4-BE49-F238E27FC236}">
                <a16:creationId xmlns:a16="http://schemas.microsoft.com/office/drawing/2014/main" id="{E7F8F442-D0D6-931D-6214-0E223780C076}"/>
              </a:ext>
            </a:extLst>
          </p:cNvPr>
          <p:cNvGrpSpPr/>
          <p:nvPr/>
        </p:nvGrpSpPr>
        <p:grpSpPr>
          <a:xfrm>
            <a:off x="4920182" y="2687452"/>
            <a:ext cx="1230262" cy="1230262"/>
            <a:chOff x="5881972" y="962320"/>
            <a:chExt cx="990440" cy="990440"/>
          </a:xfrm>
        </p:grpSpPr>
        <p:sp>
          <p:nvSpPr>
            <p:cNvPr id="23" name="涙形 22">
              <a:extLst>
                <a:ext uri="{FF2B5EF4-FFF2-40B4-BE49-F238E27FC236}">
                  <a16:creationId xmlns:a16="http://schemas.microsoft.com/office/drawing/2014/main" id="{35A968F9-6BA2-602E-F721-746B0710008A}"/>
                </a:ext>
              </a:extLst>
            </p:cNvPr>
            <p:cNvSpPr/>
            <p:nvPr/>
          </p:nvSpPr>
          <p:spPr>
            <a:xfrm rot="8079010">
              <a:off x="5881972" y="962320"/>
              <a:ext cx="990440" cy="990440"/>
            </a:xfrm>
            <a:prstGeom prst="teardrop">
              <a:avLst>
                <a:gd name="adj" fmla="val 127170"/>
              </a:avLst>
            </a:prstGeom>
            <a:solidFill>
              <a:schemeClr val="accent3">
                <a:lumMod val="60000"/>
                <a:lumOff val="40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E16DBBB8-C031-3C93-94A5-ED96D4ECC958}"/>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13743253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rgbClr val="003300"/>
            </a:gs>
          </a:gsLst>
          <a:path path="circle">
            <a:fillToRect l="100000" t="100000"/>
          </a:path>
          <a:tileRect r="-100000" b="-100000"/>
        </a:gradFill>
        <a:effectLst/>
      </p:bgPr>
    </p:bg>
    <p:spTree>
      <p:nvGrpSpPr>
        <p:cNvPr id="1" name="">
          <a:extLst>
            <a:ext uri="{FF2B5EF4-FFF2-40B4-BE49-F238E27FC236}">
              <a16:creationId xmlns:a16="http://schemas.microsoft.com/office/drawing/2014/main" id="{D65E9E7E-1D9C-765D-9E87-C6A43C1408C0}"/>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7C45B3E3-2220-EF73-87F9-B05925335370}"/>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30CD53A9-9AE2-CC3B-2FBF-93E5A7137EB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5DA5907-975A-F683-5CC7-3B9C1505D04E}"/>
                </a:ext>
              </a:extLst>
            </p:cNvPr>
            <p:cNvSpPr txBox="1"/>
            <p:nvPr/>
          </p:nvSpPr>
          <p:spPr>
            <a:xfrm>
              <a:off x="1624590"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回想話選択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E8E2F752-56A1-22E9-2648-D615ADE17A7A}"/>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457EF229-B424-9460-981F-1A1DBEDA5624}"/>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67AEC5AC-8D05-0DF9-897A-D11C21FFCD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BB6EFF5-3469-4B51-C563-62FCE6A7B87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F519ABED-A288-6D51-4C2B-48C18E7C3C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3" name="フローチャート: 手作業 20">
            <a:extLst>
              <a:ext uri="{FF2B5EF4-FFF2-40B4-BE49-F238E27FC236}">
                <a16:creationId xmlns:a16="http://schemas.microsoft.com/office/drawing/2014/main" id="{2504A403-C99C-CD50-2DD0-F3202F93BF12}"/>
              </a:ext>
            </a:extLst>
          </p:cNvPr>
          <p:cNvSpPr/>
          <p:nvPr/>
        </p:nvSpPr>
        <p:spPr>
          <a:xfrm flipH="1">
            <a:off x="1303139" y="1821507"/>
            <a:ext cx="4464529" cy="3692750"/>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原稿用標準書体" panose="03000503000000000000" pitchFamily="66" charset="-128"/>
                <a:ea typeface="原稿用標準書体" panose="03000503000000000000" pitchFamily="66" charset="-128"/>
              </a:rPr>
              <a:t>キャラアイコン</a:t>
            </a:r>
            <a:endParaRPr kumimoji="1" lang="ja-JP" altLang="en-US" sz="2400" dirty="0">
              <a:latin typeface="原稿用標準書体" panose="03000503000000000000" pitchFamily="66" charset="-128"/>
              <a:ea typeface="原稿用標準書体" panose="03000503000000000000" pitchFamily="66" charset="-128"/>
            </a:endParaRPr>
          </a:p>
        </p:txBody>
      </p:sp>
      <p:grpSp>
        <p:nvGrpSpPr>
          <p:cNvPr id="27" name="グループ化 26">
            <a:extLst>
              <a:ext uri="{FF2B5EF4-FFF2-40B4-BE49-F238E27FC236}">
                <a16:creationId xmlns:a16="http://schemas.microsoft.com/office/drawing/2014/main" id="{5C361663-E3BD-C282-D51F-0381D53E3565}"/>
              </a:ext>
            </a:extLst>
          </p:cNvPr>
          <p:cNvGrpSpPr/>
          <p:nvPr/>
        </p:nvGrpSpPr>
        <p:grpSpPr>
          <a:xfrm flipH="1">
            <a:off x="6600554" y="5193309"/>
            <a:ext cx="3763828" cy="699624"/>
            <a:chOff x="6865299" y="2611603"/>
            <a:chExt cx="3094443" cy="699624"/>
          </a:xfrm>
        </p:grpSpPr>
        <p:sp>
          <p:nvSpPr>
            <p:cNvPr id="35" name="フローチャート: 手作業 29">
              <a:extLst>
                <a:ext uri="{FF2B5EF4-FFF2-40B4-BE49-F238E27FC236}">
                  <a16:creationId xmlns:a16="http://schemas.microsoft.com/office/drawing/2014/main" id="{AF4FCD26-FEC0-606C-FAD4-09FB1C8D7F42}"/>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D799B55E-00A5-D773-412C-4F3E683A5D68}"/>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37" name="グループ化 36">
            <a:extLst>
              <a:ext uri="{FF2B5EF4-FFF2-40B4-BE49-F238E27FC236}">
                <a16:creationId xmlns:a16="http://schemas.microsoft.com/office/drawing/2014/main" id="{82E6AA8E-06AA-3304-0917-AAB8192B2417}"/>
              </a:ext>
            </a:extLst>
          </p:cNvPr>
          <p:cNvGrpSpPr/>
          <p:nvPr/>
        </p:nvGrpSpPr>
        <p:grpSpPr>
          <a:xfrm flipH="1">
            <a:off x="5738544" y="1320917"/>
            <a:ext cx="3763828" cy="699624"/>
            <a:chOff x="678143" y="2611602"/>
            <a:chExt cx="3094443" cy="699624"/>
          </a:xfrm>
        </p:grpSpPr>
        <p:sp>
          <p:nvSpPr>
            <p:cNvPr id="38" name="フローチャート: 手作業 20">
              <a:extLst>
                <a:ext uri="{FF2B5EF4-FFF2-40B4-BE49-F238E27FC236}">
                  <a16:creationId xmlns:a16="http://schemas.microsoft.com/office/drawing/2014/main" id="{892D9943-680A-DDB8-B989-CF30A65818BA}"/>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9" name="テキスト ボックス 38">
              <a:extLst>
                <a:ext uri="{FF2B5EF4-FFF2-40B4-BE49-F238E27FC236}">
                  <a16:creationId xmlns:a16="http://schemas.microsoft.com/office/drawing/2014/main" id="{4173BBE7-1E4F-DCE5-C614-3C773C7134F3}"/>
                </a:ext>
              </a:extLst>
            </p:cNvPr>
            <p:cNvSpPr txBox="1"/>
            <p:nvPr/>
          </p:nvSpPr>
          <p:spPr>
            <a:xfrm>
              <a:off x="1520650" y="2721384"/>
              <a:ext cx="1409434" cy="472916"/>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0" name="グループ化 39">
            <a:extLst>
              <a:ext uri="{FF2B5EF4-FFF2-40B4-BE49-F238E27FC236}">
                <a16:creationId xmlns:a16="http://schemas.microsoft.com/office/drawing/2014/main" id="{4EDE1DA5-6A7B-3F5E-89EA-7F7B09090F8E}"/>
              </a:ext>
            </a:extLst>
          </p:cNvPr>
          <p:cNvGrpSpPr/>
          <p:nvPr/>
        </p:nvGrpSpPr>
        <p:grpSpPr>
          <a:xfrm flipH="1">
            <a:off x="5954045" y="2289015"/>
            <a:ext cx="3763828" cy="699624"/>
            <a:chOff x="6865299" y="2611603"/>
            <a:chExt cx="3094443" cy="699624"/>
          </a:xfrm>
        </p:grpSpPr>
        <p:sp>
          <p:nvSpPr>
            <p:cNvPr id="41" name="フローチャート: 手作業 29">
              <a:extLst>
                <a:ext uri="{FF2B5EF4-FFF2-40B4-BE49-F238E27FC236}">
                  <a16:creationId xmlns:a16="http://schemas.microsoft.com/office/drawing/2014/main" id="{A52AC181-D147-30BD-3B9A-E1FA8F61C0AB}"/>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8071202A-855E-B172-646E-6C7876E5D382}"/>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44" name="グループ化 43">
            <a:extLst>
              <a:ext uri="{FF2B5EF4-FFF2-40B4-BE49-F238E27FC236}">
                <a16:creationId xmlns:a16="http://schemas.microsoft.com/office/drawing/2014/main" id="{46B1F68F-F4D4-6E68-BCE3-4BE507B4B9F9}"/>
              </a:ext>
            </a:extLst>
          </p:cNvPr>
          <p:cNvGrpSpPr/>
          <p:nvPr/>
        </p:nvGrpSpPr>
        <p:grpSpPr>
          <a:xfrm flipH="1">
            <a:off x="6169548" y="3257113"/>
            <a:ext cx="3763828" cy="699624"/>
            <a:chOff x="6865299" y="2611603"/>
            <a:chExt cx="3094443" cy="699624"/>
          </a:xfrm>
        </p:grpSpPr>
        <p:sp>
          <p:nvSpPr>
            <p:cNvPr id="45" name="フローチャート: 手作業 29">
              <a:extLst>
                <a:ext uri="{FF2B5EF4-FFF2-40B4-BE49-F238E27FC236}">
                  <a16:creationId xmlns:a16="http://schemas.microsoft.com/office/drawing/2014/main" id="{78F91158-5E1A-4A4B-8B9E-FB2BA4164531}"/>
                </a:ext>
              </a:extLst>
            </p:cNvPr>
            <p:cNvSpPr/>
            <p:nvPr/>
          </p:nvSpPr>
          <p:spPr>
            <a:xfrm>
              <a:off x="6865299" y="2611603"/>
              <a:ext cx="3094443" cy="699624"/>
            </a:xfrm>
            <a:prstGeom prst="parallelogram">
              <a:avLst/>
            </a:prstGeom>
            <a:solidFill>
              <a:srgbClr val="FF99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07057C04-CB05-A4DA-1EB2-DC11C6057B03}"/>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47" name="グループ化 46">
            <a:extLst>
              <a:ext uri="{FF2B5EF4-FFF2-40B4-BE49-F238E27FC236}">
                <a16:creationId xmlns:a16="http://schemas.microsoft.com/office/drawing/2014/main" id="{64939E78-4F17-3AE8-BF54-3AA2979F607B}"/>
              </a:ext>
            </a:extLst>
          </p:cNvPr>
          <p:cNvGrpSpPr/>
          <p:nvPr/>
        </p:nvGrpSpPr>
        <p:grpSpPr>
          <a:xfrm flipH="1">
            <a:off x="6385051" y="4225211"/>
            <a:ext cx="3763828" cy="699624"/>
            <a:chOff x="6865299" y="2611603"/>
            <a:chExt cx="3094443" cy="699624"/>
          </a:xfrm>
        </p:grpSpPr>
        <p:sp>
          <p:nvSpPr>
            <p:cNvPr id="48" name="フローチャート: 手作業 29">
              <a:extLst>
                <a:ext uri="{FF2B5EF4-FFF2-40B4-BE49-F238E27FC236}">
                  <a16:creationId xmlns:a16="http://schemas.microsoft.com/office/drawing/2014/main" id="{4F43BADF-7E9E-5756-B577-7ABF1774B75A}"/>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51073FF1-A586-D69E-E349-11F98E1B0532}"/>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53" name="グループ化 52">
            <a:extLst>
              <a:ext uri="{FF2B5EF4-FFF2-40B4-BE49-F238E27FC236}">
                <a16:creationId xmlns:a16="http://schemas.microsoft.com/office/drawing/2014/main" id="{F104D65E-3E59-12A8-57FB-FFC615BF4819}"/>
              </a:ext>
            </a:extLst>
          </p:cNvPr>
          <p:cNvGrpSpPr/>
          <p:nvPr/>
        </p:nvGrpSpPr>
        <p:grpSpPr>
          <a:xfrm>
            <a:off x="6080059" y="2455888"/>
            <a:ext cx="893714" cy="893714"/>
            <a:chOff x="5738645" y="722498"/>
            <a:chExt cx="1230262" cy="1230262"/>
          </a:xfrm>
        </p:grpSpPr>
        <p:sp>
          <p:nvSpPr>
            <p:cNvPr id="54" name="涙形 53">
              <a:extLst>
                <a:ext uri="{FF2B5EF4-FFF2-40B4-BE49-F238E27FC236}">
                  <a16:creationId xmlns:a16="http://schemas.microsoft.com/office/drawing/2014/main" id="{87CDECFD-1464-AC9D-29FE-AF700EAA7100}"/>
                </a:ext>
              </a:extLst>
            </p:cNvPr>
            <p:cNvSpPr/>
            <p:nvPr/>
          </p:nvSpPr>
          <p:spPr>
            <a:xfrm rot="8079010">
              <a:off x="5738645" y="722498"/>
              <a:ext cx="1230262" cy="1230262"/>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二等辺三角形 54">
              <a:extLst>
                <a:ext uri="{FF2B5EF4-FFF2-40B4-BE49-F238E27FC236}">
                  <a16:creationId xmlns:a16="http://schemas.microsoft.com/office/drawing/2014/main" id="{C3E0115B-134B-BBBD-0190-AEB6927CB9D9}"/>
                </a:ext>
              </a:extLst>
            </p:cNvPr>
            <p:cNvSpPr/>
            <p:nvPr/>
          </p:nvSpPr>
          <p:spPr>
            <a:xfrm rot="5400000">
              <a:off x="6067509" y="1003555"/>
              <a:ext cx="741530" cy="639250"/>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フローチャート: 手作業 20">
            <a:extLst>
              <a:ext uri="{FF2B5EF4-FFF2-40B4-BE49-F238E27FC236}">
                <a16:creationId xmlns:a16="http://schemas.microsoft.com/office/drawing/2014/main" id="{C3EFCEE8-EC4E-E6C5-D23B-45BDD13200BD}"/>
              </a:ext>
            </a:extLst>
          </p:cNvPr>
          <p:cNvSpPr/>
          <p:nvPr/>
        </p:nvSpPr>
        <p:spPr>
          <a:xfrm flipH="1">
            <a:off x="2232074" y="5508139"/>
            <a:ext cx="3698525" cy="635516"/>
          </a:xfrm>
          <a:prstGeom prst="parallelogram">
            <a:avLst/>
          </a:prstGeom>
          <a:solidFill>
            <a:srgbClr val="FFA4F3">
              <a:alpha val="7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a:latin typeface="原稿用標準書体" panose="03000503000000000000" pitchFamily="66" charset="-128"/>
                <a:ea typeface="原稿用標準書体" panose="03000503000000000000" pitchFamily="66" charset="-128"/>
              </a:rPr>
              <a:t>0</a:t>
            </a:r>
            <a:r>
              <a:rPr kumimoji="1" lang="ja-JP" altLang="en-US">
                <a:latin typeface="原稿用標準書体" panose="03000503000000000000" pitchFamily="66" charset="-128"/>
                <a:ea typeface="原稿用標準書体" panose="03000503000000000000" pitchFamily="66" charset="-128"/>
              </a:rPr>
              <a:t>章</a:t>
            </a:r>
            <a:r>
              <a:rPr kumimoji="1" lang="en-US" altLang="ja-JP">
                <a:latin typeface="原稿用標準書体" panose="03000503000000000000" pitchFamily="66" charset="-128"/>
                <a:ea typeface="原稿用標準書体" panose="03000503000000000000" pitchFamily="66" charset="-128"/>
              </a:rPr>
              <a:t>_</a:t>
            </a:r>
            <a:r>
              <a:rPr kumimoji="1" lang="ja-JP" altLang="en-US">
                <a:latin typeface="原稿用標準書体" panose="03000503000000000000" pitchFamily="66" charset="-128"/>
                <a:ea typeface="原稿用標準書体" panose="03000503000000000000" pitchFamily="66" charset="-128"/>
              </a:rPr>
              <a:t>章タイトル</a:t>
            </a:r>
            <a:endParaRPr kumimoji="1" lang="ja-JP" altLang="en-US" dirty="0">
              <a:latin typeface="原稿用標準書体" panose="03000503000000000000" pitchFamily="66" charset="-128"/>
              <a:ea typeface="原稿用標準書体" panose="03000503000000000000" pitchFamily="66" charset="-128"/>
            </a:endParaRPr>
          </a:p>
        </p:txBody>
      </p:sp>
      <p:pic>
        <p:nvPicPr>
          <p:cNvPr id="80" name="図 79">
            <a:extLst>
              <a:ext uri="{FF2B5EF4-FFF2-40B4-BE49-F238E27FC236}">
                <a16:creationId xmlns:a16="http://schemas.microsoft.com/office/drawing/2014/main" id="{9126DE0A-6826-C3CE-A34A-6948C42AA6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33630" y="6161407"/>
            <a:ext cx="3762931" cy="701047"/>
          </a:xfrm>
          <a:prstGeom prst="rect">
            <a:avLst/>
          </a:prstGeom>
        </p:spPr>
      </p:pic>
      <p:grpSp>
        <p:nvGrpSpPr>
          <p:cNvPr id="5" name="グループ化 4">
            <a:extLst>
              <a:ext uri="{FF2B5EF4-FFF2-40B4-BE49-F238E27FC236}">
                <a16:creationId xmlns:a16="http://schemas.microsoft.com/office/drawing/2014/main" id="{00A0928E-89F2-2AC1-66FE-6B9F5DEE71F0}"/>
              </a:ext>
            </a:extLst>
          </p:cNvPr>
          <p:cNvGrpSpPr/>
          <p:nvPr/>
        </p:nvGrpSpPr>
        <p:grpSpPr>
          <a:xfrm flipH="1">
            <a:off x="5509190" y="394031"/>
            <a:ext cx="3763828" cy="699624"/>
            <a:chOff x="678143" y="2611602"/>
            <a:chExt cx="3094443" cy="699624"/>
          </a:xfrm>
        </p:grpSpPr>
        <p:sp>
          <p:nvSpPr>
            <p:cNvPr id="11" name="フローチャート: 手作業 20">
              <a:extLst>
                <a:ext uri="{FF2B5EF4-FFF2-40B4-BE49-F238E27FC236}">
                  <a16:creationId xmlns:a16="http://schemas.microsoft.com/office/drawing/2014/main" id="{3CE877AA-8187-537E-DA5F-2DAA9FAF5564}"/>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53B7CEFA-B309-F53F-146B-D94725AF4A2C}"/>
                </a:ext>
              </a:extLst>
            </p:cNvPr>
            <p:cNvSpPr txBox="1"/>
            <p:nvPr/>
          </p:nvSpPr>
          <p:spPr>
            <a:xfrm>
              <a:off x="1520650" y="2721384"/>
              <a:ext cx="1409434" cy="472916"/>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63227861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8CAE9DC2-CC23-BA1B-A21E-D708280287A7}"/>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C6BF1522-D24B-A80E-01FB-A451BF9E249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D8DE557-E74B-AF12-77D9-B6FB68B98EA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9D0D79FD-59FA-4DEC-5027-EF19A6D8A900}"/>
                </a:ext>
              </a:extLst>
            </p:cNvPr>
            <p:cNvSpPr txBox="1"/>
            <p:nvPr/>
          </p:nvSpPr>
          <p:spPr>
            <a:xfrm>
              <a:off x="1624593"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928DBA45-52B5-FF39-A971-F5F0913573EF}"/>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9C42EDD9-2612-3DEC-21C5-91459C7D9653}"/>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8F6B32A6-EB30-0AD5-4145-0D6A2138E4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DF9A63CF-07F5-FE1A-97D0-87050D72AD6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46A0432-5415-9006-B53A-9C36F26AF6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5" name="グループ化 4">
            <a:extLst>
              <a:ext uri="{FF2B5EF4-FFF2-40B4-BE49-F238E27FC236}">
                <a16:creationId xmlns:a16="http://schemas.microsoft.com/office/drawing/2014/main" id="{CA666782-2D3C-85C5-1C9C-1C15253BC9C7}"/>
              </a:ext>
            </a:extLst>
          </p:cNvPr>
          <p:cNvGrpSpPr/>
          <p:nvPr/>
        </p:nvGrpSpPr>
        <p:grpSpPr>
          <a:xfrm>
            <a:off x="926594" y="2141945"/>
            <a:ext cx="10338111" cy="3621376"/>
            <a:chOff x="926594" y="2141945"/>
            <a:chExt cx="10338111" cy="3621376"/>
          </a:xfrm>
        </p:grpSpPr>
        <p:grpSp>
          <p:nvGrpSpPr>
            <p:cNvPr id="55" name="グループ化 54">
              <a:extLst>
                <a:ext uri="{FF2B5EF4-FFF2-40B4-BE49-F238E27FC236}">
                  <a16:creationId xmlns:a16="http://schemas.microsoft.com/office/drawing/2014/main" id="{DDEA1847-7B88-D02F-5568-912717022898}"/>
                </a:ext>
              </a:extLst>
            </p:cNvPr>
            <p:cNvGrpSpPr/>
            <p:nvPr/>
          </p:nvGrpSpPr>
          <p:grpSpPr>
            <a:xfrm>
              <a:off x="926594" y="2141945"/>
              <a:ext cx="2372751" cy="1665648"/>
              <a:chOff x="1063284" y="1941767"/>
              <a:chExt cx="2372751" cy="1665648"/>
            </a:xfrm>
          </p:grpSpPr>
          <p:sp>
            <p:nvSpPr>
              <p:cNvPr id="27" name="四角形: 上の 2 つの角を丸める 26">
                <a:extLst>
                  <a:ext uri="{FF2B5EF4-FFF2-40B4-BE49-F238E27FC236}">
                    <a16:creationId xmlns:a16="http://schemas.microsoft.com/office/drawing/2014/main" id="{4648DAC5-0787-9317-F8E3-9D064BDC0831}"/>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0" name="グラフィックス 49" descr="ユーザー 単色塗りつぶし">
                <a:extLst>
                  <a:ext uri="{FF2B5EF4-FFF2-40B4-BE49-F238E27FC236}">
                    <a16:creationId xmlns:a16="http://schemas.microsoft.com/office/drawing/2014/main" id="{5C631F7D-786E-8AEF-54CA-11D5CE8A62C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54" name="四角形: 上の 2 つの角を丸める 53">
                <a:extLst>
                  <a:ext uri="{FF2B5EF4-FFF2-40B4-BE49-F238E27FC236}">
                    <a16:creationId xmlns:a16="http://schemas.microsoft.com/office/drawing/2014/main" id="{F529D111-BE9C-D6F4-6E18-CFE229291EEE}"/>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38559E57-05A6-7B38-ED86-F950F8C814C8}"/>
                </a:ext>
              </a:extLst>
            </p:cNvPr>
            <p:cNvGrpSpPr/>
            <p:nvPr/>
          </p:nvGrpSpPr>
          <p:grpSpPr>
            <a:xfrm>
              <a:off x="927296" y="4097673"/>
              <a:ext cx="2372751" cy="1665648"/>
              <a:chOff x="1063284" y="1941767"/>
              <a:chExt cx="2372751" cy="1665648"/>
            </a:xfrm>
          </p:grpSpPr>
          <p:sp>
            <p:nvSpPr>
              <p:cNvPr id="57" name="四角形: 上の 2 つの角を丸める 56">
                <a:extLst>
                  <a:ext uri="{FF2B5EF4-FFF2-40B4-BE49-F238E27FC236}">
                    <a16:creationId xmlns:a16="http://schemas.microsoft.com/office/drawing/2014/main" id="{4380C986-3411-FAA8-95DF-6C2E7A869BEE}"/>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DC54D799-92EE-B50E-D194-FB20709FF0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59" name="四角形: 上の 2 つの角を丸める 58">
                <a:extLst>
                  <a:ext uri="{FF2B5EF4-FFF2-40B4-BE49-F238E27FC236}">
                    <a16:creationId xmlns:a16="http://schemas.microsoft.com/office/drawing/2014/main" id="{B87980F1-AAEE-AFD7-33B0-302CEA5FF431}"/>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2" name="グループ化 61">
              <a:extLst>
                <a:ext uri="{FF2B5EF4-FFF2-40B4-BE49-F238E27FC236}">
                  <a16:creationId xmlns:a16="http://schemas.microsoft.com/office/drawing/2014/main" id="{9B3D8129-9756-3EB6-0291-45C31F2ED415}"/>
                </a:ext>
              </a:extLst>
            </p:cNvPr>
            <p:cNvGrpSpPr/>
            <p:nvPr/>
          </p:nvGrpSpPr>
          <p:grpSpPr>
            <a:xfrm>
              <a:off x="3582182" y="2141945"/>
              <a:ext cx="2372751" cy="1665648"/>
              <a:chOff x="1063284" y="1941767"/>
              <a:chExt cx="2372751" cy="1665648"/>
            </a:xfrm>
          </p:grpSpPr>
          <p:sp>
            <p:nvSpPr>
              <p:cNvPr id="67" name="四角形: 上の 2 つの角を丸める 66">
                <a:extLst>
                  <a:ext uri="{FF2B5EF4-FFF2-40B4-BE49-F238E27FC236}">
                    <a16:creationId xmlns:a16="http://schemas.microsoft.com/office/drawing/2014/main" id="{C5E74844-9BB3-A575-2249-629D61B853F0}"/>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55B780C7-55AA-5607-DB29-D92A2E61C6C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69" name="四角形: 上の 2 つの角を丸める 68">
                <a:extLst>
                  <a:ext uri="{FF2B5EF4-FFF2-40B4-BE49-F238E27FC236}">
                    <a16:creationId xmlns:a16="http://schemas.microsoft.com/office/drawing/2014/main" id="{EF215AEF-EA4A-58E4-71B2-DF8E25CB8350}"/>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3" name="グループ化 62">
              <a:extLst>
                <a:ext uri="{FF2B5EF4-FFF2-40B4-BE49-F238E27FC236}">
                  <a16:creationId xmlns:a16="http://schemas.microsoft.com/office/drawing/2014/main" id="{091687DC-0A03-09A2-6748-273B89AA9EC7}"/>
                </a:ext>
              </a:extLst>
            </p:cNvPr>
            <p:cNvGrpSpPr/>
            <p:nvPr/>
          </p:nvGrpSpPr>
          <p:grpSpPr>
            <a:xfrm>
              <a:off x="3582182" y="4097673"/>
              <a:ext cx="2372751" cy="1665648"/>
              <a:chOff x="1063284" y="1941767"/>
              <a:chExt cx="2372751" cy="1665648"/>
            </a:xfrm>
          </p:grpSpPr>
          <p:sp>
            <p:nvSpPr>
              <p:cNvPr id="64" name="四角形: 上の 2 つの角を丸める 63">
                <a:extLst>
                  <a:ext uri="{FF2B5EF4-FFF2-40B4-BE49-F238E27FC236}">
                    <a16:creationId xmlns:a16="http://schemas.microsoft.com/office/drawing/2014/main" id="{260A6E98-226F-E536-6C85-BB0BA83F9BED}"/>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5" name="グラフィックス 64" descr="ユーザー 単色塗りつぶし">
                <a:extLst>
                  <a:ext uri="{FF2B5EF4-FFF2-40B4-BE49-F238E27FC236}">
                    <a16:creationId xmlns:a16="http://schemas.microsoft.com/office/drawing/2014/main" id="{606CF989-1426-4AB1-E913-6042B31003D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66" name="四角形: 上の 2 つの角を丸める 65">
                <a:extLst>
                  <a:ext uri="{FF2B5EF4-FFF2-40B4-BE49-F238E27FC236}">
                    <a16:creationId xmlns:a16="http://schemas.microsoft.com/office/drawing/2014/main" id="{288F02CE-03BF-8FDB-5987-43B3D73860A3}"/>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1" name="グループ化 70">
              <a:extLst>
                <a:ext uri="{FF2B5EF4-FFF2-40B4-BE49-F238E27FC236}">
                  <a16:creationId xmlns:a16="http://schemas.microsoft.com/office/drawing/2014/main" id="{FA605428-9C4E-8682-D5A3-A348CDAA00FA}"/>
                </a:ext>
              </a:extLst>
            </p:cNvPr>
            <p:cNvGrpSpPr/>
            <p:nvPr/>
          </p:nvGrpSpPr>
          <p:grpSpPr>
            <a:xfrm>
              <a:off x="6237068" y="2141945"/>
              <a:ext cx="2372751" cy="1665648"/>
              <a:chOff x="1063284" y="1941767"/>
              <a:chExt cx="2372751" cy="1665648"/>
            </a:xfrm>
          </p:grpSpPr>
          <p:sp>
            <p:nvSpPr>
              <p:cNvPr id="76" name="四角形: 上の 2 つの角を丸める 75">
                <a:extLst>
                  <a:ext uri="{FF2B5EF4-FFF2-40B4-BE49-F238E27FC236}">
                    <a16:creationId xmlns:a16="http://schemas.microsoft.com/office/drawing/2014/main" id="{9A0BA26D-0546-636C-F9BE-C99D7C623D44}"/>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7" name="グラフィックス 76" descr="ユーザー 単色塗りつぶし">
                <a:extLst>
                  <a:ext uri="{FF2B5EF4-FFF2-40B4-BE49-F238E27FC236}">
                    <a16:creationId xmlns:a16="http://schemas.microsoft.com/office/drawing/2014/main" id="{5BE09C8F-FBA3-3D02-BC3B-BC03CE08E1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78" name="四角形: 上の 2 つの角を丸める 77">
                <a:extLst>
                  <a:ext uri="{FF2B5EF4-FFF2-40B4-BE49-F238E27FC236}">
                    <a16:creationId xmlns:a16="http://schemas.microsoft.com/office/drawing/2014/main" id="{ACBD5BD1-A647-A5B7-4431-FACA4B04BAFC}"/>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2" name="グループ化 71">
              <a:extLst>
                <a:ext uri="{FF2B5EF4-FFF2-40B4-BE49-F238E27FC236}">
                  <a16:creationId xmlns:a16="http://schemas.microsoft.com/office/drawing/2014/main" id="{4CF84069-AFA2-9E59-5A5A-10752A5177EA}"/>
                </a:ext>
              </a:extLst>
            </p:cNvPr>
            <p:cNvGrpSpPr/>
            <p:nvPr/>
          </p:nvGrpSpPr>
          <p:grpSpPr>
            <a:xfrm>
              <a:off x="6237068" y="4097673"/>
              <a:ext cx="2372751" cy="1665648"/>
              <a:chOff x="1063284" y="1941767"/>
              <a:chExt cx="2372751" cy="1665648"/>
            </a:xfrm>
          </p:grpSpPr>
          <p:sp>
            <p:nvSpPr>
              <p:cNvPr id="73" name="四角形: 上の 2 つの角を丸める 72">
                <a:extLst>
                  <a:ext uri="{FF2B5EF4-FFF2-40B4-BE49-F238E27FC236}">
                    <a16:creationId xmlns:a16="http://schemas.microsoft.com/office/drawing/2014/main" id="{FE7285E6-7046-EBFC-7121-099C6B8AEAC2}"/>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4" name="グラフィックス 73" descr="ユーザー 単色塗りつぶし">
                <a:extLst>
                  <a:ext uri="{FF2B5EF4-FFF2-40B4-BE49-F238E27FC236}">
                    <a16:creationId xmlns:a16="http://schemas.microsoft.com/office/drawing/2014/main" id="{834708CE-2399-44C8-ABDE-BA4D29D1AF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75" name="四角形: 上の 2 つの角を丸める 74">
                <a:extLst>
                  <a:ext uri="{FF2B5EF4-FFF2-40B4-BE49-F238E27FC236}">
                    <a16:creationId xmlns:a16="http://schemas.microsoft.com/office/drawing/2014/main" id="{D7FA2B1A-B2A8-8A33-5FCB-1DC61256BE91}"/>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0" name="グループ化 79">
              <a:extLst>
                <a:ext uri="{FF2B5EF4-FFF2-40B4-BE49-F238E27FC236}">
                  <a16:creationId xmlns:a16="http://schemas.microsoft.com/office/drawing/2014/main" id="{30AEFFE7-995D-71C2-06DA-4838B29EA334}"/>
                </a:ext>
              </a:extLst>
            </p:cNvPr>
            <p:cNvGrpSpPr/>
            <p:nvPr/>
          </p:nvGrpSpPr>
          <p:grpSpPr>
            <a:xfrm>
              <a:off x="8891954" y="2141945"/>
              <a:ext cx="2372751" cy="1665648"/>
              <a:chOff x="1063284" y="1941767"/>
              <a:chExt cx="2372751" cy="1665648"/>
            </a:xfrm>
          </p:grpSpPr>
          <p:sp>
            <p:nvSpPr>
              <p:cNvPr id="85" name="四角形: 上の 2 つの角を丸める 84">
                <a:extLst>
                  <a:ext uri="{FF2B5EF4-FFF2-40B4-BE49-F238E27FC236}">
                    <a16:creationId xmlns:a16="http://schemas.microsoft.com/office/drawing/2014/main" id="{872CCA3B-1EA8-5326-ED99-68EF9D63AE93}"/>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6" name="グラフィックス 85" descr="ユーザー 単色塗りつぶし">
                <a:extLst>
                  <a:ext uri="{FF2B5EF4-FFF2-40B4-BE49-F238E27FC236}">
                    <a16:creationId xmlns:a16="http://schemas.microsoft.com/office/drawing/2014/main" id="{828E20CB-1C8E-6D02-7573-6CBC7650F05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87" name="四角形: 上の 2 つの角を丸める 86">
                <a:extLst>
                  <a:ext uri="{FF2B5EF4-FFF2-40B4-BE49-F238E27FC236}">
                    <a16:creationId xmlns:a16="http://schemas.microsoft.com/office/drawing/2014/main" id="{55FD73D6-C817-6F5F-D732-5DB2778D667E}"/>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90" name="テキスト ボックス 89">
              <a:extLst>
                <a:ext uri="{FF2B5EF4-FFF2-40B4-BE49-F238E27FC236}">
                  <a16:creationId xmlns:a16="http://schemas.microsoft.com/office/drawing/2014/main" id="{0557DC9A-B3BF-7608-3490-50F68A6ACFF8}"/>
                </a:ext>
              </a:extLst>
            </p:cNvPr>
            <p:cNvSpPr txBox="1"/>
            <p:nvPr/>
          </p:nvSpPr>
          <p:spPr>
            <a:xfrm>
              <a:off x="1559673" y="340044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2" name="テキスト ボックス 91">
              <a:extLst>
                <a:ext uri="{FF2B5EF4-FFF2-40B4-BE49-F238E27FC236}">
                  <a16:creationId xmlns:a16="http://schemas.microsoft.com/office/drawing/2014/main" id="{6D45E8E4-1DBF-D176-4463-5EB12032C7F6}"/>
                </a:ext>
              </a:extLst>
            </p:cNvPr>
            <p:cNvSpPr txBox="1"/>
            <p:nvPr/>
          </p:nvSpPr>
          <p:spPr>
            <a:xfrm>
              <a:off x="1328139" y="2639445"/>
              <a:ext cx="1569660" cy="646331"/>
            </a:xfrm>
            <a:prstGeom prst="rect">
              <a:avLst/>
            </a:prstGeom>
            <a:noFill/>
          </p:spPr>
          <p:txBody>
            <a:bodyPr wrap="none" rtlCol="0">
              <a:spAutoFit/>
            </a:bodyPr>
            <a:lstStyle/>
            <a:p>
              <a:pPr algn="ctr"/>
              <a:r>
                <a:rPr lang="ja-JP" altLang="en-US"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t>バストアップ</a:t>
              </a:r>
              <a:br>
                <a:rPr lang="en-US" altLang="ja-JP"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t>アイコン</a:t>
              </a: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197445068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E219573B-3318-F438-155D-5D6798E3B4F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200EF99C-57BF-A4AF-9A73-4F5AF3D6DCFF}"/>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C5753C36-CD33-22F8-1670-11B7E971173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C09EC328-FC2C-C76B-D9A7-52090FB5D992}"/>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65D60FB7-9B70-180E-F097-A7B1AA2F2332}"/>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DC5808E8-EA08-E088-A2F5-554CDF77DE4C}"/>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335707D-C92C-44BA-2388-0C9AD316F7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E05A004B-BF49-79EE-7067-6F382A2ED5B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86010EB0-B21A-5D31-9D01-7C0B4AF0D1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B5C87422-BA1F-87FF-0A1E-712C4387713C}"/>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4684BC0A-D39D-6B1F-0530-F99F158172FC}"/>
                </a:ext>
              </a:extLst>
            </p:cNvPr>
            <p:cNvSpPr/>
            <p:nvPr/>
          </p:nvSpPr>
          <p:spPr>
            <a:xfrm>
              <a:off x="1151428"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accent6"/>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05261C35-D351-7F3C-4AEA-E99A30862A07}"/>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endParaRPr kumimoji="1" lang="ja-JP" altLang="en-US">
                <a:latin typeface="原稿用標準書体" panose="03000503000000000000" pitchFamily="66" charset="-128"/>
                <a:ea typeface="原稿用標準書体" panose="03000503000000000000" pitchFamily="66" charset="-128"/>
              </a:endParaRPr>
            </a:p>
          </p:txBody>
        </p:sp>
        <p:sp>
          <p:nvSpPr>
            <p:cNvPr id="26" name="四角形: 上の 2 つの角を丸める 25">
              <a:extLst>
                <a:ext uri="{FF2B5EF4-FFF2-40B4-BE49-F238E27FC236}">
                  <a16:creationId xmlns:a16="http://schemas.microsoft.com/office/drawing/2014/main" id="{67D1E6CD-4E80-191E-EA77-0F82F68C6CD0}"/>
                </a:ext>
              </a:extLst>
            </p:cNvPr>
            <p:cNvSpPr/>
            <p:nvPr/>
          </p:nvSpPr>
          <p:spPr>
            <a:xfrm>
              <a:off x="8388644"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立ち絵</a:t>
              </a: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80C821FF-E229-57FF-4179-83D18AF32316}"/>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a:extLst>
              <a:ext uri="{FF2B5EF4-FFF2-40B4-BE49-F238E27FC236}">
                <a16:creationId xmlns:a16="http://schemas.microsoft.com/office/drawing/2014/main" id="{B65B3862-60AA-72A5-AD7B-2E34C7487915}"/>
              </a:ext>
            </a:extLst>
          </p:cNvPr>
          <p:cNvSpPr/>
          <p:nvPr/>
        </p:nvSpPr>
        <p:spPr>
          <a:xfrm>
            <a:off x="1648039"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2" name="グループ化 31">
            <a:extLst>
              <a:ext uri="{FF2B5EF4-FFF2-40B4-BE49-F238E27FC236}">
                <a16:creationId xmlns:a16="http://schemas.microsoft.com/office/drawing/2014/main" id="{96C8B915-4192-A918-F75F-62BDC617B0A9}"/>
              </a:ext>
            </a:extLst>
          </p:cNvPr>
          <p:cNvGrpSpPr/>
          <p:nvPr/>
        </p:nvGrpSpPr>
        <p:grpSpPr>
          <a:xfrm>
            <a:off x="10449225" y="2611400"/>
            <a:ext cx="236362" cy="3333983"/>
            <a:chOff x="11044871" y="4022147"/>
            <a:chExt cx="236362" cy="2031812"/>
          </a:xfrm>
        </p:grpSpPr>
        <p:sp>
          <p:nvSpPr>
            <p:cNvPr id="33" name="四角形: 角を丸くする 32">
              <a:extLst>
                <a:ext uri="{FF2B5EF4-FFF2-40B4-BE49-F238E27FC236}">
                  <a16:creationId xmlns:a16="http://schemas.microsoft.com/office/drawing/2014/main" id="{A56327E8-74A8-8C51-6EDA-FE3DB54501C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F1E00EE-4ABD-3183-539D-177CA6667D14}"/>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48" name="正方形/長方形 47">
            <a:extLst>
              <a:ext uri="{FF2B5EF4-FFF2-40B4-BE49-F238E27FC236}">
                <a16:creationId xmlns:a16="http://schemas.microsoft.com/office/drawing/2014/main" id="{0055333E-9B51-5C62-79D0-4F28F096AC45}"/>
              </a:ext>
            </a:extLst>
          </p:cNvPr>
          <p:cNvSpPr/>
          <p:nvPr/>
        </p:nvSpPr>
        <p:spPr>
          <a:xfrm>
            <a:off x="1648039"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正方形/長方形 49">
            <a:extLst>
              <a:ext uri="{FF2B5EF4-FFF2-40B4-BE49-F238E27FC236}">
                <a16:creationId xmlns:a16="http://schemas.microsoft.com/office/drawing/2014/main" id="{DDA2845F-6646-3827-7BF5-8226649A5478}"/>
              </a:ext>
            </a:extLst>
          </p:cNvPr>
          <p:cNvSpPr/>
          <p:nvPr/>
        </p:nvSpPr>
        <p:spPr>
          <a:xfrm>
            <a:off x="1648039"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正方形/長方形 51">
            <a:extLst>
              <a:ext uri="{FF2B5EF4-FFF2-40B4-BE49-F238E27FC236}">
                <a16:creationId xmlns:a16="http://schemas.microsoft.com/office/drawing/2014/main" id="{DB8D08D0-4432-7539-15C9-8A7BEB518D69}"/>
              </a:ext>
            </a:extLst>
          </p:cNvPr>
          <p:cNvSpPr/>
          <p:nvPr/>
        </p:nvSpPr>
        <p:spPr>
          <a:xfrm>
            <a:off x="3769916"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正方形/長方形 53">
            <a:extLst>
              <a:ext uri="{FF2B5EF4-FFF2-40B4-BE49-F238E27FC236}">
                <a16:creationId xmlns:a16="http://schemas.microsoft.com/office/drawing/2014/main" id="{159233FD-11AE-00A9-2658-A6D78180C27D}"/>
              </a:ext>
            </a:extLst>
          </p:cNvPr>
          <p:cNvSpPr/>
          <p:nvPr/>
        </p:nvSpPr>
        <p:spPr>
          <a:xfrm>
            <a:off x="3769916"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正方形/長方形 55">
            <a:extLst>
              <a:ext uri="{FF2B5EF4-FFF2-40B4-BE49-F238E27FC236}">
                <a16:creationId xmlns:a16="http://schemas.microsoft.com/office/drawing/2014/main" id="{C4808BA2-9BC5-C173-95FA-6DA8E717BCE3}"/>
              </a:ext>
            </a:extLst>
          </p:cNvPr>
          <p:cNvSpPr/>
          <p:nvPr/>
        </p:nvSpPr>
        <p:spPr>
          <a:xfrm>
            <a:off x="3769916"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正方形/長方形 57">
            <a:extLst>
              <a:ext uri="{FF2B5EF4-FFF2-40B4-BE49-F238E27FC236}">
                <a16:creationId xmlns:a16="http://schemas.microsoft.com/office/drawing/2014/main" id="{3F6B1B7E-BCF7-25A6-C05A-0E7CD522F24D}"/>
              </a:ext>
            </a:extLst>
          </p:cNvPr>
          <p:cNvSpPr/>
          <p:nvPr/>
        </p:nvSpPr>
        <p:spPr>
          <a:xfrm>
            <a:off x="5891793"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正方形/長方形 59">
            <a:extLst>
              <a:ext uri="{FF2B5EF4-FFF2-40B4-BE49-F238E27FC236}">
                <a16:creationId xmlns:a16="http://schemas.microsoft.com/office/drawing/2014/main" id="{2470A287-C106-E109-6270-FDFB6C6621F2}"/>
              </a:ext>
            </a:extLst>
          </p:cNvPr>
          <p:cNvSpPr/>
          <p:nvPr/>
        </p:nvSpPr>
        <p:spPr>
          <a:xfrm>
            <a:off x="5891793"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正方形/長方形 61">
            <a:extLst>
              <a:ext uri="{FF2B5EF4-FFF2-40B4-BE49-F238E27FC236}">
                <a16:creationId xmlns:a16="http://schemas.microsoft.com/office/drawing/2014/main" id="{D3174901-846B-DC13-8EA9-85E803E1F44C}"/>
              </a:ext>
            </a:extLst>
          </p:cNvPr>
          <p:cNvSpPr/>
          <p:nvPr/>
        </p:nvSpPr>
        <p:spPr>
          <a:xfrm>
            <a:off x="5891793"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125E35E6-F622-7DE2-7CDF-C564A5CFF3EA}"/>
              </a:ext>
            </a:extLst>
          </p:cNvPr>
          <p:cNvSpPr/>
          <p:nvPr/>
        </p:nvSpPr>
        <p:spPr>
          <a:xfrm>
            <a:off x="8013670"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93BDCEFD-0400-31A9-58A2-5417E6527F7D}"/>
              </a:ext>
            </a:extLst>
          </p:cNvPr>
          <p:cNvSpPr/>
          <p:nvPr/>
        </p:nvSpPr>
        <p:spPr>
          <a:xfrm>
            <a:off x="8013670"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正方形/長方形 67">
            <a:extLst>
              <a:ext uri="{FF2B5EF4-FFF2-40B4-BE49-F238E27FC236}">
                <a16:creationId xmlns:a16="http://schemas.microsoft.com/office/drawing/2014/main" id="{7C494959-6BEF-BCBD-6768-E328751640A6}"/>
              </a:ext>
            </a:extLst>
          </p:cNvPr>
          <p:cNvSpPr/>
          <p:nvPr/>
        </p:nvSpPr>
        <p:spPr>
          <a:xfrm>
            <a:off x="8013670"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84694453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7F17F-0ABB-995E-96F1-B9095BC64F7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552A5C2-9E67-028B-7518-1C55D8E4D1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pic>
        <p:nvPicPr>
          <p:cNvPr id="5" name="図 4">
            <a:extLst>
              <a:ext uri="{FF2B5EF4-FFF2-40B4-BE49-F238E27FC236}">
                <a16:creationId xmlns:a16="http://schemas.microsoft.com/office/drawing/2014/main" id="{EE350158-7140-C065-BF47-A25DC3FDA6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20733" y="280456"/>
            <a:ext cx="2150534" cy="1519677"/>
          </a:xfrm>
          <a:prstGeom prst="rect">
            <a:avLst/>
          </a:prstGeom>
        </p:spPr>
      </p:pic>
      <p:sp>
        <p:nvSpPr>
          <p:cNvPr id="6" name="平行四辺形 5">
            <a:extLst>
              <a:ext uri="{FF2B5EF4-FFF2-40B4-BE49-F238E27FC236}">
                <a16:creationId xmlns:a16="http://schemas.microsoft.com/office/drawing/2014/main" id="{15D110FF-9523-0C70-3A26-6FC7816560BE}"/>
              </a:ext>
            </a:extLst>
          </p:cNvPr>
          <p:cNvSpPr/>
          <p:nvPr/>
        </p:nvSpPr>
        <p:spPr>
          <a:xfrm>
            <a:off x="1392701" y="3502855"/>
            <a:ext cx="5462954" cy="3355144"/>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61667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1" fill="hold" nodeType="clickEffect">
                                  <p:stCondLst>
                                    <p:cond delay="500"/>
                                  </p:stCondLst>
                                  <p:childTnLst>
                                    <p:anim calcmode="lin" valueType="num">
                                      <p:cBhvr additive="base">
                                        <p:cTn id="12" dur="500"/>
                                        <p:tgtEl>
                                          <p:spTgt spid="5"/>
                                        </p:tgtEl>
                                        <p:attrNameLst>
                                          <p:attrName>ppt_x</p:attrName>
                                        </p:attrNameLst>
                                      </p:cBhvr>
                                      <p:tavLst>
                                        <p:tav tm="0">
                                          <p:val>
                                            <p:strVal val="ppt_x"/>
                                          </p:val>
                                        </p:tav>
                                        <p:tav tm="100000">
                                          <p:val>
                                            <p:strVal val="ppt_x"/>
                                          </p:val>
                                        </p:tav>
                                      </p:tavLst>
                                    </p:anim>
                                    <p:anim calcmode="lin" valueType="num">
                                      <p:cBhvr additive="base">
                                        <p:cTn id="13" dur="500"/>
                                        <p:tgtEl>
                                          <p:spTgt spid="5"/>
                                        </p:tgtEl>
                                        <p:attrNameLst>
                                          <p:attrName>ppt_y</p:attrName>
                                        </p:attrNameLst>
                                      </p:cBhvr>
                                      <p:tavLst>
                                        <p:tav tm="0">
                                          <p:val>
                                            <p:strVal val="ppt_y"/>
                                          </p:val>
                                        </p:tav>
                                        <p:tav tm="100000">
                                          <p:val>
                                            <p:strVal val="0-ppt_h/2"/>
                                          </p:val>
                                        </p:tav>
                                      </p:tavLst>
                                    </p:anim>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CBACE-CB9F-27BC-EB30-15EDF976074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949EBE0-1FDE-5218-ED3E-C66047D924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sp>
        <p:nvSpPr>
          <p:cNvPr id="4" name="正方形/長方形 3">
            <a:extLst>
              <a:ext uri="{FF2B5EF4-FFF2-40B4-BE49-F238E27FC236}">
                <a16:creationId xmlns:a16="http://schemas.microsoft.com/office/drawing/2014/main" id="{52C5A8EB-7234-BE7B-D2F4-7E5519676BB3}"/>
              </a:ext>
            </a:extLst>
          </p:cNvPr>
          <p:cNvSpPr/>
          <p:nvPr/>
        </p:nvSpPr>
        <p:spPr>
          <a:xfrm>
            <a:off x="11277600"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1C1D7AC0-8AA0-A3F4-EAF8-8CDA38720291}"/>
              </a:ext>
            </a:extLst>
          </p:cNvPr>
          <p:cNvSpPr/>
          <p:nvPr/>
        </p:nvSpPr>
        <p:spPr>
          <a:xfrm rot="5400000">
            <a:off x="11452038"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平行四辺形 7">
            <a:extLst>
              <a:ext uri="{FF2B5EF4-FFF2-40B4-BE49-F238E27FC236}">
                <a16:creationId xmlns:a16="http://schemas.microsoft.com/office/drawing/2014/main" id="{9B904333-BB54-97C5-FD0A-6AFA4AA5CE1B}"/>
              </a:ext>
            </a:extLst>
          </p:cNvPr>
          <p:cNvSpPr/>
          <p:nvPr/>
        </p:nvSpPr>
        <p:spPr>
          <a:xfrm>
            <a:off x="1392701" y="3502854"/>
            <a:ext cx="5294142" cy="3355145"/>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678829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06F2F-6291-D07B-2C86-AD62E9F0A538}"/>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7C8F8EA3-C25D-D098-782A-6CDC506791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sp>
        <p:nvSpPr>
          <p:cNvPr id="4" name="正方形/長方形 3">
            <a:extLst>
              <a:ext uri="{FF2B5EF4-FFF2-40B4-BE49-F238E27FC236}">
                <a16:creationId xmlns:a16="http://schemas.microsoft.com/office/drawing/2014/main" id="{C51480C0-BF37-B880-1917-BB7544D3DE4A}"/>
              </a:ext>
            </a:extLst>
          </p:cNvPr>
          <p:cNvSpPr/>
          <p:nvPr/>
        </p:nvSpPr>
        <p:spPr>
          <a:xfrm>
            <a:off x="74"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6430FB97-0C04-B1C3-26E3-573A1B55ED04}"/>
              </a:ext>
            </a:extLst>
          </p:cNvPr>
          <p:cNvSpPr/>
          <p:nvPr/>
        </p:nvSpPr>
        <p:spPr>
          <a:xfrm rot="16200000" flipH="1">
            <a:off x="174512"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平行四辺形 7">
            <a:extLst>
              <a:ext uri="{FF2B5EF4-FFF2-40B4-BE49-F238E27FC236}">
                <a16:creationId xmlns:a16="http://schemas.microsoft.com/office/drawing/2014/main" id="{6611627A-0821-1039-AF3C-F8D499B704F7}"/>
              </a:ext>
            </a:extLst>
          </p:cNvPr>
          <p:cNvSpPr/>
          <p:nvPr/>
        </p:nvSpPr>
        <p:spPr>
          <a:xfrm>
            <a:off x="1392701" y="3502854"/>
            <a:ext cx="5294142" cy="3355145"/>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203931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CCB2D492-4C67-BCCB-A494-47A77D1B3B7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D5CF48CA-A80A-6DB1-3E06-0FD2A0F3E4C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03F1572-8148-F70F-C414-46095D4EE14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5D375D22-A4F4-E024-F7FE-60351B180E49}"/>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F511D497-52E8-5367-DD75-82A2EFE2EE6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CF4FF92D-EAD6-AEF0-01E0-6F6D70959E6A}"/>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8771138A-1A99-57D3-9DFB-46FD4BB239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7C9B8AF-5CF7-E0CF-9060-05DA0046EF9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1B359E35-ED87-A64A-478A-4D516A5564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AC1B8266-1CE9-51D3-5D35-FB76449AB213}"/>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089AE69F-6F6F-F8BB-47E3-ADF27517A256}"/>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51E75769-F3AA-3356-E4DA-481FF2557F79}"/>
                </a:ext>
              </a:extLst>
            </p:cNvPr>
            <p:cNvSpPr/>
            <p:nvPr/>
          </p:nvSpPr>
          <p:spPr>
            <a:xfrm>
              <a:off x="4770036"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16DB8035-E54B-6D93-0857-BA3F1BFA20F5}"/>
                </a:ext>
              </a:extLst>
            </p:cNvPr>
            <p:cNvSpPr/>
            <p:nvPr/>
          </p:nvSpPr>
          <p:spPr>
            <a:xfrm>
              <a:off x="8388644"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立ち絵</a:t>
              </a: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2B9B2F43-405A-C795-E323-6F491A442B0F}"/>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0EF8DD84-5210-6A04-D45D-A426261B0723}"/>
              </a:ext>
            </a:extLst>
          </p:cNvPr>
          <p:cNvSpPr/>
          <p:nvPr/>
        </p:nvSpPr>
        <p:spPr>
          <a:xfrm>
            <a:off x="1689210" y="2732770"/>
            <a:ext cx="5921414" cy="320743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一枚絵</a:t>
            </a:r>
          </a:p>
        </p:txBody>
      </p:sp>
      <p:sp>
        <p:nvSpPr>
          <p:cNvPr id="12" name="楕円 11">
            <a:extLst>
              <a:ext uri="{FF2B5EF4-FFF2-40B4-BE49-F238E27FC236}">
                <a16:creationId xmlns:a16="http://schemas.microsoft.com/office/drawing/2014/main" id="{6D791C40-2FE8-30C4-850D-64E84F489D74}"/>
              </a:ext>
            </a:extLst>
          </p:cNvPr>
          <p:cNvSpPr/>
          <p:nvPr/>
        </p:nvSpPr>
        <p:spPr>
          <a:xfrm>
            <a:off x="8809841" y="2696617"/>
            <a:ext cx="1151632" cy="115163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原稿用標準書体" panose="03000503000000000000" pitchFamily="66" charset="-128"/>
                <a:ea typeface="原稿用標準書体" panose="03000503000000000000" pitchFamily="66" charset="-128"/>
              </a:rPr>
              <a:t>キャラ</a:t>
            </a: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CC6AA66E-6546-7A84-936C-DCDEBD98B166}"/>
              </a:ext>
            </a:extLst>
          </p:cNvPr>
          <p:cNvSpPr txBox="1"/>
          <p:nvPr/>
        </p:nvSpPr>
        <p:spPr>
          <a:xfrm>
            <a:off x="8527528" y="4254978"/>
            <a:ext cx="1716258" cy="461665"/>
          </a:xfrm>
          <a:prstGeom prst="rect">
            <a:avLst/>
          </a:prstGeom>
          <a:noFill/>
        </p:spPr>
        <p:txBody>
          <a:bodyPr wrap="square">
            <a:spAutoFit/>
          </a:bodyPr>
          <a:lstStyle/>
          <a:p>
            <a:pPr algn="ctr"/>
            <a:r>
              <a:rPr lang="ja-JP" altLang="en-US" sz="2400">
                <a:solidFill>
                  <a:schemeClr val="accent6"/>
                </a:solidFill>
                <a:latin typeface="原稿用標準書体" panose="03000503000000000000" pitchFamily="66" charset="-128"/>
                <a:ea typeface="原稿用標準書体" panose="03000503000000000000" pitchFamily="66" charset="-128"/>
              </a:rPr>
              <a:t>シーン名</a:t>
            </a:r>
            <a:endParaRPr kumimoji="1" lang="ja-JP" altLang="en-US" sz="2400">
              <a:solidFill>
                <a:schemeClr val="accent6"/>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075A303-211D-43ED-37AA-D775B291F55A}"/>
              </a:ext>
            </a:extLst>
          </p:cNvPr>
          <p:cNvSpPr/>
          <p:nvPr/>
        </p:nvSpPr>
        <p:spPr>
          <a:xfrm>
            <a:off x="8020695" y="523358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16" name="グループ化 15">
            <a:extLst>
              <a:ext uri="{FF2B5EF4-FFF2-40B4-BE49-F238E27FC236}">
                <a16:creationId xmlns:a16="http://schemas.microsoft.com/office/drawing/2014/main" id="{505B4271-69EE-577B-A1A8-FDDEEB544FB0}"/>
              </a:ext>
            </a:extLst>
          </p:cNvPr>
          <p:cNvGrpSpPr/>
          <p:nvPr/>
        </p:nvGrpSpPr>
        <p:grpSpPr>
          <a:xfrm>
            <a:off x="8321930" y="5364441"/>
            <a:ext cx="1815744" cy="369332"/>
            <a:chOff x="9026246" y="5847431"/>
            <a:chExt cx="1815744" cy="369332"/>
          </a:xfrm>
        </p:grpSpPr>
        <p:sp>
          <p:nvSpPr>
            <p:cNvPr id="17" name="二等辺三角形 16">
              <a:extLst>
                <a:ext uri="{FF2B5EF4-FFF2-40B4-BE49-F238E27FC236}">
                  <a16:creationId xmlns:a16="http://schemas.microsoft.com/office/drawing/2014/main" id="{96577E66-C2FD-28CC-BB39-8CB2DB74B496}"/>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E3C14746-4963-B8A1-C724-29DA6FD56C03}"/>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再生</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Tree>
    <p:extLst>
      <p:ext uri="{BB962C8B-B14F-4D97-AF65-F5344CB8AC3E}">
        <p14:creationId xmlns:p14="http://schemas.microsoft.com/office/powerpoint/2010/main" val="108542625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2934E-3C9B-96C9-424F-B869EEC6AC76}"/>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7FE2E20C-AA25-8FAF-29D5-575A1EC99F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0733" y="280456"/>
            <a:ext cx="2150534" cy="1519677"/>
          </a:xfrm>
          <a:prstGeom prst="rect">
            <a:avLst/>
          </a:prstGeom>
        </p:spPr>
      </p:pic>
      <p:pic>
        <p:nvPicPr>
          <p:cNvPr id="4" name="図 3">
            <a:extLst>
              <a:ext uri="{FF2B5EF4-FFF2-40B4-BE49-F238E27FC236}">
                <a16:creationId xmlns:a16="http://schemas.microsoft.com/office/drawing/2014/main" id="{FF4A92E0-8339-F685-D900-F0EE3F5CC2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3416619" y="-353970"/>
            <a:ext cx="5358764" cy="7565942"/>
          </a:xfrm>
          <a:prstGeom prst="rect">
            <a:avLst/>
          </a:prstGeom>
        </p:spPr>
      </p:pic>
      <p:pic>
        <p:nvPicPr>
          <p:cNvPr id="8" name="図 7">
            <a:extLst>
              <a:ext uri="{FF2B5EF4-FFF2-40B4-BE49-F238E27FC236}">
                <a16:creationId xmlns:a16="http://schemas.microsoft.com/office/drawing/2014/main" id="{0CE02316-8292-22B4-EEDB-3CB5CC60096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10187104" y="5894111"/>
            <a:ext cx="540271" cy="540271"/>
          </a:xfrm>
          <a:prstGeom prst="rect">
            <a:avLst/>
          </a:prstGeom>
        </p:spPr>
      </p:pic>
      <p:pic>
        <p:nvPicPr>
          <p:cNvPr id="10" name="図 9">
            <a:extLst>
              <a:ext uri="{FF2B5EF4-FFF2-40B4-BE49-F238E27FC236}">
                <a16:creationId xmlns:a16="http://schemas.microsoft.com/office/drawing/2014/main" id="{4252036E-6250-BD23-A4B0-5E1CCC3BB944}"/>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11122856" y="5894111"/>
            <a:ext cx="540271" cy="540271"/>
          </a:xfrm>
          <a:prstGeom prst="rect">
            <a:avLst/>
          </a:prstGeom>
        </p:spPr>
      </p:pic>
      <p:grpSp>
        <p:nvGrpSpPr>
          <p:cNvPr id="25" name="グループ化 24">
            <a:extLst>
              <a:ext uri="{FF2B5EF4-FFF2-40B4-BE49-F238E27FC236}">
                <a16:creationId xmlns:a16="http://schemas.microsoft.com/office/drawing/2014/main" id="{F0F4BE3B-E9F0-C86B-D61A-0F59E5E6D3DA}"/>
              </a:ext>
            </a:extLst>
          </p:cNvPr>
          <p:cNvGrpSpPr/>
          <p:nvPr/>
        </p:nvGrpSpPr>
        <p:grpSpPr>
          <a:xfrm>
            <a:off x="9168025" y="5850990"/>
            <a:ext cx="623599" cy="626513"/>
            <a:chOff x="8005096" y="5813476"/>
            <a:chExt cx="623599" cy="626513"/>
          </a:xfrm>
        </p:grpSpPr>
        <p:sp>
          <p:nvSpPr>
            <p:cNvPr id="12" name="正方形/長方形 11">
              <a:extLst>
                <a:ext uri="{FF2B5EF4-FFF2-40B4-BE49-F238E27FC236}">
                  <a16:creationId xmlns:a16="http://schemas.microsoft.com/office/drawing/2014/main" id="{67E415CC-9E4F-05A7-A9D6-90545AAA0400}"/>
                </a:ext>
              </a:extLst>
            </p:cNvPr>
            <p:cNvSpPr/>
            <p:nvPr/>
          </p:nvSpPr>
          <p:spPr>
            <a:xfrm>
              <a:off x="8347341" y="5899717"/>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8511CEEA-4414-00FC-B626-C916F5B06406}"/>
                </a:ext>
              </a:extLst>
            </p:cNvPr>
            <p:cNvSpPr/>
            <p:nvPr/>
          </p:nvSpPr>
          <p:spPr>
            <a:xfrm rot="16200000">
              <a:off x="8217882" y="6029176"/>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EBF6B43C-6F0E-0EBD-AFB2-BB2C4FE9C92F}"/>
                </a:ext>
              </a:extLst>
            </p:cNvPr>
            <p:cNvGrpSpPr/>
            <p:nvPr/>
          </p:nvGrpSpPr>
          <p:grpSpPr>
            <a:xfrm>
              <a:off x="8005096" y="5813476"/>
              <a:ext cx="298727" cy="298727"/>
              <a:chOff x="5275385" y="5569031"/>
              <a:chExt cx="886968" cy="886968"/>
            </a:xfrm>
            <a:solidFill>
              <a:schemeClr val="bg1">
                <a:lumMod val="95000"/>
              </a:schemeClr>
            </a:solidFill>
          </p:grpSpPr>
          <p:sp>
            <p:nvSpPr>
              <p:cNvPr id="21" name="矢印: U ターン 20">
                <a:extLst>
                  <a:ext uri="{FF2B5EF4-FFF2-40B4-BE49-F238E27FC236}">
                    <a16:creationId xmlns:a16="http://schemas.microsoft.com/office/drawing/2014/main" id="{873069BB-9173-E4CA-0D99-0410AA6CB51D}"/>
                  </a:ext>
                </a:extLst>
              </p:cNvPr>
              <p:cNvSpPr/>
              <p:nvPr/>
            </p:nvSpPr>
            <p:spPr>
              <a:xfrm rot="19500269">
                <a:off x="5275385" y="5659829"/>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3" name="矢印: U ターン 22">
                <a:extLst>
                  <a:ext uri="{FF2B5EF4-FFF2-40B4-BE49-F238E27FC236}">
                    <a16:creationId xmlns:a16="http://schemas.microsoft.com/office/drawing/2014/main" id="{4A597256-86DE-B210-07B8-61E9684E0A5F}"/>
                  </a:ext>
                </a:extLst>
              </p:cNvPr>
              <p:cNvSpPr/>
              <p:nvPr/>
            </p:nvSpPr>
            <p:spPr>
              <a:xfrm rot="18533589" flipH="1">
                <a:off x="5165318" y="5742378"/>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spTree>
    <p:extLst>
      <p:ext uri="{BB962C8B-B14F-4D97-AF65-F5344CB8AC3E}">
        <p14:creationId xmlns:p14="http://schemas.microsoft.com/office/powerpoint/2010/main" val="2367218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1" fill="hold" nodeType="clickEffect">
                                  <p:stCondLst>
                                    <p:cond delay="500"/>
                                  </p:stCondLst>
                                  <p:childTnLst>
                                    <p:anim calcmode="lin" valueType="num">
                                      <p:cBhvr additive="base">
                                        <p:cTn id="12" dur="500"/>
                                        <p:tgtEl>
                                          <p:spTgt spid="5"/>
                                        </p:tgtEl>
                                        <p:attrNameLst>
                                          <p:attrName>ppt_x</p:attrName>
                                        </p:attrNameLst>
                                      </p:cBhvr>
                                      <p:tavLst>
                                        <p:tav tm="0">
                                          <p:val>
                                            <p:strVal val="ppt_x"/>
                                          </p:val>
                                        </p:tav>
                                        <p:tav tm="100000">
                                          <p:val>
                                            <p:strVal val="ppt_x"/>
                                          </p:val>
                                        </p:tav>
                                      </p:tavLst>
                                    </p:anim>
                                    <p:anim calcmode="lin" valueType="num">
                                      <p:cBhvr additive="base">
                                        <p:cTn id="13" dur="500"/>
                                        <p:tgtEl>
                                          <p:spTgt spid="5"/>
                                        </p:tgtEl>
                                        <p:attrNameLst>
                                          <p:attrName>ppt_y</p:attrName>
                                        </p:attrNameLst>
                                      </p:cBhvr>
                                      <p:tavLst>
                                        <p:tav tm="0">
                                          <p:val>
                                            <p:strVal val="ppt_y"/>
                                          </p:val>
                                        </p:tav>
                                        <p:tav tm="100000">
                                          <p:val>
                                            <p:strVal val="0-ppt_h/2"/>
                                          </p:val>
                                        </p:tav>
                                      </p:tavLst>
                                    </p:anim>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DD8D4220-D92E-014C-C62D-77BA191BC11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F98B43BF-1B48-8CB9-2DF3-F189AA6872B6}"/>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D2A989BD-BDA0-0E97-1EC5-92F117F61B2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19742FE5-3475-7824-B60A-1A24590DF24D}"/>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2E67A24E-A642-F426-BCDF-DE138A85C18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52B3B2CF-A358-BB59-0B62-90378BCABA5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6950BD96-9541-F114-4C49-8BF1304D6B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76DBDBBB-C91F-0F32-32E5-472994184DF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49970C4B-BC71-D1E7-128F-262D135605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5B322DB4-FD6F-4D60-3EE6-E02FE861C8E2}"/>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FBB4DE82-5D9B-F541-113B-C2DA703148DB}"/>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AAC26639-F341-5734-5C33-7DFD4233A644}"/>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EC3249D4-E4A1-3FD5-04E5-150887D8B767}"/>
                </a:ext>
              </a:extLst>
            </p:cNvPr>
            <p:cNvSpPr/>
            <p:nvPr/>
          </p:nvSpPr>
          <p:spPr>
            <a:xfrm>
              <a:off x="8388644"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立ち絵</a:t>
              </a: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11A6C801-56F5-D5A8-CF5D-55BBA3FB2FC3}"/>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E6F5E440-93D0-395E-2B28-3F208B822A93}"/>
              </a:ext>
            </a:extLst>
          </p:cNvPr>
          <p:cNvSpPr/>
          <p:nvPr/>
        </p:nvSpPr>
        <p:spPr>
          <a:xfrm>
            <a:off x="2123496"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2DB5EE63-3EF7-CD37-23A2-A9EB754886DF}"/>
              </a:ext>
            </a:extLst>
          </p:cNvPr>
          <p:cNvSpPr/>
          <p:nvPr/>
        </p:nvSpPr>
        <p:spPr>
          <a:xfrm>
            <a:off x="498805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99F6B9EA-A0F3-8444-F636-EECA8B9ADE24}"/>
              </a:ext>
            </a:extLst>
          </p:cNvPr>
          <p:cNvSpPr/>
          <p:nvPr/>
        </p:nvSpPr>
        <p:spPr>
          <a:xfrm>
            <a:off x="7852617" y="2660608"/>
            <a:ext cx="2215887" cy="3254326"/>
          </a:xfrm>
          <a:prstGeom prst="rect">
            <a:avLst/>
          </a:prstGeom>
          <a:solidFill>
            <a:srgbClr val="000000"/>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2A3234C6-BE62-DE34-6EB5-970520278B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7539" y="2721006"/>
            <a:ext cx="2215887" cy="3128570"/>
          </a:xfrm>
          <a:prstGeom prst="rect">
            <a:avLst/>
          </a:prstGeom>
        </p:spPr>
      </p:pic>
      <p:pic>
        <p:nvPicPr>
          <p:cNvPr id="15" name="図 14">
            <a:extLst>
              <a:ext uri="{FF2B5EF4-FFF2-40B4-BE49-F238E27FC236}">
                <a16:creationId xmlns:a16="http://schemas.microsoft.com/office/drawing/2014/main" id="{A04696E5-3AC7-D961-DF52-9F3C4F55A4F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23495" y="2722525"/>
            <a:ext cx="2215887" cy="3128571"/>
          </a:xfrm>
          <a:prstGeom prst="rect">
            <a:avLst/>
          </a:prstGeom>
        </p:spPr>
      </p:pic>
      <p:pic>
        <p:nvPicPr>
          <p:cNvPr id="27" name="図 26">
            <a:extLst>
              <a:ext uri="{FF2B5EF4-FFF2-40B4-BE49-F238E27FC236}">
                <a16:creationId xmlns:a16="http://schemas.microsoft.com/office/drawing/2014/main" id="{65566452-3EE8-0D33-D646-8583347113B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51583" y="2725563"/>
            <a:ext cx="2211584" cy="3122495"/>
          </a:xfrm>
          <a:prstGeom prst="rect">
            <a:avLst/>
          </a:prstGeom>
        </p:spPr>
      </p:pic>
      <p:sp>
        <p:nvSpPr>
          <p:cNvPr id="12" name="テキスト ボックス 11">
            <a:extLst>
              <a:ext uri="{FF2B5EF4-FFF2-40B4-BE49-F238E27FC236}">
                <a16:creationId xmlns:a16="http://schemas.microsoft.com/office/drawing/2014/main" id="{855DB2BA-4A37-6A7B-82DB-E68513482E97}"/>
              </a:ext>
            </a:extLst>
          </p:cNvPr>
          <p:cNvSpPr txBox="1"/>
          <p:nvPr/>
        </p:nvSpPr>
        <p:spPr>
          <a:xfrm>
            <a:off x="7916366" y="4093726"/>
            <a:ext cx="2082018" cy="369332"/>
          </a:xfrm>
          <a:prstGeom prst="rect">
            <a:avLst/>
          </a:prstGeom>
          <a:noFill/>
        </p:spPr>
        <p:txBody>
          <a:bodyPr wrap="square">
            <a:spAutoFit/>
          </a:bodyPr>
          <a:lstStyle/>
          <a:p>
            <a:pPr algn="ctr"/>
            <a:r>
              <a:rPr lang="ja-JP" altLang="en-US" sz="1800">
                <a:solidFill>
                  <a:schemeClr val="bg1">
                    <a:lumMod val="95000"/>
                  </a:schemeClr>
                </a:solidFill>
                <a:latin typeface="原稿用標準書体" panose="03000503000000000000" pitchFamily="66" charset="-128"/>
                <a:ea typeface="原稿用標準書体" panose="03000503000000000000" pitchFamily="66" charset="-128"/>
              </a:rPr>
              <a:t>才能開花</a:t>
            </a:r>
            <a:r>
              <a:rPr lang="en-US" altLang="ja-JP" sz="1800">
                <a:solidFill>
                  <a:schemeClr val="bg1">
                    <a:lumMod val="95000"/>
                  </a:schemeClr>
                </a:solidFill>
                <a:latin typeface="原稿用標準書体" panose="03000503000000000000" pitchFamily="66" charset="-128"/>
                <a:ea typeface="原稿用標準書体" panose="03000503000000000000" pitchFamily="66" charset="-128"/>
              </a:rPr>
              <a:t>3</a:t>
            </a:r>
            <a:r>
              <a:rPr lang="ja-JP" altLang="en-US" sz="1800">
                <a:solidFill>
                  <a:schemeClr val="bg1">
                    <a:lumMod val="95000"/>
                  </a:schemeClr>
                </a:solidFill>
                <a:latin typeface="原稿用標準書体" panose="03000503000000000000" pitchFamily="66" charset="-128"/>
                <a:ea typeface="原稿用標準書体" panose="03000503000000000000" pitchFamily="66" charset="-128"/>
              </a:rPr>
              <a:t>で解放</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70168081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0528A-4E9B-6058-EBA1-F49011086727}"/>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77FAEBDB-75D3-0089-B3E3-02D9D7DB03D9}"/>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娼館</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373563502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F1CFD0D2-2DCF-5CD0-0EAC-B0AAAA9EC20E}"/>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2DD897C0-A62C-AB34-B973-319413D3F6A5}"/>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7601BA72-D576-B8DB-BCB7-F3AB4572B20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395F73EF-1F59-CAA5-97FA-450F2D33AAB0}"/>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1132DB59-0D90-6520-F069-5F0D812F3482}"/>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955A0A89-45E3-4196-3B15-193091316F58}"/>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861868B-E758-A71C-B4FA-1463E0D8181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DE40865F-759D-766B-62C7-D7F2A14CE2C5}"/>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808B8E45-3848-6DB4-C49A-5E79FDF1FAEE}"/>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AC6365EC-F5E6-C87A-17B8-CF3A31314D5E}"/>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0029C719-99E4-B04A-4437-4D2C8B6EFC3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A17C000C-8005-6ED7-BB78-9EC56F22DAE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F9C8B25F-CE72-CB6F-B95B-ECC949F044C7}"/>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82A08B5A-EC3C-9327-46BF-8E7E34094538}"/>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1758DB04-9B15-DD42-59AD-09B38FABB5DB}"/>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C2121D11-3E6C-88E5-818A-904D991BDC09}"/>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4E6726C1-C84E-9E3A-92A9-F10476D981A4}"/>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8DF6026E-CD76-4573-74E2-E5E15D78D926}"/>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C10D8ABF-94E7-6CBF-33DE-89A5A77BC079}"/>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BBFB80CC-999A-65A2-3679-C1140A8D8509}"/>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3D13C8F7-47C6-3897-FB90-B1FB0C9F6991}"/>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E451D5AB-AE90-8745-F268-F64F187E4BE6}"/>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E16BBD96-A15D-A913-AC93-48A4C7212ABF}"/>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761BEB39-DE11-BCFE-0268-927B1D86321B}"/>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E6CCCAD9-475D-E6C2-07BD-0F2899E6E539}"/>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C511F595-6248-35D1-B2B7-C4BB3A37560F}"/>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9AE0547F-0A51-EE1C-9CAB-EEE16353AEDF}"/>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DB9BDC3A-BF73-A7B9-C47B-E71DFFB97846}"/>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25E56152-5A3E-F158-CEBE-2AC91F3C907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B7979F60-E713-7882-4228-DDD40C8F639F}"/>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BF5B6779-AEE3-78FC-D892-7585127BC332}"/>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0FE4194-A4ED-04BF-C9DC-2C82D5FA49B8}"/>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ED897D19-CD50-AF10-ADC8-EA7E94D9861E}"/>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E2E6A302-6DB7-7E74-3AE0-0520EEFE99C9}"/>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103DEBCC-B878-DB73-37D4-25E833F8BB00}"/>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32EE37DE-D647-FCD5-3CE6-3DD6F3336CD8}"/>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4198D718-ED06-9F9E-5605-6BC7D968E82C}"/>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8E10CE09-57C2-15B7-4027-FCC587B39BDA}"/>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64AC1EBE-DE7A-7DA8-004B-EA78FA7D7C2D}"/>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95266103-DF25-6030-B0AA-D3A90B98B1BE}"/>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30D914B9-2613-3F94-FC55-3B225344BC20}"/>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09402F49-D82B-A270-E74E-9FCF18CE7D06}"/>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9DB630D8-CD28-58C5-EEB3-84A9E895D807}"/>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97DE894E-7300-3A4B-5F3C-BE423A05633D}"/>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CB83C264-806D-D17D-68D9-9246F562CD89}"/>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3BD42010-8E8E-D505-9392-BAC8D7A407DB}"/>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0DABDD6C-447C-E4C7-1B70-E4DA3E7C6141}"/>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DE7A8DE9-7CB7-539F-2EF6-22AF49DFB44C}"/>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C44D11E1-3204-5955-340E-607D058724AD}"/>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3CBA8FF0-4A20-23BB-DD2E-81D3BE7149CD}"/>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7FB897CD-B57D-46A9-7FE1-DB9686C3305B}"/>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9FBE5261-60E6-C92B-B5DE-6C2AE9CFA40E}"/>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32FEA8D-0F4A-0B23-14BB-2998CFF3AC3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878C1569-6F19-1120-097D-BB35E211C921}"/>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B67ADB7A-5261-C502-1E7F-6A2F79A376F9}"/>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D3B02C15-8CB9-28B4-62A1-D713AA7DEE77}"/>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A5052AC5-B28E-4913-D37C-D2F01B3F3471}"/>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BD58354F-6ADB-6306-BC0E-68DDD4DA3180}"/>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6D07A586-550E-9918-3ECE-EEFA8E1F090B}"/>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97C36D0A-CF60-8D21-7912-5AB0B5F958E4}"/>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21092689-1DB2-0AE2-1A91-999B6187D4FB}"/>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BE650ECB-97BC-F0DF-D656-7C504AD2F22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F8F9D134-465B-37C2-0F08-C606488A0D8C}"/>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8E11229E-57E3-C455-8D36-5C03D4B51DD8}"/>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03DCC75B-50C3-FCE9-27CE-ADD3D58FE910}"/>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982C28ED-B1EE-AFCE-A4E9-99479AC4B265}"/>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6EBDE2E8-656E-EAC9-6B5C-8682905A0B45}"/>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37322FB1-114D-7902-2157-779F7AE3485E}"/>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ADE95B2B-A464-92DE-A311-0A209F541CB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A8C6DCCD-121A-C9CF-42FD-B8EC51A5BDB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D8F1CB47-7184-28EE-85DB-5685A2DB1F4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A7C762BB-6CEE-F296-604E-5233CE14A379}"/>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2566F955-0A57-EB60-15E7-97C171BCFE69}"/>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14FC1B0B-F062-912E-90D6-5677B3167DD5}"/>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1501A9C0-A369-0D27-3828-86E9C7E39CBB}"/>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4B8F8802-EB29-D8EC-38F7-06F06F3A9A06}"/>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3E5C2686-40B8-5FF1-570A-AC2E605DC130}"/>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24FB909B-D228-D5C7-C5D7-109315CF0A86}"/>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252750D3-7079-72AD-50CB-05D46997E104}"/>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6552BE01-A240-1453-0BE5-FCF842D0978C}"/>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CDC493AB-FFEA-FA10-DC77-203CC19AA997}"/>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B5BE7A6E-73F4-473F-A63B-AEFE91F8CC2D}"/>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EDA8ECE7-89F7-A458-F625-518AE18281DA}"/>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E24CA94F-B18A-1533-B118-B9F3F541E78B}"/>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54AFE4FA-D0A6-8C1F-84CA-EE1A4CFB4B52}"/>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E5EF5238-875F-6B6E-600A-25C1C287CD2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35F6A071-5EC2-0458-36D6-19BC770489D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566909EC-9407-E9F9-CCD5-10D4F8B3BE39}"/>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39A7A61D-56F9-D9D5-87AE-61821A23F664}"/>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FEDF5045-E7E3-B877-163D-82310A423CB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DFF5D282-6FF3-661F-9AAC-FC3CEF1FB168}"/>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3FA7186E-A1D0-BC10-18CB-C881790B19D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BB9E696-1301-9E5F-FD88-5D04CC89CE1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B7591C25-6EDF-08A8-7270-FE6149EAC8D1}"/>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90BB3E5E-7C3A-3335-1F7F-9F1A5AD3299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387D47B-D188-C711-DF2F-AA05EDD5B2E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9A0E60B0-57FF-7858-7C99-F22E7396957A}"/>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E803DF27-E644-643A-E021-F3A02838501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57FA0CD6-969C-F3C2-F8C1-5A7DEDB64E9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E5FD1620-F311-D6A7-E14B-F44E83EEF422}"/>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AC37DE7A-6904-9FAF-0911-738434C0722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B9B0D98E-4217-CBAB-65D6-98EEC84FEEB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FF956D38-E3F7-7C37-AA22-5E0E23A6C098}"/>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3B779C90-7017-11C1-BE14-CA44DA48329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D17FDA62-F575-DEFE-7F16-A7070C6916F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FF13EA6B-B159-C775-080B-DD43E7B595C9}"/>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E788CD16-51E1-6EBF-C9FD-E54983E54594}"/>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887F3FD7-7EA8-186A-D4D7-90A8852699A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299C1BE6-54CF-9789-C3D2-3F9737C0D0F0}"/>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49A5F622-FB2D-1FAB-3783-D3260E5DBA78}"/>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33818A31-E3AC-9843-9FBE-DCA5AB38393C}"/>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87DDA20F-0C8F-CFAF-5560-E72FA1948D1E}"/>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37DCE9B1-2BB6-47DA-332C-FDE9874A0E40}"/>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DC096781-3263-7682-ABEC-DF0843AC4318}"/>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9F15A6EB-5AB1-A450-105F-A4B8CA07305A}"/>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E3152635-A38B-765A-EAF9-D085ED426725}"/>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749252C9-E81F-2CC6-736D-2C4E7DAD9AC3}"/>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01E32077-0061-D99F-A8D7-0DA0B91DDFC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C362275B-E610-433F-6C5A-7D0EFC1FBA4D}"/>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CD655E10-D3CA-6A80-EBFD-29BC2A9B4A7D}"/>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04805F06-018D-E3C6-B06A-8C48FC95A17C}"/>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B465EF08-CF9B-D267-637F-EF2F9121404D}"/>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EFE1D1BC-9423-A358-3696-06C6DD9DDA99}"/>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E0F556DB-8765-EC1A-CDDD-ACED781C69EF}"/>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3E6775F9-B061-D415-8609-E2B39079F2D4}"/>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F3676B3D-4920-D7D7-9EA3-642A84C616C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278C3C31-0493-3833-8519-4ECB67D196CE}"/>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8855040C-37AC-3D48-3DF3-631C235CD992}"/>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E9F152BF-96B6-7738-7D9F-DEB92EF4DAD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5D4DBB9F-494E-371C-57BF-174A92480077}"/>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C0334DEB-5B5F-60B1-CE2C-57628231E74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1FF6E8C9-AE25-BDA5-FFE1-AD2605C205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02FE168F-F05B-C8EA-4C5A-0B373F872BB8}"/>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10D5652E-72BA-60A3-BB9F-4FF0178F95E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7D7B1C10-337F-CC0F-BDAD-A2A7A6CD883D}"/>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100F795-915D-E0F7-1059-D4D8E4766FE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989EF2DF-0D6D-EBDD-56EB-1F426D919FC0}"/>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88780093-7A2F-EBE7-9DD0-F211CFADFB98}"/>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42BA58F7-6021-9B84-80D3-710DE59B85CC}"/>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6263E96D-D493-07F5-E317-29FC5BA866A5}"/>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2E67AFD9-3F2D-8DB7-94A7-3F1061FFF497}"/>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2E797FAD-E52E-9CDA-1142-69DF8D2AF83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340F1164-A5FE-4E46-A3A6-B1DB73725033}"/>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9C8B0D0C-7A4D-99C5-51DB-D7CA2A9BDE2C}"/>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FE173C31-7146-17BF-75C5-C75735C5AF95}"/>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54FEB7BF-266D-70B4-A921-BA0FCEB50DBC}"/>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94F7A1A2-C5E2-7B0D-3390-2DA045502D45}"/>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1C905C95-1AB4-D2ED-A875-C8BEF5E13909}"/>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09408EA9-753B-B4F7-9A4F-504E40619E75}"/>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70E57B27-5209-9F06-3AA7-81FE6528D3E7}"/>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50A6F4E9-2D65-6CA6-6F6E-29B3A563542B}"/>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071C4EF4-0289-7A7B-356A-775C642D1457}"/>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FBE978C-A502-140E-4582-58739CFE0CC0}"/>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780A163B-27A0-6EF7-5F8E-8FC1CD5BCD9C}"/>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02326554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F9E9378-2E35-94C7-CB51-D50C8EB5690E}"/>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35F75807-0476-84EF-437C-A9DEE31EFEFB}"/>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8C6EE5C9-01CD-64CA-7EBA-94DB3620C19D}"/>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06F4C2F9-EC47-1702-19C8-0DB243E0BA5D}"/>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BBDC747A-BA2A-90D6-1A0B-49D9FBB8C6DA}"/>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8CD2A9B7-6CAB-F699-0F5F-DD27BE7DEE87}"/>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D37F107-3079-3702-075F-B1F05F855C0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1306CC38-0C1F-A093-E7DE-77F3310C451B}"/>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EE90A5E3-D597-B1DE-FA79-A5AB3D919A3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DC17D675-B97C-29FA-4DB5-A94F1268C4E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EA6E9DE-DE5C-E61C-CF20-392E2EC53B5D}"/>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722AAD29-955F-58E4-0579-BCBACAD88E83}"/>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9E4911F-F494-7744-E168-24DBFB5DF21F}"/>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07A6DE70-3359-125B-A034-79BDB266D2C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3351AFAB-42B3-A1B1-AA28-8A5BCD86E0DD}"/>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3BA03511-AF3B-C883-89EB-CCBF0E7C5FAF}"/>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EA80E545-1A00-1763-1CB8-AAD16390B0A6}"/>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A924A1D6-E47E-B609-D985-5FBB16AF6CA0}"/>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4BA3F36D-660D-23F9-0729-AB2F81ED59F8}"/>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C8EEB754-A55E-93E2-7407-ABAD9813047F}"/>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7D07747C-45CE-855E-3C23-0587F7C3931E}"/>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541DE96C-541C-6CC5-2F3B-32DD00977D33}"/>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4D60FA35-E6BF-BD68-F373-2FD0121F8396}"/>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5B95BFA4-7A69-4736-D6B2-7CD1FC5867FE}"/>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83A90551-1EBA-5556-445B-55D0ECA457CD}"/>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28B9E314-57A7-7960-8593-46B6AB4E84D6}"/>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D5E2210E-C328-1126-5438-F197FE4E4916}"/>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72D3E8D0-C5D6-3B02-D701-678CCDD7861D}"/>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CF642589-FFA5-3AF5-726D-A25A29D10AB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DDFD4CED-9450-4E5D-A253-EBF9E4BF2607}"/>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8B49558D-448A-571D-4EE6-A9FEAEEC026E}"/>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C5F6B8A7-8B7B-97FA-B28A-99BE8910E0FC}"/>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8FD00084-FDAA-D105-DE3B-9FBB3A0B6B4B}"/>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B141567E-38C9-F178-3517-5A021F99B1AA}"/>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4F2BE3FC-4887-BFEE-9EAD-5D801978959F}"/>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BAFBCE15-8CB1-74AD-D69A-412C4AFB0B7A}"/>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AD5F3DBC-41CE-E61C-79FD-1B3560F2D184}"/>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9F94D57D-9A5F-DA0A-F6E3-516B6409BE76}"/>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BEE903E2-3A81-1788-46C1-181516FB65F9}"/>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E5B4C7A3-3A26-86E1-7D21-E8BA10BF12EB}"/>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F648FBAE-A165-36E4-D09E-F01F8E9717E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7A766BF1-CD84-1973-8C6E-8989092F3D82}"/>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556ED65A-D5BF-469F-7545-C6343FE6D406}"/>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6CD406A4-0097-2EB8-FF3D-100BC111BDB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5EE7E17C-ADBE-BA87-6EA5-AB459906CD9C}"/>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E227DA33-4650-4D83-BE0D-15DD603C2B45}"/>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01E5CFCE-EB2F-EE9F-1D2F-B1C99530C43C}"/>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DFFA71F4-5901-636D-9D41-3B5923F5ABFA}"/>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7C8F96D6-1306-5DF9-8BE9-F3297E862DA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4BF0E2D7-1803-C7F4-B6CC-1C6F48AE6A66}"/>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FA8C1B2E-F943-D336-B461-20B4BBB58F66}"/>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grpSp>
        <p:nvGrpSpPr>
          <p:cNvPr id="70" name="グループ化 69">
            <a:extLst>
              <a:ext uri="{FF2B5EF4-FFF2-40B4-BE49-F238E27FC236}">
                <a16:creationId xmlns:a16="http://schemas.microsoft.com/office/drawing/2014/main" id="{A8C673B2-663A-AB8D-053C-269BB418DA9B}"/>
              </a:ext>
            </a:extLst>
          </p:cNvPr>
          <p:cNvGrpSpPr/>
          <p:nvPr/>
        </p:nvGrpSpPr>
        <p:grpSpPr>
          <a:xfrm>
            <a:off x="5769398" y="2064585"/>
            <a:ext cx="534204" cy="540320"/>
            <a:chOff x="5801236" y="2042989"/>
            <a:chExt cx="534204" cy="540320"/>
          </a:xfrm>
        </p:grpSpPr>
        <p:sp>
          <p:nvSpPr>
            <p:cNvPr id="132" name="四角形: 角を丸くする 131">
              <a:extLst>
                <a:ext uri="{FF2B5EF4-FFF2-40B4-BE49-F238E27FC236}">
                  <a16:creationId xmlns:a16="http://schemas.microsoft.com/office/drawing/2014/main" id="{B7E8F008-49CA-9619-0DAF-B19CBF013E1C}"/>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0E1B3550-BB7F-4058-EB00-6F639A47073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grpSp>
        <p:nvGrpSpPr>
          <p:cNvPr id="134" name="グループ化 133">
            <a:extLst>
              <a:ext uri="{FF2B5EF4-FFF2-40B4-BE49-F238E27FC236}">
                <a16:creationId xmlns:a16="http://schemas.microsoft.com/office/drawing/2014/main" id="{58260166-C866-6880-2508-A889A1C3C75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DE3D56AC-3890-C023-D784-07037C9D97CA}"/>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65406C02-7FD3-2355-AFB3-23C5AB31599B}"/>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C89AAA5-14DE-1720-9825-5E5BEA7810BA}"/>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E640FFA9-0694-4B33-5479-303224A8E5DD}"/>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582D0F7D-EA14-8FAA-BE67-34D845F5AA4D}"/>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DF34F2AA-CD0B-6684-CFC6-2AEA69253EF8}"/>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1F9AAA93-2F5A-B5DF-FD55-083C15300E4C}"/>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4DF6D73F-B3AE-5E98-728C-923815826E99}"/>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58261C60-5F91-69BD-DF1B-A7FF28090D50}"/>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82DA3235-7622-FA19-6DFE-B73A88205652}"/>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DF93AF89-58EE-56D1-3F08-25B3997179C3}"/>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F061648E-6EB3-E366-CEC2-1467360C2AF8}"/>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79165278-DDB6-2F05-63A0-FF57B7BF3DF7}"/>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0308FEBB-BCA7-3A15-653B-A3E80BDCF532}"/>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4A22355F-0CFD-9F8F-0D1C-45AF9A3706BB}"/>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3C7A7668-4E09-71BC-7BB4-EE95EE5CCD3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36954904-826C-F874-A0C7-6F11DDE1057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93B781D-7D97-BA97-8078-3452AF29DB38}"/>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E11706EA-500A-D479-9AB6-F1939C2FBF9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F05F9132-12E8-3D27-0916-7CE8B9516E3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F4F5F751-409F-E11E-C174-42CDE75549FD}"/>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76AE3AFF-1F8C-7597-4A61-6DB6C3CB5FCA}"/>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7D438AA1-32A7-D39A-0C32-6172CD884F59}"/>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E8D515BD-AC48-AC72-5D7F-93163396720F}"/>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0AE9CE42-F623-E932-376E-C002296D08F0}"/>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546F556A-3D5E-093F-E2DE-499440BD09F9}"/>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70577C8A-7C42-4BD5-AAA2-8D4449C36379}"/>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141A8ECA-DF9D-A960-C3FE-10F621E04B37}"/>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DFC52179-A030-4559-FCB7-CF8C8DF71A0E}"/>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897ABF27-443C-CDF2-54AB-246DF0D46F3C}"/>
              </a:ext>
            </a:extLst>
          </p:cNvPr>
          <p:cNvSpPr/>
          <p:nvPr/>
        </p:nvSpPr>
        <p:spPr>
          <a:xfrm>
            <a:off x="957524" y="1340441"/>
            <a:ext cx="872826" cy="4071314"/>
          </a:xfrm>
          <a:prstGeom prst="roundRect">
            <a:avLst>
              <a:gd name="adj" fmla="val 50000"/>
            </a:avLst>
          </a:prstGeom>
          <a:solidFill>
            <a:schemeClr val="accent6">
              <a:lumMod val="20000"/>
              <a:lumOff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ABC01E49-4742-1AFE-DFD7-0D72E5F8E1C4}"/>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BA23BC9B-27D9-CEBA-7152-EFBDD88BE6C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EE01D284-32C4-4922-7C6D-80ED2F98B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D06DE4BA-438D-7493-6348-3F30B110268F}"/>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69964D43-2F05-1DAF-7354-D4D824781A5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7BA1C5C-B251-5561-1A53-8921EBD8D8B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9C16E9CF-35EA-9751-D484-B40E235561FF}"/>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7D75739F-2F8C-764A-0D88-DFF7A9A7963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AF362E0-CFC6-A8A3-10AE-41C610C9526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606D42BA-2B04-72E5-3456-6495D83CFF3C}"/>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3F3BA6F7-4603-7665-1A24-3C01599AAE5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2B1E21BD-BF4F-56DB-C3CC-387CD3356BE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A8F5DB7F-6B83-62B7-853A-78FB1617870D}"/>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5E9506A8-3F80-AEAE-1D7A-8E1FD3838F6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230018E5-3FB7-7B24-7C72-4F5217C2D6B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7E7BB32D-CA33-1748-4112-2DEEDFCC3D97}"/>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5E8C73AC-653D-28D4-5394-A9A56929020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49F9E94A-D35A-DF49-0937-9A418E99865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4F4BB893-2F49-E4E5-1517-08C68C8242FA}"/>
              </a:ext>
            </a:extLst>
          </p:cNvPr>
          <p:cNvGrpSpPr/>
          <p:nvPr/>
        </p:nvGrpSpPr>
        <p:grpSpPr>
          <a:xfrm>
            <a:off x="8280370" y="2064585"/>
            <a:ext cx="534204" cy="540320"/>
            <a:chOff x="7836685" y="2042989"/>
            <a:chExt cx="534204" cy="540320"/>
          </a:xfrm>
        </p:grpSpPr>
        <p:sp>
          <p:nvSpPr>
            <p:cNvPr id="67" name="四角形: 角を丸くする 66">
              <a:extLst>
                <a:ext uri="{FF2B5EF4-FFF2-40B4-BE49-F238E27FC236}">
                  <a16:creationId xmlns:a16="http://schemas.microsoft.com/office/drawing/2014/main" id="{D1B84FED-916A-CF0E-3B04-91CB07BD56D0}"/>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93D96A9C-EB00-7753-CBEA-7890A3FEA0B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AE6D7D72-845C-7821-57AF-7D0D499153B4}"/>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pic>
        <p:nvPicPr>
          <p:cNvPr id="144" name="図 143">
            <a:extLst>
              <a:ext uri="{FF2B5EF4-FFF2-40B4-BE49-F238E27FC236}">
                <a16:creationId xmlns:a16="http://schemas.microsoft.com/office/drawing/2014/main" id="{5991859D-7E46-12ED-B81C-35015A7BE829}"/>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pic>
        <p:nvPicPr>
          <p:cNvPr id="162" name="図 161">
            <a:extLst>
              <a:ext uri="{FF2B5EF4-FFF2-40B4-BE49-F238E27FC236}">
                <a16:creationId xmlns:a16="http://schemas.microsoft.com/office/drawing/2014/main" id="{9027C0AA-24C0-8037-77CC-1E25A5D89171}"/>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8C1EE66D-5AA7-3EF3-7EFD-ED0AF03F215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215" name="テキスト ボックス 214">
            <a:extLst>
              <a:ext uri="{FF2B5EF4-FFF2-40B4-BE49-F238E27FC236}">
                <a16:creationId xmlns:a16="http://schemas.microsoft.com/office/drawing/2014/main" id="{72067F3F-C9BE-6B1B-B17B-3A4901770E43}"/>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5D5B6AEA-7F7D-1178-63D1-BFF1B9524D68}"/>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11AA3AD8-DE8F-B659-9881-6961C947CC31}"/>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AE28825C-A27F-D25C-1E2F-8BF31E221EC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635593AF-045D-6440-DC47-07302F06FFCA}"/>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59E0951C-FA80-A67C-5F3D-01CB5172C9C3}"/>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3D20E79F-6FB0-1468-3BDF-C8515C807FA5}"/>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413F7FCE-8595-FF1C-A3EE-7BE8AA0EF088}"/>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599DABB3-B4E6-3BAA-1F63-F4A21224703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9A0BA49A-64E2-D7AB-ED1F-AB312F30535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8C9E759A-43CE-71CE-8041-51F033E257BD}"/>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2DFF55C2-C3CD-D1E3-257D-882E8589F11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0C19D19E-5E9E-2E01-CFA5-ABC1F31AF4D2}"/>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2443ED3F-06F2-6D20-C0A5-B7A042975A6B}"/>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296E0B40-7248-624E-9573-BEBB25700D73}"/>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98479A82-2EFA-93A5-BD54-EF941C2B8F4C}"/>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99B1E286-8C0A-6079-0773-6FD0D8C037FB}"/>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4551AABB-7EEA-B11E-758D-3F6B3935C6E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FF1067DC-E7F0-26E6-100F-2829822C75F2}"/>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F802850C-DD6D-6F19-09CD-8574D8A2052D}"/>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3BD61F9F-D3F7-AB78-C05B-08E946462595}"/>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CAF77E30-0625-4784-0F58-7D8670C875E5}"/>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81766ED-067C-9FA6-CB21-99477CFD8579}"/>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2815B2F7-063B-A3C8-7855-8F841AEBB4D7}"/>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FDCD3959-4A22-17C3-C5FF-54347044C5DC}"/>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F39D04BE-F85C-1AF4-7BAF-3520004FD6E9}"/>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215081BB-C7EE-7AA5-30C2-B7B318F00155}"/>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FD8B7D86-0036-B991-2E9E-266D79483BCC}"/>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A60741A3-5491-7275-5628-2A02CB03A435}"/>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9C2EDAEE-4159-3BC7-E37C-C669A02C700E}"/>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EC842950-EC9C-EEC5-33EF-AB1D61D3DFDC}"/>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19960CF9-4346-FFDD-F7F3-77F7F7D971DE}"/>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6" name="グループ化 75">
            <a:extLst>
              <a:ext uri="{FF2B5EF4-FFF2-40B4-BE49-F238E27FC236}">
                <a16:creationId xmlns:a16="http://schemas.microsoft.com/office/drawing/2014/main" id="{6B0C0A9C-1EED-FABC-8A16-21797303E4C2}"/>
              </a:ext>
            </a:extLst>
          </p:cNvPr>
          <p:cNvGrpSpPr/>
          <p:nvPr/>
        </p:nvGrpSpPr>
        <p:grpSpPr>
          <a:xfrm>
            <a:off x="3258427" y="2064585"/>
            <a:ext cx="534204" cy="540320"/>
            <a:chOff x="5801236" y="2042989"/>
            <a:chExt cx="534204" cy="540320"/>
          </a:xfrm>
        </p:grpSpPr>
        <p:sp>
          <p:nvSpPr>
            <p:cNvPr id="79" name="四角形: 角を丸くする 78">
              <a:extLst>
                <a:ext uri="{FF2B5EF4-FFF2-40B4-BE49-F238E27FC236}">
                  <a16:creationId xmlns:a16="http://schemas.microsoft.com/office/drawing/2014/main" id="{F9FD6B61-C480-8BCD-8304-9FF6AF66C430}"/>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1" name="グラフィックス 80" descr="ユーザー 単色塗りつぶし">
              <a:extLst>
                <a:ext uri="{FF2B5EF4-FFF2-40B4-BE49-F238E27FC236}">
                  <a16:creationId xmlns:a16="http://schemas.microsoft.com/office/drawing/2014/main" id="{9CC516AD-CA12-2843-A14D-C04FF2EE089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grpSp>
        <p:nvGrpSpPr>
          <p:cNvPr id="82" name="グループ化 81">
            <a:extLst>
              <a:ext uri="{FF2B5EF4-FFF2-40B4-BE49-F238E27FC236}">
                <a16:creationId xmlns:a16="http://schemas.microsoft.com/office/drawing/2014/main" id="{48C236FC-947E-2D8B-89AE-D0369B329B02}"/>
              </a:ext>
            </a:extLst>
          </p:cNvPr>
          <p:cNvGrpSpPr/>
          <p:nvPr/>
        </p:nvGrpSpPr>
        <p:grpSpPr>
          <a:xfrm>
            <a:off x="1177471" y="2072428"/>
            <a:ext cx="432931" cy="437887"/>
            <a:chOff x="7836685" y="2042989"/>
            <a:chExt cx="534204" cy="540320"/>
          </a:xfrm>
        </p:grpSpPr>
        <p:sp>
          <p:nvSpPr>
            <p:cNvPr id="84" name="四角形: 角を丸くする 83">
              <a:extLst>
                <a:ext uri="{FF2B5EF4-FFF2-40B4-BE49-F238E27FC236}">
                  <a16:creationId xmlns:a16="http://schemas.microsoft.com/office/drawing/2014/main" id="{BBDE3803-EBC2-CA6F-F450-E80C6D0CCCC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8" name="グラフィックス 87" descr="ユーザー 単色塗りつぶし">
              <a:extLst>
                <a:ext uri="{FF2B5EF4-FFF2-40B4-BE49-F238E27FC236}">
                  <a16:creationId xmlns:a16="http://schemas.microsoft.com/office/drawing/2014/main" id="{E36AFE15-FAAA-F81C-4812-2787B5C702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Tree>
    <p:extLst>
      <p:ext uri="{BB962C8B-B14F-4D97-AF65-F5344CB8AC3E}">
        <p14:creationId xmlns:p14="http://schemas.microsoft.com/office/powerpoint/2010/main" val="293863510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7CE5A1E-0DD2-976A-A971-2B5084686133}"/>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9C27041D-38FF-5C59-81D8-105CEAA28B65}"/>
              </a:ext>
            </a:extLst>
          </p:cNvPr>
          <p:cNvGrpSpPr>
            <a:grpSpLocks noGrp="1" noUngrp="1" noRot="1" noMove="1" noResize="1"/>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F439FAC4-8651-D214-FD62-AB81DE0BB361}"/>
                </a:ext>
              </a:extLst>
            </p:cNvPr>
            <p:cNvSpPr>
              <a:spLocks noGrp="1" noRot="1" noMove="1" noResize="1" noEditPoints="1" noAdjustHandles="1" noChangeArrowheads="1" noChangeShapeType="1"/>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65851851-ED81-7248-28B0-3CBB580E7238}"/>
                </a:ext>
              </a:extLst>
            </p:cNvPr>
            <p:cNvSpPr>
              <a:spLocks noGrp="1" noRot="1" noMove="1" noResize="1" noEditPoints="1" noAdjustHandles="1" noChangeArrowheads="1" noChangeShapeType="1"/>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44D136CE-930E-E4F6-B2E1-03FA7718655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38009DC1-64A5-44B8-C00A-BFA51522CD8A}"/>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AF08F229-2B11-A8E2-D8A9-08762416B59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61E31DFD-AA06-138B-E2DA-38ECCFEA26BE}"/>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070673CC-B56A-3583-A10F-1B463060C2F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3F2F5759-E417-1E5A-80A4-C2BAB98AEF9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9BE0EA2-A3CA-FECA-A5B8-F3970A0283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337714CA-51BF-847D-8A6B-81805E3B35E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0481919-1E31-8275-B787-93E9E3FBB3D3}"/>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30D05310-6D6A-D290-F51D-82C8AC5AEB4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D436B361-23EE-38AC-0E66-2C3A164B77A4}"/>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B3BDBE1C-F62D-06FA-CC8B-53B74450225E}"/>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1C36AB2E-D849-C210-AE86-708B103D96F2}"/>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2FCEF155-E245-1A69-D3AA-4CAAF98803FF}"/>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4CAA9A50-6F4A-CA76-F242-F3013C61A617}"/>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E0ADAD1A-29EB-47E7-36B7-E40A80C1AB6D}"/>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9A741E8-7FC5-CBF3-2D15-9120E9185A32}"/>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334C0219-8734-F5FA-CAC2-F643EAD41EC9}"/>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B146F3E-C6A0-BC28-7E38-C0D647311705}"/>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D429A6C3-CF4C-91F6-500A-4FC54E009344}"/>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70950663-8450-825D-63E1-1A98123DE0C5}"/>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271E146A-8643-68C6-2440-46DAC6143DEB}"/>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65238333-F86A-0B69-2D41-2AC601C89577}"/>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7478797E-FBED-5662-65A6-33A4AE5DB543}"/>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35BF8DCD-41BA-4801-DFE4-6F865196B0C7}"/>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A3AA75BD-1437-471C-03BF-8F5AC3B4EBEA}"/>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4ACDE655-5D68-5944-0BED-F7FC5B2E1ACD}"/>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565148AA-645C-77CD-10C8-7A370BCE0003}"/>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AF1F7FF2-9FBF-CDCA-CB1F-939AB3824C0E}"/>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1E2D2B60-2CCE-8784-EE21-0D87BA991F18}"/>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6538B4BD-4EC7-8559-53FF-465284510B64}"/>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9058A771-4A27-6A1C-06AD-64CDF11D39DC}"/>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61121916-2E16-3906-9E04-B720376107A9}"/>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55407623-08B1-B339-1BDB-03B5C7FDBD01}"/>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5ECBE7BE-47E2-FCA5-7B10-6157206C54B4}"/>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CC7E5853-1796-56E6-26BA-5099CF7EFD91}"/>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C43A7BF8-075D-F46D-5ECC-18154B447800}"/>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55655401-B9BB-023F-3DF3-34DBA00E6144}"/>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2B1C158D-620E-44A5-954E-7ADE2D7F7993}"/>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C9E0725F-2DC5-FA66-B60D-D2D4C0085E5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58C61C1D-5879-91DF-BA44-433FA7D7D7DD}"/>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064F4BBA-6E8C-AD9B-DD47-3B358CB024B3}"/>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1DA37D22-6353-4414-D5BE-035F61F971E8}"/>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85B75FC9-035E-24E2-CD05-2C6AFF6E6C5F}"/>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0DEDC460-F45C-C54A-4483-81FC32FD1317}"/>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B77705C4-B07C-FBFE-152A-74C362067B5D}"/>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D535FADB-2F75-D468-4543-B768BBFFF284}"/>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BF023556-0426-E999-8A1C-F8B55E83DCE2}"/>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9B63349-A335-347B-2554-1F9D0DA40F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978ABAC5-CDE7-111D-005E-4F5FC2F08CA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CEE677BD-0391-AABE-6772-0F66BA7A8A30}"/>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A84A35E2-FA06-6696-A83F-8787A02E9C92}"/>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B32FF6FA-9692-4618-E707-355FD14FC5B9}"/>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BC993CB6-047C-416C-128A-AA9DA76029F5}"/>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91698BDB-00ED-B4E8-92DC-1E56CA34AB27}"/>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7E706D27-E7A0-9EC0-8311-64830E9EF4C5}"/>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DE1D5054-05D0-50C1-4F04-A2A87CC765AA}"/>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D9E3F9D6-D998-2A31-8062-61532A9B361B}"/>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43921AEA-88C4-91E7-5C29-5E7DA9094DD5}"/>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99E68B3D-E19D-BB22-39AB-070D919A8A98}"/>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FEDAD393-F21E-6C17-A28A-46E84D14B619}"/>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78F7BD30-A0EA-1A78-0D52-8EA9DFE9B123}"/>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78983967-8343-7B42-6760-708F3D189033}"/>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FC80D0CC-DA17-D75F-D83A-91856C3F0982}"/>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693B23BB-BD8E-F03D-11E5-3E94A57C8EE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5A71E389-555E-10E6-41CE-E96082A2C96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90E00A11-F0B9-BBA1-C8F9-AFD99628C0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6CEF0A7-7BC9-BC66-DCD4-C109479AC152}"/>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D8489AF4-CF9D-8206-7E95-1D3DEF7BBBCF}"/>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05D34F53-EC0D-5D43-6E55-EA950506D47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85AAEA96-068C-8FA0-978D-37B2FC9F9362}"/>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386FF32F-6770-CE63-8255-B8BDAE4F3F3F}"/>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C6567673-D68D-1CD6-A7F4-D89B14B5D1EA}"/>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AB6450C1-60B1-D908-B5F3-A2828C0D2BF2}"/>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9E0D778C-D0E4-7EFC-B227-CA572C99D3D1}"/>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FE064CD2-F3C7-D6C5-07CF-F00678CF61E4}"/>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01A89705-38B7-AAF1-ED29-54F10534E5D4}"/>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A8032E30-6C60-6AF4-72E2-98F4214A0163}"/>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A0E40937-544D-73BA-DE3F-B3F1964FD5EB}"/>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B22DB73C-BEE7-7DB1-8B57-D15AFAF175A3}"/>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8A5DCC88-5675-DF08-4CE5-FBD233E12045}"/>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0EEAEC01-FB0C-DD9B-E6EA-130A7F4CA73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39E9071C-D695-90CC-A6D8-07F5ED760A7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C18AF506-B927-40B6-9000-2173FD72ED54}"/>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DC07A724-7D2E-2DD8-13CA-3258666943A2}"/>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EDEFAC6B-C188-3D77-6A22-332D06BCC5F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B9E30D3C-5152-5CE0-0170-22D12749877F}"/>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90873BED-C0B4-FAE7-361B-934F6194DAB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411B32FD-BEA1-8884-88A6-9A8CFC7DDB9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43CE6E03-3BD3-C973-D319-FA7C131E4BC3}"/>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E083921B-E21C-7DDD-9A03-A89F4D92412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5E156E6-48E9-80EA-E8D9-B95D857936C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8EA8AC17-D49F-3515-7509-354CDC757771}"/>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ED06F071-85D7-D7AC-D861-F73CB9375E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630C1E75-8FDB-CAF9-519C-F26CC1EA5CF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2D1653F0-D3B0-12EA-1AC6-5BA1AC458D26}"/>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B1A99C5F-C250-AFBB-4E9F-CD9AA86DF7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461B4C50-EB03-BEE8-FB32-0CC4A8ACBF6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DCE48491-6AA0-A381-BCD6-403FCE968FBA}"/>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2A163A9D-368E-4342-D68C-76D3A3535DC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B0E300B2-4B90-D729-6431-D7E0F2C8B73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7BAB3DD6-B1D0-9DC4-3876-96444C1F2833}"/>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5B20869F-94AC-5603-15E5-7ED7BBEE35C2}"/>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49D2EC97-C77C-F47E-43DA-A46B078F4B6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AC31689B-4176-DB1D-75C1-4CF40F845B32}"/>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AD22376D-DBB3-98AF-EE63-23F21E14B0CB}"/>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B1BE909F-2031-DEBF-B5D3-77872E918CDF}"/>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C1880C1E-1661-5A30-47E0-59BEAE8423F9}"/>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8FF8D320-0F2E-8E18-A2D8-BD8DA3D3536B}"/>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A1B99932-B731-4F12-9E83-7C3C3F55DE82}"/>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F9916416-7476-8F0C-B8A9-E109D10C4E3A}"/>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75AB8D13-2115-5748-10ED-3977EC153704}"/>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E476BF4A-1B83-990E-89DC-8AE5733F2EDD}"/>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BDB8CE03-5D0F-05B5-A109-53CB6EFE04C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8DDF7637-5DDF-766A-BB98-916DCAF1E9C6}"/>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AC1C1EE3-FF71-BE51-5543-A16562AB9A6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FB65F1CB-F731-B8CB-734A-32853886CB58}"/>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173BA715-7AAF-CED9-C2CA-078F9D89F4A4}"/>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3BD7FE21-526B-0F45-4BDA-99B6F9F6BA54}"/>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BB2766B9-D409-79A6-402F-F48A4A722847}"/>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C76AB09C-A4F5-14E3-000C-8CF0A0DC1D35}"/>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509782EB-0291-6939-E076-BF47A70E856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4876B996-2DC0-8373-32DD-89CD3A70AFFD}"/>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216D0FE8-6267-C6FF-A8D9-95C7EB55302A}"/>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B1D13C4F-A520-5A77-2C00-2D1DC7C6C3F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92118134-DB84-AA7B-CA19-C6BD460192A2}"/>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01F2B41F-FE0B-36AA-AC4B-1DC43D1901D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FAC929EF-9AA2-E6CB-1BD4-0D397E450A56}"/>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4E198837-FE1C-694D-5E5E-A0E182B0DCC8}"/>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EBAE9A3C-D2E3-6405-6A80-B88F855468B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F6E5A3FD-D4CA-6748-E38F-2F2284FD4581}"/>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C36758F-84A7-61AC-C5A8-AFF7AEBE89F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2236A628-937D-7E40-8B15-32348A3BDC9A}"/>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25A24536-14BC-6EAD-88F9-4C1B9F41A422}"/>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436B3FA7-A413-D747-B408-84A8E139CF49}"/>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59AF7495-C337-BFC2-B629-03162FF3C60F}"/>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52497CBC-33BF-8603-7E8E-727BF1922EE8}"/>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E74250B4-7AAD-2B7C-5218-DA6C181E032E}"/>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05E95822-290A-EB22-AF89-BC988CE7E94B}"/>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A0837C8E-254E-452A-2DD3-5E97A052FCBD}"/>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4DCDF11D-8A64-1C87-E683-7B3B60C91049}"/>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485868A1-CF69-A5FE-A572-8D4EF77871AE}"/>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3518D15F-2225-1B2C-1090-334F0E606588}"/>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37DAE4AE-9357-4F61-9682-258A448A3AB3}"/>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5331F1A5-1E5A-A7E3-13D9-0AAA7C630A57}"/>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B8F81106-31EA-8CAF-E600-64E0F9D9C98A}"/>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54403663-12A8-CBB2-B206-DAB54F55B6DF}"/>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2497989D-B747-2D87-B11D-19BC23BD0BA4}"/>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AFC4C5DD-5478-0135-8791-C200FFDCEEA2}"/>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C17DB05F-AD3B-7436-7E17-5C7F4DF40BC7}"/>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4" name="正方形/長方形 63">
            <a:extLst>
              <a:ext uri="{FF2B5EF4-FFF2-40B4-BE49-F238E27FC236}">
                <a16:creationId xmlns:a16="http://schemas.microsoft.com/office/drawing/2014/main" id="{CB11158C-3B11-9A75-CB6B-5E7A8B6A11D6}"/>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四角形: 角を丸くする 69">
            <a:extLst>
              <a:ext uri="{FF2B5EF4-FFF2-40B4-BE49-F238E27FC236}">
                <a16:creationId xmlns:a16="http://schemas.microsoft.com/office/drawing/2014/main" id="{F1C46E87-16DE-6AC7-266D-6DD784391885}"/>
              </a:ext>
            </a:extLst>
          </p:cNvPr>
          <p:cNvSpPr/>
          <p:nvPr/>
        </p:nvSpPr>
        <p:spPr>
          <a:xfrm>
            <a:off x="3154916" y="1541088"/>
            <a:ext cx="5872517" cy="3640397"/>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四角形: 角を丸くする 75">
            <a:extLst>
              <a:ext uri="{FF2B5EF4-FFF2-40B4-BE49-F238E27FC236}">
                <a16:creationId xmlns:a16="http://schemas.microsoft.com/office/drawing/2014/main" id="{B8C2ECC1-EC8B-76B7-F37C-04B3AF0C486A}"/>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81" name="テキスト ボックス 80">
            <a:extLst>
              <a:ext uri="{FF2B5EF4-FFF2-40B4-BE49-F238E27FC236}">
                <a16:creationId xmlns:a16="http://schemas.microsoft.com/office/drawing/2014/main" id="{2503B353-5511-BB4D-7D93-801702B40844}"/>
              </a:ext>
            </a:extLst>
          </p:cNvPr>
          <p:cNvSpPr txBox="1"/>
          <p:nvPr/>
        </p:nvSpPr>
        <p:spPr>
          <a:xfrm>
            <a:off x="5695889" y="1660843"/>
            <a:ext cx="800219" cy="461665"/>
          </a:xfrm>
          <a:prstGeom prst="rect">
            <a:avLst/>
          </a:prstGeom>
          <a:noFill/>
        </p:spPr>
        <p:txBody>
          <a:bodyPr wrap="none" rtlCol="0">
            <a:spAutoFit/>
          </a:bodyPr>
          <a:lstStyle/>
          <a:p>
            <a:pPr algn="ctr"/>
            <a:r>
              <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正方形/長方形 81">
            <a:extLst>
              <a:ext uri="{FF2B5EF4-FFF2-40B4-BE49-F238E27FC236}">
                <a16:creationId xmlns:a16="http://schemas.microsoft.com/office/drawing/2014/main" id="{DC36D628-9305-C596-9516-783A6FB67A5C}"/>
              </a:ext>
            </a:extLst>
          </p:cNvPr>
          <p:cNvSpPr/>
          <p:nvPr/>
        </p:nvSpPr>
        <p:spPr>
          <a:xfrm>
            <a:off x="3154916" y="2360267"/>
            <a:ext cx="5872517" cy="678011"/>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6" name="正方形/長方形 95">
            <a:extLst>
              <a:ext uri="{FF2B5EF4-FFF2-40B4-BE49-F238E27FC236}">
                <a16:creationId xmlns:a16="http://schemas.microsoft.com/office/drawing/2014/main" id="{14D39039-D1AD-7B15-0C5C-5F364F598303}"/>
              </a:ext>
            </a:extLst>
          </p:cNvPr>
          <p:cNvSpPr/>
          <p:nvPr/>
        </p:nvSpPr>
        <p:spPr>
          <a:xfrm>
            <a:off x="3154916" y="3333500"/>
            <a:ext cx="5872517" cy="678011"/>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二等辺三角形 97">
            <a:extLst>
              <a:ext uri="{FF2B5EF4-FFF2-40B4-BE49-F238E27FC236}">
                <a16:creationId xmlns:a16="http://schemas.microsoft.com/office/drawing/2014/main" id="{AB83A514-C028-EFE9-0183-9418F78FB1FE}"/>
              </a:ext>
            </a:extLst>
          </p:cNvPr>
          <p:cNvSpPr/>
          <p:nvPr/>
        </p:nvSpPr>
        <p:spPr>
          <a:xfrm rot="5400000">
            <a:off x="5849025" y="2490523"/>
            <a:ext cx="484299" cy="417499"/>
          </a:xfrm>
          <a:prstGeom prst="triangl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5" name="グループ化 114">
            <a:extLst>
              <a:ext uri="{FF2B5EF4-FFF2-40B4-BE49-F238E27FC236}">
                <a16:creationId xmlns:a16="http://schemas.microsoft.com/office/drawing/2014/main" id="{2A309B25-B872-7994-154F-23B6DC961446}"/>
              </a:ext>
            </a:extLst>
          </p:cNvPr>
          <p:cNvGrpSpPr/>
          <p:nvPr/>
        </p:nvGrpSpPr>
        <p:grpSpPr>
          <a:xfrm>
            <a:off x="6437296" y="2478312"/>
            <a:ext cx="2273449" cy="438046"/>
            <a:chOff x="6437296" y="2480249"/>
            <a:chExt cx="2273449" cy="438046"/>
          </a:xfrm>
        </p:grpSpPr>
        <p:grpSp>
          <p:nvGrpSpPr>
            <p:cNvPr id="84" name="グループ化 83">
              <a:extLst>
                <a:ext uri="{FF2B5EF4-FFF2-40B4-BE49-F238E27FC236}">
                  <a16:creationId xmlns:a16="http://schemas.microsoft.com/office/drawing/2014/main" id="{A26D2B2B-DDC0-E1FB-CC6C-A4ADDFFFEC24}"/>
                </a:ext>
              </a:extLst>
            </p:cNvPr>
            <p:cNvGrpSpPr/>
            <p:nvPr/>
          </p:nvGrpSpPr>
          <p:grpSpPr>
            <a:xfrm>
              <a:off x="6437296" y="2480249"/>
              <a:ext cx="2273449" cy="438046"/>
              <a:chOff x="4890326" y="3796691"/>
              <a:chExt cx="2273449" cy="438046"/>
            </a:xfrm>
          </p:grpSpPr>
          <p:sp>
            <p:nvSpPr>
              <p:cNvPr id="88" name="四角形: 角を丸くする 87">
                <a:extLst>
                  <a:ext uri="{FF2B5EF4-FFF2-40B4-BE49-F238E27FC236}">
                    <a16:creationId xmlns:a16="http://schemas.microsoft.com/office/drawing/2014/main" id="{5E9FAE55-B23B-74DA-03FF-BE34283FD0DD}"/>
                  </a:ext>
                </a:extLst>
              </p:cNvPr>
              <p:cNvSpPr/>
              <p:nvPr/>
            </p:nvSpPr>
            <p:spPr>
              <a:xfrm>
                <a:off x="4890326" y="3796691"/>
                <a:ext cx="1047209" cy="43804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テキスト ボックス 90">
                <a:extLst>
                  <a:ext uri="{FF2B5EF4-FFF2-40B4-BE49-F238E27FC236}">
                    <a16:creationId xmlns:a16="http://schemas.microsoft.com/office/drawing/2014/main" id="{A61B0855-184A-6433-6D89-096462FF3B9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92" name="テキスト ボックス 91">
                <a:extLst>
                  <a:ext uri="{FF2B5EF4-FFF2-40B4-BE49-F238E27FC236}">
                    <a16:creationId xmlns:a16="http://schemas.microsoft.com/office/drawing/2014/main" id="{4DE5E4C0-A5C3-06A7-AA28-8C5B2AD3AB57}"/>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4" name="グループ化 103">
              <a:extLst>
                <a:ext uri="{FF2B5EF4-FFF2-40B4-BE49-F238E27FC236}">
                  <a16:creationId xmlns:a16="http://schemas.microsoft.com/office/drawing/2014/main" id="{11CB2F0A-5C3F-76A8-71B7-FC6B34DA62F0}"/>
                </a:ext>
              </a:extLst>
            </p:cNvPr>
            <p:cNvGrpSpPr/>
            <p:nvPr/>
          </p:nvGrpSpPr>
          <p:grpSpPr>
            <a:xfrm>
              <a:off x="6520894" y="2554520"/>
              <a:ext cx="307777" cy="307777"/>
              <a:chOff x="7578010" y="689710"/>
              <a:chExt cx="307777" cy="307777"/>
            </a:xfrm>
          </p:grpSpPr>
          <p:sp>
            <p:nvSpPr>
              <p:cNvPr id="105" name="ハート 104">
                <a:extLst>
                  <a:ext uri="{FF2B5EF4-FFF2-40B4-BE49-F238E27FC236}">
                    <a16:creationId xmlns:a16="http://schemas.microsoft.com/office/drawing/2014/main" id="{E458228B-B29E-9425-9C04-5DC3FDCDDDDB}"/>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6" name="グループ化 105">
                <a:extLst>
                  <a:ext uri="{FF2B5EF4-FFF2-40B4-BE49-F238E27FC236}">
                    <a16:creationId xmlns:a16="http://schemas.microsoft.com/office/drawing/2014/main" id="{0F7CCD31-2CEA-5701-00E5-D592D6F9255B}"/>
                  </a:ext>
                </a:extLst>
              </p:cNvPr>
              <p:cNvGrpSpPr/>
              <p:nvPr/>
            </p:nvGrpSpPr>
            <p:grpSpPr>
              <a:xfrm>
                <a:off x="7703665" y="804545"/>
                <a:ext cx="105517" cy="121007"/>
                <a:chOff x="5667132" y="573275"/>
                <a:chExt cx="322931" cy="370337"/>
              </a:xfrm>
            </p:grpSpPr>
            <p:sp>
              <p:nvSpPr>
                <p:cNvPr id="110" name="楕円 109">
                  <a:extLst>
                    <a:ext uri="{FF2B5EF4-FFF2-40B4-BE49-F238E27FC236}">
                      <a16:creationId xmlns:a16="http://schemas.microsoft.com/office/drawing/2014/main" id="{52FCA6B9-3F6B-6649-06F5-313AE4731DF5}"/>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4" name="コネクタ: 曲線 113">
                  <a:extLst>
                    <a:ext uri="{FF2B5EF4-FFF2-40B4-BE49-F238E27FC236}">
                      <a16:creationId xmlns:a16="http://schemas.microsoft.com/office/drawing/2014/main" id="{2076EA68-630D-CAED-530D-52701AA07038}"/>
                    </a:ext>
                  </a:extLst>
                </p:cNvPr>
                <p:cNvCxnSpPr>
                  <a:cxnSpLocks/>
                  <a:stCxn id="110"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107" name="グループ化 106">
                <a:extLst>
                  <a:ext uri="{FF2B5EF4-FFF2-40B4-BE49-F238E27FC236}">
                    <a16:creationId xmlns:a16="http://schemas.microsoft.com/office/drawing/2014/main" id="{7DCDA019-68EF-5879-B288-99F645B587E5}"/>
                  </a:ext>
                </a:extLst>
              </p:cNvPr>
              <p:cNvGrpSpPr/>
              <p:nvPr/>
            </p:nvGrpSpPr>
            <p:grpSpPr>
              <a:xfrm flipH="1">
                <a:off x="7627235" y="770446"/>
                <a:ext cx="84042" cy="96379"/>
                <a:chOff x="5667132" y="573275"/>
                <a:chExt cx="322931" cy="370337"/>
              </a:xfrm>
            </p:grpSpPr>
            <p:sp>
              <p:nvSpPr>
                <p:cNvPr id="108" name="楕円 107">
                  <a:extLst>
                    <a:ext uri="{FF2B5EF4-FFF2-40B4-BE49-F238E27FC236}">
                      <a16:creationId xmlns:a16="http://schemas.microsoft.com/office/drawing/2014/main" id="{28473554-4011-E8AD-22F0-25CC8A3D1506}"/>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9" name="コネクタ: 曲線 108">
                  <a:extLst>
                    <a:ext uri="{FF2B5EF4-FFF2-40B4-BE49-F238E27FC236}">
                      <a16:creationId xmlns:a16="http://schemas.microsoft.com/office/drawing/2014/main" id="{DBA09C31-7A22-D5C2-76EC-F0AF32AF1B9E}"/>
                    </a:ext>
                  </a:extLst>
                </p:cNvPr>
                <p:cNvCxnSpPr>
                  <a:cxnSpLocks/>
                  <a:stCxn id="108"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grpSp>
      <p:sp>
        <p:nvSpPr>
          <p:cNvPr id="131" name="二等辺三角形 130">
            <a:extLst>
              <a:ext uri="{FF2B5EF4-FFF2-40B4-BE49-F238E27FC236}">
                <a16:creationId xmlns:a16="http://schemas.microsoft.com/office/drawing/2014/main" id="{9B47C602-D2B1-48F2-61EB-F955F10DAF28}"/>
              </a:ext>
            </a:extLst>
          </p:cNvPr>
          <p:cNvSpPr/>
          <p:nvPr/>
        </p:nvSpPr>
        <p:spPr>
          <a:xfrm rot="5400000">
            <a:off x="5849025" y="3463756"/>
            <a:ext cx="484299" cy="417499"/>
          </a:xfrm>
          <a:prstGeom prst="triangl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6" name="グループ化 145">
            <a:extLst>
              <a:ext uri="{FF2B5EF4-FFF2-40B4-BE49-F238E27FC236}">
                <a16:creationId xmlns:a16="http://schemas.microsoft.com/office/drawing/2014/main" id="{4FB985D5-364E-E419-B86D-715578A6360F}"/>
              </a:ext>
            </a:extLst>
          </p:cNvPr>
          <p:cNvGrpSpPr/>
          <p:nvPr/>
        </p:nvGrpSpPr>
        <p:grpSpPr>
          <a:xfrm>
            <a:off x="6437296" y="3455617"/>
            <a:ext cx="2273449" cy="438046"/>
            <a:chOff x="6437296" y="3453482"/>
            <a:chExt cx="2273449" cy="438046"/>
          </a:xfrm>
        </p:grpSpPr>
        <p:grpSp>
          <p:nvGrpSpPr>
            <p:cNvPr id="117" name="グループ化 116">
              <a:extLst>
                <a:ext uri="{FF2B5EF4-FFF2-40B4-BE49-F238E27FC236}">
                  <a16:creationId xmlns:a16="http://schemas.microsoft.com/office/drawing/2014/main" id="{2BBDD9F2-AE75-3A68-6FB5-52DF67754DAA}"/>
                </a:ext>
              </a:extLst>
            </p:cNvPr>
            <p:cNvGrpSpPr/>
            <p:nvPr/>
          </p:nvGrpSpPr>
          <p:grpSpPr>
            <a:xfrm>
              <a:off x="6437296" y="3453482"/>
              <a:ext cx="2273449" cy="438046"/>
              <a:chOff x="4890326" y="3796691"/>
              <a:chExt cx="2273449" cy="438046"/>
            </a:xfrm>
          </p:grpSpPr>
          <p:sp>
            <p:nvSpPr>
              <p:cNvPr id="127" name="四角形: 角を丸くする 126">
                <a:extLst>
                  <a:ext uri="{FF2B5EF4-FFF2-40B4-BE49-F238E27FC236}">
                    <a16:creationId xmlns:a16="http://schemas.microsoft.com/office/drawing/2014/main" id="{EA9ECD85-594F-9B2A-E0F4-A0997814B6D2}"/>
                  </a:ext>
                </a:extLst>
              </p:cNvPr>
              <p:cNvSpPr/>
              <p:nvPr/>
            </p:nvSpPr>
            <p:spPr>
              <a:xfrm>
                <a:off x="4890326" y="3796691"/>
                <a:ext cx="1047209" cy="43804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8" name="テキスト ボックス 127">
                <a:extLst>
                  <a:ext uri="{FF2B5EF4-FFF2-40B4-BE49-F238E27FC236}">
                    <a16:creationId xmlns:a16="http://schemas.microsoft.com/office/drawing/2014/main" id="{1F9FE138-E441-25B3-B595-30C5385EFD04}"/>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129" name="テキスト ボックス 128">
                <a:extLst>
                  <a:ext uri="{FF2B5EF4-FFF2-40B4-BE49-F238E27FC236}">
                    <a16:creationId xmlns:a16="http://schemas.microsoft.com/office/drawing/2014/main" id="{60DAD710-0B3F-0140-CC8F-C995270FDA70}"/>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5" name="グループ化 134">
              <a:extLst>
                <a:ext uri="{FF2B5EF4-FFF2-40B4-BE49-F238E27FC236}">
                  <a16:creationId xmlns:a16="http://schemas.microsoft.com/office/drawing/2014/main" id="{73C2684B-F75E-C152-B5D4-BF80F2BAA998}"/>
                </a:ext>
              </a:extLst>
            </p:cNvPr>
            <p:cNvGrpSpPr/>
            <p:nvPr/>
          </p:nvGrpSpPr>
          <p:grpSpPr>
            <a:xfrm>
              <a:off x="6543645" y="3540774"/>
              <a:ext cx="211026" cy="279530"/>
              <a:chOff x="8604191" y="699940"/>
              <a:chExt cx="211026" cy="279530"/>
            </a:xfrm>
          </p:grpSpPr>
          <p:grpSp>
            <p:nvGrpSpPr>
              <p:cNvPr id="138" name="グループ化 137">
                <a:extLst>
                  <a:ext uri="{FF2B5EF4-FFF2-40B4-BE49-F238E27FC236}">
                    <a16:creationId xmlns:a16="http://schemas.microsoft.com/office/drawing/2014/main" id="{22165984-7CB1-F896-B2E1-6D79260B625D}"/>
                  </a:ext>
                </a:extLst>
              </p:cNvPr>
              <p:cNvGrpSpPr/>
              <p:nvPr/>
            </p:nvGrpSpPr>
            <p:grpSpPr>
              <a:xfrm>
                <a:off x="8604191" y="699940"/>
                <a:ext cx="211026" cy="279530"/>
                <a:chOff x="8604191" y="672399"/>
                <a:chExt cx="211026" cy="279530"/>
              </a:xfrm>
            </p:grpSpPr>
            <p:cxnSp>
              <p:nvCxnSpPr>
                <p:cNvPr id="141" name="コネクタ: カギ線 140">
                  <a:extLst>
                    <a:ext uri="{FF2B5EF4-FFF2-40B4-BE49-F238E27FC236}">
                      <a16:creationId xmlns:a16="http://schemas.microsoft.com/office/drawing/2014/main" id="{C02F4562-BFA9-45C3-39B1-21C59075B48E}"/>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2" name="直線コネクタ 141">
                  <a:extLst>
                    <a:ext uri="{FF2B5EF4-FFF2-40B4-BE49-F238E27FC236}">
                      <a16:creationId xmlns:a16="http://schemas.microsoft.com/office/drawing/2014/main" id="{742289EF-06B4-791E-B2BC-055CA33070D1}"/>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3" name="直線コネクタ 142">
                  <a:extLst>
                    <a:ext uri="{FF2B5EF4-FFF2-40B4-BE49-F238E27FC236}">
                      <a16:creationId xmlns:a16="http://schemas.microsoft.com/office/drawing/2014/main" id="{2F5C2E56-05EE-B2EA-B9E6-DCBAECE38E0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5" name="直線コネクタ 144">
                  <a:extLst>
                    <a:ext uri="{FF2B5EF4-FFF2-40B4-BE49-F238E27FC236}">
                      <a16:creationId xmlns:a16="http://schemas.microsoft.com/office/drawing/2014/main" id="{E61EF375-A179-B297-12D0-3260035A0E65}"/>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39" name="直線コネクタ 138">
                <a:extLst>
                  <a:ext uri="{FF2B5EF4-FFF2-40B4-BE49-F238E27FC236}">
                    <a16:creationId xmlns:a16="http://schemas.microsoft.com/office/drawing/2014/main" id="{CA7A71FB-595F-590F-416B-38472A702D33}"/>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0" name="直線コネクタ 139">
                <a:extLst>
                  <a:ext uri="{FF2B5EF4-FFF2-40B4-BE49-F238E27FC236}">
                    <a16:creationId xmlns:a16="http://schemas.microsoft.com/office/drawing/2014/main" id="{4630F227-664E-5272-7443-DF83E618E78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nvGrpSpPr>
          <p:cNvPr id="147" name="グループ化 146">
            <a:extLst>
              <a:ext uri="{FF2B5EF4-FFF2-40B4-BE49-F238E27FC236}">
                <a16:creationId xmlns:a16="http://schemas.microsoft.com/office/drawing/2014/main" id="{4D6CE75C-2668-32F4-1F9C-54E63EE32BC7}"/>
              </a:ext>
            </a:extLst>
          </p:cNvPr>
          <p:cNvGrpSpPr/>
          <p:nvPr/>
        </p:nvGrpSpPr>
        <p:grpSpPr>
          <a:xfrm>
            <a:off x="3499218" y="2478312"/>
            <a:ext cx="2273449" cy="438046"/>
            <a:chOff x="6437296" y="2480249"/>
            <a:chExt cx="2273449" cy="438046"/>
          </a:xfrm>
        </p:grpSpPr>
        <p:grpSp>
          <p:nvGrpSpPr>
            <p:cNvPr id="149" name="グループ化 148">
              <a:extLst>
                <a:ext uri="{FF2B5EF4-FFF2-40B4-BE49-F238E27FC236}">
                  <a16:creationId xmlns:a16="http://schemas.microsoft.com/office/drawing/2014/main" id="{B0A80E40-5D70-68BC-720F-8D184D68DD53}"/>
                </a:ext>
              </a:extLst>
            </p:cNvPr>
            <p:cNvGrpSpPr/>
            <p:nvPr/>
          </p:nvGrpSpPr>
          <p:grpSpPr>
            <a:xfrm>
              <a:off x="6437296" y="2480249"/>
              <a:ext cx="2273449" cy="438046"/>
              <a:chOff x="4890326" y="3796691"/>
              <a:chExt cx="2273449" cy="438046"/>
            </a:xfrm>
          </p:grpSpPr>
          <p:sp>
            <p:nvSpPr>
              <p:cNvPr id="173" name="四角形: 角を丸くする 172">
                <a:extLst>
                  <a:ext uri="{FF2B5EF4-FFF2-40B4-BE49-F238E27FC236}">
                    <a16:creationId xmlns:a16="http://schemas.microsoft.com/office/drawing/2014/main" id="{22F9A96A-7AFE-49D6-24ED-EAD8D4879DD5}"/>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4" name="テキスト ボックス 173">
                <a:extLst>
                  <a:ext uri="{FF2B5EF4-FFF2-40B4-BE49-F238E27FC236}">
                    <a16:creationId xmlns:a16="http://schemas.microsoft.com/office/drawing/2014/main" id="{22313DF9-3BD9-2282-B2E0-46C6DEBB54DC}"/>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76" name="テキスト ボックス 175">
                <a:extLst>
                  <a:ext uri="{FF2B5EF4-FFF2-40B4-BE49-F238E27FC236}">
                    <a16:creationId xmlns:a16="http://schemas.microsoft.com/office/drawing/2014/main" id="{B7905237-2411-A802-8E92-0807CB01F2AA}"/>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9" name="グループ化 158">
              <a:extLst>
                <a:ext uri="{FF2B5EF4-FFF2-40B4-BE49-F238E27FC236}">
                  <a16:creationId xmlns:a16="http://schemas.microsoft.com/office/drawing/2014/main" id="{1A35260B-2922-F85C-05A8-E8F3A72AA5B8}"/>
                </a:ext>
              </a:extLst>
            </p:cNvPr>
            <p:cNvGrpSpPr/>
            <p:nvPr/>
          </p:nvGrpSpPr>
          <p:grpSpPr>
            <a:xfrm>
              <a:off x="6520894" y="2554520"/>
              <a:ext cx="307777" cy="307777"/>
              <a:chOff x="7578010" y="689710"/>
              <a:chExt cx="307777" cy="307777"/>
            </a:xfrm>
          </p:grpSpPr>
          <p:sp>
            <p:nvSpPr>
              <p:cNvPr id="160" name="ハート 159">
                <a:extLst>
                  <a:ext uri="{FF2B5EF4-FFF2-40B4-BE49-F238E27FC236}">
                    <a16:creationId xmlns:a16="http://schemas.microsoft.com/office/drawing/2014/main" id="{81B26329-3AB3-6D2D-F30B-2C03866A5E5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1" name="グループ化 160">
                <a:extLst>
                  <a:ext uri="{FF2B5EF4-FFF2-40B4-BE49-F238E27FC236}">
                    <a16:creationId xmlns:a16="http://schemas.microsoft.com/office/drawing/2014/main" id="{5F56C6C5-68EF-3C26-0A5F-17226FA7D30A}"/>
                  </a:ext>
                </a:extLst>
              </p:cNvPr>
              <p:cNvGrpSpPr/>
              <p:nvPr/>
            </p:nvGrpSpPr>
            <p:grpSpPr>
              <a:xfrm>
                <a:off x="7703665" y="804545"/>
                <a:ext cx="105517" cy="121007"/>
                <a:chOff x="5667132" y="573275"/>
                <a:chExt cx="322931" cy="370337"/>
              </a:xfrm>
            </p:grpSpPr>
            <p:sp>
              <p:nvSpPr>
                <p:cNvPr id="168" name="楕円 167">
                  <a:extLst>
                    <a:ext uri="{FF2B5EF4-FFF2-40B4-BE49-F238E27FC236}">
                      <a16:creationId xmlns:a16="http://schemas.microsoft.com/office/drawing/2014/main" id="{950464F6-0221-F308-E564-81E233AC6643}"/>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72" name="コネクタ: 曲線 171">
                  <a:extLst>
                    <a:ext uri="{FF2B5EF4-FFF2-40B4-BE49-F238E27FC236}">
                      <a16:creationId xmlns:a16="http://schemas.microsoft.com/office/drawing/2014/main" id="{4AA7B3A4-772F-D549-011E-CCE97AF08B3A}"/>
                    </a:ext>
                  </a:extLst>
                </p:cNvPr>
                <p:cNvCxnSpPr>
                  <a:cxnSpLocks/>
                  <a:stCxn id="168"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163" name="グループ化 162">
                <a:extLst>
                  <a:ext uri="{FF2B5EF4-FFF2-40B4-BE49-F238E27FC236}">
                    <a16:creationId xmlns:a16="http://schemas.microsoft.com/office/drawing/2014/main" id="{06AA7134-4140-2982-6817-628F9B917331}"/>
                  </a:ext>
                </a:extLst>
              </p:cNvPr>
              <p:cNvGrpSpPr/>
              <p:nvPr/>
            </p:nvGrpSpPr>
            <p:grpSpPr>
              <a:xfrm flipH="1">
                <a:off x="7627235" y="770446"/>
                <a:ext cx="84042" cy="96379"/>
                <a:chOff x="5667132" y="573275"/>
                <a:chExt cx="322931" cy="370337"/>
              </a:xfrm>
            </p:grpSpPr>
            <p:sp>
              <p:nvSpPr>
                <p:cNvPr id="164" name="楕円 163">
                  <a:extLst>
                    <a:ext uri="{FF2B5EF4-FFF2-40B4-BE49-F238E27FC236}">
                      <a16:creationId xmlns:a16="http://schemas.microsoft.com/office/drawing/2014/main" id="{5EB4C4B3-BF61-BF24-1F0F-1CB498B0FF41}"/>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6" name="コネクタ: 曲線 165">
                  <a:extLst>
                    <a:ext uri="{FF2B5EF4-FFF2-40B4-BE49-F238E27FC236}">
                      <a16:creationId xmlns:a16="http://schemas.microsoft.com/office/drawing/2014/main" id="{0EA11D76-B313-D970-5BC8-3D284B93E3AF}"/>
                    </a:ext>
                  </a:extLst>
                </p:cNvPr>
                <p:cNvCxnSpPr>
                  <a:cxnSpLocks/>
                  <a:stCxn id="164"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grpSp>
      <p:grpSp>
        <p:nvGrpSpPr>
          <p:cNvPr id="178" name="グループ化 177">
            <a:extLst>
              <a:ext uri="{FF2B5EF4-FFF2-40B4-BE49-F238E27FC236}">
                <a16:creationId xmlns:a16="http://schemas.microsoft.com/office/drawing/2014/main" id="{0E56D8FD-3665-BD0C-A94F-5D47780F353B}"/>
              </a:ext>
            </a:extLst>
          </p:cNvPr>
          <p:cNvGrpSpPr/>
          <p:nvPr/>
        </p:nvGrpSpPr>
        <p:grpSpPr>
          <a:xfrm>
            <a:off x="3499218" y="3455617"/>
            <a:ext cx="2273449" cy="438046"/>
            <a:chOff x="6437296" y="3453482"/>
            <a:chExt cx="2273449" cy="438046"/>
          </a:xfrm>
        </p:grpSpPr>
        <p:grpSp>
          <p:nvGrpSpPr>
            <p:cNvPr id="179" name="グループ化 178">
              <a:extLst>
                <a:ext uri="{FF2B5EF4-FFF2-40B4-BE49-F238E27FC236}">
                  <a16:creationId xmlns:a16="http://schemas.microsoft.com/office/drawing/2014/main" id="{7EB402D7-2CE4-8DDE-7CF9-B9F33A5F1CAF}"/>
                </a:ext>
              </a:extLst>
            </p:cNvPr>
            <p:cNvGrpSpPr/>
            <p:nvPr/>
          </p:nvGrpSpPr>
          <p:grpSpPr>
            <a:xfrm>
              <a:off x="6437296" y="3453482"/>
              <a:ext cx="2273449" cy="438046"/>
              <a:chOff x="4890326" y="3796691"/>
              <a:chExt cx="2273449" cy="438046"/>
            </a:xfrm>
          </p:grpSpPr>
          <p:sp>
            <p:nvSpPr>
              <p:cNvPr id="192" name="四角形: 角を丸くする 191">
                <a:extLst>
                  <a:ext uri="{FF2B5EF4-FFF2-40B4-BE49-F238E27FC236}">
                    <a16:creationId xmlns:a16="http://schemas.microsoft.com/office/drawing/2014/main" id="{9CB67BAD-2CE2-63CB-0162-4E65C104286A}"/>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テキスト ボックス 192">
                <a:extLst>
                  <a:ext uri="{FF2B5EF4-FFF2-40B4-BE49-F238E27FC236}">
                    <a16:creationId xmlns:a16="http://schemas.microsoft.com/office/drawing/2014/main" id="{34295CD1-A57C-4254-8704-D9E6A2FBAB6B}"/>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94" name="テキスト ボックス 193">
                <a:extLst>
                  <a:ext uri="{FF2B5EF4-FFF2-40B4-BE49-F238E27FC236}">
                    <a16:creationId xmlns:a16="http://schemas.microsoft.com/office/drawing/2014/main" id="{8646FDB4-3906-C29F-CC53-666BF62DBEF4}"/>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0" name="グループ化 179">
              <a:extLst>
                <a:ext uri="{FF2B5EF4-FFF2-40B4-BE49-F238E27FC236}">
                  <a16:creationId xmlns:a16="http://schemas.microsoft.com/office/drawing/2014/main" id="{B2B7F5CA-C907-7905-15F5-69DB9A1AF4FE}"/>
                </a:ext>
              </a:extLst>
            </p:cNvPr>
            <p:cNvGrpSpPr/>
            <p:nvPr/>
          </p:nvGrpSpPr>
          <p:grpSpPr>
            <a:xfrm>
              <a:off x="6543645" y="3540774"/>
              <a:ext cx="211026" cy="279530"/>
              <a:chOff x="8604191" y="699940"/>
              <a:chExt cx="211026" cy="279530"/>
            </a:xfrm>
          </p:grpSpPr>
          <p:grpSp>
            <p:nvGrpSpPr>
              <p:cNvPr id="181" name="グループ化 180">
                <a:extLst>
                  <a:ext uri="{FF2B5EF4-FFF2-40B4-BE49-F238E27FC236}">
                    <a16:creationId xmlns:a16="http://schemas.microsoft.com/office/drawing/2014/main" id="{9618C9A5-564C-26E5-E3FA-D8444553428F}"/>
                  </a:ext>
                </a:extLst>
              </p:cNvPr>
              <p:cNvGrpSpPr/>
              <p:nvPr/>
            </p:nvGrpSpPr>
            <p:grpSpPr>
              <a:xfrm>
                <a:off x="8604191" y="699940"/>
                <a:ext cx="211026" cy="279530"/>
                <a:chOff x="8604191" y="672399"/>
                <a:chExt cx="211026" cy="279530"/>
              </a:xfrm>
            </p:grpSpPr>
            <p:cxnSp>
              <p:nvCxnSpPr>
                <p:cNvPr id="188" name="コネクタ: カギ線 187">
                  <a:extLst>
                    <a:ext uri="{FF2B5EF4-FFF2-40B4-BE49-F238E27FC236}">
                      <a16:creationId xmlns:a16="http://schemas.microsoft.com/office/drawing/2014/main" id="{AB09B006-1DDA-73C2-3D0B-AFC7D3A5288E}"/>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89" name="直線コネクタ 188">
                  <a:extLst>
                    <a:ext uri="{FF2B5EF4-FFF2-40B4-BE49-F238E27FC236}">
                      <a16:creationId xmlns:a16="http://schemas.microsoft.com/office/drawing/2014/main" id="{F9CD1115-F787-F0D9-A56A-54EE6247F303}"/>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90" name="直線コネクタ 189">
                  <a:extLst>
                    <a:ext uri="{FF2B5EF4-FFF2-40B4-BE49-F238E27FC236}">
                      <a16:creationId xmlns:a16="http://schemas.microsoft.com/office/drawing/2014/main" id="{281598DF-8D40-A524-EE30-B08C05E82197}"/>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91" name="直線コネクタ 190">
                  <a:extLst>
                    <a:ext uri="{FF2B5EF4-FFF2-40B4-BE49-F238E27FC236}">
                      <a16:creationId xmlns:a16="http://schemas.microsoft.com/office/drawing/2014/main" id="{DE43D3F1-FF80-E048-C780-BB1DBB76736F}"/>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82" name="直線コネクタ 181">
                <a:extLst>
                  <a:ext uri="{FF2B5EF4-FFF2-40B4-BE49-F238E27FC236}">
                    <a16:creationId xmlns:a16="http://schemas.microsoft.com/office/drawing/2014/main" id="{11930310-808F-63F6-8B74-A3C5E52AC01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87" name="直線コネクタ 186">
                <a:extLst>
                  <a:ext uri="{FF2B5EF4-FFF2-40B4-BE49-F238E27FC236}">
                    <a16:creationId xmlns:a16="http://schemas.microsoft.com/office/drawing/2014/main" id="{5572D6E0-C872-990A-FC78-15BCBB93379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spTree>
    <p:extLst>
      <p:ext uri="{BB962C8B-B14F-4D97-AF65-F5344CB8AC3E}">
        <p14:creationId xmlns:p14="http://schemas.microsoft.com/office/powerpoint/2010/main" val="257297831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1761DC82-A1B5-4FA5-9EFD-BA9BCB8D3223}"/>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242AB790-C5C2-86AA-4AAD-7B91D1DD8ED6}"/>
              </a:ext>
            </a:extLst>
          </p:cNvPr>
          <p:cNvGrpSpPr>
            <a:grpSpLocks noGrp="1" noUngrp="1" noRot="1" noMove="1" noResize="1"/>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267865B5-C2F7-434E-DC52-7A6213859326}"/>
                </a:ext>
              </a:extLst>
            </p:cNvPr>
            <p:cNvSpPr>
              <a:spLocks noGrp="1" noRot="1" noMove="1" noResize="1" noEditPoints="1" noAdjustHandles="1" noChangeArrowheads="1" noChangeShapeType="1"/>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D69D7D2B-1C15-E198-2F43-085C12DCB309}"/>
                </a:ext>
              </a:extLst>
            </p:cNvPr>
            <p:cNvSpPr>
              <a:spLocks noGrp="1" noRot="1" noMove="1" noResize="1" noEditPoints="1" noAdjustHandles="1" noChangeArrowheads="1" noChangeShapeType="1"/>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5E9AC284-1E93-9D6A-0CBA-2DBC6309E66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0A03D7F7-21C2-DC50-1D27-58A71C950314}"/>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79541FEF-F871-4D4C-8224-703FAD76190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BC27451E-CF46-EDA7-634F-5571B976AD4E}"/>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B617187A-131B-2FCB-2088-280B851FDAA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3C74DB2D-82AB-B27E-2B56-78082EB2F14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DF52047-7106-37C7-3668-B72ECED55AAB}"/>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D7BA31DA-B46C-6D99-A58C-1953A1874C9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4BB577E-ABC0-70B2-C51C-B579D8D9E41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A603BB37-D456-1CF9-ABAD-DD6012D29810}"/>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60E16112-BDF0-1101-750C-D7A274B571EA}"/>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0755B192-4EB5-C057-C87B-D5D91A2F271B}"/>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0FC6DF29-8000-518B-4550-66483C94BD73}"/>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275ADF14-0D71-166B-AF35-D8040322E90B}"/>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A305DCF7-0CBC-6F46-F05F-AE1EC70B85FD}"/>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AF026F24-D34E-CC2F-0851-978FCA5276BF}"/>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3E40048-6662-7A68-33AB-AB6D1413E7FA}"/>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6B0A6C1D-46EA-4A2F-7A31-27231B305BBE}"/>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D679B774-1DF2-C359-493F-A65ACBD23901}"/>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34D10261-A661-B2A1-4937-83B887843035}"/>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1AEA0785-DF5E-4CDE-97EC-5D4DA540F149}"/>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E1B2C987-52BD-1373-C06F-6279B7A5469E}"/>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F833B63C-04C1-8C8B-CBDF-86C7E2E9FECC}"/>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1A1474DA-47B5-07D6-4F04-820BAC362BDF}"/>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979DE39E-4BB3-B8AD-7230-0D9EF9502BB1}"/>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1B24FD3E-B8E2-6BAE-09F3-6566DCC1E20D}"/>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65FAEB14-8C23-542A-006D-EFD5D3914407}"/>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72E3DCA9-E841-050F-94D3-2C446C54FD02}"/>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DC48E9E0-0D73-0EF0-1F92-CA67C7F9A3DB}"/>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C27FEFDD-4378-BB55-F83A-6C2E338DBCC1}"/>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8329F4DD-2C55-161C-3595-7DDF532C805E}"/>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2E32469E-1239-E66E-D392-6310669DBFA6}"/>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26593F8-207A-C1EC-AAF5-9929E9FE5103}"/>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F932F1E7-4724-A680-7E31-D406FBB37946}"/>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37EBD467-7874-9904-8FAB-86E574BD7DC4}"/>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FEA6611F-7E68-1C43-A631-8DC196A5650B}"/>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1797D642-5D0E-3321-9A20-7340F5135C76}"/>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144B6690-60A0-E14C-3878-2F0F08B71A71}"/>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074E0BFD-B19C-7843-4131-9877A2BDB36F}"/>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86D60721-3FE4-A49E-4CD8-BDEFC9D6B051}"/>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A2030940-70A7-80CC-52BC-78D44FB50BD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D438DF6A-67CB-B595-C526-A0DADB93F6C0}"/>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AA05DD78-42E8-BB49-30E1-48390F6F14E3}"/>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7B100F41-E35B-5529-D020-2EFDB6D79893}"/>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75C2172E-C07A-337A-45AE-155BAA5B0722}"/>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FC11AD8F-2E97-E636-9C6C-FF3A910CE785}"/>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A631C9F2-1A41-AD51-6096-A2DE0F1B89CA}"/>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74BB0CD2-184F-E7C5-E7A9-072FB0541695}"/>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9F7AD303-8AE3-71BA-B33C-1926828272D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B941808A-C7A3-E8B1-1B24-14D9568AF072}"/>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78C3805A-2806-3C63-B2D4-7B754A6C577D}"/>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40834118-4C3F-D01E-33E1-EE1B1777E387}"/>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9012A5E-B5DB-A6D8-BFAF-571D802287E2}"/>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67FDFCE4-BBA3-6CF1-BB32-E248ADED8E42}"/>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6A6FB088-6FF4-C4F1-5EB1-E4197839801B}"/>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92C36C68-3080-3B72-0BC9-86E842FBF297}"/>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FDD4B64E-C3CE-E521-142D-D55C399EF188}"/>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4B4BAB06-9D06-8F14-362E-98D826CA865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4963BC59-29B7-9504-2833-0F77D8A612F2}"/>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D487BC7A-7C36-46CC-7746-F34F2174C433}"/>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E48542D7-B6AA-3DE4-F603-B229CB12D8FF}"/>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66C0E472-958E-8041-8A1E-5AA8DE33CCA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F66BDD3B-312F-6210-D5A7-1086C3B21364}"/>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B1B3713B-D56F-A793-EB3A-BC8166C3C39F}"/>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C801A5A4-A8B7-D592-FC90-59E469DBE75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FDD0B1DC-51E8-8A78-C210-49FD4FC54C8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F4F6A100-CE0A-3038-4567-86152682481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D0704895-0E8E-0F24-D52B-B03B66AA5E41}"/>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709424F4-D543-3F5B-D744-60D2A847598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719E5357-54BD-981D-BF00-BB959AD00EC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C25DAC0B-7B10-D7E0-48AC-13E7DAD19FB4}"/>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FA8A1906-49F2-B804-E3D4-B37F2B9D13E9}"/>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A4DBF34A-6B49-21F5-287D-7E7B061C33A0}"/>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7F218C76-6965-D502-A9FA-A90F196C7809}"/>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F9A51410-9314-7E60-C972-34321D8F740C}"/>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1DA40CA5-7F5A-3E66-ABAC-443545851538}"/>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047B280A-B14B-7C0B-BC6B-297C6DB25A16}"/>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3137E4BC-93A6-CD4D-A8CD-D22394272443}"/>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B6F31A5C-0123-F51E-C283-23BEBF1942C1}"/>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01BEFCEA-14CC-C0DF-A9DE-85A29CAAADE1}"/>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1E02D6DC-738C-867C-DBA2-086111C2DAD3}"/>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8F8065E4-2133-F7A1-E673-160A8B9FEB1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8A7367C7-739F-7FD4-A751-A34312568E5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F0AE3094-6763-CF88-BD1E-8C0B66B519F7}"/>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3430066C-A1BB-D237-7031-64D99A18DDD8}"/>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1ADEC4CF-B758-2E71-DCBB-AF686F54E27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35E908BD-A1DE-FF26-1623-60A18276D6E9}"/>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25ECD557-E14A-FA91-F69D-B84EBEDF28B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1D78172D-FF13-7DBC-2D5F-038DAFE5BC1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BB70A37D-8026-00DA-8B80-2DB99078D286}"/>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6D1FAB8E-31F8-6339-9280-9A0E5EBD457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8FCE3FEE-6222-0377-6B19-D10AEA4EA0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71E2F5E5-34E1-52D3-5BFD-C1199470DA3F}"/>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AFDB8173-67F8-36D2-DD3D-3DB27BCF7DC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83D803BB-A0CF-60A2-C306-1E02F809A78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042121B4-45A3-8340-1594-00DB7DF0D228}"/>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0674C603-45B9-39C1-A707-32847B526EE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DD2E4CD1-A2B1-78CD-D711-3E82C965C91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DDDBE12F-DBDE-4564-E919-AE039795007A}"/>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36E33058-153A-C9AB-CDC2-CA387494C77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5A9051EC-E602-752A-5A67-34041E0835D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9841FBC4-8B2E-00A9-C9FA-31868961429A}"/>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7A7D8D97-E499-054E-4CC1-EC5E352EC265}"/>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D9004182-D62B-EC93-B132-B1D10E1F159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ED01209B-D468-E7D1-9A53-8600F1E44F9E}"/>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7E8E8DE1-7F05-621C-33C5-ED167ADB608C}"/>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6774AAB0-305F-4CAD-F87F-9299DF8CDCC0}"/>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EEB3D626-FF13-1687-16E0-8607984F796C}"/>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F8842A82-6B12-C676-7CD4-63F97AFB8746}"/>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10BC59A4-9AF5-30F3-A3E4-77854157F0A0}"/>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352C2A7F-7282-4863-F215-F55F55FD3B6E}"/>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188700DA-37D6-8651-6EB4-7E0F01423302}"/>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4BFA6A4B-84E6-5AD1-9DAF-923D77B67153}"/>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7370D709-19A7-D665-07EB-72C691FDF94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A57637F3-E77E-B3A0-9A5A-10B5B5DBB64E}"/>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0F5D2C25-9B7A-D552-6FA6-B212245DCC6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F389D89C-5A80-A462-87ED-A51235B09599}"/>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28D272F5-4977-0642-A438-73ADE0D28DF7}"/>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4435FD7E-7D82-E7C6-C8BF-81DEC383DC6A}"/>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E57A01B7-595F-36DC-E6C8-83114FA9EB44}"/>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DBF384BC-6B24-602C-EDED-0D73BEBEB884}"/>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140A70AA-0E60-B4D5-9507-88A1658AA6D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842724F1-EA29-40BB-095D-A319A246A0D1}"/>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86C8F589-DEDF-C1CE-6BE8-721AECB3B4FE}"/>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1DB713C9-F074-4BF7-873C-E508C5B0E4E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C3AB32D0-3E45-2913-5727-3CCFC9FD45B5}"/>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599001C6-C6C6-7AA4-B4D4-EB47499FCF8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E9496C26-6136-86A4-2154-837C48FB649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48C63388-5D35-B96F-4C20-AD0BD079895C}"/>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3C54F745-78C2-07FC-B1BA-9182D29EA744}"/>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D6157852-2C31-D859-9DCF-F595F0613B5E}"/>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82FED7B-5963-0983-68C5-103A73FAD0C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E8381552-3FC6-0A44-6BB7-A5AE11B8C0A3}"/>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9F240E49-A2E3-BBC1-7D2C-D643A10AADBB}"/>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E5504BBD-CB70-C915-B1FF-D2756A3D5801}"/>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841C6708-7FA7-FEDD-62BE-7031CE589466}"/>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77FEDB5F-946D-B000-BB3D-8DF3E5BABF56}"/>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515BD112-FAC8-1C26-2D9F-E3A17616E626}"/>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7B1584DC-E52E-943D-CC6A-C5F7483393D9}"/>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27606B28-2399-E819-6C31-B88CE960CCFA}"/>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2B8CBC4-5207-B72F-1B5D-28F0DAEFD2B6}"/>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B1555305-6BFF-25DF-0702-1D30F179827B}"/>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865B91C0-B218-C6F2-66CA-1FDE0017BA9A}"/>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68D38662-0A0D-3CBF-315D-631A0F18D618}"/>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D4EC2B0C-D8B7-AA1E-1F69-F54F3429791B}"/>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5677780B-5A31-A8B7-E27C-A7D9BEE88AE3}"/>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D97A48B9-F993-C176-200F-9E189D9F119D}"/>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DE3E4D16-CF0B-460E-9EF0-0B37FB7D64C3}"/>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E21B712B-D113-85CA-8F24-E967750342C4}"/>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0225A871-7171-B7E8-1647-39A982376C3B}"/>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64" name="グループ化 63">
            <a:extLst>
              <a:ext uri="{FF2B5EF4-FFF2-40B4-BE49-F238E27FC236}">
                <a16:creationId xmlns:a16="http://schemas.microsoft.com/office/drawing/2014/main" id="{E3CC2235-4409-966A-E035-1C9B7D948034}"/>
              </a:ext>
            </a:extLst>
          </p:cNvPr>
          <p:cNvGrpSpPr/>
          <p:nvPr/>
        </p:nvGrpSpPr>
        <p:grpSpPr>
          <a:xfrm>
            <a:off x="0" y="-1"/>
            <a:ext cx="12192000" cy="6858001"/>
            <a:chOff x="0" y="-1"/>
            <a:chExt cx="12192000" cy="6858001"/>
          </a:xfrm>
        </p:grpSpPr>
        <p:grpSp>
          <p:nvGrpSpPr>
            <p:cNvPr id="11" name="グループ化 10">
              <a:extLst>
                <a:ext uri="{FF2B5EF4-FFF2-40B4-BE49-F238E27FC236}">
                  <a16:creationId xmlns:a16="http://schemas.microsoft.com/office/drawing/2014/main" id="{A4FF78A8-1EED-23CC-B9D6-D95EAA61E257}"/>
                </a:ext>
              </a:extLst>
            </p:cNvPr>
            <p:cNvGrpSpPr/>
            <p:nvPr/>
          </p:nvGrpSpPr>
          <p:grpSpPr>
            <a:xfrm>
              <a:off x="0" y="-1"/>
              <a:ext cx="12192000" cy="6858001"/>
              <a:chOff x="0" y="-1"/>
              <a:chExt cx="12192000" cy="6858001"/>
            </a:xfrm>
          </p:grpSpPr>
          <p:sp>
            <p:nvSpPr>
              <p:cNvPr id="79" name="正方形/長方形 78">
                <a:extLst>
                  <a:ext uri="{FF2B5EF4-FFF2-40B4-BE49-F238E27FC236}">
                    <a16:creationId xmlns:a16="http://schemas.microsoft.com/office/drawing/2014/main" id="{2C8300C2-A56C-6448-2516-5843409964EF}"/>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93" name="グループ化 92">
                <a:extLst>
                  <a:ext uri="{FF2B5EF4-FFF2-40B4-BE49-F238E27FC236}">
                    <a16:creationId xmlns:a16="http://schemas.microsoft.com/office/drawing/2014/main" id="{5F018252-3531-37F7-480B-EDBC6166F287}"/>
                  </a:ext>
                </a:extLst>
              </p:cNvPr>
              <p:cNvGrpSpPr/>
              <p:nvPr/>
            </p:nvGrpSpPr>
            <p:grpSpPr>
              <a:xfrm>
                <a:off x="2616038" y="1823170"/>
                <a:ext cx="6959925" cy="3211661"/>
                <a:chOff x="2616038" y="1823170"/>
                <a:chExt cx="6959925" cy="3211661"/>
              </a:xfrm>
            </p:grpSpPr>
            <p:sp>
              <p:nvSpPr>
                <p:cNvPr id="116" name="四角形: 角を丸くする 115">
                  <a:extLst>
                    <a:ext uri="{FF2B5EF4-FFF2-40B4-BE49-F238E27FC236}">
                      <a16:creationId xmlns:a16="http://schemas.microsoft.com/office/drawing/2014/main" id="{9579E0C1-46A8-2221-DCBE-101CF1FED3AC}"/>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739D29C0-C14B-9F58-90BD-908CECB672D7}"/>
                    </a:ext>
                  </a:extLst>
                </p:cNvPr>
                <p:cNvSpPr txBox="1"/>
                <p:nvPr/>
              </p:nvSpPr>
              <p:spPr>
                <a:xfrm>
                  <a:off x="4106524" y="2384084"/>
                  <a:ext cx="3978974"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休憩室は無人です。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22" name="テキスト ボックス 121">
                  <a:extLst>
                    <a:ext uri="{FF2B5EF4-FFF2-40B4-BE49-F238E27FC236}">
                      <a16:creationId xmlns:a16="http://schemas.microsoft.com/office/drawing/2014/main" id="{886695F0-492B-1C6A-2970-2FA40A7E2AF8}"/>
                    </a:ext>
                  </a:extLst>
                </p:cNvPr>
                <p:cNvSpPr txBox="1"/>
                <p:nvPr/>
              </p:nvSpPr>
              <p:spPr>
                <a:xfrm>
                  <a:off x="3156739" y="3233458"/>
                  <a:ext cx="587853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ゲームの進行状況によってイベントが発生します。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
          <p:nvSpPr>
            <p:cNvPr id="124" name="四角形: 角を丸くする 123">
              <a:extLst>
                <a:ext uri="{FF2B5EF4-FFF2-40B4-BE49-F238E27FC236}">
                  <a16:creationId xmlns:a16="http://schemas.microsoft.com/office/drawing/2014/main" id="{D4A3D8D2-059F-C926-BD48-EDD38BF8E954}"/>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16362224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95BB517-5EEF-B74C-2CC1-D1A71D144D42}"/>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9FAD7364-83E4-DDF4-C2D4-71D8C8CA81FF}"/>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F12CDA08-1020-5301-A04C-004A216664E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8B53A76D-99DD-5D1B-52D4-6B52A3DAA773}"/>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5607B1E0-14DF-DF01-B198-9B5D565B9D63}"/>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F5DBA6A2-308C-D4C9-B063-3A5F01D3A0B9}"/>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CFE820A5-8A00-0F46-EFC1-1EF5DC3CED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ED3DCB25-7B4B-CF4E-A31C-D7BF811C442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27388565-0B3D-95F9-F2CB-F458F2E907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8" name="グループ化 17">
            <a:extLst>
              <a:ext uri="{FF2B5EF4-FFF2-40B4-BE49-F238E27FC236}">
                <a16:creationId xmlns:a16="http://schemas.microsoft.com/office/drawing/2014/main" id="{70980287-5FFB-1DE5-946C-E96E4A020139}"/>
              </a:ext>
            </a:extLst>
          </p:cNvPr>
          <p:cNvGrpSpPr/>
          <p:nvPr/>
        </p:nvGrpSpPr>
        <p:grpSpPr>
          <a:xfrm>
            <a:off x="1274361" y="1885248"/>
            <a:ext cx="9643278" cy="4033710"/>
            <a:chOff x="1877400" y="1593579"/>
            <a:chExt cx="8771103" cy="3668886"/>
          </a:xfrm>
        </p:grpSpPr>
        <p:sp>
          <p:nvSpPr>
            <p:cNvPr id="14" name="四角形: 角を丸くする 13">
              <a:extLst>
                <a:ext uri="{FF2B5EF4-FFF2-40B4-BE49-F238E27FC236}">
                  <a16:creationId xmlns:a16="http://schemas.microsoft.com/office/drawing/2014/main" id="{5FE9C7C3-66F7-9CF7-3020-631FC270C649}"/>
                </a:ext>
              </a:extLst>
            </p:cNvPr>
            <p:cNvSpPr/>
            <p:nvPr/>
          </p:nvSpPr>
          <p:spPr>
            <a:xfrm>
              <a:off x="1877400" y="1593579"/>
              <a:ext cx="3939838" cy="3668886"/>
            </a:xfrm>
            <a:prstGeom prst="roundRect">
              <a:avLst>
                <a:gd name="adj" fmla="val 14643"/>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solidFill>
                    <a:schemeClr val="accent6"/>
                  </a:solidFill>
                  <a:latin typeface="原稿用標準書体" panose="03000503000000000000" pitchFamily="66" charset="-128"/>
                  <a:ea typeface="原稿用標準書体" panose="03000503000000000000" pitchFamily="66" charset="-128"/>
                </a:rPr>
                <a:t>部屋</a:t>
              </a:r>
              <a:endParaRPr kumimoji="1" lang="ja-JP" altLang="en-US" sz="4000" dirty="0">
                <a:solidFill>
                  <a:schemeClr val="accent6"/>
                </a:solidFill>
                <a:latin typeface="原稿用標準書体" panose="03000503000000000000" pitchFamily="66" charset="-128"/>
                <a:ea typeface="原稿用標準書体" panose="03000503000000000000" pitchFamily="66" charset="-128"/>
              </a:endParaRPr>
            </a:p>
          </p:txBody>
        </p:sp>
        <p:cxnSp>
          <p:nvCxnSpPr>
            <p:cNvPr id="15" name="直線コネクタ 14">
              <a:extLst>
                <a:ext uri="{FF2B5EF4-FFF2-40B4-BE49-F238E27FC236}">
                  <a16:creationId xmlns:a16="http://schemas.microsoft.com/office/drawing/2014/main" id="{B36D020E-4B2E-60EB-95CE-496C391900AC}"/>
                </a:ext>
              </a:extLst>
            </p:cNvPr>
            <p:cNvCxnSpPr>
              <a:cxnSpLocks/>
            </p:cNvCxnSpPr>
            <p:nvPr/>
          </p:nvCxnSpPr>
          <p:spPr>
            <a:xfrm>
              <a:off x="6262951" y="1685433"/>
              <a:ext cx="0" cy="3530297"/>
            </a:xfrm>
            <a:prstGeom prst="line">
              <a:avLst/>
            </a:prstGeom>
            <a:ln>
              <a:gradFill>
                <a:gsLst>
                  <a:gs pos="0">
                    <a:schemeClr val="accent2"/>
                  </a:gs>
                  <a:gs pos="78000">
                    <a:schemeClr val="accent6"/>
                  </a:gs>
                </a:gsLst>
                <a:lin ang="5400000" scaled="1"/>
              </a:gradFill>
            </a:ln>
          </p:spPr>
          <p:style>
            <a:lnRef idx="2">
              <a:schemeClr val="accent1"/>
            </a:lnRef>
            <a:fillRef idx="0">
              <a:schemeClr val="accent1"/>
            </a:fillRef>
            <a:effectRef idx="1">
              <a:schemeClr val="accent1"/>
            </a:effectRef>
            <a:fontRef idx="minor">
              <a:schemeClr val="tx1"/>
            </a:fontRef>
          </p:style>
        </p:cxnSp>
        <p:sp>
          <p:nvSpPr>
            <p:cNvPr id="16" name="四角形: 角を丸くする 15">
              <a:extLst>
                <a:ext uri="{FF2B5EF4-FFF2-40B4-BE49-F238E27FC236}">
                  <a16:creationId xmlns:a16="http://schemas.microsoft.com/office/drawing/2014/main" id="{7E19ED05-74D1-C585-8778-22F682EEC151}"/>
                </a:ext>
              </a:extLst>
            </p:cNvPr>
            <p:cNvSpPr/>
            <p:nvPr/>
          </p:nvSpPr>
          <p:spPr>
            <a:xfrm>
              <a:off x="6708665" y="1593579"/>
              <a:ext cx="3939838" cy="3668886"/>
            </a:xfrm>
            <a:prstGeom prst="roundRect">
              <a:avLst>
                <a:gd name="adj" fmla="val 14643"/>
              </a:avLst>
            </a:prstGeom>
            <a:solidFill>
              <a:schemeClr val="accent6"/>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solidFill>
                    <a:schemeClr val="accent2"/>
                  </a:solidFill>
                  <a:latin typeface="原稿用標準書体" panose="03000503000000000000" pitchFamily="66" charset="-128"/>
                  <a:ea typeface="原稿用標準書体" panose="03000503000000000000" pitchFamily="66" charset="-128"/>
                </a:rPr>
                <a:t>娼館</a:t>
              </a:r>
              <a:endParaRPr kumimoji="1" lang="ja-JP" altLang="en-US" sz="4000" dirty="0">
                <a:solidFill>
                  <a:schemeClr val="accent2"/>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1496120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2F3FE8D-E25D-4385-A9ED-B1DA919E2F8F}"/>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6E56A949-1D2F-0721-5873-272C7D4E60B6}"/>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C39F01E5-E321-369C-A4C2-BCD97CDF654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689D590A-FFA7-C65C-E136-A2AFB9B4720C}"/>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BD310B6C-2DA9-3F77-7D79-2F728CC13DC2}"/>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71045456-DD32-75DA-ED07-9170956BED6F}"/>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CC3544F5-9E7F-729F-A451-00A34110C9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F333E69-E57F-A16D-9FF4-FEA23141B4D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9ED0E42-D61D-E431-D8B5-AFFAC388A8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6C815EED-4323-E5FC-59FB-CF4308A968D0}"/>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7F0610D-A2BD-E69F-A0F7-046BC36D9D70}"/>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11F0BB86-E69F-830F-BBA4-B4F2459F968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8D96A6F3-616D-3399-BE0E-53F190911B40}"/>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EC2856F1-953E-65A7-AE59-CA97DC7A07ED}"/>
              </a:ext>
            </a:extLst>
          </p:cNvPr>
          <p:cNvGrpSpPr/>
          <p:nvPr/>
        </p:nvGrpSpPr>
        <p:grpSpPr>
          <a:xfrm>
            <a:off x="9679617" y="1869389"/>
            <a:ext cx="236362" cy="3092852"/>
            <a:chOff x="11044871" y="4022147"/>
            <a:chExt cx="236362" cy="2031812"/>
          </a:xfrm>
        </p:grpSpPr>
        <p:sp>
          <p:nvSpPr>
            <p:cNvPr id="84" name="四角形: 角を丸くする 83">
              <a:extLst>
                <a:ext uri="{FF2B5EF4-FFF2-40B4-BE49-F238E27FC236}">
                  <a16:creationId xmlns:a16="http://schemas.microsoft.com/office/drawing/2014/main" id="{9F03558B-8E56-447C-5CC3-FE2C534071F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B551915D-A0D2-4010-97A3-95D1619B49DE}"/>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175429B5-D879-9F63-7C5E-50DFC0EE1937}"/>
              </a:ext>
            </a:extLst>
          </p:cNvPr>
          <p:cNvSpPr/>
          <p:nvPr/>
        </p:nvSpPr>
        <p:spPr>
          <a:xfrm>
            <a:off x="2204587" y="315962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201BB6AB-A494-57D7-A882-1F11474DF0C8}"/>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2ADE4525-08CB-1575-DB01-41B67BF7ED8C}"/>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CAF8CE1F-3166-7E1A-FD61-5BDE758D4C82}"/>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F3A6F55A-7A67-971C-F1E5-5FC22C75909F}"/>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F0B8978-A5C9-73A1-A6D5-34B4A47FCEF4}"/>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15727C73-7A56-F0D2-83E2-5D2C66A049D1}"/>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6D9E36E4-A8A9-A4E5-E379-F5AB1D3022B7}"/>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A28C8DB5-539D-96F1-0AA3-519929D8F109}"/>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91A711E2-D9D6-82EB-39D6-9D9C33922AFC}"/>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5238EE9A-E5AF-2779-C17F-4E580C0F1987}"/>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E5F30219-95D6-9B4C-D347-3896C7257220}"/>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48E68EDE-C39E-E2A5-C2C1-94F6B39A13B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B901E44D-7B0B-E09E-31E2-C2ECF647FE8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0BA9E343-DAD8-FABF-E3CF-7FE6208DC7AF}"/>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2C826FA0-F410-099A-56ED-F5ADD7360FF7}"/>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95A79D3D-33B5-92A4-1330-756446548C33}"/>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F987A55D-8E96-BDD1-AA7F-A71C052FC86C}"/>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F71FA9D6-0738-C096-E12A-F984798A77A3}"/>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4CBE6890-93A1-D269-34B6-5C796CC67072}"/>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D1A6E7D2-7DCE-52E3-DA22-5D784F7F1F45}"/>
              </a:ext>
            </a:extLst>
          </p:cNvPr>
          <p:cNvSpPr/>
          <p:nvPr/>
        </p:nvSpPr>
        <p:spPr>
          <a:xfrm>
            <a:off x="4742724"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正方形/長方形 80">
            <a:extLst>
              <a:ext uri="{FF2B5EF4-FFF2-40B4-BE49-F238E27FC236}">
                <a16:creationId xmlns:a16="http://schemas.microsoft.com/office/drawing/2014/main" id="{D53E5554-82D8-BFB3-73C5-C9CCCB7FEF5D}"/>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C5EB47D5-28C7-43CE-36F1-05013B7604CF}"/>
              </a:ext>
            </a:extLst>
          </p:cNvPr>
          <p:cNvSpPr txBox="1"/>
          <p:nvPr/>
        </p:nvSpPr>
        <p:spPr>
          <a:xfrm>
            <a:off x="3834149" y="5785485"/>
            <a:ext cx="4523700" cy="461665"/>
          </a:xfrm>
          <a:prstGeom prst="rect">
            <a:avLst/>
          </a:prstGeom>
          <a:noFill/>
        </p:spPr>
        <p:txBody>
          <a:bodyPr wrap="square">
            <a:spAutoFit/>
          </a:bodyPr>
          <a:lstStyle/>
          <a:p>
            <a:pPr algn="ct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強化項目を選択してください</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81407279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D86F8E46-79AC-2881-3A9A-17F45D466159}"/>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55082730-012F-C5D3-492B-3E69CFE83E2A}"/>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AF8DF078-7D36-7423-5D7B-342F2BD0267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77FF5ACE-6717-323A-ABDB-D0ECAA13A6BE}"/>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94C2F77B-9BDE-4B1A-4DC1-B4B924245CD1}"/>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42CA54F0-A5C9-96ED-7A96-117AF1552C89}"/>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2F9B01C7-1E32-A882-52FF-6A3D042AAF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C2899109-5033-DBC4-C124-99FFB2FC5FA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C89075A1-E6E7-041F-B882-DC057B94618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2E162C77-2C74-DB0E-7AD9-532C0E453526}"/>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95A471B-0353-45CE-DDB5-937321A666C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71A769BB-300F-A4C8-F540-1127CDCE01BB}"/>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F928A1D0-A2C2-8199-D13C-9E5A6E57AA7F}"/>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716BED65-F2D2-BE36-E344-E6B1C07A000E}"/>
              </a:ext>
            </a:extLst>
          </p:cNvPr>
          <p:cNvGrpSpPr/>
          <p:nvPr/>
        </p:nvGrpSpPr>
        <p:grpSpPr>
          <a:xfrm>
            <a:off x="9679617" y="1869389"/>
            <a:ext cx="236362" cy="3092852"/>
            <a:chOff x="11044871" y="4022147"/>
            <a:chExt cx="236362" cy="2031812"/>
          </a:xfrm>
        </p:grpSpPr>
        <p:sp>
          <p:nvSpPr>
            <p:cNvPr id="84" name="四角形: 角を丸くする 83">
              <a:extLst>
                <a:ext uri="{FF2B5EF4-FFF2-40B4-BE49-F238E27FC236}">
                  <a16:creationId xmlns:a16="http://schemas.microsoft.com/office/drawing/2014/main" id="{85F13BFC-0544-EE6A-C8D6-03613ADCD437}"/>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BB882DAD-6921-1BE4-0C3F-9BED03FC773B}"/>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2D51AF98-5ABF-E29E-596E-CEA47601B7A0}"/>
              </a:ext>
            </a:extLst>
          </p:cNvPr>
          <p:cNvSpPr/>
          <p:nvPr/>
        </p:nvSpPr>
        <p:spPr>
          <a:xfrm>
            <a:off x="2204587" y="315962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C474E71D-1003-F6D8-9D78-2AC88B6D7424}"/>
              </a:ext>
            </a:extLst>
          </p:cNvPr>
          <p:cNvSpPr/>
          <p:nvPr/>
        </p:nvSpPr>
        <p:spPr>
          <a:xfrm>
            <a:off x="4742724" y="3159627"/>
            <a:ext cx="1778680" cy="820773"/>
          </a:xfrm>
          <a:prstGeom prst="roundRect">
            <a:avLst/>
          </a:prstGeom>
          <a:solidFill>
            <a:srgbClr val="FFA4F3"/>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73906033-1858-2CA5-7385-4974031104A4}"/>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7D684544-603E-959C-8A2C-9D73968F5E30}"/>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B32220A-A9F9-332F-9873-BB86F1E3D2D1}"/>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203DCD3-74D8-3020-1368-0E190D4E56DC}"/>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806C2E15-F844-8BA7-8859-B35C4C0926F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3933BD24-6C4E-BA67-11AA-859AAE35196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52A6A84E-F92F-8DC2-60F8-6D4F923C39C4}"/>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E3BDC91F-6FCA-B327-A158-8BD5831D72ED}"/>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16675E24-BF95-3E26-73E0-E2FBA75EC0D0}"/>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B9BAC944-6A33-970C-F874-87350357D6B7}"/>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F4B61303-F926-0195-A57E-DC685C55B62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871B8CF8-D42F-08E0-0BB4-CC9012985E3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51C177ED-0BF9-C815-EA81-1C7AF105874E}"/>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F5E9C25E-7FBA-1E91-8CDD-BD3F3AA4BE67}"/>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97CAF09E-DD07-385D-7C4E-7A9540A54248}"/>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03454EEF-87CE-76AA-3EA3-C33BC10E11D9}"/>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67CF2091-192E-B71B-4561-18EF7A0CE339}"/>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8D4618F3-74FB-13FC-48A1-F4F663644E40}"/>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F87C4E72-E077-5AD8-E4E1-9A35F298CB67}"/>
              </a:ext>
            </a:extLst>
          </p:cNvPr>
          <p:cNvSpPr/>
          <p:nvPr/>
        </p:nvSpPr>
        <p:spPr>
          <a:xfrm>
            <a:off x="4742724"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正方形/長方形 80">
            <a:extLst>
              <a:ext uri="{FF2B5EF4-FFF2-40B4-BE49-F238E27FC236}">
                <a16:creationId xmlns:a16="http://schemas.microsoft.com/office/drawing/2014/main" id="{C80771D4-90CD-51BF-761C-743209FB9A9D}"/>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二等辺三角形 147">
            <a:extLst>
              <a:ext uri="{FF2B5EF4-FFF2-40B4-BE49-F238E27FC236}">
                <a16:creationId xmlns:a16="http://schemas.microsoft.com/office/drawing/2014/main" id="{0B604D2C-06DF-D4CC-91D9-B6EC1F034F73}"/>
              </a:ext>
            </a:extLst>
          </p:cNvPr>
          <p:cNvSpPr/>
          <p:nvPr/>
        </p:nvSpPr>
        <p:spPr>
          <a:xfrm rot="5400000">
            <a:off x="4485771"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2" name="四角形: 角を丸くする 151">
            <a:extLst>
              <a:ext uri="{FF2B5EF4-FFF2-40B4-BE49-F238E27FC236}">
                <a16:creationId xmlns:a16="http://schemas.microsoft.com/office/drawing/2014/main" id="{BF933742-380D-4AEF-00EF-0C7EBCA386B5}"/>
              </a:ext>
            </a:extLst>
          </p:cNvPr>
          <p:cNvSpPr/>
          <p:nvPr/>
        </p:nvSpPr>
        <p:spPr>
          <a:xfrm>
            <a:off x="5121860" y="6093742"/>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強化済み</a:t>
            </a:r>
          </a:p>
        </p:txBody>
      </p:sp>
      <p:grpSp>
        <p:nvGrpSpPr>
          <p:cNvPr id="170" name="グループ化 169">
            <a:extLst>
              <a:ext uri="{FF2B5EF4-FFF2-40B4-BE49-F238E27FC236}">
                <a16:creationId xmlns:a16="http://schemas.microsoft.com/office/drawing/2014/main" id="{0C213DB7-0BC4-43B1-80C4-54FA62CB4045}"/>
              </a:ext>
            </a:extLst>
          </p:cNvPr>
          <p:cNvGrpSpPr/>
          <p:nvPr/>
        </p:nvGrpSpPr>
        <p:grpSpPr>
          <a:xfrm>
            <a:off x="4566850" y="5486432"/>
            <a:ext cx="3061102" cy="369332"/>
            <a:chOff x="2757161" y="5446919"/>
            <a:chExt cx="3061102" cy="369332"/>
          </a:xfrm>
        </p:grpSpPr>
        <p:sp>
          <p:nvSpPr>
            <p:cNvPr id="171" name="テキスト ボックス 170">
              <a:extLst>
                <a:ext uri="{FF2B5EF4-FFF2-40B4-BE49-F238E27FC236}">
                  <a16:creationId xmlns:a16="http://schemas.microsoft.com/office/drawing/2014/main" id="{8405F8FC-7779-F3AD-D1A8-33590DF55959}"/>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ja-JP" altLang="en-US">
                  <a:solidFill>
                    <a:srgbClr val="FF00FF"/>
                  </a:solidFill>
                  <a:latin typeface="原稿用標準書体" panose="03000503000000000000" pitchFamily="66" charset="-128"/>
                  <a:ea typeface="原稿用標準書体" panose="03000503000000000000" pitchFamily="66" charset="-128"/>
                </a:rPr>
                <a:t>＋</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172" name="図 171">
              <a:extLst>
                <a:ext uri="{FF2B5EF4-FFF2-40B4-BE49-F238E27FC236}">
                  <a16:creationId xmlns:a16="http://schemas.microsoft.com/office/drawing/2014/main" id="{69AE596B-EF84-165D-37D5-C16E69F24F72}"/>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536483" y="5481955"/>
              <a:ext cx="238300" cy="299261"/>
            </a:xfrm>
            <a:prstGeom prst="rect">
              <a:avLst/>
            </a:prstGeom>
          </p:spPr>
        </p:pic>
      </p:grpSp>
    </p:spTree>
    <p:extLst>
      <p:ext uri="{BB962C8B-B14F-4D97-AF65-F5344CB8AC3E}">
        <p14:creationId xmlns:p14="http://schemas.microsoft.com/office/powerpoint/2010/main" val="201802164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C0195CF-0A45-1A03-63CD-C0B198000B84}"/>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02F63C23-F09F-A0FE-C5A9-C25E0872FA02}"/>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C065B3F4-31CE-BB15-C305-936BBA497C3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B9D12A3C-89A4-13B1-AC5F-E63ADA222149}"/>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C47FDB85-5631-FF73-8F01-DA6FB01EB05F}"/>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23DCE366-D56F-35CB-82CF-AF6C69436C47}"/>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213BAAD-E7CD-373C-85AC-55F211D33A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7FFE9CC6-AC3D-B01A-483E-988F536FBB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5426993-43FC-6A5A-DD2E-D2DFFE94396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06946E16-B3BF-C2C8-CF00-001FFBB53C25}"/>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EC62BE47-BECB-CF0C-2022-F575C610102E}"/>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DCB37B4-7FA3-E41B-9D75-8DC98946A806}"/>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76633A51-35A1-A891-B142-23D6DD7937D7}"/>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2AD3BD62-93BB-C91F-48A1-A736C676EB45}"/>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7D6A3271-EC07-468F-1420-377CB8A21D7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C93F8769-0173-B16B-CFF9-C5DC6E64DBBD}"/>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BF3E18F2-0835-37CC-0CA8-EA1BDDA3E01B}"/>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5CB0583D-218E-0AF0-FD21-5678D8201161}"/>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B0FCAABA-F605-A09C-7E95-675D00F693C8}"/>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70AF406B-49FD-7251-6638-F98BCC7B74DD}"/>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77910080-8DBD-E2BA-28B0-68FFD8624F25}"/>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F0847144-4C93-1837-FBC7-DECBC846C6DF}"/>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407973D0-44E4-905E-10FB-EB977A9A541D}"/>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0411D24F-1C8C-2952-5FDD-FCEB9C007DC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B762FD73-EA3C-82EE-F6E6-72B02580C79C}"/>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41831E4B-DBCD-92D9-AE6B-A1A40CBD2A46}"/>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1C956207-B113-F52B-54F8-466F78F13B10}"/>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77DAD292-AE20-AF03-9ACA-87E225774DD5}"/>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0FFA7F78-71F6-ECD3-35FE-DCE16CCE4AF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D878137D-8AB4-202E-1A29-9340A8DD054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7807528B-D842-410A-4BCC-D3A89FC58F56}"/>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796613C2-1AF0-9673-C61C-4B961065E49F}"/>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EB7286FA-7936-08F9-ED5A-C58D7DE4690B}"/>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EB687020-4BA8-A8B1-0368-DB324C74FB60}"/>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AF22796B-251A-AA39-1122-FCBBCB64441F}"/>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69872A3D-9EDD-6CC0-F54A-6263CDD6C638}"/>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033527A7-47FC-DB8E-F1A2-71E8D0775EB8}"/>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D44AF866-18CC-16E2-D3A0-73BFC837D05B}"/>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DCAE9CC8-6F8F-0D21-0CE8-209587183674}"/>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194D08BA-0B89-3BFD-F7EF-BBD7AFB82110}"/>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1D39A4F0-6D17-E82C-7E01-E509A3C01321}"/>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36B05A8E-DF18-8142-8043-E1781DCC0881}"/>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AF7DB62-44FD-FF94-ECCF-E7E2C902922F}"/>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54317501-C37E-5032-DE33-9F5823B3C38F}"/>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AA70F28F-269D-C425-7322-B3AAF0C1A10A}"/>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F01377B9-81C6-B594-67B9-892F7BE36072}"/>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DFC91350-30DE-37DB-2757-B7EBA6805CB3}"/>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C58715AC-503C-5EE5-C5CB-766DD706FE06}"/>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7C0DE646-468F-E0CD-6283-56414C45BEA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899D8871-DE83-405F-8B62-3EB64AB5251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1A18FEAF-5A78-DEC5-A85E-73F7684EDF7B}"/>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5F7DD35E-CBB5-8411-2FA7-7A9EAAD5912C}"/>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EA604A0-ACB2-73AB-DDD7-8D4F20CADADC}"/>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91E9FBC6-136B-C498-B139-CDEAF5E5A20C}"/>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ECA70D95-A8B3-79C3-9B79-FA8B7AF133D3}"/>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380DE40C-DD26-0318-5191-178D8E4876BF}"/>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EF5658EE-CBA0-E1ED-ABD2-C4D4DCA98CFE}"/>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76415A38-F98C-A199-CBCE-639FDC520ADA}"/>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F7FDAD0B-9D9F-FD2E-91B9-6B764AC43154}"/>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6C2D64B7-688A-F9CC-7AE2-3F66ADEE00F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8FB58BB9-F5EB-3586-F667-0627E8545453}"/>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C7C9399E-77D4-AF9D-DC8A-01CBDAC02438}"/>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48E5F820-8E8F-171A-960F-A2F27568C61E}"/>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17249796-87DD-49CF-4E4F-C63D1646D5E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2AD2B048-B9EB-E6E9-E35C-97D88A2D66DD}"/>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CA3C1615-E327-8EAC-0051-74DF556A9BD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3FF7CD0B-5387-0F54-3AA3-04B797CAE4D9}"/>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8B55792A-635B-C5A3-EBC3-B6CAA7280F5A}"/>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38AAAE89-9B0A-35E4-04F3-DA6DA81EDE57}"/>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7B0FA08C-7C16-BD46-8AE3-6D6C1B152BD1}"/>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E0D0FB82-0B15-3A70-13DC-B25D122BB51B}"/>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C09A46C8-D47D-A8D1-0C98-9D5B20AAEC24}"/>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F4CFC6A5-C4CF-3B8A-E72B-38EB63CDC0B2}"/>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DDD0CF73-A38A-69C7-EB83-EF24FB13B409}"/>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DCBBE197-C2CD-B2CE-F60A-0E10D1ED26F1}"/>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DABF0CAA-ABB6-DD97-1BFB-B35A74D14BE4}"/>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Tree>
    <p:extLst>
      <p:ext uri="{BB962C8B-B14F-4D97-AF65-F5344CB8AC3E}">
        <p14:creationId xmlns:p14="http://schemas.microsoft.com/office/powerpoint/2010/main" val="273180594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F85B80E2-AD64-43D1-D0A2-C4BC41E99A9F}"/>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B33A8E05-FFC2-24BE-3A27-86F0A73E62FC}"/>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D0119A08-B839-53EC-487A-5F259F73ECC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E09D629A-AE46-44E0-AE98-7B58D7BCFE96}"/>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1B4FBE6C-0D3F-1032-8F6D-A10AACA46BAB}"/>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C255EF33-D7C3-DC7E-6B2A-8B0507F7E2EC}"/>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BE6266F1-5110-54A0-EA6C-FD5BDE62047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A386B52B-AF67-9319-B921-C416A528C2E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F849AC9D-A5D7-8B11-C696-14643C6EE22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0D644D65-D62D-B85C-6FC8-C7079C4C4F61}"/>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F51B8D2C-3EE1-17ED-BA4B-34ED0FE8C74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6EDDD944-CB0B-B087-F45F-67572392F09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C7830676-FD47-2925-1DB5-170DB9D3ADCA}"/>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9B13A6B3-C3B9-D04E-5D58-0E3F02ECD389}"/>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F39B37B1-5A5D-0DF7-B62F-7E2443C4BDD1}"/>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C6DBBE55-8772-9814-94E4-DAED91855606}"/>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B826C5DC-310D-D194-1F21-F0537341143A}"/>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148DE3E0-522E-0A71-F3BA-E074D949456F}"/>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29AF0938-A975-0CAA-B03A-94F93E49F389}"/>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9792D17A-4E83-4F15-921F-ED1E78C5743F}"/>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6825826-A86C-EA93-2444-BEE93E2BE15B}"/>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A3CAE42E-E47A-5490-583D-C3A6DD68E99A}"/>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419E9F71-1976-F582-F37D-45A1F16A0D3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083FDB2C-A8C0-6AE1-210D-2FED1A4FE3D2}"/>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E47933BF-7E84-3251-C2D3-325B4283FD98}"/>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0CC3A0FB-6EC9-D3D8-590C-09FABC55A42D}"/>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3BC4F37E-AA1D-68AF-434F-C308A07BE402}"/>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13B5A651-7BA9-0CFB-1368-6C5CA1F36F8A}"/>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B33054BE-F873-106B-6789-3E80F8129A8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56FEE066-2CD2-268D-02C5-4AA6AAA3138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875B69DC-744C-C679-C704-043901F2371E}"/>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12D745EB-1428-4A41-5F7E-FD2BFB9EF52F}"/>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5CC322A6-F74D-FBFB-35F7-9DA1D46B4FBC}"/>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F7801647-60DF-6B94-27B1-5B6C7322D1BF}"/>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61451BD4-E0BA-73FB-6FB3-D9A6BADD1835}"/>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ABF25D03-F76C-8652-218F-968B9002BD05}"/>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EF4F3D48-C1E0-90ED-8ACA-9CEABDA0D307}"/>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289A6427-8C84-B09D-400B-DEF7DDA3425F}"/>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D783AF41-EF3F-733F-B468-A8B4FBCAB76B}"/>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33061F8D-0050-B794-CEDF-0E3A1CAD7CFC}"/>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A6074D01-A4F5-4818-105E-741559C264EB}"/>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132B2A5D-1F25-858A-91B4-CC9405DA53B6}"/>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725FE58-EB66-B8DD-FDB8-5E54283353A5}"/>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742CD875-CBE5-D6F9-C5B7-0F5FB0F917EC}"/>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AD8D05D2-526C-72E0-FC38-21FE6082C928}"/>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C605CFD2-ADEC-B3A7-9323-E96E5F711830}"/>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255EEDF4-43CC-7D68-DA60-82B9E6671222}"/>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B0ED9F6E-34A4-66B5-A151-B00AE919F5A5}"/>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3EFA1143-DFC3-C072-9DAB-60A7196E93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FE974C8F-EA10-A394-CED8-D258A6CCD1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26766D49-DF7E-EF32-79F1-F470AD7CEDBC}"/>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428A6167-0F9B-BE53-3916-5C72CBEAF580}"/>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800DF7AF-540E-6A6E-9395-258A97A9E60C}"/>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C4B71839-94F7-90C8-EEE5-CE056795B44C}"/>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C349B7DF-6510-7206-927F-634DD8DA9982}"/>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C0D5FE43-F5D7-93BD-6916-E6D0EA84444D}"/>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6B7730DA-4CAF-A9C2-8554-2E29DC1C1754}"/>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F0D5B0D3-F1D1-50B4-017D-0F7AF8C437E1}"/>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08A8B016-D934-B944-EE37-3AE3612732A4}"/>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63FACCE-A6B4-4BF5-A9BB-1AFCFC8E390D}"/>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CD23A8A9-1201-D660-D629-4D417A1ED978}"/>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FE5AE630-D719-EB04-830C-C562F520E21D}"/>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CA5B0EE6-5EAD-A4A3-FB9B-5E3A9C133C60}"/>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B3DE1597-EE46-7A1E-28FF-770988637E61}"/>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F18F9D1B-62AD-3416-63F5-88A63C34E6F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3C188D1C-FDBD-625C-2C8D-C8496F3410ED}"/>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A52309A1-C768-3106-A4C5-EE82FE68D2CD}"/>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AE20FBF0-A5F6-EDB5-B949-28E79711B5C9}"/>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409185D4-AB96-7AE2-F8B8-E20F49EA6028}"/>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ADCDB1EC-5919-6277-887C-7B3BE3C7A5AB}"/>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401040EC-7F73-9297-96FB-75DDB4862562}"/>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78194E3E-1937-744B-71CA-27E7DABD577B}"/>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89EED428-0CDB-49D4-7C94-45E8B453B660}"/>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4A59D1A-2D4A-274F-88FD-C612278DB5C5}"/>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F1943E3B-6E42-3512-1772-3EBECA5AF981}"/>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68892D57-8EE5-9206-C694-E4DB22280A5C}"/>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grpSp>
        <p:nvGrpSpPr>
          <p:cNvPr id="14" name="グループ化 13">
            <a:extLst>
              <a:ext uri="{FF2B5EF4-FFF2-40B4-BE49-F238E27FC236}">
                <a16:creationId xmlns:a16="http://schemas.microsoft.com/office/drawing/2014/main" id="{48042200-925E-F7ED-1251-2FDD257C9010}"/>
              </a:ext>
            </a:extLst>
          </p:cNvPr>
          <p:cNvGrpSpPr/>
          <p:nvPr/>
        </p:nvGrpSpPr>
        <p:grpSpPr>
          <a:xfrm>
            <a:off x="0" y="-1"/>
            <a:ext cx="12192000" cy="6858001"/>
            <a:chOff x="0" y="-1"/>
            <a:chExt cx="12192000" cy="6858001"/>
          </a:xfrm>
        </p:grpSpPr>
        <p:grpSp>
          <p:nvGrpSpPr>
            <p:cNvPr id="40" name="グループ化 39">
              <a:extLst>
                <a:ext uri="{FF2B5EF4-FFF2-40B4-BE49-F238E27FC236}">
                  <a16:creationId xmlns:a16="http://schemas.microsoft.com/office/drawing/2014/main" id="{BCE0F9BB-95D0-39B6-C07B-9FC6070F76C9}"/>
                </a:ext>
              </a:extLst>
            </p:cNvPr>
            <p:cNvGrpSpPr/>
            <p:nvPr/>
          </p:nvGrpSpPr>
          <p:grpSpPr>
            <a:xfrm>
              <a:off x="0" y="-1"/>
              <a:ext cx="12192000" cy="6858001"/>
              <a:chOff x="0" y="-1"/>
              <a:chExt cx="12192000" cy="6858001"/>
            </a:xfrm>
          </p:grpSpPr>
          <p:sp>
            <p:nvSpPr>
              <p:cNvPr id="44" name="正方形/長方形 43">
                <a:extLst>
                  <a:ext uri="{FF2B5EF4-FFF2-40B4-BE49-F238E27FC236}">
                    <a16:creationId xmlns:a16="http://schemas.microsoft.com/office/drawing/2014/main" id="{9FC95010-0DFF-2D6D-F27A-3B8B786535A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27E9B504-A290-7017-11F9-904B105EB378}"/>
                  </a:ext>
                </a:extLst>
              </p:cNvPr>
              <p:cNvGrpSpPr/>
              <p:nvPr/>
            </p:nvGrpSpPr>
            <p:grpSpPr>
              <a:xfrm>
                <a:off x="2616038" y="1823170"/>
                <a:ext cx="6959925" cy="3211661"/>
                <a:chOff x="2616038" y="1823170"/>
                <a:chExt cx="6959925" cy="3211661"/>
              </a:xfrm>
            </p:grpSpPr>
            <p:sp>
              <p:nvSpPr>
                <p:cNvPr id="48" name="四角形: 角を丸くする 47">
                  <a:extLst>
                    <a:ext uri="{FF2B5EF4-FFF2-40B4-BE49-F238E27FC236}">
                      <a16:creationId xmlns:a16="http://schemas.microsoft.com/office/drawing/2014/main" id="{B103F4E9-BE72-FF1D-7149-71232E824512}"/>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53B6E039-B63D-55C5-7373-EB073E284AD0}"/>
                    </a:ext>
                  </a:extLst>
                </p:cNvPr>
                <p:cNvSpPr txBox="1"/>
                <p:nvPr/>
              </p:nvSpPr>
              <p:spPr>
                <a:xfrm>
                  <a:off x="4317322" y="2384084"/>
                  <a:ext cx="3557384"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通貨が足りません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8BC75F8A-5C05-8AB8-C49B-B996EE66A700}"/>
                    </a:ext>
                  </a:extLst>
                </p:cNvPr>
                <p:cNvSpPr txBox="1"/>
                <p:nvPr/>
              </p:nvSpPr>
              <p:spPr>
                <a:xfrm>
                  <a:off x="4157012" y="3233458"/>
                  <a:ext cx="3877986"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娼館を運営して通貨を貯めよう！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42" name="四角形: 角を丸くする 41">
              <a:extLst>
                <a:ext uri="{FF2B5EF4-FFF2-40B4-BE49-F238E27FC236}">
                  <a16:creationId xmlns:a16="http://schemas.microsoft.com/office/drawing/2014/main" id="{09BD129F-975A-4E93-9926-3A4A43C95370}"/>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88052618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E4EE743-B6C4-E9C9-4722-D0110A9617E7}"/>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77FBE2D4-D661-6B59-C7D4-D60395F3A0BD}"/>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6A1B7FC8-052C-4F6A-8F5A-20177AF71E9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C51EB329-0BAA-A4D3-E1C4-E90DDBB96C21}"/>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B6AE1221-7C4E-AA49-5380-8E36D7DE1D7D}"/>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906B4593-1D8C-E748-D640-5AE14F7D9AA6}"/>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D9508759-3B12-AF5C-EBD5-D0861BBFA8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1A12582-0C2B-5FBA-8CA0-F6ABDD7ED1B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2BA9AAE-6EF2-E0A1-9B13-176120A955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5549DE05-7FBF-FB06-08A1-A0346F70DCCB}"/>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7DBAF3E-87B7-2188-9209-CE3C5520DF25}"/>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CCF5EEC-BB1D-975E-E497-481CB606E2BC}"/>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1F131751-E660-F029-A84F-D7249EA9D94E}"/>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BC25EC28-75B9-2A5C-CBA2-0C0F06CA07AE}"/>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B7BBFF14-8879-229B-B4B1-E84032D6954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E6641B3E-7478-58E1-4CF9-9D73755D6417}"/>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CB5D0F3F-816F-7A96-8616-A8E985221E6E}"/>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9F160C63-B07B-2F5D-1FD1-EBB0AE6EC49E}"/>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92BC15D7-81DA-6C29-FB11-4CEAC6589356}"/>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FC9A0E26-B2B1-4F3B-C141-88B993053570}"/>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F2D7D3A1-CA87-ACD6-B365-7AF428F5807D}"/>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F9C8C6EE-7B0B-3E91-57D2-01568CAAEC81}"/>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6660B8B1-C018-56B5-3594-2D8A7E8F8C89}"/>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192E2651-9C32-EA84-9722-26914E0EF1B4}"/>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CABE1706-3F86-8DDF-D1C3-E8765A1505F4}"/>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4ECACF41-992B-57D8-0B31-18412E2951F0}"/>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ADC375D7-D8AB-6980-DF56-9C88C117ADCE}"/>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FCAD05F6-8234-B1ED-2587-39732D14DAFF}"/>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8F7E5875-2A2A-A8C2-FCBD-B2E2583E5D7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C5FF1FA8-C7FA-A3E8-838A-68402E408E3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8417EC04-4DE9-9F68-97A1-321241E41CBD}"/>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8166EEEA-51B9-48F1-09A2-8448D436CA7B}"/>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2D765E67-10C7-6159-8AC9-A7DB30BA8301}"/>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7555FBB-2973-54C8-CEE3-572660365538}"/>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998EC810-8DD8-AD07-9F16-9D308AAF13CE}"/>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BA3C3544-2853-AA97-BB81-053799603771}"/>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75A56840-C9E0-28BB-2453-9724F86EE828}"/>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97599291-F103-4117-0612-7A059A80E63E}"/>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F0181538-D038-D1AB-8C2B-5BD81BEFC669}"/>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47902FE6-8601-61CD-7689-B0FAEC5AF74B}"/>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0B1FD2DA-5398-8E2F-5DE7-94928C344FB1}"/>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21155B2A-2882-48AE-568B-1FB0C1C2B48A}"/>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D6E1B4CE-E186-D6DD-381D-4ACB68D3D294}"/>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7F502764-744D-6A53-7B5C-E3B30FAADD46}"/>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0AB3FFED-ACA7-B934-BDE4-741B95876C0F}"/>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2DF1323E-44FA-9C4F-05FA-81F4FF481685}"/>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0C3F2D5A-9385-41A4-D113-C19FB5D0A5C9}"/>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54816BE3-CA44-31A1-8D37-C89AEFD2DEB8}"/>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DED2D907-E391-D417-DE41-8622C1E5F6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3B2748D9-DCA8-0F82-CDB4-0E6F76BC933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0CB664B4-3E52-9A0B-4743-D0BDA03FC3D5}"/>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0CAA10AE-DCE4-F2F8-624D-8FD6457D6F7D}"/>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23BCF550-B34B-F155-2900-402329E122B7}"/>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70703DA6-AD3F-C1B1-BC01-31FEDA9190F6}"/>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E27336EE-8604-FF89-4492-5CA37AFB4FF0}"/>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1C236278-94D0-5BF0-C7AD-7BEAF26FC8BE}"/>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54412363-7DF2-B537-DBD0-9F4EB937B9D8}"/>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ED711BFE-9BC9-BBD3-B220-8D72CEF6D8DF}"/>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4889F2A7-FCDA-A94E-4008-8F1257712078}"/>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C22C6AE9-EF40-2FBE-61F5-9F4D692EB06F}"/>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1E857634-CD43-FDD3-91FB-7A509947A692}"/>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E28AC3CA-56F5-F63A-A4D6-4F084DA1801C}"/>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C45C4F0F-1961-7EEB-BA79-2A1E2181643F}"/>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B3EBA533-E33F-8677-E4FF-E3792551B50A}"/>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67DF436F-4AA4-4209-E2B0-C49C63E3E34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EC4814BE-1047-BFBD-60C1-26E612D1B3B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F2CDC316-B506-FADB-6440-3305F5D5D41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A8B73965-DA23-7809-A9D1-A0E2274B5EE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FEDFE995-B057-4285-E6B7-57A2DF5C79DF}"/>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9F3B3C28-553F-EFF3-FE4C-7808CC27E390}"/>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B3D145E0-39B6-D5BC-8267-0B3FFDE0509E}"/>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234B613F-0242-9BB3-04EE-EC35D2E21AAC}"/>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DEAD1CD8-7452-876E-7761-636A97FB1CCB}"/>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BB55073-46D3-D78F-1AAC-30604701FE62}"/>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0EEA348A-D0B9-8484-DD87-FF5C8A751B0F}"/>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F60E10D6-6B3E-E545-A24E-23538B61F0FE}"/>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64" name="テキスト ボックス 63">
            <a:extLst>
              <a:ext uri="{FF2B5EF4-FFF2-40B4-BE49-F238E27FC236}">
                <a16:creationId xmlns:a16="http://schemas.microsoft.com/office/drawing/2014/main" id="{7FAC0CCD-4F93-4AB3-79C9-7C42D0A426C6}"/>
              </a:ext>
            </a:extLst>
          </p:cNvPr>
          <p:cNvSpPr txBox="1"/>
          <p:nvPr/>
        </p:nvSpPr>
        <p:spPr>
          <a:xfrm>
            <a:off x="5178104" y="1782146"/>
            <a:ext cx="1826142"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強化成功</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 name="グループ化 13">
            <a:extLst>
              <a:ext uri="{FF2B5EF4-FFF2-40B4-BE49-F238E27FC236}">
                <a16:creationId xmlns:a16="http://schemas.microsoft.com/office/drawing/2014/main" id="{83E9B2B6-8BBB-3D4E-1745-4A9795079B44}"/>
              </a:ext>
            </a:extLst>
          </p:cNvPr>
          <p:cNvGrpSpPr/>
          <p:nvPr/>
        </p:nvGrpSpPr>
        <p:grpSpPr>
          <a:xfrm>
            <a:off x="0" y="-1"/>
            <a:ext cx="12192000" cy="6858001"/>
            <a:chOff x="0" y="-1"/>
            <a:chExt cx="12192000" cy="6858001"/>
          </a:xfrm>
        </p:grpSpPr>
        <p:grpSp>
          <p:nvGrpSpPr>
            <p:cNvPr id="68" name="グループ化 67">
              <a:extLst>
                <a:ext uri="{FF2B5EF4-FFF2-40B4-BE49-F238E27FC236}">
                  <a16:creationId xmlns:a16="http://schemas.microsoft.com/office/drawing/2014/main" id="{E8E5DDE2-CF40-425F-8290-F13968905E4B}"/>
                </a:ext>
              </a:extLst>
            </p:cNvPr>
            <p:cNvGrpSpPr/>
            <p:nvPr/>
          </p:nvGrpSpPr>
          <p:grpSpPr>
            <a:xfrm>
              <a:off x="0" y="-1"/>
              <a:ext cx="12192000" cy="6858001"/>
              <a:chOff x="0" y="-1"/>
              <a:chExt cx="12192000" cy="6858001"/>
            </a:xfrm>
          </p:grpSpPr>
          <p:grpSp>
            <p:nvGrpSpPr>
              <p:cNvPr id="69" name="グループ化 68">
                <a:extLst>
                  <a:ext uri="{FF2B5EF4-FFF2-40B4-BE49-F238E27FC236}">
                    <a16:creationId xmlns:a16="http://schemas.microsoft.com/office/drawing/2014/main" id="{225FF4E5-3175-0BA6-5CAA-852B7124DFAD}"/>
                  </a:ext>
                </a:extLst>
              </p:cNvPr>
              <p:cNvGrpSpPr/>
              <p:nvPr/>
            </p:nvGrpSpPr>
            <p:grpSpPr>
              <a:xfrm>
                <a:off x="0" y="-1"/>
                <a:ext cx="12192000" cy="6858001"/>
                <a:chOff x="0" y="-1"/>
                <a:chExt cx="12192000" cy="6858001"/>
              </a:xfrm>
            </p:grpSpPr>
            <p:sp>
              <p:nvSpPr>
                <p:cNvPr id="71" name="正方形/長方形 70">
                  <a:extLst>
                    <a:ext uri="{FF2B5EF4-FFF2-40B4-BE49-F238E27FC236}">
                      <a16:creationId xmlns:a16="http://schemas.microsoft.com/office/drawing/2014/main" id="{F026B46C-0FF3-F9AD-2F84-5977236003CB}"/>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72" name="グループ化 71">
                  <a:extLst>
                    <a:ext uri="{FF2B5EF4-FFF2-40B4-BE49-F238E27FC236}">
                      <a16:creationId xmlns:a16="http://schemas.microsoft.com/office/drawing/2014/main" id="{0C1C52E7-177E-C764-A79F-77535ECE99FD}"/>
                    </a:ext>
                  </a:extLst>
                </p:cNvPr>
                <p:cNvGrpSpPr/>
                <p:nvPr/>
              </p:nvGrpSpPr>
              <p:grpSpPr>
                <a:xfrm>
                  <a:off x="2616038" y="1823170"/>
                  <a:ext cx="6959925" cy="3211661"/>
                  <a:chOff x="2616038" y="1823170"/>
                  <a:chExt cx="6959925" cy="3211661"/>
                </a:xfrm>
              </p:grpSpPr>
              <p:sp>
                <p:nvSpPr>
                  <p:cNvPr id="73" name="四角形: 角を丸くする 72">
                    <a:extLst>
                      <a:ext uri="{FF2B5EF4-FFF2-40B4-BE49-F238E27FC236}">
                        <a16:creationId xmlns:a16="http://schemas.microsoft.com/office/drawing/2014/main" id="{1D6EDE04-13FC-3490-E2CF-D3575CEB7B03}"/>
                      </a:ext>
                    </a:extLst>
                  </p:cNvPr>
                  <p:cNvSpPr/>
                  <p:nvPr/>
                </p:nvSpPr>
                <p:spPr>
                  <a:xfrm>
                    <a:off x="2616038" y="1823170"/>
                    <a:ext cx="6959925" cy="3211661"/>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0E0ABCA4-E759-849F-0FB8-97F97A12E02C}"/>
                      </a:ext>
                    </a:extLst>
                  </p:cNvPr>
                  <p:cNvSpPr txBox="1"/>
                  <p:nvPr/>
                </p:nvSpPr>
                <p:spPr>
                  <a:xfrm>
                    <a:off x="5182944" y="2197468"/>
                    <a:ext cx="182614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強化成功</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70" name="四角形: 角を丸くする 69">
                <a:extLst>
                  <a:ext uri="{FF2B5EF4-FFF2-40B4-BE49-F238E27FC236}">
                    <a16:creationId xmlns:a16="http://schemas.microsoft.com/office/drawing/2014/main" id="{CD685713-21C5-3732-7800-C136AA73072F}"/>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
          <p:nvSpPr>
            <p:cNvPr id="90" name="正方形/長方形 89">
              <a:extLst>
                <a:ext uri="{FF2B5EF4-FFF2-40B4-BE49-F238E27FC236}">
                  <a16:creationId xmlns:a16="http://schemas.microsoft.com/office/drawing/2014/main" id="{BD9CD723-9DE6-48A1-0C92-95875FCD18A9}"/>
                </a:ext>
              </a:extLst>
            </p:cNvPr>
            <p:cNvSpPr/>
            <p:nvPr/>
          </p:nvSpPr>
          <p:spPr>
            <a:xfrm>
              <a:off x="2606705" y="2988139"/>
              <a:ext cx="6976165" cy="734622"/>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6" name="グループ化 85">
              <a:extLst>
                <a:ext uri="{FF2B5EF4-FFF2-40B4-BE49-F238E27FC236}">
                  <a16:creationId xmlns:a16="http://schemas.microsoft.com/office/drawing/2014/main" id="{23668ECC-3456-427A-B9EF-E85914064CA8}"/>
                </a:ext>
              </a:extLst>
            </p:cNvPr>
            <p:cNvGrpSpPr/>
            <p:nvPr/>
          </p:nvGrpSpPr>
          <p:grpSpPr>
            <a:xfrm>
              <a:off x="2844244" y="3136881"/>
              <a:ext cx="6533647" cy="431983"/>
              <a:chOff x="2844244" y="3136881"/>
              <a:chExt cx="6533647" cy="431983"/>
            </a:xfrm>
          </p:grpSpPr>
          <p:grpSp>
            <p:nvGrpSpPr>
              <p:cNvPr id="76" name="グループ化 75">
                <a:extLst>
                  <a:ext uri="{FF2B5EF4-FFF2-40B4-BE49-F238E27FC236}">
                    <a16:creationId xmlns:a16="http://schemas.microsoft.com/office/drawing/2014/main" id="{1F2C27B6-2F79-E13A-25C0-5C1D75A856DA}"/>
                  </a:ext>
                </a:extLst>
              </p:cNvPr>
              <p:cNvGrpSpPr/>
              <p:nvPr/>
            </p:nvGrpSpPr>
            <p:grpSpPr>
              <a:xfrm>
                <a:off x="2844244" y="3173358"/>
                <a:ext cx="3061102" cy="369332"/>
                <a:chOff x="2757161" y="5446919"/>
                <a:chExt cx="3061102" cy="369332"/>
              </a:xfrm>
            </p:grpSpPr>
            <p:sp>
              <p:nvSpPr>
                <p:cNvPr id="77" name="テキスト ボックス 76">
                  <a:extLst>
                    <a:ext uri="{FF2B5EF4-FFF2-40B4-BE49-F238E27FC236}">
                      <a16:creationId xmlns:a16="http://schemas.microsoft.com/office/drawing/2014/main" id="{7EE5BD00-B57F-FC52-3E50-B8042E662BC4}"/>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8" name="図 77">
                  <a:extLst>
                    <a:ext uri="{FF2B5EF4-FFF2-40B4-BE49-F238E27FC236}">
                      <a16:creationId xmlns:a16="http://schemas.microsoft.com/office/drawing/2014/main" id="{6AACD04B-7BEF-FB1F-7787-97CB86F4666A}"/>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79" name="二等辺三角形 78">
                <a:extLst>
                  <a:ext uri="{FF2B5EF4-FFF2-40B4-BE49-F238E27FC236}">
                    <a16:creationId xmlns:a16="http://schemas.microsoft.com/office/drawing/2014/main" id="{5B609931-65F4-79CB-DCFE-9CA3B4FBFBF0}"/>
                  </a:ext>
                </a:extLst>
              </p:cNvPr>
              <p:cNvSpPr/>
              <p:nvPr/>
            </p:nvSpPr>
            <p:spPr>
              <a:xfrm rot="5400000">
                <a:off x="5968187" y="316667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0" name="グループ化 79">
                <a:extLst>
                  <a:ext uri="{FF2B5EF4-FFF2-40B4-BE49-F238E27FC236}">
                    <a16:creationId xmlns:a16="http://schemas.microsoft.com/office/drawing/2014/main" id="{4EA736DB-2BCC-CBD2-E2B7-D762095A8B00}"/>
                  </a:ext>
                </a:extLst>
              </p:cNvPr>
              <p:cNvGrpSpPr/>
              <p:nvPr/>
            </p:nvGrpSpPr>
            <p:grpSpPr>
              <a:xfrm>
                <a:off x="6316789" y="3177686"/>
                <a:ext cx="3061102" cy="369332"/>
                <a:chOff x="2757161" y="5446919"/>
                <a:chExt cx="3061102" cy="369332"/>
              </a:xfrm>
            </p:grpSpPr>
            <p:sp>
              <p:nvSpPr>
                <p:cNvPr id="81" name="テキスト ボックス 80">
                  <a:extLst>
                    <a:ext uri="{FF2B5EF4-FFF2-40B4-BE49-F238E27FC236}">
                      <a16:creationId xmlns:a16="http://schemas.microsoft.com/office/drawing/2014/main" id="{3F90C60A-B558-C628-EC3B-F37F34E66D10}"/>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83" name="図 82">
                  <a:extLst>
                    <a:ext uri="{FF2B5EF4-FFF2-40B4-BE49-F238E27FC236}">
                      <a16:creationId xmlns:a16="http://schemas.microsoft.com/office/drawing/2014/main" id="{935C38DA-9877-8832-7CE1-1BA846B13420}"/>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grpSp>
      </p:grpSp>
    </p:spTree>
    <p:extLst>
      <p:ext uri="{BB962C8B-B14F-4D97-AF65-F5344CB8AC3E}">
        <p14:creationId xmlns:p14="http://schemas.microsoft.com/office/powerpoint/2010/main" val="9404512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C1BB59A0-C918-2492-9DC2-EF3014F62AE0}"/>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E7E210EE-59CD-8FBB-432F-FBDFE2901075}"/>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0D3D0047-F2CE-5B28-04F9-C0894E679D2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969D4968-6EFC-C348-0199-B4F96D13E1D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DED3133C-FB97-FAA5-E4AD-923F7E06388C}"/>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338FE29B-FD0B-498E-C2B7-301572F05D1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F172388C-2046-3A4B-F1CB-FA99F72F10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64CB1BF-3D84-38D8-24B8-E644B351E66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697D0DE1-0B18-DEAF-1C40-E4BF69D89E8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C0C70353-5899-02CF-EF64-E326DCD79769}"/>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2D838F35-7F05-FC51-CE2D-F840926D7AB5}"/>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1973D254-4A98-FC76-EEDE-7B0C99A9110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2B7C7B43-8EA2-F7FB-BC49-3C9DE383A38B}"/>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57D416B0-4E22-3830-8535-C7BF8FB33359}"/>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67D1339B-E6F9-C1EF-79A0-3055D125B46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2AFF4BD8-7DAB-F775-1D7D-FD31580A1A0C}"/>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20A72B65-50BA-C473-4610-200CDBC4086C}"/>
              </a:ext>
            </a:extLst>
          </p:cNvPr>
          <p:cNvSpPr/>
          <p:nvPr/>
        </p:nvSpPr>
        <p:spPr>
          <a:xfrm>
            <a:off x="2204587" y="31596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4BFE15BD-B93D-CEA0-B96E-F512B54B6C0E}"/>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D819D015-1BB7-D70E-2A08-F15697C9A48D}"/>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CA502E31-2098-908D-BF11-515C320C6141}"/>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A5B956C-E9E5-13C7-EC99-DFBCCA4F1009}"/>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189247C-168A-D031-3834-F21B2BE54F49}"/>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1721AAA5-2FB3-1301-498C-F39A39CD5BA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C2F19B79-5259-3DF4-4C08-BF0A7FD375F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B13FBA9E-54C5-F425-5D78-7FAC1C8ADB80}"/>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0ADC223B-DEB3-7417-7472-328EE2165340}"/>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0707CDD5-F190-154B-0926-5EC7C2DF8324}"/>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EC711539-F5B9-9002-44BC-6E239A7A753B}"/>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79072DD2-F15D-2264-EA2B-488C63ACEA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9FB989E5-98FF-8AB2-5CA0-7BC3B43AD94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581AC0ED-09FB-D0BB-446E-1E86D8BB2FC8}"/>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C439F146-58A2-82E1-93F6-D193324AEA8B}"/>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C51A78FF-1627-79E1-0A6F-D833947C43D4}"/>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BA419BC-234D-5C03-C319-1A70131D0252}"/>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763F2955-15B4-3398-2977-9486DF11439A}"/>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76E4684D-A052-ECE0-5AB5-7B2B8BD930BC}"/>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4F30E5E9-4888-9576-0F9F-7190C493406F}"/>
              </a:ext>
            </a:extLst>
          </p:cNvPr>
          <p:cNvSpPr/>
          <p:nvPr/>
        </p:nvSpPr>
        <p:spPr>
          <a:xfrm>
            <a:off x="4741501" y="4615634"/>
            <a:ext cx="1778680" cy="820773"/>
          </a:xfrm>
          <a:prstGeom prst="roundRect">
            <a:avLst/>
          </a:prstGeom>
          <a:solidFill>
            <a:schemeClr val="tx1">
              <a:lumMod val="85000"/>
              <a:lumOff val="15000"/>
              <a:alpha val="40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30406A0A-9A27-DDEC-D851-E40878BF4B08}"/>
              </a:ext>
            </a:extLst>
          </p:cNvPr>
          <p:cNvSpPr/>
          <p:nvPr/>
        </p:nvSpPr>
        <p:spPr>
          <a:xfrm rot="5400000">
            <a:off x="4434588" y="4839820"/>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572180DC-B1D4-D05E-D8D2-B904FADA38C5}"/>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44C1FF30-4ADC-2229-3706-B6F21A5DE2F1}"/>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C40EEE2-46EA-CA49-C316-02B5DF333A7C}"/>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3C4CCFC-254B-6FA5-36F6-0F791C0C34F3}"/>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A43622E6-01D3-8A08-874C-D0F9C08ACE05}"/>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485B237F-80AD-57C5-5D91-E355B71D8CF8}"/>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5B04C8DD-E88A-2AFC-6316-D5848174793E}"/>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BDF7FF54-11D1-47DB-2DDE-2706EFE3DE2B}"/>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FBA2F5F4-2ACA-0237-51FF-FB4E54965FA9}"/>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338E1851-3D96-3ADC-DB1B-9F9100EE4574}"/>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430D6E52-5071-FCCD-913D-DBEF96D0977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D2E4824D-74FA-6B87-7500-2451D5C6402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586C3EDC-7A7D-A5A7-D450-62572B3052B7}"/>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A4AC87CA-4838-B239-1A2C-935E77DD888F}"/>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25876CBA-A4F7-94C2-B84D-6639CEDBEFE0}"/>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A04E1E3F-AE7C-1DFD-1A89-AADC764688E9}"/>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77491707-BF68-291D-BBD3-D0E72A8710CD}"/>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A1686EBE-44AE-47F3-D824-F336B9A2A112}"/>
                </a:ext>
              </a:extLst>
            </p:cNvPr>
            <p:cNvSpPr/>
            <p:nvPr/>
          </p:nvSpPr>
          <p:spPr>
            <a:xfrm>
              <a:off x="6495533" y="3704434"/>
              <a:ext cx="1948277" cy="496239"/>
            </a:xfrm>
            <a:prstGeom prst="round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未開放</a:t>
              </a:r>
            </a:p>
          </p:txBody>
        </p:sp>
        <p:grpSp>
          <p:nvGrpSpPr>
            <p:cNvPr id="16" name="グループ化 15">
              <a:extLst>
                <a:ext uri="{FF2B5EF4-FFF2-40B4-BE49-F238E27FC236}">
                  <a16:creationId xmlns:a16="http://schemas.microsoft.com/office/drawing/2014/main" id="{6008A130-EDB2-3F9C-3704-8BF001B4CD12}"/>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6C5FD9CB-4BA9-FCEB-E4CE-E22AFCED1880}"/>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941C1A24-66F6-5F1D-E6B5-5CB6A461CE61}"/>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930CB41-00BA-947F-5C46-D9051E95807F}"/>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3B68861E-4429-40D1-0865-DD2A2EE33B73}"/>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A7C8186F-C217-4E6B-9391-786DA7D9A276}"/>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A71A1192-4A56-F755-E2E4-05640108370D}"/>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6DA40846-C7CA-6015-BBE5-FB9D292A432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23787FEB-C6E6-BE0A-5B2D-A9FE5DBE7DC5}"/>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8DE96386-04FD-3E20-9672-3678FCD963E8}"/>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E7661622-BC85-81C7-DC07-363FA5DB63AB}"/>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0209BF0E-C670-AB8E-7D0C-AC91812C35C6}"/>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B8A0EBA9-A3C5-7F3F-AFA1-939A549DCB1D}"/>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5F08F1FD-1422-2834-DCAE-26AB11FE9A8C}"/>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3F4F1C00-D568-1155-7194-2E5F804B1207}"/>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7BA5D1F4-0B25-E111-8616-2E530E77086E}"/>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09C55251-462E-4D45-5016-8C092C7C51FB}"/>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F0576EEC-FA78-958D-0F68-88E32EA629F6}"/>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A58DDCD0-32E0-CCE8-47DD-C0A2859F94B7}"/>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945116E3-2C6E-9940-1B9C-39F8DFC50F05}"/>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Tree>
    <p:extLst>
      <p:ext uri="{BB962C8B-B14F-4D97-AF65-F5344CB8AC3E}">
        <p14:creationId xmlns:p14="http://schemas.microsoft.com/office/powerpoint/2010/main" val="167774810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41A7E5C-7DC9-0DC3-A305-CB39FB7A0D6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7BE9A17F-B9E4-40EA-8861-B189B5B7522E}"/>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9D03E2AE-E600-BF18-C0FD-9C9540142086}"/>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B3F2D937-E9EC-70D6-E673-A682EDC1604B}"/>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33032E9C-8362-F051-3232-6FBD041E0CE3}"/>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EBC92034-402D-E3BC-5690-F635173BB8C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BDED4176-E3EE-3DFA-4F5B-68AE27532DA1}"/>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E51736CD-A1BD-E1EC-D778-94615310B6BE}"/>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452805CA-2BF9-6B38-48C3-8B8B556E0E2B}"/>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D322C84C-7ACE-F5DA-7DBF-2F349D7AAF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543460B5-F12F-DB9D-BE8F-6EE179E21F4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D7657BA0-E4A5-5ABE-16FF-00B72281B4C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40245814-CFAE-CD6E-4EB8-37BD0327A9E8}"/>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3926FA8D-940F-148F-246F-041C3B3B8823}"/>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261C6C39-236C-49E3-4579-F34ED3F7C1B3}"/>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66DEAA84-6C7A-3F4F-A878-9A24DE2CE80E}"/>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817735FB-DBF6-0B1E-3E08-FCC4E07E0E90}"/>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A15B4D2E-0123-D453-1D99-8F5C74109C1D}"/>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4814B220-1C03-0B7B-0A2B-CB9278EB2DF4}"/>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C3536560-60D8-CE11-D0B8-8F572D33EB13}"/>
              </a:ext>
            </a:extLst>
          </p:cNvPr>
          <p:cNvGrpSpPr/>
          <p:nvPr/>
        </p:nvGrpSpPr>
        <p:grpSpPr>
          <a:xfrm>
            <a:off x="7172538" y="2318633"/>
            <a:ext cx="976395" cy="380486"/>
            <a:chOff x="7253205" y="2318632"/>
            <a:chExt cx="1123697" cy="437887"/>
          </a:xfrm>
        </p:grpSpPr>
        <p:grpSp>
          <p:nvGrpSpPr>
            <p:cNvPr id="89" name="グループ化 88">
              <a:extLst>
                <a:ext uri="{FF2B5EF4-FFF2-40B4-BE49-F238E27FC236}">
                  <a16:creationId xmlns:a16="http://schemas.microsoft.com/office/drawing/2014/main" id="{F7E26413-B093-E186-70A9-588CFB73E9F5}"/>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E89E6A5B-12F6-4679-2D7E-524B6CCFC36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CAD10A51-8FF4-3C84-E00F-289AE01AC1B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4FDB2E3E-56A4-F507-DA79-E15747C59AC4}"/>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4A0904D4-FAEE-056D-29D3-8786DB327B2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2E2AB20C-5873-66A1-0FF4-0EBF51FA77A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2" name="グループ化 1">
            <a:extLst>
              <a:ext uri="{FF2B5EF4-FFF2-40B4-BE49-F238E27FC236}">
                <a16:creationId xmlns:a16="http://schemas.microsoft.com/office/drawing/2014/main" id="{01A1EADD-EB9D-DB4E-834E-8BFC06A22793}"/>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AFA5BB1A-694E-F014-6977-F07F47BD3CE7}"/>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CFB6099C-C524-E87B-9184-9730BC4E6580}"/>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4A8196A1-01C2-3E6F-F449-67065E9B6B0E}"/>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8BA70EDE-2F9B-80AF-BF7A-1E254E6D74D6}"/>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37317F1B-BA66-5DCE-C31D-D933BFF9F461}"/>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41C1F2FC-F9DC-D04B-DBFE-5E736DC6914F}"/>
              </a:ext>
            </a:extLst>
          </p:cNvPr>
          <p:cNvGrpSpPr/>
          <p:nvPr/>
        </p:nvGrpSpPr>
        <p:grpSpPr>
          <a:xfrm>
            <a:off x="4128330" y="2407984"/>
            <a:ext cx="2057865" cy="744359"/>
            <a:chOff x="4286951" y="2407984"/>
            <a:chExt cx="2057865" cy="744359"/>
          </a:xfrm>
        </p:grpSpPr>
        <p:grpSp>
          <p:nvGrpSpPr>
            <p:cNvPr id="140" name="グループ化 139">
              <a:extLst>
                <a:ext uri="{FF2B5EF4-FFF2-40B4-BE49-F238E27FC236}">
                  <a16:creationId xmlns:a16="http://schemas.microsoft.com/office/drawing/2014/main" id="{3F489698-CCA7-D9A0-E1EF-8F290E76865A}"/>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6C9C1957-97A7-5D10-F8E7-E5FBEBD15861}"/>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B1578B10-6036-D393-D80A-7DAF48A745E3}"/>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F777BB1E-9B03-DDC5-936D-44138A628512}"/>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154E16F-2FF3-70C3-E618-6A8813E77B3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938E9A9-3428-E655-BDAC-F80119AA7CD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F795AC0C-B0A3-18C3-17BB-83CE060354F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02F2FB52-8236-59C6-B7EF-06B70256BF47}"/>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11DDBAD5-51FC-196C-41C1-91093A18603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80" name="グループ化 179">
            <a:extLst>
              <a:ext uri="{FF2B5EF4-FFF2-40B4-BE49-F238E27FC236}">
                <a16:creationId xmlns:a16="http://schemas.microsoft.com/office/drawing/2014/main" id="{73AF7DA5-0E2D-214D-54CB-24F2A1A385A2}"/>
              </a:ext>
            </a:extLst>
          </p:cNvPr>
          <p:cNvGrpSpPr/>
          <p:nvPr/>
        </p:nvGrpSpPr>
        <p:grpSpPr>
          <a:xfrm>
            <a:off x="3689096" y="4756792"/>
            <a:ext cx="4928760" cy="1759289"/>
            <a:chOff x="3689096" y="4756792"/>
            <a:chExt cx="4928760" cy="1759289"/>
          </a:xfrm>
        </p:grpSpPr>
        <p:sp>
          <p:nvSpPr>
            <p:cNvPr id="77" name="四角形: 角を丸くする 76">
              <a:extLst>
                <a:ext uri="{FF2B5EF4-FFF2-40B4-BE49-F238E27FC236}">
                  <a16:creationId xmlns:a16="http://schemas.microsoft.com/office/drawing/2014/main" id="{BF40A628-5AFB-4F22-CD21-D541069CA080}"/>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四角形: 上の 2 つの角を丸める 85">
              <a:extLst>
                <a:ext uri="{FF2B5EF4-FFF2-40B4-BE49-F238E27FC236}">
                  <a16:creationId xmlns:a16="http://schemas.microsoft.com/office/drawing/2014/main" id="{88C1CB13-BF01-B692-D9B0-30AEAAD74978}"/>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514DB169-F185-58F2-B621-ECA71733D063}"/>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9" name="グループ化 128">
              <a:extLst>
                <a:ext uri="{FF2B5EF4-FFF2-40B4-BE49-F238E27FC236}">
                  <a16:creationId xmlns:a16="http://schemas.microsoft.com/office/drawing/2014/main" id="{2FA143A3-A270-DF81-81CD-543DECD22544}"/>
                </a:ext>
              </a:extLst>
            </p:cNvPr>
            <p:cNvGrpSpPr/>
            <p:nvPr/>
          </p:nvGrpSpPr>
          <p:grpSpPr>
            <a:xfrm>
              <a:off x="7172177" y="5504597"/>
              <a:ext cx="976395" cy="876727"/>
              <a:chOff x="7331159" y="2318633"/>
              <a:chExt cx="976395" cy="876727"/>
            </a:xfrm>
          </p:grpSpPr>
          <p:grpSp>
            <p:nvGrpSpPr>
              <p:cNvPr id="130" name="グループ化 129">
                <a:extLst>
                  <a:ext uri="{FF2B5EF4-FFF2-40B4-BE49-F238E27FC236}">
                    <a16:creationId xmlns:a16="http://schemas.microsoft.com/office/drawing/2014/main" id="{5B82BABA-1E28-F38E-3588-A81D389E0184}"/>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B12BE05B-4B8F-7E4C-45F0-38753F15984F}"/>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19DA6017-18CD-E820-9B24-A985507207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7CACF3DE-0468-B631-503B-3EAB9792D2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8C55534F-E88C-EA41-9B9D-D1EDD63D3DD1}"/>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F79BAFDB-04B3-B3FD-F44D-AA603E9D55B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6E02FEA8-A23D-7E2B-8A7E-BCF7A31B02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627B5B24-6359-BEE2-7987-009F0843D1D4}"/>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D6245F0A-10B0-6F07-8981-5034FBC7C7B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88EBC03F-104C-3F50-D93B-5B8C124D70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28" name="グループ化 27">
              <a:extLst>
                <a:ext uri="{FF2B5EF4-FFF2-40B4-BE49-F238E27FC236}">
                  <a16:creationId xmlns:a16="http://schemas.microsoft.com/office/drawing/2014/main" id="{C338BC38-D658-472F-224D-A49114CAD188}"/>
                </a:ext>
              </a:extLst>
            </p:cNvPr>
            <p:cNvGrpSpPr/>
            <p:nvPr/>
          </p:nvGrpSpPr>
          <p:grpSpPr>
            <a:xfrm>
              <a:off x="3689096"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284627A9-8534-B8E8-CA21-F632384D8A68}"/>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82E45108-4D00-3029-0B13-205B685C765B}"/>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D6DEC741-5956-4955-10DF-18164091549E}"/>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7CFE10C0-875C-22D5-33F1-8E749188631A}"/>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58" name="グループ化 157">
              <a:extLst>
                <a:ext uri="{FF2B5EF4-FFF2-40B4-BE49-F238E27FC236}">
                  <a16:creationId xmlns:a16="http://schemas.microsoft.com/office/drawing/2014/main" id="{8BA6B6C1-3185-F6E5-7159-E31EB6FF55B2}"/>
                </a:ext>
              </a:extLst>
            </p:cNvPr>
            <p:cNvGrpSpPr/>
            <p:nvPr/>
          </p:nvGrpSpPr>
          <p:grpSpPr>
            <a:xfrm>
              <a:off x="4128330" y="5573297"/>
              <a:ext cx="2057865" cy="744359"/>
              <a:chOff x="4286951" y="2407984"/>
              <a:chExt cx="2057865" cy="744359"/>
            </a:xfrm>
          </p:grpSpPr>
          <p:grpSp>
            <p:nvGrpSpPr>
              <p:cNvPr id="159" name="グループ化 158">
                <a:extLst>
                  <a:ext uri="{FF2B5EF4-FFF2-40B4-BE49-F238E27FC236}">
                    <a16:creationId xmlns:a16="http://schemas.microsoft.com/office/drawing/2014/main" id="{51A58F7B-9F79-4F1A-9345-85651B934B63}"/>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B7CB0768-4BEE-18F8-33DC-EF9ED36F9A3B}"/>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9A575028-127F-8506-1AFB-C299700FE96F}"/>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2DD0CE51-6E32-F829-3B4B-CF9CDFF35BEA}"/>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7A01A977-D8D7-F75A-9BFF-A2E2DE494FCA}"/>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5D7C4AA2-3FF9-E301-F4EB-08F6D96B868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AFC3EE5C-B373-FF31-3D8F-FE071C44268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F5769743-4CA9-B655-70E6-107BC2A57700}"/>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2550CACE-3FCA-AC00-5D35-FC28B3BED803}"/>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B459B386-A698-8339-6600-E93EED8DBC6F}"/>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2BB38DAB-6EE9-DC99-99DB-2DB286789BC8}"/>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1C989C23-A049-AA6C-D300-27E0EB546976}"/>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886DA839-00F9-7F81-35F7-A6B17B96FBCE}"/>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7BF50BD5-116F-DFE6-A2D8-AB1968D0525E}"/>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956C7DE-6B24-A342-A222-8B5C18245F49}"/>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57562F2E-FCBC-1BA7-8DBC-72BC758D0D21}"/>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E4442E12-E9B9-32D3-5656-D4442EC88DDF}"/>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0739DDBD-517C-D2C0-462C-B345D1AA6C8E}"/>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58E44E4A-3157-97CB-F7C9-8BA3FE556604}"/>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F023DEB8-B2C0-ED2D-7F87-BAA943F2CA7F}"/>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212C47AA-94A4-0235-407F-6F3F228DAF9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0E94E031-535C-CF81-A201-AE1F77F6887A}"/>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4E0CA290-3446-804D-D4AB-6D9CED1A89B8}"/>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A6744A0A-5144-E422-94E4-B70B3458EB4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30BEFA70-37BD-5E35-76CB-FF15A7B2592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Tree>
    <p:extLst>
      <p:ext uri="{BB962C8B-B14F-4D97-AF65-F5344CB8AC3E}">
        <p14:creationId xmlns:p14="http://schemas.microsoft.com/office/powerpoint/2010/main" val="417120902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4B1F9F0-FFB2-F56A-6443-FC32DF1E717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C5A30EF-1C6E-09A1-36E4-75EC509E87FA}"/>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8D0942EC-671D-B3BF-3C65-36BBA3186789}"/>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FFE1FE67-B312-139E-AB2C-A5CCFC0B72B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696C40C6-FB41-B126-4948-2C1AE0E9B0B0}"/>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9CADC27B-9007-9DFC-4DD2-5BC19203E24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C86E63BA-0F52-D6CC-D1B4-DE4CFEFDF268}"/>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A698BC65-582C-0909-C317-7222DA3DD86F}"/>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B4B91E8A-954D-79A3-B4D2-9600C280115D}"/>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4C9A33AC-D43E-BC87-2C26-1A5245A1BC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7C1C5B19-6160-41A3-342E-9748815974D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9350BD28-0D0C-B377-25A3-176ECFBF002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31A37E0B-70B9-B955-D052-042E74C4FEB8}"/>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7958E004-60E2-A65B-742E-1BD582AF9F59}"/>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03A1B72B-001A-4F44-3FC0-6791B017764B}"/>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8" name="グループ化 167">
            <a:extLst>
              <a:ext uri="{FF2B5EF4-FFF2-40B4-BE49-F238E27FC236}">
                <a16:creationId xmlns:a16="http://schemas.microsoft.com/office/drawing/2014/main" id="{D8CCFD98-16AA-E7BE-B2C7-80E27EEB0ED4}"/>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EF8D5671-A681-E8A6-FB3C-894C95EEC0EF}"/>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0A2ABF13-09FE-A8E8-8E9B-03F1500CABB8}"/>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DB681C2F-8CF0-7989-3739-8A1741925FFE}"/>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2359869E-88D8-C747-F955-FB66EFBB163E}"/>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6A0B45B0-73E4-E8F9-BDCE-C47B3B3B2957}"/>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D2295A9F-FE02-E1E3-E57B-D1060E27D549}"/>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71D6F2F5-C167-BBDF-A5E9-EA39FDEAD823}"/>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D0C4F652-5B31-6947-CD06-69BF61F33E64}"/>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C2BDA1D6-CBFB-B90A-20B2-38ADDFDBCBA5}"/>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AA1DAAF8-0F7F-D223-4673-6A509208B75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A97E1D81-C93B-8F49-091A-0A1A5F8B60D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EA61B6E6-64FC-CDD1-A39A-6A1AEEBF9D87}"/>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E81A2425-9695-8E8F-0781-ABE88DB1B3F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8FB0C7BA-CEE1-71A3-B5F3-4A2EFC72982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12C7FDE3-EBB6-9A49-863D-A0B2701CDCFE}"/>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1F260EA0-B7B3-F1E7-3808-AC5CCCB4D735}"/>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B790B90B-59A8-5D46-BC29-A5B8359E23C7}"/>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C899A252-66FF-C915-A2E4-2E8BD14C47A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CD1B3270-5320-617E-A082-E4A5B5E81B5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49D5AA0E-D010-01A3-C3C2-439B6B550F1E}"/>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475012FF-E10A-87FD-63D0-5433549F2A5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CB312B5C-DCD4-DC77-3D73-DA027DE70B5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AB2CCF26-B850-A1E1-1FCB-B8F74928379D}"/>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57695E5A-2096-1E32-2E75-375F128FFE94}"/>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158C429E-01F2-32FB-785C-F3AE22853EC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8AFFD614-9D40-F62C-50A1-DEB87CB3923A}"/>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2524127C-4326-FB7E-EE51-2B992ED56526}"/>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A40137A1-4F14-7E76-BAA0-24CA83AC60E7}"/>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A6A3EFBA-C8DE-1CD1-C608-BD29EBB7FB4F}"/>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40BE858-9B71-F621-2B91-141BF3675ADF}"/>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FEED71AE-9660-AB74-6B97-233559A14D8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C6E2D154-F0DB-1BC3-80A5-66C4AEE5FB7C}"/>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46B9CC43-FC45-C11D-2054-F47978A8DF86}"/>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40648E2C-277C-94CB-C13F-8A6361ACB53F}"/>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7EA38466-2934-90C3-2418-4E983CAE5673}"/>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4DE256B-33FF-8DD7-193F-17B8B31830C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2577AA24-3DEA-9FC9-C924-B5AF67B5DFB3}"/>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858FD81A-8C1B-5494-76C7-2C7632A77345}"/>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60902E16-0484-CC5D-8E76-1E60A261DFC5}"/>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58A68B86-5AAE-6297-C3E6-0BC18B20265F}"/>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76F792C0-D6D5-6FF9-1F33-A4D2ACDA77FB}"/>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18E71298-6584-FDD3-EAB7-791C6BB09538}"/>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C0BCFAEF-0D44-44AE-613D-FB80E911515B}"/>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CCE2053-9EFA-1F3A-9C23-EE6946367C3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17218C2D-8A3A-B9D2-32DA-A7A11F73D93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7CA0B5CB-C364-E975-3681-C5124E9F279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1E8AC3A2-471D-0998-1BA2-7AF6F839620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64251AB3-76D7-C37A-E3C4-9D047FF8180D}"/>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3F9E103D-9225-F602-E8AD-D0A9D7CD821D}"/>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0638D154-EB03-56AE-1429-B55393F50D70}"/>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A1B6F9F7-B078-EAAE-B558-6A16EC79A361}"/>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9DD3005C-15DF-262B-37D5-7844E73E2733}"/>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2B69D56F-F655-005E-1452-85F1A114CD40}"/>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1C6A2E19-0432-9301-A875-2CD42938E71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64FC0126-417D-7914-9253-CFDDC55BD6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2376D731-157B-32E3-A728-F7E393FA73DE}"/>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514CC67-6C26-8B11-8A15-BA92F084B98C}"/>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6D95D336-9DE9-F7E4-DE90-6B15C7A2CF0F}"/>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887FD3DF-2A59-CDE1-C6E9-518B82DE50BA}"/>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FBA8A220-F443-5469-8279-7E520852828A}"/>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DCE65A45-829B-5F87-55CF-4F6968F4C862}"/>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422D5FB0-45E4-3073-3E17-BFE3A127F73B}"/>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FE6F2E8E-2C69-A6DC-2A0E-A695B10F5E3C}"/>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A55C361D-A7E3-ED84-5C8F-75641FEF2504}"/>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F840DB0D-2043-2310-2DF5-4F1F8DA3FB95}"/>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3993AD30-79FA-6FAE-2204-3D970F290281}"/>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9F8E4347-38FE-9DCD-CE69-2A0F20A52D2F}"/>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24FFC727-DC1D-6615-D628-BF29B3BE41F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F6A1A269-817B-9172-B94D-95082003130B}"/>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D7AEFC60-C603-E4E5-6EC0-D42A2E8D1652}"/>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2E3BEE2E-22C4-5089-49C3-619389B6C148}"/>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FDFD341E-F76B-2882-C6F0-A1C5BC120295}"/>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62852E38-6251-5560-ADD9-274EEC9B951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正方形/長方形 3">
            <a:extLst>
              <a:ext uri="{FF2B5EF4-FFF2-40B4-BE49-F238E27FC236}">
                <a16:creationId xmlns:a16="http://schemas.microsoft.com/office/drawing/2014/main" id="{CCA9E96B-2EC5-4747-7A6D-C180CB77E56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CDA278C7-20FC-E8E1-FC6E-D13D7EEC3915}"/>
              </a:ext>
            </a:extLst>
          </p:cNvPr>
          <p:cNvSpPr/>
          <p:nvPr/>
        </p:nvSpPr>
        <p:spPr>
          <a:xfrm>
            <a:off x="3154916" y="1541088"/>
            <a:ext cx="5872517" cy="4414818"/>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BD1EA82-323A-8C45-E1A4-D43B88D95DE9}"/>
              </a:ext>
            </a:extLst>
          </p:cNvPr>
          <p:cNvSpPr txBox="1"/>
          <p:nvPr/>
        </p:nvSpPr>
        <p:spPr>
          <a:xfrm>
            <a:off x="5178104" y="1782146"/>
            <a:ext cx="1826142"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強化成功</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F7890A48-4138-7AEB-7AA9-0F28C14BEC31}"/>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pic>
        <p:nvPicPr>
          <p:cNvPr id="15" name="図 14">
            <a:extLst>
              <a:ext uri="{FF2B5EF4-FFF2-40B4-BE49-F238E27FC236}">
                <a16:creationId xmlns:a16="http://schemas.microsoft.com/office/drawing/2014/main" id="{5EB6A4D1-4E35-0C09-BC9D-7864166350F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3626426" y="2800763"/>
            <a:ext cx="4929495" cy="1759544"/>
          </a:xfrm>
          <a:prstGeom prst="rect">
            <a:avLst/>
          </a:prstGeom>
          <a:effectLst>
            <a:glow rad="101600">
              <a:schemeClr val="accent2">
                <a:alpha val="65000"/>
              </a:schemeClr>
            </a:glow>
          </a:effectLst>
        </p:spPr>
      </p:pic>
    </p:spTree>
    <p:extLst>
      <p:ext uri="{BB962C8B-B14F-4D97-AF65-F5344CB8AC3E}">
        <p14:creationId xmlns:p14="http://schemas.microsoft.com/office/powerpoint/2010/main" val="404328194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F802CF9-76A0-A399-9EB4-F716AFE3F72F}"/>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1F15BCC3-5C5D-DD96-0132-15CA8FD7D084}"/>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F7F31CF-5156-651A-6658-44AC7671908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フローチャート: 手作業 11">
              <a:extLst>
                <a:ext uri="{FF2B5EF4-FFF2-40B4-BE49-F238E27FC236}">
                  <a16:creationId xmlns:a16="http://schemas.microsoft.com/office/drawing/2014/main" id="{9E54C33A-398F-4457-B18D-B6A856DEC2F9}"/>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4" name="グループ化 63">
            <a:extLst>
              <a:ext uri="{FF2B5EF4-FFF2-40B4-BE49-F238E27FC236}">
                <a16:creationId xmlns:a16="http://schemas.microsoft.com/office/drawing/2014/main" id="{5A6C515D-A0B6-73ED-0097-DC001E2C2C41}"/>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1C460284-D3A7-6CB8-5A25-7202CF03C90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BCE37C39-82FA-7FC3-5A64-60DA8A721BC3}"/>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BB0F5553-94BF-9D5E-37C5-56D4B98FB4BE}"/>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ACE7FBC6-C2BE-B1A8-2C3D-7C2700D688B6}"/>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3B8CCCEA-266A-13EF-608F-C700D433FF5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417FDDD6-E088-618A-F9B5-683639FF9A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1" name="図 70">
                <a:extLst>
                  <a:ext uri="{FF2B5EF4-FFF2-40B4-BE49-F238E27FC236}">
                    <a16:creationId xmlns:a16="http://schemas.microsoft.com/office/drawing/2014/main" id="{49D52747-99C5-CA76-8F01-64BC4EA02EC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CBEF8468-8BC2-DA44-4343-641DA4A09FE9}"/>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0A6E6E9F-3404-F7A7-B126-C37DD83BC67A}"/>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6" name="二等辺三角形 25">
              <a:extLst>
                <a:ext uri="{FF2B5EF4-FFF2-40B4-BE49-F238E27FC236}">
                  <a16:creationId xmlns:a16="http://schemas.microsoft.com/office/drawing/2014/main" id="{4F954E96-39F2-5021-CA24-B8F7CCF8C892}"/>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68" name="グループ化 167">
            <a:extLst>
              <a:ext uri="{FF2B5EF4-FFF2-40B4-BE49-F238E27FC236}">
                <a16:creationId xmlns:a16="http://schemas.microsoft.com/office/drawing/2014/main" id="{E24CDD31-852F-7352-8C06-7C557F547FD9}"/>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91E73E3A-E945-4A2F-216B-EF1881DF9E75}"/>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5" name="四角形: 角を丸くする 74">
              <a:extLst>
                <a:ext uri="{FF2B5EF4-FFF2-40B4-BE49-F238E27FC236}">
                  <a16:creationId xmlns:a16="http://schemas.microsoft.com/office/drawing/2014/main" id="{52A00FFA-E885-B5DE-0FD0-02300D515341}"/>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1C8A9146-6558-9C98-A9F5-40BC9A3BFE0B}"/>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四角形: 上の 2 つの角を丸める 78">
              <a:extLst>
                <a:ext uri="{FF2B5EF4-FFF2-40B4-BE49-F238E27FC236}">
                  <a16:creationId xmlns:a16="http://schemas.microsoft.com/office/drawing/2014/main" id="{EF7CD637-D07E-C7FE-B513-B3ED02341C22}"/>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E405FAD2-13BB-7C2B-8B9D-E1AB4684BDF6}"/>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7A662553-02B9-1E74-E96C-7004D98ACD27}"/>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97079B3C-A17D-688C-5221-22ED33D37CDE}"/>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9E5B00CB-CAB2-7A55-6C8E-01BC5ED40957}"/>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13888FC9-9D44-F336-5C38-2302CAB42378}"/>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4852D526-60A6-B5E7-F642-6487EC7837B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05" name="グラフィックス 104" descr="ユーザー 単色塗りつぶし">
                  <a:extLst>
                    <a:ext uri="{FF2B5EF4-FFF2-40B4-BE49-F238E27FC236}">
                      <a16:creationId xmlns:a16="http://schemas.microsoft.com/office/drawing/2014/main" id="{4E56CA08-AAAF-CEB1-82F0-2D1E57A96FC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0498F28D-6312-E7FB-98DC-9D5243A4AA99}"/>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7099E9B7-BAB2-41A6-AC5B-0C9B053CF1C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09" name="グラフィックス 108" descr="ユーザー 単色塗りつぶし">
                  <a:extLst>
                    <a:ext uri="{FF2B5EF4-FFF2-40B4-BE49-F238E27FC236}">
                      <a16:creationId xmlns:a16="http://schemas.microsoft.com/office/drawing/2014/main" id="{F05ED589-FB92-5964-04F6-96B001B6D1B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059D9A22-2476-8FC9-AA7B-1E7F9B02CA92}"/>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865F5FDB-0CAE-C643-BC32-6544A77E02C6}"/>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903A386E-6054-0EDA-8DC0-17CC41B03396}"/>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FC4F7230-1A9A-A5D5-F453-79FC4DA36B0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9" name="グラフィックス 138" descr="ユーザー 単色塗りつぶし">
                    <a:extLst>
                      <a:ext uri="{FF2B5EF4-FFF2-40B4-BE49-F238E27FC236}">
                        <a16:creationId xmlns:a16="http://schemas.microsoft.com/office/drawing/2014/main" id="{7335A04E-1337-AE8D-0630-DB2294C9957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553D9732-CB71-11AA-4C4D-5C63A69D862E}"/>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99226B42-41EA-8DF9-7773-1D7D7D04FB7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7" name="グラフィックス 136" descr="ユーザー 単色塗りつぶし">
                    <a:extLst>
                      <a:ext uri="{FF2B5EF4-FFF2-40B4-BE49-F238E27FC236}">
                        <a16:creationId xmlns:a16="http://schemas.microsoft.com/office/drawing/2014/main" id="{CAADBDB5-2F6B-3586-41E9-9D2266E52D3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A079B741-EA69-E3C0-9621-3354CBDBCBF1}"/>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53E69674-16EE-25F3-81AB-DEF65C0367B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3" name="グラフィックス 132" descr="ユーザー 単色塗りつぶし">
                  <a:extLst>
                    <a:ext uri="{FF2B5EF4-FFF2-40B4-BE49-F238E27FC236}">
                      <a16:creationId xmlns:a16="http://schemas.microsoft.com/office/drawing/2014/main" id="{8E1ED217-A580-360F-7D36-FFF539541B5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F66355AC-D648-9F19-FB21-F4856D4B224F}"/>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16A39227-DB3F-8AAE-D784-AD3BDE24E626}"/>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C4725EF4-E847-1598-97D1-70DDAE6A7BE3}"/>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上の 2 つの角を丸める 92">
                <a:extLst>
                  <a:ext uri="{FF2B5EF4-FFF2-40B4-BE49-F238E27FC236}">
                    <a16:creationId xmlns:a16="http://schemas.microsoft.com/office/drawing/2014/main" id="{721155D6-E6C3-4BE3-2508-57700912217A}"/>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595A658-D781-C1EE-35A7-8EADF1E5419A}"/>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10DD5D4-B59E-5432-6EAA-D75265CBBBBF}"/>
                  </a:ext>
                </a:extLst>
              </p:cNvPr>
              <p:cNvSpPr txBox="1"/>
              <p:nvPr/>
            </p:nvSpPr>
            <p:spPr>
              <a:xfrm>
                <a:off x="3661713" y="1685722"/>
                <a:ext cx="733012" cy="248309"/>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5A4F21B3-567A-C6B7-1799-3B832C2378FF}"/>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1FDDCA10-E8AD-5D6A-C1A1-4BD7615B07DA}"/>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上の 2 つの角を丸める 29">
                <a:extLst>
                  <a:ext uri="{FF2B5EF4-FFF2-40B4-BE49-F238E27FC236}">
                    <a16:creationId xmlns:a16="http://schemas.microsoft.com/office/drawing/2014/main" id="{0E59E25E-2D9B-C428-D01A-1F3A1BCAEFB1}"/>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99045BEB-A3FF-429B-F5E4-3211F13AB3C9}"/>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EF992C51-140C-EF25-0E13-C7EB7920791F}"/>
                  </a:ext>
                </a:extLst>
              </p:cNvPr>
              <p:cNvSpPr txBox="1"/>
              <p:nvPr/>
            </p:nvSpPr>
            <p:spPr>
              <a:xfrm>
                <a:off x="3661713" y="1685722"/>
                <a:ext cx="733012" cy="248309"/>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4E435EF2-7F8E-35A6-4928-5020D112D184}"/>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57" name="グループ化 156">
              <a:extLst>
                <a:ext uri="{FF2B5EF4-FFF2-40B4-BE49-F238E27FC236}">
                  <a16:creationId xmlns:a16="http://schemas.microsoft.com/office/drawing/2014/main" id="{88ED4A1E-2CFE-FEE5-291F-17EED2223EC9}"/>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314D5D32-907A-0609-CAD2-49B2CE0C589E}"/>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9E4E93FE-AFBA-C89F-F0A5-D61B2A908506}"/>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42" name="四角形: 上の 2 つの角を丸める 141">
                  <a:extLst>
                    <a:ext uri="{FF2B5EF4-FFF2-40B4-BE49-F238E27FC236}">
                      <a16:creationId xmlns:a16="http://schemas.microsoft.com/office/drawing/2014/main" id="{4FD809E3-B482-D64A-B328-A5047DFED7C9}"/>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grpSp>
          <p:sp>
            <p:nvSpPr>
              <p:cNvPr id="145" name="テキスト ボックス 144">
                <a:extLst>
                  <a:ext uri="{FF2B5EF4-FFF2-40B4-BE49-F238E27FC236}">
                    <a16:creationId xmlns:a16="http://schemas.microsoft.com/office/drawing/2014/main" id="{75D53ADA-9929-8222-57FA-78199F06B33B}"/>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29BFD1C-5BEF-6CB3-1CFF-1B8BF5694B05}"/>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A9B26180-F0F2-F414-2AB5-231EB6443C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43F1C7C3-4A29-2200-E113-D734A175010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6ECDA14F-7839-DEAC-358D-A1A9724DF63E}"/>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46549ECB-A919-2635-B3CE-04F56FE01366}"/>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0CBCBDB1-BAC3-4D52-9106-B6B5330052FF}"/>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6273047A-DEA1-76DD-CA2B-2A89B6BCDF25}"/>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FD1AD508-8DA9-306E-55D7-E8D82387940B}"/>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7" name="四角形: 上の 2 つの角を丸める 166">
                  <a:extLst>
                    <a:ext uri="{FF2B5EF4-FFF2-40B4-BE49-F238E27FC236}">
                      <a16:creationId xmlns:a16="http://schemas.microsoft.com/office/drawing/2014/main" id="{664A8441-B360-C92E-4A70-26B17C179B0C}"/>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grpSp>
          <p:sp>
            <p:nvSpPr>
              <p:cNvPr id="160" name="テキスト ボックス 159">
                <a:extLst>
                  <a:ext uri="{FF2B5EF4-FFF2-40B4-BE49-F238E27FC236}">
                    <a16:creationId xmlns:a16="http://schemas.microsoft.com/office/drawing/2014/main" id="{EA0CD054-05EB-3020-47C1-737C36F7E793}"/>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0E28FF67-CDB6-649D-BB92-F23D9BC0BDE7}"/>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E01216A8-ABA3-009B-54CB-676F7F04057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956618DA-CB35-EE1E-3000-AE46ED0162D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FB75CBF6-B0C7-42F9-F206-4FC6B368BAD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468DBDE-1906-C3C2-A1B0-2641B615536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B5FCF947-8C3B-8706-0928-13B875563B4E}"/>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AA2F4199-0109-0CE2-BE05-589671056094}"/>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511D932C-0089-15D1-455E-6EC3252883D6}"/>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3BA0C552-086D-72AB-075D-9B754C6BFF38}"/>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B2E8BE86-C959-D69D-7384-EBC270785983}"/>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6FDC3868-50FD-3F25-2503-FBA754DB1763}"/>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FDB2C213-5A50-6591-DA72-F49C36494D86}"/>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8219DC31-C62E-F3B0-EC34-FE3F6F825459}"/>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88F8F37E-8B95-3368-37BF-25B5965A1D31}"/>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ED4CC97B-EACA-2340-C9CF-BEDE944A7DC7}"/>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AC8AE848-F10E-CDA7-43DD-C4161E1DC274}"/>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9CD87278-F0D1-313C-D22C-AC39688C909B}"/>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0390DCEB-AB48-3820-86D9-F76DDBFCAC2B}"/>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3EFE8645-2D8B-9039-EE8F-BD07514A5865}"/>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E8FF26DE-878D-8C8C-9813-C62A00AF3BA8}"/>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1FDCDB61-0F3D-E992-4725-FE68539F961A}"/>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3" name="グループ化 2">
            <a:extLst>
              <a:ext uri="{FF2B5EF4-FFF2-40B4-BE49-F238E27FC236}">
                <a16:creationId xmlns:a16="http://schemas.microsoft.com/office/drawing/2014/main" id="{34F9C801-9986-DC92-ABD5-81ECAA1CD1EB}"/>
              </a:ext>
            </a:extLst>
          </p:cNvPr>
          <p:cNvGrpSpPr/>
          <p:nvPr/>
        </p:nvGrpSpPr>
        <p:grpSpPr>
          <a:xfrm>
            <a:off x="0" y="-1"/>
            <a:ext cx="12192000" cy="6858001"/>
            <a:chOff x="0" y="-1"/>
            <a:chExt cx="12192000" cy="6858001"/>
          </a:xfrm>
        </p:grpSpPr>
        <p:grpSp>
          <p:nvGrpSpPr>
            <p:cNvPr id="4" name="グループ化 3">
              <a:extLst>
                <a:ext uri="{FF2B5EF4-FFF2-40B4-BE49-F238E27FC236}">
                  <a16:creationId xmlns:a16="http://schemas.microsoft.com/office/drawing/2014/main" id="{882F21EE-ED9A-BA86-64AA-7433D082EDC5}"/>
                </a:ext>
              </a:extLst>
            </p:cNvPr>
            <p:cNvGrpSpPr/>
            <p:nvPr/>
          </p:nvGrpSpPr>
          <p:grpSpPr>
            <a:xfrm>
              <a:off x="0" y="-1"/>
              <a:ext cx="12192000" cy="6858001"/>
              <a:chOff x="0" y="-1"/>
              <a:chExt cx="12192000" cy="6858001"/>
            </a:xfrm>
          </p:grpSpPr>
          <p:sp>
            <p:nvSpPr>
              <p:cNvPr id="6" name="正方形/長方形 5">
                <a:extLst>
                  <a:ext uri="{FF2B5EF4-FFF2-40B4-BE49-F238E27FC236}">
                    <a16:creationId xmlns:a16="http://schemas.microsoft.com/office/drawing/2014/main" id="{8FD59F71-BCCE-EB89-A599-0614B747D454}"/>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47C92E46-C2AF-38A3-809B-A6BBDE8F14E0}"/>
                  </a:ext>
                </a:extLst>
              </p:cNvPr>
              <p:cNvGrpSpPr/>
              <p:nvPr/>
            </p:nvGrpSpPr>
            <p:grpSpPr>
              <a:xfrm>
                <a:off x="2616038" y="1823170"/>
                <a:ext cx="6959925" cy="3211661"/>
                <a:chOff x="2616038" y="1823170"/>
                <a:chExt cx="6959925" cy="3211661"/>
              </a:xfrm>
            </p:grpSpPr>
            <p:sp>
              <p:nvSpPr>
                <p:cNvPr id="8" name="四角形: 角を丸くする 7">
                  <a:extLst>
                    <a:ext uri="{FF2B5EF4-FFF2-40B4-BE49-F238E27FC236}">
                      <a16:creationId xmlns:a16="http://schemas.microsoft.com/office/drawing/2014/main" id="{4FC4116B-3EE4-F835-3A69-A5614E685328}"/>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A052A911-2E20-B2C2-1A57-028A03D60F2D}"/>
                    </a:ext>
                  </a:extLst>
                </p:cNvPr>
                <p:cNvSpPr txBox="1"/>
                <p:nvPr/>
              </p:nvSpPr>
              <p:spPr>
                <a:xfrm>
                  <a:off x="4317322" y="2384084"/>
                  <a:ext cx="3557384"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通貨が足りません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17B4E5E9-1FA2-7171-798C-F880A2CC7280}"/>
                    </a:ext>
                  </a:extLst>
                </p:cNvPr>
                <p:cNvSpPr txBox="1"/>
                <p:nvPr/>
              </p:nvSpPr>
              <p:spPr>
                <a:xfrm>
                  <a:off x="4157012" y="3233458"/>
                  <a:ext cx="3877986"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娼館を運営して通貨を貯めよう！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5" name="四角形: 角を丸くする 4">
              <a:extLst>
                <a:ext uri="{FF2B5EF4-FFF2-40B4-BE49-F238E27FC236}">
                  <a16:creationId xmlns:a16="http://schemas.microsoft.com/office/drawing/2014/main" id="{EE568E64-3012-21C0-D6A8-A3BEA22A2A75}"/>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8811998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EBCE3DB7-F4F7-E83A-7599-A8EF2C597783}"/>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BCAAF2C-01F7-2D9F-1687-6839FF384A78}"/>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83B0482-F4B4-0A1D-DA88-DF38A7F02AEC}"/>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F930D1A-120A-0F3A-BDAC-169E31904EA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D96B6F06-2764-9E87-6266-27BDCAE72DF4}"/>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8BCF2EAE-7622-461F-23CB-699D339E836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E13E91C6-0CE4-73AE-BEEA-3543057848AD}"/>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50978EBB-895B-12AD-BC78-3B3207042B7F}"/>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11B92B4A-457B-47B4-0B97-6998A7B7449B}"/>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6D28F5B5-4EB9-B229-E562-597B9064B9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3A1A9942-C2B5-13AE-8C8F-31482DC73D0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A0F8374C-399C-72DB-D1CC-63F05F95621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28105DFE-A076-BA4C-BA33-E6F82AF69EC6}"/>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58BBDB03-899B-28CB-7C7E-CAECC6C574E4}"/>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5E72C15F-B308-697B-E921-FD671006195F}"/>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EA052747-6F8E-08E9-B889-4067AEFF749E}"/>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1DF18C43-3613-02DC-68DA-8D348212D076}"/>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B0CA9931-E2EE-48EA-FFA9-A311BA6203D0}"/>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D1FE982E-AA51-07B0-6385-DCEB3EE5459A}"/>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2" name="グループ化 1">
            <a:extLst>
              <a:ext uri="{FF2B5EF4-FFF2-40B4-BE49-F238E27FC236}">
                <a16:creationId xmlns:a16="http://schemas.microsoft.com/office/drawing/2014/main" id="{9C1BFE24-8CC6-C381-7ABB-66826D27ACAF}"/>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6220B692-ACCB-7202-804E-2951D00226C9}"/>
                </a:ext>
              </a:extLst>
            </p:cNvPr>
            <p:cNvSpPr/>
            <p:nvPr/>
          </p:nvSpPr>
          <p:spPr>
            <a:xfrm>
              <a:off x="2665682" y="1604645"/>
              <a:ext cx="1822662" cy="1080843"/>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ADD61084-80CD-1B15-FC52-5C28055B2957}"/>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41DC38AA-C2B2-4637-4C18-5225A8023FC6}"/>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274FB936-978D-FA10-3AF9-3A8971E26D6C}"/>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8A7D7060-E943-4560-A2F1-87F6ACE1865F}"/>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0" name="グループ化 179">
            <a:extLst>
              <a:ext uri="{FF2B5EF4-FFF2-40B4-BE49-F238E27FC236}">
                <a16:creationId xmlns:a16="http://schemas.microsoft.com/office/drawing/2014/main" id="{AA92243B-1E4B-7AAD-677D-87264D1131AB}"/>
              </a:ext>
            </a:extLst>
          </p:cNvPr>
          <p:cNvGrpSpPr/>
          <p:nvPr/>
        </p:nvGrpSpPr>
        <p:grpSpPr>
          <a:xfrm>
            <a:off x="3689096" y="4756792"/>
            <a:ext cx="4928760" cy="1759289"/>
            <a:chOff x="3689096" y="4756792"/>
            <a:chExt cx="4928760" cy="1759289"/>
          </a:xfrm>
        </p:grpSpPr>
        <p:sp>
          <p:nvSpPr>
            <p:cNvPr id="77" name="四角形: 角を丸くする 76">
              <a:extLst>
                <a:ext uri="{FF2B5EF4-FFF2-40B4-BE49-F238E27FC236}">
                  <a16:creationId xmlns:a16="http://schemas.microsoft.com/office/drawing/2014/main" id="{B84E8595-58DC-93D6-A528-5258C73904C2}"/>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四角形: 上の 2 つの角を丸める 85">
              <a:extLst>
                <a:ext uri="{FF2B5EF4-FFF2-40B4-BE49-F238E27FC236}">
                  <a16:creationId xmlns:a16="http://schemas.microsoft.com/office/drawing/2014/main" id="{C78F73BE-F66E-B7CE-D4E5-6087749A0347}"/>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43089273-2EE6-5BC3-8E28-8526DAB54751}"/>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34" name="グループ化 133">
              <a:extLst>
                <a:ext uri="{FF2B5EF4-FFF2-40B4-BE49-F238E27FC236}">
                  <a16:creationId xmlns:a16="http://schemas.microsoft.com/office/drawing/2014/main" id="{BE501760-0B9A-6D34-EBC7-DE9758599AD4}"/>
                </a:ext>
              </a:extLst>
            </p:cNvPr>
            <p:cNvGrpSpPr/>
            <p:nvPr/>
          </p:nvGrpSpPr>
          <p:grpSpPr>
            <a:xfrm>
              <a:off x="7172177" y="5504597"/>
              <a:ext cx="376179" cy="380486"/>
              <a:chOff x="7836685" y="2042989"/>
              <a:chExt cx="534204" cy="540320"/>
            </a:xfrm>
          </p:grpSpPr>
          <p:sp>
            <p:nvSpPr>
              <p:cNvPr id="138" name="四角形: 角を丸くする 137">
                <a:extLst>
                  <a:ext uri="{FF2B5EF4-FFF2-40B4-BE49-F238E27FC236}">
                    <a16:creationId xmlns:a16="http://schemas.microsoft.com/office/drawing/2014/main" id="{EE81EB22-6103-404F-52D4-4EC3A6EC716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D53187CE-2EDF-47AB-1BE7-B8234A94BFF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5229B1F8-C051-EB32-EC5D-0361AD1C3A5C}"/>
                </a:ext>
              </a:extLst>
            </p:cNvPr>
            <p:cNvGrpSpPr/>
            <p:nvPr/>
          </p:nvGrpSpPr>
          <p:grpSpPr>
            <a:xfrm>
              <a:off x="3689096"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6748F3D8-2F58-FFA8-B469-93CCD6A86016}"/>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sharpenSoften amount="-50000"/>
                          </a14:imgEffect>
                          <a14:imgEffect>
                            <a14:brightnessContrast bright="2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D849A0C1-881C-02C9-2B86-7114E5A9CD09}"/>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A86B3385-2B5D-23E8-BA1F-52B71BCF5052}"/>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9D4BB404-D418-970A-DADE-EA32FDF97A66}"/>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58" name="グループ化 157">
              <a:extLst>
                <a:ext uri="{FF2B5EF4-FFF2-40B4-BE49-F238E27FC236}">
                  <a16:creationId xmlns:a16="http://schemas.microsoft.com/office/drawing/2014/main" id="{839CAC01-7D99-48E8-3784-8EC14A4635FF}"/>
                </a:ext>
              </a:extLst>
            </p:cNvPr>
            <p:cNvGrpSpPr/>
            <p:nvPr/>
          </p:nvGrpSpPr>
          <p:grpSpPr>
            <a:xfrm>
              <a:off x="4128330" y="5573297"/>
              <a:ext cx="2057865" cy="744359"/>
              <a:chOff x="4286951" y="2407984"/>
              <a:chExt cx="2057865" cy="744359"/>
            </a:xfrm>
          </p:grpSpPr>
          <p:grpSp>
            <p:nvGrpSpPr>
              <p:cNvPr id="159" name="グループ化 158">
                <a:extLst>
                  <a:ext uri="{FF2B5EF4-FFF2-40B4-BE49-F238E27FC236}">
                    <a16:creationId xmlns:a16="http://schemas.microsoft.com/office/drawing/2014/main" id="{183A10E3-2731-E8B9-0228-3235780368FB}"/>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D01CC011-F946-9D88-F2C9-EC323F3298AD}"/>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3AB0524A-BEDD-A6FC-AD3B-667952DE15CC}"/>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FE1067B6-4C94-C228-C7A4-8BE3ECF45838}"/>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5EDF0F58-2315-5485-2F70-CD8A95F96632}"/>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D3D19977-EB0C-B65A-AB40-507F5C304F5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9B0F85A0-54B3-9002-5146-5823220988B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89B32B3F-AF67-662E-5CDC-565B0A4CF6D2}"/>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B1B9C62B-87AE-7826-AB58-FF3FE153818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DAEA8EB8-A988-B570-4822-548611509AB2}"/>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8D9CE3F4-3C43-344B-B74E-7E7C27F311D0}"/>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2D6D90E9-B012-A195-9B47-8585E959CA9E}"/>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開放</a:t>
              </a:r>
            </a:p>
          </p:txBody>
        </p:sp>
        <p:grpSp>
          <p:nvGrpSpPr>
            <p:cNvPr id="37" name="グループ化 36">
              <a:extLst>
                <a:ext uri="{FF2B5EF4-FFF2-40B4-BE49-F238E27FC236}">
                  <a16:creationId xmlns:a16="http://schemas.microsoft.com/office/drawing/2014/main" id="{15E830C9-453D-5346-A0CF-35E4466B2916}"/>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5F0C60D7-BC84-1887-674E-205F14FBEDC3}"/>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80B42D7-A4DD-8343-E3AE-80186AD5792F}"/>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9EAF16D7-7AB3-5F1B-8E70-51DE9316B76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D8E66EA3-FD62-78E1-E5BC-E52759368FDB}"/>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7495D1F6-7566-684F-8673-3CA15B56C060}"/>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CE9A4D90-DDA8-475F-AFEA-AEB1462F3366}"/>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36F92998-438E-3847-85A7-47CE41CDDC2D}"/>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5C623721-05DF-98CC-524A-20E7D73CFA4A}"/>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2FA5D0FB-F97F-D6F7-86F1-91387EDDC89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8A5DC405-E2C9-DDDC-86AA-EEAF95C1A77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26F40289-9F0A-ACEF-DA0A-CD1022DC2176}"/>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0A2F39C8-6863-FC75-8759-598A290755A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四角形: 角を丸くする 3">
            <a:extLst>
              <a:ext uri="{FF2B5EF4-FFF2-40B4-BE49-F238E27FC236}">
                <a16:creationId xmlns:a16="http://schemas.microsoft.com/office/drawing/2014/main" id="{F9B087D2-4307-7BDB-3A90-815465395736}"/>
              </a:ext>
            </a:extLst>
          </p:cNvPr>
          <p:cNvSpPr/>
          <p:nvPr/>
        </p:nvSpPr>
        <p:spPr>
          <a:xfrm>
            <a:off x="4120719" y="2393635"/>
            <a:ext cx="2057865" cy="754831"/>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未開放</a:t>
            </a:r>
          </a:p>
        </p:txBody>
      </p:sp>
    </p:spTree>
    <p:extLst>
      <p:ext uri="{BB962C8B-B14F-4D97-AF65-F5344CB8AC3E}">
        <p14:creationId xmlns:p14="http://schemas.microsoft.com/office/powerpoint/2010/main" val="23408347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050AEA7F-916F-41EB-C5E4-D209F12EB018}"/>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89D25A29-756F-4F40-1EB9-3D4D644ECFEB}"/>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F6A10AA-3B8F-F4E4-B70C-B27BAFC9C34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6B266D96-295D-3A6B-1990-D7758496FD7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21FDC465-4A00-47C0-777A-E5C73440B8AA}"/>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6D945AE6-DADA-3605-342E-8831D9B8460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A68D55E2-51C4-2D2A-5783-F472CA77C1E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23814A88-CEA5-388A-2767-ED8FDBB80C1C}"/>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A823852D-1EA6-5334-F1BD-C34B0D6A1A75}"/>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DCE67F6C-979A-D598-00F6-C1EA3AB9B23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2BD3A370-6345-7C99-4686-65675E552BD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98652D5A-9200-8E72-6473-6BE6792B130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9410614B-F06A-5960-5C4C-185691BDFBAF}"/>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D78FDD33-8BD5-A8DC-8DC5-1D46A17E8195}"/>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527552DB-971C-C131-09CE-2D04D0BA46E4}"/>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8" name="グループ化 167">
            <a:extLst>
              <a:ext uri="{FF2B5EF4-FFF2-40B4-BE49-F238E27FC236}">
                <a16:creationId xmlns:a16="http://schemas.microsoft.com/office/drawing/2014/main" id="{B9F8A349-17D0-76E5-43D3-83B356352D8A}"/>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63398948-F187-EAFA-3F75-264186961C6A}"/>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CA94A70D-7313-989C-11CA-99758D4A98C9}"/>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6E5AF330-F627-E75E-7C9F-D2F24028FA2C}"/>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6F229AF0-54A7-C06E-520E-550919BB636A}"/>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B1CD691F-8BC3-07BD-3561-22C91253CB5F}"/>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C5C78989-6D85-96B5-8F4E-788224B9E7D5}"/>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9C23ADC-FC6F-7B09-EFBF-110DE82E5BA8}"/>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5B11B43A-4F8C-342E-62D7-F110ED11D5C8}"/>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B254CF1C-F9F2-EBAC-B1D7-F66C8919448D}"/>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C71AB163-9DB2-21C9-0D12-C1AC705A287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78591FAD-45AE-ECD0-87D8-08FAF3F844C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DA6ECD5E-093D-91EA-49D9-BF553D7776F1}"/>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1DB972F2-EC43-C77E-0232-FA81B150A56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D20600E9-4DD5-BD47-0D26-2513ABD49BE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3C478642-04F0-0702-C9A3-095FEB809A10}"/>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997528A5-4C3C-5E50-F458-D77F36FE2B27}"/>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D9BAF5D6-97AC-DE21-5DB6-32210791DC68}"/>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C84976E3-1271-C6E5-51B1-1C4DA4B9AD0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68B476FA-D281-DCCB-0D20-D10AAB51800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1201A9EA-8DC8-A4A5-036E-AE956755E78D}"/>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966F5E7C-9B41-106E-CAF2-2A7EC006020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98B14396-7C1C-2D94-6137-938B00A1A84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E085A8E8-DE6C-C33E-8F0F-295E196C4D15}"/>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629EA6C1-7897-D886-D1B6-759788F217DE}"/>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B4A0F21-8016-4A63-D340-CE04E32E35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492D3BBF-FEA0-4D1A-5B18-96224810047A}"/>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8A0BF4B9-967F-1704-A680-543F5F25A29D}"/>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07305ECC-A01A-582C-770B-4F75D646859F}"/>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81ADD227-1579-A2C9-D212-8F0B1D36EEFD}"/>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37E45CEF-7AAB-1BC4-74BA-BAE39D16A0C9}"/>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6A7E76C-D3B9-C0FB-E2D9-FB59E93FC3FF}"/>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D97C31E2-D499-DDEC-7668-6D76965EF972}"/>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6F620249-158A-0172-2F31-024CD7EE6E13}"/>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88601155-68C2-40E3-0950-B6CE16FB0089}"/>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D5F7EB7C-AC6A-137F-C203-72F5A8E2B81A}"/>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4D60251C-5EC8-519C-31F3-57BE043BA02B}"/>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85427DCE-1692-8F89-36E4-FB341E194AA1}"/>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B6833A95-6F8C-12A3-C544-EEB6AF9DB81F}"/>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31F213A2-4B05-BDE9-72DD-9D1B8E7CC005}"/>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36A49DC5-98F2-C7D2-E13A-5CD3222D6466}"/>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61554459-63FB-DAFE-9772-4BA01F9231F6}"/>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6B6D5AC6-75CA-5FC4-BDEC-0767ACE295DD}"/>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22AB8B80-244D-7135-A112-8C3E3D7BD48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30A750C-22F7-4EF4-5CD4-1A02E379226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8CFB5D2E-F28F-5496-CD9F-00DE1AD15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A7378ED9-45FE-ADDA-84A9-CF4C6EEAE649}"/>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0765CFE4-7EFF-1498-4852-6DE8986906A6}"/>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D2FAFFE6-B5A1-4B1E-8155-15F81970BEE5}"/>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AAB32486-ECA8-027E-7248-35D35AE2FFE1}"/>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72E675E3-30C3-C3C1-F61C-552EE376A1F4}"/>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B09C986B-7CAD-CD42-AD6F-8142CB9BDA48}"/>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89AD8058-DEF8-343B-E946-B10BACB80F9D}"/>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31539B24-3F7B-226A-B537-481E73EB3C8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B372E9A1-4121-95DD-2B4C-D35E1EDA6F5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076F5AF5-E6FE-6E95-4FA9-233987A953A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B74078F1-B34D-E177-F5A8-823B04FA1EB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206D214-61AB-9B0F-E5B1-36B77839C670}"/>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D542FFD0-293A-2312-5499-0D6004433618}"/>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BF26589A-83AF-6C75-A356-9AE80E63BF73}"/>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86F22F78-1131-9B28-950D-6C0B81597EE2}"/>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5D7B9E86-DCE5-7C77-EAD4-D24A68175953}"/>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05C78DDC-20AD-84C7-94A2-8FA47670F192}"/>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31042EE-0722-732E-B530-23A20501D35C}"/>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0594058B-D39F-4F94-E4AF-160E8AFB2418}"/>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23A99DF7-F7FB-BB5E-48E1-5BA1688A78D6}"/>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0943A78D-9730-99F2-157E-575A106447C2}"/>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AE448391-938D-DFD8-8160-15CBB6AE25FB}"/>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B3F31A79-F1EA-0CF0-0C81-59769ED1326C}"/>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BF22DFDE-549E-9052-B317-E88379E462E9}"/>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A8514B2F-9C12-DA8E-5B04-42917AF7418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4481280C-21FB-8D4F-1B54-DBC222247E91}"/>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6EB03E77-9667-2FCB-D512-0BB15E1C0DBD}"/>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B20B0E4B-F746-930A-B304-B42393E43D4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正方形/長方形 3">
            <a:extLst>
              <a:ext uri="{FF2B5EF4-FFF2-40B4-BE49-F238E27FC236}">
                <a16:creationId xmlns:a16="http://schemas.microsoft.com/office/drawing/2014/main" id="{69F571E5-ACE2-4B39-980A-2261910F5DE4}"/>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AA68F12A-FE3D-37C2-853A-9E9CA0AFFC75}"/>
              </a:ext>
            </a:extLst>
          </p:cNvPr>
          <p:cNvSpPr/>
          <p:nvPr/>
        </p:nvSpPr>
        <p:spPr>
          <a:xfrm>
            <a:off x="3154916" y="1541088"/>
            <a:ext cx="5872517" cy="4414818"/>
          </a:xfrm>
          <a:prstGeom prst="roundRect">
            <a:avLst/>
          </a:prstGeom>
          <a:gradFill flip="none" rotWithShape="1">
            <a:gsLst>
              <a:gs pos="0">
                <a:schemeClr val="accent2">
                  <a:lumMod val="0"/>
                  <a:lumOff val="100000"/>
                </a:schemeClr>
              </a:gs>
              <a:gs pos="35000">
                <a:schemeClr val="accent2">
                  <a:lumMod val="0"/>
                  <a:lumOff val="100000"/>
                </a:schemeClr>
              </a:gs>
              <a:gs pos="100000">
                <a:schemeClr val="accent2">
                  <a:lumMod val="100000"/>
                </a:schemeClr>
              </a:gs>
            </a:gsLst>
            <a:path path="circle">
              <a:fillToRect l="50000" t="-80000" r="50000" b="18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1B9BBBC-4D55-CF82-D119-8D8CE0B04C63}"/>
              </a:ext>
            </a:extLst>
          </p:cNvPr>
          <p:cNvSpPr txBox="1"/>
          <p:nvPr/>
        </p:nvSpPr>
        <p:spPr>
          <a:xfrm>
            <a:off x="5178105" y="1782146"/>
            <a:ext cx="1826141"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部屋開放</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04DB3E6B-1AFE-3CD0-C7AA-C3775075CFE2}"/>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3" name="グループ化 2">
            <a:extLst>
              <a:ext uri="{FF2B5EF4-FFF2-40B4-BE49-F238E27FC236}">
                <a16:creationId xmlns:a16="http://schemas.microsoft.com/office/drawing/2014/main" id="{3A6143EB-E0C8-BEF1-6A0F-094694820D5C}"/>
              </a:ext>
            </a:extLst>
          </p:cNvPr>
          <p:cNvGrpSpPr/>
          <p:nvPr/>
        </p:nvGrpSpPr>
        <p:grpSpPr>
          <a:xfrm>
            <a:off x="3606938" y="2806384"/>
            <a:ext cx="4928760" cy="1759289"/>
            <a:chOff x="3689096" y="4756792"/>
            <a:chExt cx="4928760" cy="1759289"/>
          </a:xfrm>
        </p:grpSpPr>
        <p:sp>
          <p:nvSpPr>
            <p:cNvPr id="5" name="四角形: 角を丸くする 4">
              <a:extLst>
                <a:ext uri="{FF2B5EF4-FFF2-40B4-BE49-F238E27FC236}">
                  <a16:creationId xmlns:a16="http://schemas.microsoft.com/office/drawing/2014/main" id="{8B01F722-3172-D8A4-B0D5-63DA02457561}"/>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a:glow rad="635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上の 2 つの角を丸める 6">
              <a:extLst>
                <a:ext uri="{FF2B5EF4-FFF2-40B4-BE49-F238E27FC236}">
                  <a16:creationId xmlns:a16="http://schemas.microsoft.com/office/drawing/2014/main" id="{0B4C9C95-714B-E9B8-D033-1067DEC0163A}"/>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1CF13C55-74C7-1E5E-BE1E-ACF105074D0D}"/>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4" name="グループ化 13">
              <a:extLst>
                <a:ext uri="{FF2B5EF4-FFF2-40B4-BE49-F238E27FC236}">
                  <a16:creationId xmlns:a16="http://schemas.microsoft.com/office/drawing/2014/main" id="{00CBFDBC-C86A-9431-8F41-E7F744A6E90F}"/>
                </a:ext>
              </a:extLst>
            </p:cNvPr>
            <p:cNvGrpSpPr/>
            <p:nvPr/>
          </p:nvGrpSpPr>
          <p:grpSpPr>
            <a:xfrm>
              <a:off x="7172177" y="5504597"/>
              <a:ext cx="376179" cy="380486"/>
              <a:chOff x="7836685" y="2042989"/>
              <a:chExt cx="534204" cy="540320"/>
            </a:xfrm>
          </p:grpSpPr>
          <p:sp>
            <p:nvSpPr>
              <p:cNvPr id="52" name="四角形: 角を丸くする 51">
                <a:extLst>
                  <a:ext uri="{FF2B5EF4-FFF2-40B4-BE49-F238E27FC236}">
                    <a16:creationId xmlns:a16="http://schemas.microsoft.com/office/drawing/2014/main" id="{89AB30A9-3BBE-D1F1-5BF3-E54567B8DBE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3" name="グラフィックス 52" descr="ユーザー 単色塗りつぶし">
                <a:extLst>
                  <a:ext uri="{FF2B5EF4-FFF2-40B4-BE49-F238E27FC236}">
                    <a16:creationId xmlns:a16="http://schemas.microsoft.com/office/drawing/2014/main" id="{D0646983-0385-91FF-E760-279AF1CD15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1791B577-C2E2-95CF-A0E6-8CEC11B6DAD7}"/>
                </a:ext>
              </a:extLst>
            </p:cNvPr>
            <p:cNvGrpSpPr/>
            <p:nvPr/>
          </p:nvGrpSpPr>
          <p:grpSpPr>
            <a:xfrm>
              <a:off x="3689096" y="4756792"/>
              <a:ext cx="2944827" cy="1741602"/>
              <a:chOff x="2665682" y="1604645"/>
              <a:chExt cx="1827568" cy="1080843"/>
            </a:xfrm>
          </p:grpSpPr>
          <p:sp>
            <p:nvSpPr>
              <p:cNvPr id="45" name="四角形: 角を丸くする 44">
                <a:extLst>
                  <a:ext uri="{FF2B5EF4-FFF2-40B4-BE49-F238E27FC236}">
                    <a16:creationId xmlns:a16="http://schemas.microsoft.com/office/drawing/2014/main" id="{FC370A57-4EC5-DE09-455A-A5E718B2C9DF}"/>
                  </a:ext>
                </a:extLst>
              </p:cNvPr>
              <p:cNvSpPr/>
              <p:nvPr/>
            </p:nvSpPr>
            <p:spPr>
              <a:xfrm>
                <a:off x="2665682" y="1604645"/>
                <a:ext cx="1822662" cy="1080843"/>
              </a:xfrm>
              <a:prstGeom prst="roundRect">
                <a:avLst/>
              </a:prstGeom>
              <a:blipFill>
                <a:blip r:embed="rId11">
                  <a:extLst>
                    <a:ext uri="{BEBA8EAE-BF5A-486C-A8C5-ECC9F3942E4B}">
                      <a14:imgProps xmlns:a14="http://schemas.microsoft.com/office/drawing/2010/main">
                        <a14:imgLayer r:embed="rId12">
                          <a14:imgEffect>
                            <a14:sharpenSoften amount="-50000"/>
                          </a14:imgEffect>
                          <a14:imgEffect>
                            <a14:brightnessContrast bright="20000" contrast="-40000"/>
                          </a14:imgEffect>
                        </a14:imgLayer>
                      </a14:imgProps>
                    </a:ext>
                  </a:extLst>
                </a:blip>
                <a:stretch>
                  <a:fillRect/>
                </a:stretch>
              </a:blipFill>
              <a:ln w="38100">
                <a:noFill/>
                <a:prstDash val="solid"/>
              </a:ln>
              <a:effectLst>
                <a:glow rad="63500">
                  <a:schemeClr val="accent6">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四角形: 上の 2 つの角を丸める 45">
                <a:extLst>
                  <a:ext uri="{FF2B5EF4-FFF2-40B4-BE49-F238E27FC236}">
                    <a16:creationId xmlns:a16="http://schemas.microsoft.com/office/drawing/2014/main" id="{F50A6B35-38C0-05FC-C187-5A32DA2162AC}"/>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06F33DF-A2B4-FB68-0456-E942F960DAE5}"/>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00D1B400-068F-510B-6A48-68DF887F5B2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A5937906-0BB6-299B-DB9E-37B04E6AAF75}"/>
                </a:ext>
              </a:extLst>
            </p:cNvPr>
            <p:cNvGrpSpPr/>
            <p:nvPr/>
          </p:nvGrpSpPr>
          <p:grpSpPr>
            <a:xfrm>
              <a:off x="4128330" y="5573297"/>
              <a:ext cx="2057865" cy="744359"/>
              <a:chOff x="4286951" y="2407984"/>
              <a:chExt cx="2057865" cy="744359"/>
            </a:xfrm>
          </p:grpSpPr>
          <p:grpSp>
            <p:nvGrpSpPr>
              <p:cNvPr id="18" name="グループ化 17">
                <a:extLst>
                  <a:ext uri="{FF2B5EF4-FFF2-40B4-BE49-F238E27FC236}">
                    <a16:creationId xmlns:a16="http://schemas.microsoft.com/office/drawing/2014/main" id="{D394E7E6-9AC6-9EBB-A1C2-5611102BE5E7}"/>
                  </a:ext>
                </a:extLst>
              </p:cNvPr>
              <p:cNvGrpSpPr/>
              <p:nvPr/>
            </p:nvGrpSpPr>
            <p:grpSpPr>
              <a:xfrm flipV="1">
                <a:off x="4286951" y="2407984"/>
                <a:ext cx="2057865" cy="744359"/>
                <a:chOff x="1063284" y="2005017"/>
                <a:chExt cx="2372751" cy="1697124"/>
              </a:xfrm>
            </p:grpSpPr>
            <p:sp>
              <p:nvSpPr>
                <p:cNvPr id="33" name="四角形: 上の 2 つの角を丸める 32">
                  <a:extLst>
                    <a:ext uri="{FF2B5EF4-FFF2-40B4-BE49-F238E27FC236}">
                      <a16:creationId xmlns:a16="http://schemas.microsoft.com/office/drawing/2014/main" id="{60BEC26E-32EB-0821-7F5B-683680A45750}"/>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34" name="四角形: 上の 2 つの角を丸める 33">
                  <a:extLst>
                    <a:ext uri="{FF2B5EF4-FFF2-40B4-BE49-F238E27FC236}">
                      <a16:creationId xmlns:a16="http://schemas.microsoft.com/office/drawing/2014/main" id="{E89650D1-F8BD-0CFF-C711-0F499B7102FF}"/>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20" name="テキスト ボックス 19">
                <a:extLst>
                  <a:ext uri="{FF2B5EF4-FFF2-40B4-BE49-F238E27FC236}">
                    <a16:creationId xmlns:a16="http://schemas.microsoft.com/office/drawing/2014/main" id="{B27052E9-EF70-5178-1B6A-FD429E22FD17}"/>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0AD5760D-2ACD-22F8-E189-EE07B0377FD1}"/>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2" name="図 21">
                <a:extLst>
                  <a:ext uri="{FF2B5EF4-FFF2-40B4-BE49-F238E27FC236}">
                    <a16:creationId xmlns:a16="http://schemas.microsoft.com/office/drawing/2014/main" id="{03F3DFFD-E5A5-1009-939B-1DFED2CD853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23" name="図 22">
                <a:extLst>
                  <a:ext uri="{FF2B5EF4-FFF2-40B4-BE49-F238E27FC236}">
                    <a16:creationId xmlns:a16="http://schemas.microsoft.com/office/drawing/2014/main" id="{A094F198-AA11-7630-1D98-835FCCCF8C4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24" name="テキスト ボックス 23">
                <a:extLst>
                  <a:ext uri="{FF2B5EF4-FFF2-40B4-BE49-F238E27FC236}">
                    <a16:creationId xmlns:a16="http://schemas.microsoft.com/office/drawing/2014/main" id="{2639B049-BDB6-3F28-CCD1-CDD6E01F6BD7}"/>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25" name="テキスト ボックス 24">
                <a:extLst>
                  <a:ext uri="{FF2B5EF4-FFF2-40B4-BE49-F238E27FC236}">
                    <a16:creationId xmlns:a16="http://schemas.microsoft.com/office/drawing/2014/main" id="{78A86755-E216-CCDF-19FC-3493C3C3A100}"/>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spTree>
    <p:extLst>
      <p:ext uri="{BB962C8B-B14F-4D97-AF65-F5344CB8AC3E}">
        <p14:creationId xmlns:p14="http://schemas.microsoft.com/office/powerpoint/2010/main" val="85831292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2CA5C29-664B-72CD-67EE-9D7759237726}"/>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D92DEBA2-F45E-0643-91F2-3453711797F8}"/>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F13241A6-B610-17B8-EED5-2F72237311D7}"/>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392F6B8-6493-F730-208A-D87A5B4554E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9A62041B-5E56-9E6E-54F4-E772FF529399}"/>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0A28A8CA-6D49-0385-1D79-BF937D98153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03DB0CF5-2039-C82D-DFA0-B0FE635B7FC5}"/>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483CD1C3-0A33-71A1-B75C-4407D84132AA}"/>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447314B4-3B83-0522-B1DA-276B860FAC8D}"/>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FC947A38-B092-B882-5094-964031E9CE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56F9CA03-3DC3-94EE-6A0C-5A271D439FB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C1233A6A-AFFF-E6B6-89E8-8F7684623E8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F4CEF7E7-F5F4-A41C-A893-CFDD1E88CECD}"/>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F9045243-BD26-4B19-0C05-D1E1414267C6}"/>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870636A4-973F-89E4-8663-51CE240D6DFB}"/>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217A21F4-BA63-D73B-FB5A-128AED166996}"/>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D3C65D62-FF99-CF21-47BA-6120B9180138}"/>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DD25A8D5-0940-AEBE-48A0-2295F160661C}"/>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CDB15896-D10B-C461-27AA-C10F889353F7}"/>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2" name="グループ化 1">
            <a:extLst>
              <a:ext uri="{FF2B5EF4-FFF2-40B4-BE49-F238E27FC236}">
                <a16:creationId xmlns:a16="http://schemas.microsoft.com/office/drawing/2014/main" id="{C4DC4675-B95C-7AAB-2A37-E2F0F88D6E21}"/>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FA242925-6238-BE63-FC98-86F5DEA178BA}"/>
                </a:ext>
              </a:extLst>
            </p:cNvPr>
            <p:cNvSpPr/>
            <p:nvPr/>
          </p:nvSpPr>
          <p:spPr>
            <a:xfrm>
              <a:off x="2665682" y="1604645"/>
              <a:ext cx="1822662" cy="1080843"/>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090FB563-FD42-B867-DD05-D7DB87F0BB86}"/>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3400FD79-F6F6-17F3-F587-61269B39B97F}"/>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45FFDE27-7390-B2D8-C36D-83950B82AA0F}"/>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15F1B075-9602-AB57-03B7-300E7DD82C58}"/>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6E1B40FC-794E-584F-24C0-583582898469}"/>
              </a:ext>
            </a:extLst>
          </p:cNvPr>
          <p:cNvSpPr/>
          <p:nvPr/>
        </p:nvSpPr>
        <p:spPr>
          <a:xfrm>
            <a:off x="6871200" y="4774479"/>
            <a:ext cx="1591665" cy="1741602"/>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不明</a:t>
            </a:r>
          </a:p>
        </p:txBody>
      </p:sp>
      <p:sp>
        <p:nvSpPr>
          <p:cNvPr id="29" name="四角形: 角を丸くする 28">
            <a:extLst>
              <a:ext uri="{FF2B5EF4-FFF2-40B4-BE49-F238E27FC236}">
                <a16:creationId xmlns:a16="http://schemas.microsoft.com/office/drawing/2014/main" id="{3689AE1A-4C64-6239-6E06-2528EDA267DE}"/>
              </a:ext>
            </a:extLst>
          </p:cNvPr>
          <p:cNvSpPr/>
          <p:nvPr/>
        </p:nvSpPr>
        <p:spPr>
          <a:xfrm>
            <a:off x="3689096" y="4756792"/>
            <a:ext cx="2936922" cy="1741602"/>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不明</a:t>
            </a:r>
          </a:p>
        </p:txBody>
      </p:sp>
      <p:sp>
        <p:nvSpPr>
          <p:cNvPr id="36" name="四角形: 角を丸くする 35">
            <a:extLst>
              <a:ext uri="{FF2B5EF4-FFF2-40B4-BE49-F238E27FC236}">
                <a16:creationId xmlns:a16="http://schemas.microsoft.com/office/drawing/2014/main" id="{6CC39032-D97A-63F0-3B67-BF2C7AF0D07A}"/>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5B67419A-5895-141F-863B-FA0B2F754995}"/>
              </a:ext>
            </a:extLst>
          </p:cNvPr>
          <p:cNvSpPr/>
          <p:nvPr/>
        </p:nvSpPr>
        <p:spPr>
          <a:xfrm>
            <a:off x="6495533" y="3704434"/>
            <a:ext cx="1948277" cy="496239"/>
          </a:xfrm>
          <a:prstGeom prst="round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開放不可</a:t>
            </a:r>
          </a:p>
        </p:txBody>
      </p:sp>
      <p:sp>
        <p:nvSpPr>
          <p:cNvPr id="4" name="四角形: 角を丸くする 3">
            <a:extLst>
              <a:ext uri="{FF2B5EF4-FFF2-40B4-BE49-F238E27FC236}">
                <a16:creationId xmlns:a16="http://schemas.microsoft.com/office/drawing/2014/main" id="{6D24814B-0E89-3299-C213-53F9A28857A9}"/>
              </a:ext>
            </a:extLst>
          </p:cNvPr>
          <p:cNvSpPr/>
          <p:nvPr/>
        </p:nvSpPr>
        <p:spPr>
          <a:xfrm>
            <a:off x="4120719" y="2393635"/>
            <a:ext cx="2057865" cy="754831"/>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未開放</a:t>
            </a:r>
          </a:p>
        </p:txBody>
      </p:sp>
      <p:sp>
        <p:nvSpPr>
          <p:cNvPr id="5" name="テキスト ボックス 4">
            <a:extLst>
              <a:ext uri="{FF2B5EF4-FFF2-40B4-BE49-F238E27FC236}">
                <a16:creationId xmlns:a16="http://schemas.microsoft.com/office/drawing/2014/main" id="{9FC6016D-ACA8-EA26-C543-B7287632DB9A}"/>
              </a:ext>
            </a:extLst>
          </p:cNvPr>
          <p:cNvSpPr txBox="1"/>
          <p:nvPr/>
        </p:nvSpPr>
        <p:spPr>
          <a:xfrm>
            <a:off x="3656304" y="3682728"/>
            <a:ext cx="2551942" cy="523220"/>
          </a:xfrm>
          <a:prstGeom prst="rect">
            <a:avLst/>
          </a:prstGeom>
          <a:noFill/>
        </p:spPr>
        <p:txBody>
          <a:bodyPr wrap="square">
            <a:spAutoFit/>
          </a:bodyPr>
          <a:lstStyle/>
          <a:p>
            <a:r>
              <a:rPr lang="ja-JP" altLang="en-US" sz="1400">
                <a:latin typeface="原稿用標準書体" panose="03000503000000000000" pitchFamily="66" charset="-128"/>
                <a:ea typeface="原稿用標準書体" panose="03000503000000000000" pitchFamily="66" charset="-128"/>
              </a:rPr>
              <a:t>条件テキスト条件テキスト</a:t>
            </a:r>
          </a:p>
          <a:p>
            <a:r>
              <a:rPr lang="ja-JP" altLang="en-US" sz="1400">
                <a:latin typeface="原稿用標準書体" panose="03000503000000000000" pitchFamily="66" charset="-128"/>
                <a:ea typeface="原稿用標準書体" panose="03000503000000000000" pitchFamily="66" charset="-128"/>
              </a:rPr>
              <a:t>条件テキスト条件テキスト</a:t>
            </a:r>
          </a:p>
        </p:txBody>
      </p:sp>
    </p:spTree>
    <p:extLst>
      <p:ext uri="{BB962C8B-B14F-4D97-AF65-F5344CB8AC3E}">
        <p14:creationId xmlns:p14="http://schemas.microsoft.com/office/powerpoint/2010/main" val="383989415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0015E-337C-BC82-DE16-7650BC85A732}"/>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0361C67-A9D4-8499-2B34-C07FCD39312F}"/>
              </a:ext>
            </a:extLst>
          </p:cNvPr>
          <p:cNvSpPr txBox="1"/>
          <p:nvPr/>
        </p:nvSpPr>
        <p:spPr>
          <a:xfrm>
            <a:off x="3048383" y="2967335"/>
            <a:ext cx="6095234" cy="923330"/>
          </a:xfrm>
          <a:prstGeom prst="rect">
            <a:avLst/>
          </a:prstGeom>
          <a:noFill/>
        </p:spPr>
        <p:txBody>
          <a:bodyPr wrap="square">
            <a:spAutoFit/>
          </a:bodyPr>
          <a:lstStyle/>
          <a:p>
            <a:pPr algn="ctr"/>
            <a:r>
              <a:rPr lang="ja-JP" altLang="en-US" sz="5400">
                <a:solidFill>
                  <a:schemeClr val="bg1">
                    <a:lumMod val="85000"/>
                  </a:schemeClr>
                </a:solidFill>
                <a:latin typeface="瀞ノグリッチ黒体 H1" pitchFamily="50" charset="-128"/>
                <a:ea typeface="瀞ノグリッチ黒体 H1" pitchFamily="50" charset="-128"/>
              </a:rPr>
              <a:t>武器製造</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85893751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9A5C2F71-2F05-D9E1-6A76-356960E116F8}"/>
            </a:ext>
          </a:extLst>
        </p:cNvPr>
        <p:cNvGrpSpPr/>
        <p:nvPr/>
      </p:nvGrpSpPr>
      <p:grpSpPr>
        <a:xfrm>
          <a:off x="0" y="0"/>
          <a:ext cx="0" cy="0"/>
          <a:chOff x="0" y="0"/>
          <a:chExt cx="0" cy="0"/>
        </a:xfrm>
      </p:grpSpPr>
      <p:sp>
        <p:nvSpPr>
          <p:cNvPr id="85" name="四角形: 角を丸くする 84">
            <a:extLst>
              <a:ext uri="{FF2B5EF4-FFF2-40B4-BE49-F238E27FC236}">
                <a16:creationId xmlns:a16="http://schemas.microsoft.com/office/drawing/2014/main" id="{753F0764-E22B-944F-06A1-FF3619A4A9C4}"/>
              </a:ext>
            </a:extLst>
          </p:cNvPr>
          <p:cNvSpPr/>
          <p:nvPr/>
        </p:nvSpPr>
        <p:spPr>
          <a:xfrm>
            <a:off x="815194" y="1613876"/>
            <a:ext cx="3510239" cy="3359340"/>
          </a:xfrm>
          <a:prstGeom prst="roundRect">
            <a:avLst>
              <a:gd name="adj" fmla="val 9570"/>
            </a:avLst>
          </a:prstGeom>
          <a:solidFill>
            <a:schemeClr val="accent1">
              <a:lumMod val="60000"/>
              <a:lumOff val="40000"/>
            </a:schemeClr>
          </a:solidFill>
          <a:ln w="38100">
            <a:solidFill>
              <a:srgbClr val="FF66FF"/>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91" name="グループ化 90">
            <a:extLst>
              <a:ext uri="{FF2B5EF4-FFF2-40B4-BE49-F238E27FC236}">
                <a16:creationId xmlns:a16="http://schemas.microsoft.com/office/drawing/2014/main" id="{C88C7978-F503-EB32-0E2D-AAC9650F0E5D}"/>
              </a:ext>
            </a:extLst>
          </p:cNvPr>
          <p:cNvGrpSpPr/>
          <p:nvPr/>
        </p:nvGrpSpPr>
        <p:grpSpPr>
          <a:xfrm>
            <a:off x="1215479" y="1772406"/>
            <a:ext cx="2709668" cy="667167"/>
            <a:chOff x="2285079" y="1777545"/>
            <a:chExt cx="2709668" cy="667167"/>
          </a:xfrm>
        </p:grpSpPr>
        <p:sp>
          <p:nvSpPr>
            <p:cNvPr id="82" name="楕円 81">
              <a:extLst>
                <a:ext uri="{FF2B5EF4-FFF2-40B4-BE49-F238E27FC236}">
                  <a16:creationId xmlns:a16="http://schemas.microsoft.com/office/drawing/2014/main" id="{23F51F91-288C-5D99-9255-DD9B02D841DE}"/>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90F652E4-2FCE-DDD5-0177-FB13B5CCD91F}"/>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四角形: 角を丸くする 91">
            <a:extLst>
              <a:ext uri="{FF2B5EF4-FFF2-40B4-BE49-F238E27FC236}">
                <a16:creationId xmlns:a16="http://schemas.microsoft.com/office/drawing/2014/main" id="{41F00ECD-8306-2175-924A-76F76A3018A1}"/>
              </a:ext>
            </a:extLst>
          </p:cNvPr>
          <p:cNvSpPr/>
          <p:nvPr/>
        </p:nvSpPr>
        <p:spPr>
          <a:xfrm>
            <a:off x="4645621" y="1613876"/>
            <a:ext cx="3510239" cy="3359340"/>
          </a:xfrm>
          <a:prstGeom prst="roundRect">
            <a:avLst>
              <a:gd name="adj" fmla="val 9570"/>
            </a:avLst>
          </a:prstGeom>
          <a:solidFill>
            <a:schemeClr val="accent2">
              <a:lumMod val="60000"/>
              <a:lumOff val="40000"/>
            </a:schemeClr>
          </a:solidFill>
          <a:ln w="38100">
            <a:no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93" name="グループ化 92">
            <a:extLst>
              <a:ext uri="{FF2B5EF4-FFF2-40B4-BE49-F238E27FC236}">
                <a16:creationId xmlns:a16="http://schemas.microsoft.com/office/drawing/2014/main" id="{6AE07329-52D3-DC3F-48BB-C972E6EB8483}"/>
              </a:ext>
            </a:extLst>
          </p:cNvPr>
          <p:cNvGrpSpPr/>
          <p:nvPr/>
        </p:nvGrpSpPr>
        <p:grpSpPr>
          <a:xfrm>
            <a:off x="5045906" y="1772406"/>
            <a:ext cx="2709668" cy="667167"/>
            <a:chOff x="2285079" y="1777545"/>
            <a:chExt cx="2709668" cy="667167"/>
          </a:xfrm>
        </p:grpSpPr>
        <p:sp>
          <p:nvSpPr>
            <p:cNvPr id="94" name="楕円 93">
              <a:extLst>
                <a:ext uri="{FF2B5EF4-FFF2-40B4-BE49-F238E27FC236}">
                  <a16:creationId xmlns:a16="http://schemas.microsoft.com/office/drawing/2014/main" id="{7984E1F4-5808-371B-3164-FE29F80D0DC6}"/>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94C2B69B-2EA1-4366-B736-31EB6CA7110A}"/>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9" name="四角形: 角を丸くする 98">
            <a:extLst>
              <a:ext uri="{FF2B5EF4-FFF2-40B4-BE49-F238E27FC236}">
                <a16:creationId xmlns:a16="http://schemas.microsoft.com/office/drawing/2014/main" id="{1F8BB079-4309-CFFA-DB4C-C73CBD1434D7}"/>
              </a:ext>
            </a:extLst>
          </p:cNvPr>
          <p:cNvSpPr/>
          <p:nvPr/>
        </p:nvSpPr>
        <p:spPr>
          <a:xfrm>
            <a:off x="8406198" y="1613876"/>
            <a:ext cx="3510239" cy="3359340"/>
          </a:xfrm>
          <a:prstGeom prst="roundRect">
            <a:avLst>
              <a:gd name="adj" fmla="val 9570"/>
            </a:avLst>
          </a:prstGeom>
          <a:solidFill>
            <a:schemeClr val="accent3">
              <a:lumMod val="60000"/>
              <a:lumOff val="40000"/>
            </a:schemeClr>
          </a:solidFill>
          <a:ln w="38100">
            <a:no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100" name="グループ化 99">
            <a:extLst>
              <a:ext uri="{FF2B5EF4-FFF2-40B4-BE49-F238E27FC236}">
                <a16:creationId xmlns:a16="http://schemas.microsoft.com/office/drawing/2014/main" id="{6563457A-30A6-CD2F-C4CE-B1125681548B}"/>
              </a:ext>
            </a:extLst>
          </p:cNvPr>
          <p:cNvGrpSpPr/>
          <p:nvPr/>
        </p:nvGrpSpPr>
        <p:grpSpPr>
          <a:xfrm>
            <a:off x="8806483" y="1772406"/>
            <a:ext cx="2709668" cy="667167"/>
            <a:chOff x="2285079" y="1777545"/>
            <a:chExt cx="2709668" cy="667167"/>
          </a:xfrm>
        </p:grpSpPr>
        <p:sp>
          <p:nvSpPr>
            <p:cNvPr id="101" name="楕円 100">
              <a:extLst>
                <a:ext uri="{FF2B5EF4-FFF2-40B4-BE49-F238E27FC236}">
                  <a16:creationId xmlns:a16="http://schemas.microsoft.com/office/drawing/2014/main" id="{00261FF5-6610-D5A5-77AA-B0C22E535962}"/>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39F5D0E0-2438-DC2A-8330-BEDA86666442}"/>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 name="グループ化 1">
            <a:extLst>
              <a:ext uri="{FF2B5EF4-FFF2-40B4-BE49-F238E27FC236}">
                <a16:creationId xmlns:a16="http://schemas.microsoft.com/office/drawing/2014/main" id="{956D12D0-CD6A-7F0E-183D-3B26AF9905EC}"/>
              </a:ext>
            </a:extLst>
          </p:cNvPr>
          <p:cNvGrpSpPr/>
          <p:nvPr/>
        </p:nvGrpSpPr>
        <p:grpSpPr>
          <a:xfrm>
            <a:off x="617274" y="432515"/>
            <a:ext cx="2130007" cy="638703"/>
            <a:chOff x="1157024" y="508715"/>
            <a:chExt cx="2130007" cy="638703"/>
          </a:xfrm>
        </p:grpSpPr>
        <p:sp>
          <p:nvSpPr>
            <p:cNvPr id="13" name="六角形 12">
              <a:extLst>
                <a:ext uri="{FF2B5EF4-FFF2-40B4-BE49-F238E27FC236}">
                  <a16:creationId xmlns:a16="http://schemas.microsoft.com/office/drawing/2014/main" id="{48362345-4115-9EDF-8DC0-6B96E1AFA26D}"/>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テキスト ボックス 13">
              <a:extLst>
                <a:ext uri="{FF2B5EF4-FFF2-40B4-BE49-F238E27FC236}">
                  <a16:creationId xmlns:a16="http://schemas.microsoft.com/office/drawing/2014/main" id="{E5F49E3A-CFCD-F013-2A12-6C9A3715999D}"/>
                </a:ext>
              </a:extLst>
            </p:cNvPr>
            <p:cNvSpPr txBox="1"/>
            <p:nvPr/>
          </p:nvSpPr>
          <p:spPr>
            <a:xfrm>
              <a:off x="1616733"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3" name="グループ化 32">
            <a:extLst>
              <a:ext uri="{FF2B5EF4-FFF2-40B4-BE49-F238E27FC236}">
                <a16:creationId xmlns:a16="http://schemas.microsoft.com/office/drawing/2014/main" id="{4A39A82A-5DB2-B82C-26A5-F389C224794B}"/>
              </a:ext>
            </a:extLst>
          </p:cNvPr>
          <p:cNvGrpSpPr/>
          <p:nvPr/>
        </p:nvGrpSpPr>
        <p:grpSpPr>
          <a:xfrm>
            <a:off x="1861962" y="3219340"/>
            <a:ext cx="1416702" cy="1380322"/>
            <a:chOff x="7726816" y="3269363"/>
            <a:chExt cx="1349421" cy="1314768"/>
          </a:xfrm>
        </p:grpSpPr>
        <p:sp>
          <p:nvSpPr>
            <p:cNvPr id="34" name="四角形: 角を丸くする 33">
              <a:extLst>
                <a:ext uri="{FF2B5EF4-FFF2-40B4-BE49-F238E27FC236}">
                  <a16:creationId xmlns:a16="http://schemas.microsoft.com/office/drawing/2014/main" id="{39A5FC73-FA0F-BA4B-4B4E-E29F7803B849}"/>
                </a:ext>
              </a:extLst>
            </p:cNvPr>
            <p:cNvSpPr/>
            <p:nvPr/>
          </p:nvSpPr>
          <p:spPr>
            <a:xfrm>
              <a:off x="7726816" y="3269363"/>
              <a:ext cx="1349421" cy="1314768"/>
            </a:xfrm>
            <a:prstGeom prst="roundRect">
              <a:avLst>
                <a:gd name="adj" fmla="val 6896"/>
              </a:avLst>
            </a:prstGeom>
            <a:noFill/>
            <a:ln w="25400">
              <a:solidFill>
                <a:srgbClr val="FF99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36" name="図 35">
              <a:extLst>
                <a:ext uri="{FF2B5EF4-FFF2-40B4-BE49-F238E27FC236}">
                  <a16:creationId xmlns:a16="http://schemas.microsoft.com/office/drawing/2014/main" id="{B1BFF4A2-4B59-9011-A1A6-6DA0C6F14CB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37" name="グループ化 36">
            <a:extLst>
              <a:ext uri="{FF2B5EF4-FFF2-40B4-BE49-F238E27FC236}">
                <a16:creationId xmlns:a16="http://schemas.microsoft.com/office/drawing/2014/main" id="{9C05EC9F-61AC-AE58-7C4D-7D86EE93EDE1}"/>
              </a:ext>
            </a:extLst>
          </p:cNvPr>
          <p:cNvGrpSpPr/>
          <p:nvPr/>
        </p:nvGrpSpPr>
        <p:grpSpPr>
          <a:xfrm>
            <a:off x="431675" y="5645607"/>
            <a:ext cx="11328651" cy="925026"/>
            <a:chOff x="431675" y="5645607"/>
            <a:chExt cx="11328651" cy="925026"/>
          </a:xfrm>
        </p:grpSpPr>
        <p:sp>
          <p:nvSpPr>
            <p:cNvPr id="40" name="四角形: 角を丸くする 39">
              <a:extLst>
                <a:ext uri="{FF2B5EF4-FFF2-40B4-BE49-F238E27FC236}">
                  <a16:creationId xmlns:a16="http://schemas.microsoft.com/office/drawing/2014/main" id="{427A7028-7C44-2E4C-03CB-11AF13413BA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6" name="四角形: 角を丸くする 45">
              <a:extLst>
                <a:ext uri="{FF2B5EF4-FFF2-40B4-BE49-F238E27FC236}">
                  <a16:creationId xmlns:a16="http://schemas.microsoft.com/office/drawing/2014/main" id="{C3694302-7538-8448-BC6B-7D3719165D39}"/>
                </a:ext>
              </a:extLst>
            </p:cNvPr>
            <p:cNvSpPr/>
            <p:nvPr/>
          </p:nvSpPr>
          <p:spPr>
            <a:xfrm>
              <a:off x="97325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8" name="テキスト ボックス 47">
              <a:extLst>
                <a:ext uri="{FF2B5EF4-FFF2-40B4-BE49-F238E27FC236}">
                  <a16:creationId xmlns:a16="http://schemas.microsoft.com/office/drawing/2014/main" id="{8780BB1E-471F-5141-E924-B671A97572B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519E9581-F4C7-D9D0-759A-B70B50527C4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テキスト ボックス 50">
              <a:extLst>
                <a:ext uri="{FF2B5EF4-FFF2-40B4-BE49-F238E27FC236}">
                  <a16:creationId xmlns:a16="http://schemas.microsoft.com/office/drawing/2014/main" id="{0DF1DFF4-3214-791E-D373-9FAC182B0F48}"/>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2" name="テキスト ボックス 51">
              <a:extLst>
                <a:ext uri="{FF2B5EF4-FFF2-40B4-BE49-F238E27FC236}">
                  <a16:creationId xmlns:a16="http://schemas.microsoft.com/office/drawing/2014/main" id="{A3E224A1-F180-BA93-9941-9195848D500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2" name="テキスト ボックス 61">
              <a:extLst>
                <a:ext uri="{FF2B5EF4-FFF2-40B4-BE49-F238E27FC236}">
                  <a16:creationId xmlns:a16="http://schemas.microsoft.com/office/drawing/2014/main" id="{9CFB0AF4-3DF6-9017-BE1B-E10D7D4CD61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B7CD83F9-BE80-5CA1-D749-9765680D403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8775B729-3133-11BB-0E35-3190AAECFC44}"/>
              </a:ext>
            </a:extLst>
          </p:cNvPr>
          <p:cNvGrpSpPr/>
          <p:nvPr/>
        </p:nvGrpSpPr>
        <p:grpSpPr>
          <a:xfrm rot="16200000">
            <a:off x="5977819" y="2983682"/>
            <a:ext cx="236362" cy="4662528"/>
            <a:chOff x="11044871" y="4022147"/>
            <a:chExt cx="236362" cy="2031812"/>
          </a:xfrm>
        </p:grpSpPr>
        <p:sp>
          <p:nvSpPr>
            <p:cNvPr id="4" name="四角形: 角を丸くする 3">
              <a:extLst>
                <a:ext uri="{FF2B5EF4-FFF2-40B4-BE49-F238E27FC236}">
                  <a16:creationId xmlns:a16="http://schemas.microsoft.com/office/drawing/2014/main" id="{5DC8AAAB-F510-A628-E0AA-F755512D085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420F7CDA-457E-8110-B408-D9AA040C4E49}"/>
                </a:ext>
              </a:extLst>
            </p:cNvPr>
            <p:cNvSpPr/>
            <p:nvPr/>
          </p:nvSpPr>
          <p:spPr>
            <a:xfrm>
              <a:off x="11066205" y="4094529"/>
              <a:ext cx="193695" cy="571313"/>
            </a:xfrm>
            <a:prstGeom prst="roundRect">
              <a:avLst/>
            </a:prstGeom>
            <a:solidFill>
              <a:srgbClr val="FF99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A8CCF3E6-6A89-A150-94FC-4B0434D857B0}"/>
              </a:ext>
            </a:extLst>
          </p:cNvPr>
          <p:cNvGrpSpPr/>
          <p:nvPr/>
        </p:nvGrpSpPr>
        <p:grpSpPr>
          <a:xfrm>
            <a:off x="5692389" y="3219340"/>
            <a:ext cx="1416702" cy="1380322"/>
            <a:chOff x="7726816" y="3269363"/>
            <a:chExt cx="1349421" cy="1314768"/>
          </a:xfrm>
        </p:grpSpPr>
        <p:sp>
          <p:nvSpPr>
            <p:cNvPr id="7" name="四角形: 角を丸くする 6">
              <a:extLst>
                <a:ext uri="{FF2B5EF4-FFF2-40B4-BE49-F238E27FC236}">
                  <a16:creationId xmlns:a16="http://schemas.microsoft.com/office/drawing/2014/main" id="{51B46EA8-80C7-4214-020A-7939B0A6505E}"/>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090E18E6-09FC-9DDD-6A46-1AF1A2EDBC26}"/>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C7EA11E4-4356-4CBE-B626-6CE766C3DC34}"/>
              </a:ext>
            </a:extLst>
          </p:cNvPr>
          <p:cNvGrpSpPr/>
          <p:nvPr/>
        </p:nvGrpSpPr>
        <p:grpSpPr>
          <a:xfrm>
            <a:off x="9452966" y="3219340"/>
            <a:ext cx="1416702" cy="1380322"/>
            <a:chOff x="7726816" y="3269363"/>
            <a:chExt cx="1349421" cy="1314768"/>
          </a:xfrm>
        </p:grpSpPr>
        <p:sp>
          <p:nvSpPr>
            <p:cNvPr id="10" name="四角形: 角を丸くする 9">
              <a:extLst>
                <a:ext uri="{FF2B5EF4-FFF2-40B4-BE49-F238E27FC236}">
                  <a16:creationId xmlns:a16="http://schemas.microsoft.com/office/drawing/2014/main" id="{25C5F7CC-E292-6F80-1F1C-268BF38CD540}"/>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F738D44F-7569-A214-1E7B-E1D2FD4FAC6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23" name="二等辺三角形 22">
            <a:extLst>
              <a:ext uri="{FF2B5EF4-FFF2-40B4-BE49-F238E27FC236}">
                <a16:creationId xmlns:a16="http://schemas.microsoft.com/office/drawing/2014/main" id="{55B1F014-9289-981C-C9B0-06308EAF5E21}"/>
              </a:ext>
            </a:extLst>
          </p:cNvPr>
          <p:cNvSpPr/>
          <p:nvPr/>
        </p:nvSpPr>
        <p:spPr>
          <a:xfrm rot="10800000">
            <a:off x="1947971" y="2660494"/>
            <a:ext cx="1269582" cy="649893"/>
          </a:xfrm>
          <a:prstGeom prst="triangle">
            <a:avLst/>
          </a:prstGeom>
          <a:solidFill>
            <a:srgbClr val="FF99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0741646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1C5EE16B-10E0-1643-8602-83993ACB3047}"/>
            </a:ext>
          </a:extLst>
        </p:cNvPr>
        <p:cNvGrpSpPr/>
        <p:nvPr/>
      </p:nvGrpSpPr>
      <p:grpSpPr>
        <a:xfrm>
          <a:off x="0" y="0"/>
          <a:ext cx="0" cy="0"/>
          <a:chOff x="0" y="0"/>
          <a:chExt cx="0" cy="0"/>
        </a:xfrm>
      </p:grpSpPr>
      <p:grpSp>
        <p:nvGrpSpPr>
          <p:cNvPr id="20" name="グループ化 19">
            <a:extLst>
              <a:ext uri="{FF2B5EF4-FFF2-40B4-BE49-F238E27FC236}">
                <a16:creationId xmlns:a16="http://schemas.microsoft.com/office/drawing/2014/main" id="{F648219E-3321-689D-8431-256F3E026008}"/>
              </a:ext>
            </a:extLst>
          </p:cNvPr>
          <p:cNvGrpSpPr/>
          <p:nvPr/>
        </p:nvGrpSpPr>
        <p:grpSpPr>
          <a:xfrm>
            <a:off x="1027878" y="1733257"/>
            <a:ext cx="10136243" cy="4370273"/>
            <a:chOff x="1027878" y="1733257"/>
            <a:chExt cx="10136243" cy="4101557"/>
          </a:xfrm>
        </p:grpSpPr>
        <p:sp>
          <p:nvSpPr>
            <p:cNvPr id="19" name="四角形: 上の 2 つの角を丸める 18">
              <a:extLst>
                <a:ext uri="{FF2B5EF4-FFF2-40B4-BE49-F238E27FC236}">
                  <a16:creationId xmlns:a16="http://schemas.microsoft.com/office/drawing/2014/main" id="{BCC487EE-0C48-30BD-DB67-7D185AC71082}"/>
                </a:ext>
              </a:extLst>
            </p:cNvPr>
            <p:cNvSpPr/>
            <p:nvPr/>
          </p:nvSpPr>
          <p:spPr>
            <a:xfrm rot="5400000" flipH="1" flipV="1">
              <a:off x="1511159" y="1249976"/>
              <a:ext cx="4101557" cy="5068120"/>
            </a:xfrm>
            <a:prstGeom prst="round2SameRect">
              <a:avLst/>
            </a:prstGeom>
            <a:solidFill>
              <a:schemeClr val="bg1">
                <a:lumMod val="95000"/>
                <a:alpha val="6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上の 2 つの角を丸める 68">
              <a:extLst>
                <a:ext uri="{FF2B5EF4-FFF2-40B4-BE49-F238E27FC236}">
                  <a16:creationId xmlns:a16="http://schemas.microsoft.com/office/drawing/2014/main" id="{FFF372FF-3FBC-009B-872B-578351D22769}"/>
                </a:ext>
              </a:extLst>
            </p:cNvPr>
            <p:cNvSpPr/>
            <p:nvPr/>
          </p:nvSpPr>
          <p:spPr>
            <a:xfrm rot="16200000" flipV="1">
              <a:off x="6579282" y="1249976"/>
              <a:ext cx="4101557" cy="5068120"/>
            </a:xfrm>
            <a:prstGeom prst="round2SameRect">
              <a:avLst/>
            </a:prstGeom>
            <a:solidFill>
              <a:srgbClr val="FF66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CFE26F3A-FC27-85EB-8306-1500D58DFF0D}"/>
              </a:ext>
            </a:extLst>
          </p:cNvPr>
          <p:cNvGrpSpPr/>
          <p:nvPr/>
        </p:nvGrpSpPr>
        <p:grpSpPr>
          <a:xfrm>
            <a:off x="1583831" y="3416670"/>
            <a:ext cx="1133594" cy="1104484"/>
            <a:chOff x="7726816" y="3269363"/>
            <a:chExt cx="1349421" cy="1314768"/>
          </a:xfrm>
        </p:grpSpPr>
        <p:sp>
          <p:nvSpPr>
            <p:cNvPr id="4" name="四角形: 角を丸くする 3">
              <a:extLst>
                <a:ext uri="{FF2B5EF4-FFF2-40B4-BE49-F238E27FC236}">
                  <a16:creationId xmlns:a16="http://schemas.microsoft.com/office/drawing/2014/main" id="{455EF278-5A84-63AA-DB88-379C1AAF2745}"/>
                </a:ext>
              </a:extLst>
            </p:cNvPr>
            <p:cNvSpPr/>
            <p:nvPr/>
          </p:nvSpPr>
          <p:spPr>
            <a:xfrm>
              <a:off x="7726816" y="3269363"/>
              <a:ext cx="1349421" cy="1314768"/>
            </a:xfrm>
            <a:prstGeom prst="roundRect">
              <a:avLst>
                <a:gd name="adj" fmla="val 6896"/>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5" name="図 4">
              <a:extLst>
                <a:ext uri="{FF2B5EF4-FFF2-40B4-BE49-F238E27FC236}">
                  <a16:creationId xmlns:a16="http://schemas.microsoft.com/office/drawing/2014/main" id="{3C6B885E-D139-A970-FCCB-1725045EEF0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6" name="グループ化 5">
            <a:extLst>
              <a:ext uri="{FF2B5EF4-FFF2-40B4-BE49-F238E27FC236}">
                <a16:creationId xmlns:a16="http://schemas.microsoft.com/office/drawing/2014/main" id="{834EB1E3-1F8B-4801-DCD1-93C07C33F6B6}"/>
              </a:ext>
            </a:extLst>
          </p:cNvPr>
          <p:cNvGrpSpPr/>
          <p:nvPr/>
        </p:nvGrpSpPr>
        <p:grpSpPr>
          <a:xfrm>
            <a:off x="2989301" y="3416670"/>
            <a:ext cx="1133594" cy="1104484"/>
            <a:chOff x="7726816" y="3269363"/>
            <a:chExt cx="1349421" cy="1314768"/>
          </a:xfrm>
        </p:grpSpPr>
        <p:sp>
          <p:nvSpPr>
            <p:cNvPr id="7" name="四角形: 角を丸くする 6">
              <a:extLst>
                <a:ext uri="{FF2B5EF4-FFF2-40B4-BE49-F238E27FC236}">
                  <a16:creationId xmlns:a16="http://schemas.microsoft.com/office/drawing/2014/main" id="{9F45EFC3-5E56-5BAC-070C-6B2C425BAE09}"/>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D21B4602-A6F0-5BD3-934E-975D6919153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9AD89C34-BDDA-7E8F-F555-3A3274AF59AC}"/>
              </a:ext>
            </a:extLst>
          </p:cNvPr>
          <p:cNvGrpSpPr/>
          <p:nvPr/>
        </p:nvGrpSpPr>
        <p:grpSpPr>
          <a:xfrm>
            <a:off x="4394772" y="3416670"/>
            <a:ext cx="1133594" cy="1104484"/>
            <a:chOff x="7726816" y="3269363"/>
            <a:chExt cx="1349421" cy="1314768"/>
          </a:xfrm>
        </p:grpSpPr>
        <p:sp>
          <p:nvSpPr>
            <p:cNvPr id="10" name="四角形: 角を丸くする 9">
              <a:extLst>
                <a:ext uri="{FF2B5EF4-FFF2-40B4-BE49-F238E27FC236}">
                  <a16:creationId xmlns:a16="http://schemas.microsoft.com/office/drawing/2014/main" id="{BC6206D1-90FB-2433-AC31-C2D526DEF8B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79AAA186-DAD4-7B4F-5CFC-87BAA8B7118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2" name="二等辺三角形 11">
            <a:extLst>
              <a:ext uri="{FF2B5EF4-FFF2-40B4-BE49-F238E27FC236}">
                <a16:creationId xmlns:a16="http://schemas.microsoft.com/office/drawing/2014/main" id="{E340E6EC-508C-2D43-9935-51F7820AB122}"/>
              </a:ext>
            </a:extLst>
          </p:cNvPr>
          <p:cNvSpPr/>
          <p:nvPr/>
        </p:nvSpPr>
        <p:spPr>
          <a:xfrm>
            <a:off x="1860681" y="4443309"/>
            <a:ext cx="625766" cy="366261"/>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楕円 20">
            <a:extLst>
              <a:ext uri="{FF2B5EF4-FFF2-40B4-BE49-F238E27FC236}">
                <a16:creationId xmlns:a16="http://schemas.microsoft.com/office/drawing/2014/main" id="{7D77F224-B3E7-EFF1-03C2-ACF15FB8A1A9}"/>
              </a:ext>
            </a:extLst>
          </p:cNvPr>
          <p:cNvSpPr/>
          <p:nvPr/>
        </p:nvSpPr>
        <p:spPr>
          <a:xfrm>
            <a:off x="1430070" y="304777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EC4DFDC4-98F4-AD1C-C73E-FE7CF680F17D}"/>
              </a:ext>
            </a:extLst>
          </p:cNvPr>
          <p:cNvSpPr/>
          <p:nvPr/>
        </p:nvSpPr>
        <p:spPr>
          <a:xfrm>
            <a:off x="2838816" y="3047772"/>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3" name="楕円 22">
            <a:extLst>
              <a:ext uri="{FF2B5EF4-FFF2-40B4-BE49-F238E27FC236}">
                <a16:creationId xmlns:a16="http://schemas.microsoft.com/office/drawing/2014/main" id="{F352E483-55D1-37EE-A105-514677E4204F}"/>
              </a:ext>
            </a:extLst>
          </p:cNvPr>
          <p:cNvSpPr/>
          <p:nvPr/>
        </p:nvSpPr>
        <p:spPr>
          <a:xfrm>
            <a:off x="4247563" y="3047772"/>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6B984147-A0FA-9A03-96BF-7AE80C67DE2C}"/>
              </a:ext>
            </a:extLst>
          </p:cNvPr>
          <p:cNvGrpSpPr/>
          <p:nvPr/>
        </p:nvGrpSpPr>
        <p:grpSpPr>
          <a:xfrm>
            <a:off x="163586" y="134635"/>
            <a:ext cx="3123445" cy="1396119"/>
            <a:chOff x="163586" y="134635"/>
            <a:chExt cx="3123445" cy="1396119"/>
          </a:xfrm>
        </p:grpSpPr>
        <p:sp>
          <p:nvSpPr>
            <p:cNvPr id="55" name="四角形: 角を丸くする 54">
              <a:extLst>
                <a:ext uri="{FF2B5EF4-FFF2-40B4-BE49-F238E27FC236}">
                  <a16:creationId xmlns:a16="http://schemas.microsoft.com/office/drawing/2014/main" id="{7D885936-6795-E525-23DC-B2FDBFE66CB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6" name="テキスト ボックス 55">
              <a:extLst>
                <a:ext uri="{FF2B5EF4-FFF2-40B4-BE49-F238E27FC236}">
                  <a16:creationId xmlns:a16="http://schemas.microsoft.com/office/drawing/2014/main" id="{CC3FF0E4-D146-FBD5-F50B-43F609B39F5C}"/>
                </a:ext>
              </a:extLst>
            </p:cNvPr>
            <p:cNvSpPr txBox="1"/>
            <p:nvPr/>
          </p:nvSpPr>
          <p:spPr>
            <a:xfrm>
              <a:off x="1752834"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7" name="グループ化 56">
              <a:extLst>
                <a:ext uri="{FF2B5EF4-FFF2-40B4-BE49-F238E27FC236}">
                  <a16:creationId xmlns:a16="http://schemas.microsoft.com/office/drawing/2014/main" id="{C29F1FA3-E974-85F7-2F6B-8CFFCB2428B0}"/>
                </a:ext>
              </a:extLst>
            </p:cNvPr>
            <p:cNvGrpSpPr/>
            <p:nvPr/>
          </p:nvGrpSpPr>
          <p:grpSpPr>
            <a:xfrm>
              <a:off x="163586" y="134635"/>
              <a:ext cx="1975684" cy="1396119"/>
              <a:chOff x="163586" y="134635"/>
              <a:chExt cx="1975684" cy="1396119"/>
            </a:xfrm>
          </p:grpSpPr>
          <p:grpSp>
            <p:nvGrpSpPr>
              <p:cNvPr id="58" name="グループ化 57">
                <a:extLst>
                  <a:ext uri="{FF2B5EF4-FFF2-40B4-BE49-F238E27FC236}">
                    <a16:creationId xmlns:a16="http://schemas.microsoft.com/office/drawing/2014/main" id="{A117414E-1CC9-DCD2-7B68-41976E52580A}"/>
                  </a:ext>
                </a:extLst>
              </p:cNvPr>
              <p:cNvGrpSpPr/>
              <p:nvPr/>
            </p:nvGrpSpPr>
            <p:grpSpPr>
              <a:xfrm>
                <a:off x="163586" y="134635"/>
                <a:ext cx="1975684" cy="1396119"/>
                <a:chOff x="163586" y="134635"/>
                <a:chExt cx="1975684" cy="1396119"/>
              </a:xfrm>
            </p:grpSpPr>
            <p:pic>
              <p:nvPicPr>
                <p:cNvPr id="60" name="図 59">
                  <a:extLst>
                    <a:ext uri="{FF2B5EF4-FFF2-40B4-BE49-F238E27FC236}">
                      <a16:creationId xmlns:a16="http://schemas.microsoft.com/office/drawing/2014/main" id="{EA345854-F975-2918-5737-647A18EF9A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1" name="楕円 60">
                  <a:extLst>
                    <a:ext uri="{FF2B5EF4-FFF2-40B4-BE49-F238E27FC236}">
                      <a16:creationId xmlns:a16="http://schemas.microsoft.com/office/drawing/2014/main" id="{7F5C7184-9F9C-76FC-5456-A0B4E6A545C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9" name="図 58">
                <a:extLst>
                  <a:ext uri="{FF2B5EF4-FFF2-40B4-BE49-F238E27FC236}">
                    <a16:creationId xmlns:a16="http://schemas.microsoft.com/office/drawing/2014/main" id="{0BC96519-98C8-3FA7-5CE2-6D4243C07E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73" name="グループ化 72">
            <a:extLst>
              <a:ext uri="{FF2B5EF4-FFF2-40B4-BE49-F238E27FC236}">
                <a16:creationId xmlns:a16="http://schemas.microsoft.com/office/drawing/2014/main" id="{86090730-2737-9CA9-0338-FFB240D697A7}"/>
              </a:ext>
            </a:extLst>
          </p:cNvPr>
          <p:cNvGrpSpPr/>
          <p:nvPr/>
        </p:nvGrpSpPr>
        <p:grpSpPr>
          <a:xfrm>
            <a:off x="1984757" y="5092785"/>
            <a:ext cx="3121759" cy="584775"/>
            <a:chOff x="6791462" y="1388006"/>
            <a:chExt cx="3121759" cy="584775"/>
          </a:xfrm>
        </p:grpSpPr>
        <p:sp>
          <p:nvSpPr>
            <p:cNvPr id="63" name="テキスト ボックス 62">
              <a:extLst>
                <a:ext uri="{FF2B5EF4-FFF2-40B4-BE49-F238E27FC236}">
                  <a16:creationId xmlns:a16="http://schemas.microsoft.com/office/drawing/2014/main" id="{F016223A-5A06-D6B9-92B2-A14DB168E6E4}"/>
                </a:ext>
              </a:extLst>
            </p:cNvPr>
            <p:cNvSpPr txBox="1"/>
            <p:nvPr/>
          </p:nvSpPr>
          <p:spPr>
            <a:xfrm>
              <a:off x="7266343" y="1388006"/>
              <a:ext cx="2646878" cy="584775"/>
            </a:xfrm>
            <a:prstGeom prst="rect">
              <a:avLst/>
            </a:prstGeom>
            <a:noFill/>
          </p:spPr>
          <p:txBody>
            <a:bodyPr wrap="none" rtlCol="0">
              <a:spAutoFit/>
            </a:bodyPr>
            <a:lstStyle/>
            <a:p>
              <a:pPr algn="ctr"/>
              <a:r>
                <a:rPr lang="ja-JP" altLang="en-US" sz="3200" u="sng">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r>
                <a:rPr lang="ja-JP" altLang="en-US"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楕円 64">
              <a:extLst>
                <a:ext uri="{FF2B5EF4-FFF2-40B4-BE49-F238E27FC236}">
                  <a16:creationId xmlns:a16="http://schemas.microsoft.com/office/drawing/2014/main" id="{8AB0D0EE-E5CB-856D-6120-3C3C0FD24E0D}"/>
                </a:ext>
              </a:extLst>
            </p:cNvPr>
            <p:cNvSpPr/>
            <p:nvPr/>
          </p:nvSpPr>
          <p:spPr>
            <a:xfrm>
              <a:off x="6791462" y="145325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 name="グループ化 25">
            <a:extLst>
              <a:ext uri="{FF2B5EF4-FFF2-40B4-BE49-F238E27FC236}">
                <a16:creationId xmlns:a16="http://schemas.microsoft.com/office/drawing/2014/main" id="{5E3B21B3-3E7F-764F-4B61-932C0D10C7E5}"/>
              </a:ext>
            </a:extLst>
          </p:cNvPr>
          <p:cNvGrpSpPr/>
          <p:nvPr/>
        </p:nvGrpSpPr>
        <p:grpSpPr>
          <a:xfrm>
            <a:off x="7199529" y="2801339"/>
            <a:ext cx="2861061" cy="1831784"/>
            <a:chOff x="7277011" y="3923247"/>
            <a:chExt cx="2706098" cy="1732572"/>
          </a:xfrm>
        </p:grpSpPr>
        <p:grpSp>
          <p:nvGrpSpPr>
            <p:cNvPr id="17" name="グループ化 16">
              <a:extLst>
                <a:ext uri="{FF2B5EF4-FFF2-40B4-BE49-F238E27FC236}">
                  <a16:creationId xmlns:a16="http://schemas.microsoft.com/office/drawing/2014/main" id="{A1A93BF4-ACBF-90BF-640F-2047E6CB6FBC}"/>
                </a:ext>
              </a:extLst>
            </p:cNvPr>
            <p:cNvGrpSpPr/>
            <p:nvPr/>
          </p:nvGrpSpPr>
          <p:grpSpPr>
            <a:xfrm>
              <a:off x="7277011" y="3923247"/>
              <a:ext cx="2706098" cy="1732572"/>
              <a:chOff x="7336530" y="4291749"/>
              <a:chExt cx="2706098" cy="1732572"/>
            </a:xfrm>
          </p:grpSpPr>
          <p:sp>
            <p:nvSpPr>
              <p:cNvPr id="35" name="四角形: 角を丸くする 34">
                <a:extLst>
                  <a:ext uri="{FF2B5EF4-FFF2-40B4-BE49-F238E27FC236}">
                    <a16:creationId xmlns:a16="http://schemas.microsoft.com/office/drawing/2014/main" id="{7AD4C099-0D84-703D-2C01-FDACED26CD34}"/>
                  </a:ext>
                </a:extLst>
              </p:cNvPr>
              <p:cNvSpPr/>
              <p:nvPr/>
            </p:nvSpPr>
            <p:spPr>
              <a:xfrm>
                <a:off x="8004850" y="4810942"/>
                <a:ext cx="1417186" cy="561333"/>
              </a:xfrm>
              <a:prstGeom prst="roundRect">
                <a:avLst>
                  <a:gd name="adj" fmla="val 6896"/>
                </a:avLst>
              </a:prstGeom>
              <a:solidFill>
                <a:schemeClr val="accent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2" name="グループ化 41">
                <a:extLst>
                  <a:ext uri="{FF2B5EF4-FFF2-40B4-BE49-F238E27FC236}">
                    <a16:creationId xmlns:a16="http://schemas.microsoft.com/office/drawing/2014/main" id="{DD55A7A0-2CC9-E881-481B-E6D95276A6D9}"/>
                  </a:ext>
                </a:extLst>
              </p:cNvPr>
              <p:cNvGrpSpPr/>
              <p:nvPr/>
            </p:nvGrpSpPr>
            <p:grpSpPr>
              <a:xfrm>
                <a:off x="9557996" y="4815378"/>
                <a:ext cx="484632" cy="537478"/>
                <a:chOff x="9599351" y="4038823"/>
                <a:chExt cx="484632" cy="537478"/>
              </a:xfrm>
            </p:grpSpPr>
            <p:sp>
              <p:nvSpPr>
                <p:cNvPr id="38" name="矢印: 山形 37">
                  <a:extLst>
                    <a:ext uri="{FF2B5EF4-FFF2-40B4-BE49-F238E27FC236}">
                      <a16:creationId xmlns:a16="http://schemas.microsoft.com/office/drawing/2014/main" id="{AD167F50-C738-F979-E1AB-7516493E6196}"/>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9" name="テキスト ボックス 38">
                  <a:extLst>
                    <a:ext uri="{FF2B5EF4-FFF2-40B4-BE49-F238E27FC236}">
                      <a16:creationId xmlns:a16="http://schemas.microsoft.com/office/drawing/2014/main" id="{C2FA8216-F537-D39B-45A6-045EE0ADC263}"/>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73472806-0200-69D0-52A1-1584B56F8E0F}"/>
                  </a:ext>
                </a:extLst>
              </p:cNvPr>
              <p:cNvSpPr txBox="1"/>
              <p:nvPr/>
            </p:nvSpPr>
            <p:spPr>
              <a:xfrm>
                <a:off x="8223614" y="4291749"/>
                <a:ext cx="1184940" cy="400110"/>
              </a:xfrm>
              <a:prstGeom prst="rect">
                <a:avLst/>
              </a:prstGeom>
              <a:noFill/>
            </p:spPr>
            <p:txBody>
              <a:bodyPr wrap="none" rtlCol="0">
                <a:spAutoFit/>
              </a:bodyPr>
              <a:lstStyle/>
              <a:p>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所持数</a:t>
                </a: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C87F6654-C393-8FB9-3CA0-BEFC6B4A9BC5}"/>
                  </a:ext>
                </a:extLst>
              </p:cNvPr>
              <p:cNvGrpSpPr/>
              <p:nvPr/>
            </p:nvGrpSpPr>
            <p:grpSpPr>
              <a:xfrm flipH="1">
                <a:off x="7336530" y="4815378"/>
                <a:ext cx="543739" cy="537478"/>
                <a:chOff x="9571929" y="4038823"/>
                <a:chExt cx="543739" cy="537478"/>
              </a:xfrm>
            </p:grpSpPr>
            <p:sp>
              <p:nvSpPr>
                <p:cNvPr id="44" name="矢印: 山形 43">
                  <a:extLst>
                    <a:ext uri="{FF2B5EF4-FFF2-40B4-BE49-F238E27FC236}">
                      <a16:creationId xmlns:a16="http://schemas.microsoft.com/office/drawing/2014/main" id="{7A3945BB-2294-92E2-CF33-9C04211C4072}"/>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5" name="テキスト ボックス 44">
                  <a:extLst>
                    <a:ext uri="{FF2B5EF4-FFF2-40B4-BE49-F238E27FC236}">
                      <a16:creationId xmlns:a16="http://schemas.microsoft.com/office/drawing/2014/main" id="{0146BD6F-5AD1-3D94-A7EA-EB3CE96C55A2}"/>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47" name="フローチャート: 論理積ゲート 46">
                <a:extLst>
                  <a:ext uri="{FF2B5EF4-FFF2-40B4-BE49-F238E27FC236}">
                    <a16:creationId xmlns:a16="http://schemas.microsoft.com/office/drawing/2014/main" id="{CE2D71B1-F340-4411-2364-1CC1E404A05C}"/>
                  </a:ext>
                </a:extLst>
              </p:cNvPr>
              <p:cNvSpPr/>
              <p:nvPr/>
            </p:nvSpPr>
            <p:spPr>
              <a:xfrm>
                <a:off x="7819217" y="5562495"/>
                <a:ext cx="805085"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49" name="フローチャート: 論理積ゲート 48">
                <a:extLst>
                  <a:ext uri="{FF2B5EF4-FFF2-40B4-BE49-F238E27FC236}">
                    <a16:creationId xmlns:a16="http://schemas.microsoft.com/office/drawing/2014/main" id="{13E1881D-19AF-FC05-AD14-F9620DE827CE}"/>
                  </a:ext>
                </a:extLst>
              </p:cNvPr>
              <p:cNvSpPr/>
              <p:nvPr/>
            </p:nvSpPr>
            <p:spPr>
              <a:xfrm>
                <a:off x="8802584" y="5562492"/>
                <a:ext cx="805085"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53" name="テキスト ボックス 52">
                <a:extLst>
                  <a:ext uri="{FF2B5EF4-FFF2-40B4-BE49-F238E27FC236}">
                    <a16:creationId xmlns:a16="http://schemas.microsoft.com/office/drawing/2014/main" id="{9407EDD9-D4FA-B2A4-3622-EF9C1DF52AB0}"/>
                  </a:ext>
                </a:extLst>
              </p:cNvPr>
              <p:cNvSpPr txBox="1"/>
              <p:nvPr/>
            </p:nvSpPr>
            <p:spPr>
              <a:xfrm>
                <a:off x="8120973" y="4891553"/>
                <a:ext cx="1184940" cy="400110"/>
              </a:xfrm>
              <a:prstGeom prst="rect">
                <a:avLst/>
              </a:prstGeom>
              <a:noFill/>
            </p:spPr>
            <p:txBody>
              <a:bodyPr wrap="none" rtlCol="0">
                <a:spAutoFit/>
              </a:bodyPr>
              <a:lstStyle/>
              <a:p>
                <a:r>
                  <a:rPr lang="ja-JP" altLang="en-US" sz="1600">
                    <a:solidFill>
                      <a:srgbClr val="FF00FF"/>
                    </a:solidFill>
                    <a:latin typeface="原稿用標準書体" panose="03000503000000000000" pitchFamily="66" charset="-128"/>
                    <a:ea typeface="原稿用標準書体" panose="03000503000000000000" pitchFamily="66" charset="-128"/>
                  </a:rPr>
                  <a:t>製造数</a:t>
                </a:r>
                <a:r>
                  <a:rPr lang="en-US" altLang="ja-JP" sz="2000">
                    <a:solidFill>
                      <a:srgbClr val="FF00FF"/>
                    </a:solidFill>
                    <a:latin typeface="原稿用標準書体" panose="03000503000000000000" pitchFamily="66" charset="-128"/>
                    <a:ea typeface="原稿用標準書体" panose="03000503000000000000" pitchFamily="66" charset="-128"/>
                  </a:rPr>
                  <a:t>000</a:t>
                </a:r>
                <a:endParaRPr kumimoji="1" lang="ja-JP" altLang="en-US" sz="1600">
                  <a:solidFill>
                    <a:srgbClr val="FF00FF"/>
                  </a:solidFill>
                  <a:latin typeface="原稿用標準書体" panose="03000503000000000000" pitchFamily="66" charset="-128"/>
                  <a:ea typeface="原稿用標準書体" panose="03000503000000000000" pitchFamily="66" charset="-128"/>
                </a:endParaRPr>
              </a:p>
            </p:txBody>
          </p:sp>
        </p:grpSp>
        <p:pic>
          <p:nvPicPr>
            <p:cNvPr id="25" name="図 24">
              <a:extLst>
                <a:ext uri="{FF2B5EF4-FFF2-40B4-BE49-F238E27FC236}">
                  <a16:creationId xmlns:a16="http://schemas.microsoft.com/office/drawing/2014/main" id="{66531C3B-2452-ADC8-9D9B-D76BA87683EF}"/>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971713" y="4080131"/>
              <a:ext cx="292822" cy="127881"/>
            </a:xfrm>
            <a:prstGeom prst="rect">
              <a:avLst/>
            </a:prstGeom>
          </p:spPr>
        </p:pic>
      </p:grpSp>
      <p:sp>
        <p:nvSpPr>
          <p:cNvPr id="29" name="フローチャート: 手操作入力 28">
            <a:extLst>
              <a:ext uri="{FF2B5EF4-FFF2-40B4-BE49-F238E27FC236}">
                <a16:creationId xmlns:a16="http://schemas.microsoft.com/office/drawing/2014/main" id="{AC45986A-9117-B748-97F6-269B1A0C9E7F}"/>
              </a:ext>
            </a:extLst>
          </p:cNvPr>
          <p:cNvSpPr/>
          <p:nvPr/>
        </p:nvSpPr>
        <p:spPr>
          <a:xfrm>
            <a:off x="7513359" y="4906695"/>
            <a:ext cx="2143050" cy="787024"/>
          </a:xfrm>
          <a:prstGeom prst="flowChartManualInput">
            <a:avLst/>
          </a:prstGeom>
          <a:gradFill>
            <a:gsLst>
              <a:gs pos="15000">
                <a:schemeClr val="accent2"/>
              </a:gs>
              <a:gs pos="95000">
                <a:schemeClr val="accent2">
                  <a:lumMod val="40000"/>
                  <a:lumOff val="60000"/>
                </a:schemeClr>
              </a:gs>
            </a:gsLst>
            <a:path path="rect">
              <a:fillToRect l="50000" t="50000" r="50000" b="50000"/>
            </a:path>
          </a:gradFill>
          <a:ln>
            <a:solidFill>
              <a:schemeClr val="bg1">
                <a:lumMod val="95000"/>
                <a:alpha val="70000"/>
              </a:schemeClr>
            </a:solidFill>
          </a:ln>
          <a:effectLst>
            <a:glow rad="63500">
              <a:schemeClr val="bg1">
                <a:lumMod val="9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20BCCBBC-BA7B-9560-9EE1-A35D28013DFE}"/>
              </a:ext>
            </a:extLst>
          </p:cNvPr>
          <p:cNvSpPr txBox="1"/>
          <p:nvPr/>
        </p:nvSpPr>
        <p:spPr>
          <a:xfrm>
            <a:off x="7774406" y="5038597"/>
            <a:ext cx="1620957" cy="523220"/>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8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BC1265D1-CF1D-27E1-741E-6120796903B2}"/>
              </a:ext>
            </a:extLst>
          </p:cNvPr>
          <p:cNvSpPr/>
          <p:nvPr/>
        </p:nvSpPr>
        <p:spPr>
          <a:xfrm>
            <a:off x="2639151" y="1994249"/>
            <a:ext cx="1793837" cy="72523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0" name="グループ化 79">
            <a:extLst>
              <a:ext uri="{FF2B5EF4-FFF2-40B4-BE49-F238E27FC236}">
                <a16:creationId xmlns:a16="http://schemas.microsoft.com/office/drawing/2014/main" id="{F46708D2-DCDD-809F-DAC7-0A79DC3D850E}"/>
              </a:ext>
            </a:extLst>
          </p:cNvPr>
          <p:cNvGrpSpPr/>
          <p:nvPr/>
        </p:nvGrpSpPr>
        <p:grpSpPr>
          <a:xfrm>
            <a:off x="2822772" y="2055955"/>
            <a:ext cx="1464386" cy="584775"/>
            <a:chOff x="8233390" y="837494"/>
            <a:chExt cx="1464386" cy="584775"/>
          </a:xfrm>
        </p:grpSpPr>
        <p:sp>
          <p:nvSpPr>
            <p:cNvPr id="77" name="楕円 76">
              <a:extLst>
                <a:ext uri="{FF2B5EF4-FFF2-40B4-BE49-F238E27FC236}">
                  <a16:creationId xmlns:a16="http://schemas.microsoft.com/office/drawing/2014/main" id="{F4F23C14-D263-8B58-7350-B9C423AA697A}"/>
                </a:ext>
              </a:extLst>
            </p:cNvPr>
            <p:cNvSpPr/>
            <p:nvPr/>
          </p:nvSpPr>
          <p:spPr>
            <a:xfrm>
              <a:off x="8233390" y="920277"/>
              <a:ext cx="454282" cy="45428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4EACCC05-305D-28D1-B9AB-D39983C98452}"/>
                </a:ext>
              </a:extLst>
            </p:cNvPr>
            <p:cNvSpPr txBox="1"/>
            <p:nvPr/>
          </p:nvSpPr>
          <p:spPr>
            <a:xfrm>
              <a:off x="8692373" y="837494"/>
              <a:ext cx="1005403"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6" name="四角形: 角を丸くする 15">
            <a:extLst>
              <a:ext uri="{FF2B5EF4-FFF2-40B4-BE49-F238E27FC236}">
                <a16:creationId xmlns:a16="http://schemas.microsoft.com/office/drawing/2014/main" id="{F8FC619A-BEC6-0D74-058B-92D678B4BED5}"/>
              </a:ext>
            </a:extLst>
          </p:cNvPr>
          <p:cNvSpPr/>
          <p:nvPr/>
        </p:nvSpPr>
        <p:spPr>
          <a:xfrm>
            <a:off x="6419443" y="1987910"/>
            <a:ext cx="4350180" cy="725238"/>
          </a:xfrm>
          <a:prstGeom prst="roundRect">
            <a:avLst>
              <a:gd name="adj" fmla="val 6896"/>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10CBABEC-0464-E73B-0E53-8F167DA2268D}"/>
              </a:ext>
            </a:extLst>
          </p:cNvPr>
          <p:cNvGrpSpPr/>
          <p:nvPr/>
        </p:nvGrpSpPr>
        <p:grpSpPr>
          <a:xfrm>
            <a:off x="6478767" y="2055955"/>
            <a:ext cx="4300187" cy="584775"/>
            <a:chOff x="6600070" y="2055955"/>
            <a:chExt cx="4300187" cy="584775"/>
          </a:xfrm>
        </p:grpSpPr>
        <p:sp>
          <p:nvSpPr>
            <p:cNvPr id="15" name="テキスト ボックス 14">
              <a:extLst>
                <a:ext uri="{FF2B5EF4-FFF2-40B4-BE49-F238E27FC236}">
                  <a16:creationId xmlns:a16="http://schemas.microsoft.com/office/drawing/2014/main" id="{96D697E9-165F-4EE8-ABE7-D80B25381361}"/>
                </a:ext>
              </a:extLst>
            </p:cNvPr>
            <p:cNvSpPr txBox="1"/>
            <p:nvPr/>
          </p:nvSpPr>
          <p:spPr>
            <a:xfrm>
              <a:off x="6600070" y="2055955"/>
              <a:ext cx="1826142"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721632FB-F141-D6CB-BA34-19F60222DB9B}"/>
                </a:ext>
              </a:extLst>
            </p:cNvPr>
            <p:cNvSpPr txBox="1"/>
            <p:nvPr/>
          </p:nvSpPr>
          <p:spPr>
            <a:xfrm>
              <a:off x="8418567" y="2202241"/>
              <a:ext cx="569387"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37E012E3-FEEA-D7BC-4CC3-2142124D52B8}"/>
                </a:ext>
              </a:extLst>
            </p:cNvPr>
            <p:cNvSpPr txBox="1"/>
            <p:nvPr/>
          </p:nvSpPr>
          <p:spPr>
            <a:xfrm>
              <a:off x="10141249" y="2202241"/>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64924DD4-2756-4E69-087C-C20AAE2AEA04}"/>
                </a:ext>
              </a:extLst>
            </p:cNvPr>
            <p:cNvSpPr txBox="1"/>
            <p:nvPr/>
          </p:nvSpPr>
          <p:spPr>
            <a:xfrm>
              <a:off x="9344028" y="220224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13DFF734-3F6B-A83C-9793-2D528188DD3A}"/>
                </a:ext>
              </a:extLst>
            </p:cNvPr>
            <p:cNvSpPr txBox="1"/>
            <p:nvPr/>
          </p:nvSpPr>
          <p:spPr>
            <a:xfrm>
              <a:off x="8890150"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51" name="テキスト ボックス 50">
              <a:extLst>
                <a:ext uri="{FF2B5EF4-FFF2-40B4-BE49-F238E27FC236}">
                  <a16:creationId xmlns:a16="http://schemas.microsoft.com/office/drawing/2014/main" id="{05CE85CC-5F21-0715-59CE-37F08BED998C}"/>
                </a:ext>
              </a:extLst>
            </p:cNvPr>
            <p:cNvSpPr txBox="1"/>
            <p:nvPr/>
          </p:nvSpPr>
          <p:spPr>
            <a:xfrm>
              <a:off x="9675827"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62" name="テキスト ボックス 61">
              <a:extLst>
                <a:ext uri="{FF2B5EF4-FFF2-40B4-BE49-F238E27FC236}">
                  <a16:creationId xmlns:a16="http://schemas.microsoft.com/office/drawing/2014/main" id="{797FF8C8-05BE-4F81-6F8A-95A436D46BD1}"/>
                </a:ext>
              </a:extLst>
            </p:cNvPr>
            <p:cNvSpPr txBox="1"/>
            <p:nvPr/>
          </p:nvSpPr>
          <p:spPr>
            <a:xfrm>
              <a:off x="10330869"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grpSp>
    </p:spTree>
    <p:extLst>
      <p:ext uri="{BB962C8B-B14F-4D97-AF65-F5344CB8AC3E}">
        <p14:creationId xmlns:p14="http://schemas.microsoft.com/office/powerpoint/2010/main" val="36389770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21444599-77B0-3008-555B-67A1362A0534}"/>
            </a:ext>
          </a:extLst>
        </p:cNvPr>
        <p:cNvGrpSpPr/>
        <p:nvPr/>
      </p:nvGrpSpPr>
      <p:grpSpPr>
        <a:xfrm>
          <a:off x="0" y="0"/>
          <a:ext cx="0" cy="0"/>
          <a:chOff x="0" y="0"/>
          <a:chExt cx="0" cy="0"/>
        </a:xfrm>
      </p:grpSpPr>
      <p:grpSp>
        <p:nvGrpSpPr>
          <p:cNvPr id="20" name="グループ化 19">
            <a:extLst>
              <a:ext uri="{FF2B5EF4-FFF2-40B4-BE49-F238E27FC236}">
                <a16:creationId xmlns:a16="http://schemas.microsoft.com/office/drawing/2014/main" id="{5EC34658-F046-7CD9-3808-BF826CE4B404}"/>
              </a:ext>
            </a:extLst>
          </p:cNvPr>
          <p:cNvGrpSpPr/>
          <p:nvPr/>
        </p:nvGrpSpPr>
        <p:grpSpPr>
          <a:xfrm>
            <a:off x="1027878" y="1733257"/>
            <a:ext cx="10136243" cy="4370273"/>
            <a:chOff x="1027878" y="1733257"/>
            <a:chExt cx="10136243" cy="4101557"/>
          </a:xfrm>
        </p:grpSpPr>
        <p:sp>
          <p:nvSpPr>
            <p:cNvPr id="19" name="四角形: 上の 2 つの角を丸める 18">
              <a:extLst>
                <a:ext uri="{FF2B5EF4-FFF2-40B4-BE49-F238E27FC236}">
                  <a16:creationId xmlns:a16="http://schemas.microsoft.com/office/drawing/2014/main" id="{3A19BA8E-95A6-B3BA-42C3-6F5A891AA19D}"/>
                </a:ext>
              </a:extLst>
            </p:cNvPr>
            <p:cNvSpPr/>
            <p:nvPr/>
          </p:nvSpPr>
          <p:spPr>
            <a:xfrm rot="5400000" flipH="1" flipV="1">
              <a:off x="1511159" y="1249976"/>
              <a:ext cx="4101557" cy="5068120"/>
            </a:xfrm>
            <a:prstGeom prst="round2SameRect">
              <a:avLst/>
            </a:prstGeom>
            <a:solidFill>
              <a:schemeClr val="bg1">
                <a:lumMod val="95000"/>
                <a:alpha val="6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上の 2 つの角を丸める 68">
              <a:extLst>
                <a:ext uri="{FF2B5EF4-FFF2-40B4-BE49-F238E27FC236}">
                  <a16:creationId xmlns:a16="http://schemas.microsoft.com/office/drawing/2014/main" id="{4B88897B-0630-8A5C-2E84-1F68F974648E}"/>
                </a:ext>
              </a:extLst>
            </p:cNvPr>
            <p:cNvSpPr/>
            <p:nvPr/>
          </p:nvSpPr>
          <p:spPr>
            <a:xfrm rot="16200000" flipV="1">
              <a:off x="6579282" y="1249976"/>
              <a:ext cx="4101557" cy="5068120"/>
            </a:xfrm>
            <a:prstGeom prst="round2SameRect">
              <a:avLst/>
            </a:prstGeom>
            <a:solidFill>
              <a:srgbClr val="FF66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AFB9F8E5-B408-ED99-3FCE-A987ACA92901}"/>
              </a:ext>
            </a:extLst>
          </p:cNvPr>
          <p:cNvGrpSpPr/>
          <p:nvPr/>
        </p:nvGrpSpPr>
        <p:grpSpPr>
          <a:xfrm>
            <a:off x="1583831" y="3416670"/>
            <a:ext cx="1133594" cy="1104484"/>
            <a:chOff x="7726816" y="3269363"/>
            <a:chExt cx="1349421" cy="1314768"/>
          </a:xfrm>
        </p:grpSpPr>
        <p:sp>
          <p:nvSpPr>
            <p:cNvPr id="4" name="四角形: 角を丸くする 3">
              <a:extLst>
                <a:ext uri="{FF2B5EF4-FFF2-40B4-BE49-F238E27FC236}">
                  <a16:creationId xmlns:a16="http://schemas.microsoft.com/office/drawing/2014/main" id="{A30AC57D-7974-F428-ABFB-33C4578FE408}"/>
                </a:ext>
              </a:extLst>
            </p:cNvPr>
            <p:cNvSpPr/>
            <p:nvPr/>
          </p:nvSpPr>
          <p:spPr>
            <a:xfrm>
              <a:off x="7726816" y="3269363"/>
              <a:ext cx="1349421" cy="1314768"/>
            </a:xfrm>
            <a:prstGeom prst="roundRect">
              <a:avLst>
                <a:gd name="adj" fmla="val 6896"/>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5" name="図 4">
              <a:extLst>
                <a:ext uri="{FF2B5EF4-FFF2-40B4-BE49-F238E27FC236}">
                  <a16:creationId xmlns:a16="http://schemas.microsoft.com/office/drawing/2014/main" id="{6AF6D274-5A57-65E8-0618-244FADE85C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6" name="グループ化 5">
            <a:extLst>
              <a:ext uri="{FF2B5EF4-FFF2-40B4-BE49-F238E27FC236}">
                <a16:creationId xmlns:a16="http://schemas.microsoft.com/office/drawing/2014/main" id="{5D0BF73E-0854-802D-D4F7-4F7B4280318F}"/>
              </a:ext>
            </a:extLst>
          </p:cNvPr>
          <p:cNvGrpSpPr/>
          <p:nvPr/>
        </p:nvGrpSpPr>
        <p:grpSpPr>
          <a:xfrm>
            <a:off x="2989301" y="3416670"/>
            <a:ext cx="1133594" cy="1104484"/>
            <a:chOff x="7726816" y="3269363"/>
            <a:chExt cx="1349421" cy="1314768"/>
          </a:xfrm>
        </p:grpSpPr>
        <p:sp>
          <p:nvSpPr>
            <p:cNvPr id="7" name="四角形: 角を丸くする 6">
              <a:extLst>
                <a:ext uri="{FF2B5EF4-FFF2-40B4-BE49-F238E27FC236}">
                  <a16:creationId xmlns:a16="http://schemas.microsoft.com/office/drawing/2014/main" id="{70D7720D-BF67-FF00-5C79-4BF235DCF5DD}"/>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BEBCB71A-9030-4DAA-ED4B-BD9940E57E8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E949E531-CC4B-E60E-0A59-A300FCC6B693}"/>
              </a:ext>
            </a:extLst>
          </p:cNvPr>
          <p:cNvGrpSpPr/>
          <p:nvPr/>
        </p:nvGrpSpPr>
        <p:grpSpPr>
          <a:xfrm>
            <a:off x="4394772" y="3416670"/>
            <a:ext cx="1133594" cy="1104484"/>
            <a:chOff x="7726816" y="3269363"/>
            <a:chExt cx="1349421" cy="1314768"/>
          </a:xfrm>
        </p:grpSpPr>
        <p:sp>
          <p:nvSpPr>
            <p:cNvPr id="10" name="四角形: 角を丸くする 9">
              <a:extLst>
                <a:ext uri="{FF2B5EF4-FFF2-40B4-BE49-F238E27FC236}">
                  <a16:creationId xmlns:a16="http://schemas.microsoft.com/office/drawing/2014/main" id="{A1C1D7CB-BEF5-7F99-4772-B536F70244B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15D7FAA2-AAF1-DF17-2434-9B88BEA67C3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2" name="二等辺三角形 11">
            <a:extLst>
              <a:ext uri="{FF2B5EF4-FFF2-40B4-BE49-F238E27FC236}">
                <a16:creationId xmlns:a16="http://schemas.microsoft.com/office/drawing/2014/main" id="{D57C8F3D-E01D-1D45-3ACB-D5528B549643}"/>
              </a:ext>
            </a:extLst>
          </p:cNvPr>
          <p:cNvSpPr/>
          <p:nvPr/>
        </p:nvSpPr>
        <p:spPr>
          <a:xfrm>
            <a:off x="1860681" y="4443309"/>
            <a:ext cx="625766" cy="366261"/>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楕円 20">
            <a:extLst>
              <a:ext uri="{FF2B5EF4-FFF2-40B4-BE49-F238E27FC236}">
                <a16:creationId xmlns:a16="http://schemas.microsoft.com/office/drawing/2014/main" id="{01E7EF41-B747-69B1-7B68-22F4BBAB20F1}"/>
              </a:ext>
            </a:extLst>
          </p:cNvPr>
          <p:cNvSpPr/>
          <p:nvPr/>
        </p:nvSpPr>
        <p:spPr>
          <a:xfrm>
            <a:off x="1430070" y="304777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155878BA-76E1-1D2F-F305-5AB840416145}"/>
              </a:ext>
            </a:extLst>
          </p:cNvPr>
          <p:cNvSpPr/>
          <p:nvPr/>
        </p:nvSpPr>
        <p:spPr>
          <a:xfrm>
            <a:off x="2838816" y="3047772"/>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3" name="楕円 22">
            <a:extLst>
              <a:ext uri="{FF2B5EF4-FFF2-40B4-BE49-F238E27FC236}">
                <a16:creationId xmlns:a16="http://schemas.microsoft.com/office/drawing/2014/main" id="{91ADAB9F-FEE1-C11B-BD2B-DC473F79C50F}"/>
              </a:ext>
            </a:extLst>
          </p:cNvPr>
          <p:cNvSpPr/>
          <p:nvPr/>
        </p:nvSpPr>
        <p:spPr>
          <a:xfrm>
            <a:off x="4247563" y="3047772"/>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F4A59A91-8755-13E5-1BB6-7A548F1DEE58}"/>
              </a:ext>
            </a:extLst>
          </p:cNvPr>
          <p:cNvGrpSpPr/>
          <p:nvPr/>
        </p:nvGrpSpPr>
        <p:grpSpPr>
          <a:xfrm>
            <a:off x="163586" y="134635"/>
            <a:ext cx="3123445" cy="1396119"/>
            <a:chOff x="163586" y="134635"/>
            <a:chExt cx="3123445" cy="1396119"/>
          </a:xfrm>
        </p:grpSpPr>
        <p:sp>
          <p:nvSpPr>
            <p:cNvPr id="55" name="四角形: 角を丸くする 54">
              <a:extLst>
                <a:ext uri="{FF2B5EF4-FFF2-40B4-BE49-F238E27FC236}">
                  <a16:creationId xmlns:a16="http://schemas.microsoft.com/office/drawing/2014/main" id="{7FE2E080-3191-0047-DB41-6342D8046B1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6" name="テキスト ボックス 55">
              <a:extLst>
                <a:ext uri="{FF2B5EF4-FFF2-40B4-BE49-F238E27FC236}">
                  <a16:creationId xmlns:a16="http://schemas.microsoft.com/office/drawing/2014/main" id="{AE6933C2-1C95-D133-E5B5-7D805558B338}"/>
                </a:ext>
              </a:extLst>
            </p:cNvPr>
            <p:cNvSpPr txBox="1"/>
            <p:nvPr/>
          </p:nvSpPr>
          <p:spPr>
            <a:xfrm>
              <a:off x="1752834"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7" name="グループ化 56">
              <a:extLst>
                <a:ext uri="{FF2B5EF4-FFF2-40B4-BE49-F238E27FC236}">
                  <a16:creationId xmlns:a16="http://schemas.microsoft.com/office/drawing/2014/main" id="{7D26573A-FE21-EC5A-09EC-A7091B2E393A}"/>
                </a:ext>
              </a:extLst>
            </p:cNvPr>
            <p:cNvGrpSpPr/>
            <p:nvPr/>
          </p:nvGrpSpPr>
          <p:grpSpPr>
            <a:xfrm>
              <a:off x="163586" y="134635"/>
              <a:ext cx="1975684" cy="1396119"/>
              <a:chOff x="163586" y="134635"/>
              <a:chExt cx="1975684" cy="1396119"/>
            </a:xfrm>
          </p:grpSpPr>
          <p:grpSp>
            <p:nvGrpSpPr>
              <p:cNvPr id="58" name="グループ化 57">
                <a:extLst>
                  <a:ext uri="{FF2B5EF4-FFF2-40B4-BE49-F238E27FC236}">
                    <a16:creationId xmlns:a16="http://schemas.microsoft.com/office/drawing/2014/main" id="{CCB85659-AA12-1FC3-7D7C-F0219AF07770}"/>
                  </a:ext>
                </a:extLst>
              </p:cNvPr>
              <p:cNvGrpSpPr/>
              <p:nvPr/>
            </p:nvGrpSpPr>
            <p:grpSpPr>
              <a:xfrm>
                <a:off x="163586" y="134635"/>
                <a:ext cx="1975684" cy="1396119"/>
                <a:chOff x="163586" y="134635"/>
                <a:chExt cx="1975684" cy="1396119"/>
              </a:xfrm>
            </p:grpSpPr>
            <p:pic>
              <p:nvPicPr>
                <p:cNvPr id="60" name="図 59">
                  <a:extLst>
                    <a:ext uri="{FF2B5EF4-FFF2-40B4-BE49-F238E27FC236}">
                      <a16:creationId xmlns:a16="http://schemas.microsoft.com/office/drawing/2014/main" id="{B78FCAF8-C37C-2FA5-39F5-C0F5A8E11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1" name="楕円 60">
                  <a:extLst>
                    <a:ext uri="{FF2B5EF4-FFF2-40B4-BE49-F238E27FC236}">
                      <a16:creationId xmlns:a16="http://schemas.microsoft.com/office/drawing/2014/main" id="{281E8529-3F48-39E7-8869-6A739E5A15E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9" name="図 58">
                <a:extLst>
                  <a:ext uri="{FF2B5EF4-FFF2-40B4-BE49-F238E27FC236}">
                    <a16:creationId xmlns:a16="http://schemas.microsoft.com/office/drawing/2014/main" id="{1401D81A-CDF1-46ED-811B-9AA33EE5A7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73" name="グループ化 72">
            <a:extLst>
              <a:ext uri="{FF2B5EF4-FFF2-40B4-BE49-F238E27FC236}">
                <a16:creationId xmlns:a16="http://schemas.microsoft.com/office/drawing/2014/main" id="{4E1D2711-5C56-FC18-167E-A6B22FBACD20}"/>
              </a:ext>
            </a:extLst>
          </p:cNvPr>
          <p:cNvGrpSpPr/>
          <p:nvPr/>
        </p:nvGrpSpPr>
        <p:grpSpPr>
          <a:xfrm>
            <a:off x="1984757" y="5092785"/>
            <a:ext cx="3121759" cy="584775"/>
            <a:chOff x="6791462" y="1388006"/>
            <a:chExt cx="3121759" cy="584775"/>
          </a:xfrm>
        </p:grpSpPr>
        <p:sp>
          <p:nvSpPr>
            <p:cNvPr id="63" name="テキスト ボックス 62">
              <a:extLst>
                <a:ext uri="{FF2B5EF4-FFF2-40B4-BE49-F238E27FC236}">
                  <a16:creationId xmlns:a16="http://schemas.microsoft.com/office/drawing/2014/main" id="{BD127E96-6257-3740-F1D5-B4CE56413D23}"/>
                </a:ext>
              </a:extLst>
            </p:cNvPr>
            <p:cNvSpPr txBox="1"/>
            <p:nvPr/>
          </p:nvSpPr>
          <p:spPr>
            <a:xfrm>
              <a:off x="7266343" y="1388006"/>
              <a:ext cx="2646878" cy="584775"/>
            </a:xfrm>
            <a:prstGeom prst="rect">
              <a:avLst/>
            </a:prstGeom>
            <a:noFill/>
          </p:spPr>
          <p:txBody>
            <a:bodyPr wrap="none" rtlCol="0">
              <a:spAutoFit/>
            </a:bodyPr>
            <a:lstStyle/>
            <a:p>
              <a:pPr algn="ctr"/>
              <a:r>
                <a:rPr lang="ja-JP" altLang="en-US" sz="3200" u="sng">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r>
                <a:rPr lang="ja-JP" altLang="en-US"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楕円 64">
              <a:extLst>
                <a:ext uri="{FF2B5EF4-FFF2-40B4-BE49-F238E27FC236}">
                  <a16:creationId xmlns:a16="http://schemas.microsoft.com/office/drawing/2014/main" id="{1F695C4F-FDE2-B7B6-42F4-651EE87FFFFD}"/>
                </a:ext>
              </a:extLst>
            </p:cNvPr>
            <p:cNvSpPr/>
            <p:nvPr/>
          </p:nvSpPr>
          <p:spPr>
            <a:xfrm>
              <a:off x="6791462" y="145325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 name="グループ化 25">
            <a:extLst>
              <a:ext uri="{FF2B5EF4-FFF2-40B4-BE49-F238E27FC236}">
                <a16:creationId xmlns:a16="http://schemas.microsoft.com/office/drawing/2014/main" id="{BD89DEB8-76BF-8CB9-CF7A-6B0D9FC7D8FD}"/>
              </a:ext>
            </a:extLst>
          </p:cNvPr>
          <p:cNvGrpSpPr/>
          <p:nvPr/>
        </p:nvGrpSpPr>
        <p:grpSpPr>
          <a:xfrm>
            <a:off x="7199529" y="2801339"/>
            <a:ext cx="2861061" cy="1831784"/>
            <a:chOff x="7277011" y="3923247"/>
            <a:chExt cx="2706098" cy="1732572"/>
          </a:xfrm>
        </p:grpSpPr>
        <p:grpSp>
          <p:nvGrpSpPr>
            <p:cNvPr id="17" name="グループ化 16">
              <a:extLst>
                <a:ext uri="{FF2B5EF4-FFF2-40B4-BE49-F238E27FC236}">
                  <a16:creationId xmlns:a16="http://schemas.microsoft.com/office/drawing/2014/main" id="{F46C0F98-90A6-5099-E635-A50F7F4D0926}"/>
                </a:ext>
              </a:extLst>
            </p:cNvPr>
            <p:cNvGrpSpPr/>
            <p:nvPr/>
          </p:nvGrpSpPr>
          <p:grpSpPr>
            <a:xfrm>
              <a:off x="7277011" y="3923247"/>
              <a:ext cx="2706098" cy="1732572"/>
              <a:chOff x="7336530" y="4291749"/>
              <a:chExt cx="2706098" cy="1732572"/>
            </a:xfrm>
          </p:grpSpPr>
          <p:sp>
            <p:nvSpPr>
              <p:cNvPr id="35" name="四角形: 角を丸くする 34">
                <a:extLst>
                  <a:ext uri="{FF2B5EF4-FFF2-40B4-BE49-F238E27FC236}">
                    <a16:creationId xmlns:a16="http://schemas.microsoft.com/office/drawing/2014/main" id="{A04BFCF2-ED9F-F77C-290E-038AD7D668FE}"/>
                  </a:ext>
                </a:extLst>
              </p:cNvPr>
              <p:cNvSpPr/>
              <p:nvPr/>
            </p:nvSpPr>
            <p:spPr>
              <a:xfrm>
                <a:off x="8004850" y="4810942"/>
                <a:ext cx="1417186" cy="561333"/>
              </a:xfrm>
              <a:prstGeom prst="roundRect">
                <a:avLst>
                  <a:gd name="adj" fmla="val 6896"/>
                </a:avLst>
              </a:prstGeom>
              <a:solidFill>
                <a:schemeClr val="accent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2" name="グループ化 41">
                <a:extLst>
                  <a:ext uri="{FF2B5EF4-FFF2-40B4-BE49-F238E27FC236}">
                    <a16:creationId xmlns:a16="http://schemas.microsoft.com/office/drawing/2014/main" id="{C437A615-E9E3-2431-2F67-0BC0F346E6EC}"/>
                  </a:ext>
                </a:extLst>
              </p:cNvPr>
              <p:cNvGrpSpPr/>
              <p:nvPr/>
            </p:nvGrpSpPr>
            <p:grpSpPr>
              <a:xfrm>
                <a:off x="9557996" y="4815378"/>
                <a:ext cx="484632" cy="537478"/>
                <a:chOff x="9599351" y="4038823"/>
                <a:chExt cx="484632" cy="537478"/>
              </a:xfrm>
            </p:grpSpPr>
            <p:sp>
              <p:nvSpPr>
                <p:cNvPr id="38" name="矢印: 山形 37">
                  <a:extLst>
                    <a:ext uri="{FF2B5EF4-FFF2-40B4-BE49-F238E27FC236}">
                      <a16:creationId xmlns:a16="http://schemas.microsoft.com/office/drawing/2014/main" id="{E497FDD2-593A-D33E-9FE5-D677856EDE08}"/>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9" name="テキスト ボックス 38">
                  <a:extLst>
                    <a:ext uri="{FF2B5EF4-FFF2-40B4-BE49-F238E27FC236}">
                      <a16:creationId xmlns:a16="http://schemas.microsoft.com/office/drawing/2014/main" id="{61B7C48F-A6D6-4867-9CDD-79867EF350E4}"/>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EE94B7CB-9A5D-DAAC-1A61-89210A6EBD3A}"/>
                  </a:ext>
                </a:extLst>
              </p:cNvPr>
              <p:cNvSpPr txBox="1"/>
              <p:nvPr/>
            </p:nvSpPr>
            <p:spPr>
              <a:xfrm>
                <a:off x="8223614" y="4291749"/>
                <a:ext cx="1184940" cy="400110"/>
              </a:xfrm>
              <a:prstGeom prst="rect">
                <a:avLst/>
              </a:prstGeom>
              <a:noFill/>
            </p:spPr>
            <p:txBody>
              <a:bodyPr wrap="none" rtlCol="0">
                <a:spAutoFit/>
              </a:bodyPr>
              <a:lstStyle/>
              <a:p>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所持数</a:t>
                </a: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30436196-0D28-B8E8-0C6F-113C68F346B6}"/>
                  </a:ext>
                </a:extLst>
              </p:cNvPr>
              <p:cNvGrpSpPr/>
              <p:nvPr/>
            </p:nvGrpSpPr>
            <p:grpSpPr>
              <a:xfrm flipH="1">
                <a:off x="7336530" y="4815378"/>
                <a:ext cx="543739" cy="537478"/>
                <a:chOff x="9571929" y="4038823"/>
                <a:chExt cx="543739" cy="537478"/>
              </a:xfrm>
            </p:grpSpPr>
            <p:sp>
              <p:nvSpPr>
                <p:cNvPr id="44" name="矢印: 山形 43">
                  <a:extLst>
                    <a:ext uri="{FF2B5EF4-FFF2-40B4-BE49-F238E27FC236}">
                      <a16:creationId xmlns:a16="http://schemas.microsoft.com/office/drawing/2014/main" id="{17F79372-78B6-D918-D4B4-79AD7B7BED5C}"/>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5" name="テキスト ボックス 44">
                  <a:extLst>
                    <a:ext uri="{FF2B5EF4-FFF2-40B4-BE49-F238E27FC236}">
                      <a16:creationId xmlns:a16="http://schemas.microsoft.com/office/drawing/2014/main" id="{5BE1C158-A622-741E-8C9C-A23A761B2D14}"/>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47" name="フローチャート: 論理積ゲート 46">
                <a:extLst>
                  <a:ext uri="{FF2B5EF4-FFF2-40B4-BE49-F238E27FC236}">
                    <a16:creationId xmlns:a16="http://schemas.microsoft.com/office/drawing/2014/main" id="{D2718613-FFB9-423D-CF5D-96BF49B87BD4}"/>
                  </a:ext>
                </a:extLst>
              </p:cNvPr>
              <p:cNvSpPr/>
              <p:nvPr/>
            </p:nvSpPr>
            <p:spPr>
              <a:xfrm>
                <a:off x="7819217" y="5562495"/>
                <a:ext cx="805085"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49" name="フローチャート: 論理積ゲート 48">
                <a:extLst>
                  <a:ext uri="{FF2B5EF4-FFF2-40B4-BE49-F238E27FC236}">
                    <a16:creationId xmlns:a16="http://schemas.microsoft.com/office/drawing/2014/main" id="{BEFACB08-3AA0-6BBC-96A9-5C3704E6255F}"/>
                  </a:ext>
                </a:extLst>
              </p:cNvPr>
              <p:cNvSpPr/>
              <p:nvPr/>
            </p:nvSpPr>
            <p:spPr>
              <a:xfrm>
                <a:off x="8802584" y="5562492"/>
                <a:ext cx="805085"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53" name="テキスト ボックス 52">
                <a:extLst>
                  <a:ext uri="{FF2B5EF4-FFF2-40B4-BE49-F238E27FC236}">
                    <a16:creationId xmlns:a16="http://schemas.microsoft.com/office/drawing/2014/main" id="{80918820-CF6B-9940-81A7-0BD3DF620DBA}"/>
                  </a:ext>
                </a:extLst>
              </p:cNvPr>
              <p:cNvSpPr txBox="1"/>
              <p:nvPr/>
            </p:nvSpPr>
            <p:spPr>
              <a:xfrm>
                <a:off x="8120973" y="4891553"/>
                <a:ext cx="1184940" cy="400110"/>
              </a:xfrm>
              <a:prstGeom prst="rect">
                <a:avLst/>
              </a:prstGeom>
              <a:noFill/>
            </p:spPr>
            <p:txBody>
              <a:bodyPr wrap="none" rtlCol="0">
                <a:spAutoFit/>
              </a:bodyPr>
              <a:lstStyle/>
              <a:p>
                <a:r>
                  <a:rPr lang="ja-JP" altLang="en-US" sz="1600">
                    <a:solidFill>
                      <a:srgbClr val="FF00FF"/>
                    </a:solidFill>
                    <a:latin typeface="原稿用標準書体" panose="03000503000000000000" pitchFamily="66" charset="-128"/>
                    <a:ea typeface="原稿用標準書体" panose="03000503000000000000" pitchFamily="66" charset="-128"/>
                  </a:rPr>
                  <a:t>製造数</a:t>
                </a:r>
                <a:r>
                  <a:rPr lang="en-US" altLang="ja-JP" sz="2000">
                    <a:solidFill>
                      <a:srgbClr val="FF00FF"/>
                    </a:solidFill>
                    <a:latin typeface="原稿用標準書体" panose="03000503000000000000" pitchFamily="66" charset="-128"/>
                    <a:ea typeface="原稿用標準書体" panose="03000503000000000000" pitchFamily="66" charset="-128"/>
                  </a:rPr>
                  <a:t>000</a:t>
                </a:r>
                <a:endParaRPr kumimoji="1" lang="ja-JP" altLang="en-US" sz="1600">
                  <a:solidFill>
                    <a:srgbClr val="FF00FF"/>
                  </a:solidFill>
                  <a:latin typeface="原稿用標準書体" panose="03000503000000000000" pitchFamily="66" charset="-128"/>
                  <a:ea typeface="原稿用標準書体" panose="03000503000000000000" pitchFamily="66" charset="-128"/>
                </a:endParaRPr>
              </a:p>
            </p:txBody>
          </p:sp>
        </p:grpSp>
        <p:pic>
          <p:nvPicPr>
            <p:cNvPr id="25" name="図 24">
              <a:extLst>
                <a:ext uri="{FF2B5EF4-FFF2-40B4-BE49-F238E27FC236}">
                  <a16:creationId xmlns:a16="http://schemas.microsoft.com/office/drawing/2014/main" id="{CD1B3C19-0815-3C09-ABF9-CBE6D37B3527}"/>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971713" y="4080131"/>
              <a:ext cx="292822" cy="127881"/>
            </a:xfrm>
            <a:prstGeom prst="rect">
              <a:avLst/>
            </a:prstGeom>
          </p:spPr>
        </p:pic>
      </p:grpSp>
      <p:sp>
        <p:nvSpPr>
          <p:cNvPr id="29" name="フローチャート: 手操作入力 28">
            <a:extLst>
              <a:ext uri="{FF2B5EF4-FFF2-40B4-BE49-F238E27FC236}">
                <a16:creationId xmlns:a16="http://schemas.microsoft.com/office/drawing/2014/main" id="{0401C393-2A8F-9F18-3ACA-730371AF2039}"/>
              </a:ext>
            </a:extLst>
          </p:cNvPr>
          <p:cNvSpPr/>
          <p:nvPr/>
        </p:nvSpPr>
        <p:spPr>
          <a:xfrm>
            <a:off x="7513359" y="4906695"/>
            <a:ext cx="2143050" cy="787024"/>
          </a:xfrm>
          <a:prstGeom prst="flowChartManualInput">
            <a:avLst/>
          </a:prstGeom>
          <a:gradFill>
            <a:gsLst>
              <a:gs pos="15000">
                <a:schemeClr val="accent2"/>
              </a:gs>
              <a:gs pos="95000">
                <a:schemeClr val="accent2">
                  <a:lumMod val="40000"/>
                  <a:lumOff val="60000"/>
                </a:schemeClr>
              </a:gs>
            </a:gsLst>
            <a:path path="rect">
              <a:fillToRect l="50000" t="50000" r="50000" b="50000"/>
            </a:path>
          </a:gradFill>
          <a:ln>
            <a:solidFill>
              <a:schemeClr val="bg1">
                <a:lumMod val="95000"/>
                <a:alpha val="70000"/>
              </a:schemeClr>
            </a:solidFill>
          </a:ln>
          <a:effectLst>
            <a:glow rad="63500">
              <a:schemeClr val="bg1">
                <a:lumMod val="9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F6C0802-1174-C7B0-ECE3-CE32FD850FC7}"/>
              </a:ext>
            </a:extLst>
          </p:cNvPr>
          <p:cNvSpPr txBox="1"/>
          <p:nvPr/>
        </p:nvSpPr>
        <p:spPr>
          <a:xfrm>
            <a:off x="7774406" y="5038597"/>
            <a:ext cx="1620957" cy="523220"/>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8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C32DFA23-8929-A398-97D6-48D888DE74CB}"/>
              </a:ext>
            </a:extLst>
          </p:cNvPr>
          <p:cNvSpPr/>
          <p:nvPr/>
        </p:nvSpPr>
        <p:spPr>
          <a:xfrm>
            <a:off x="2639151" y="1994249"/>
            <a:ext cx="1793837" cy="72523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0" name="グループ化 79">
            <a:extLst>
              <a:ext uri="{FF2B5EF4-FFF2-40B4-BE49-F238E27FC236}">
                <a16:creationId xmlns:a16="http://schemas.microsoft.com/office/drawing/2014/main" id="{2E40B8BB-B9C5-F4F9-EFCD-6B5A1434CF21}"/>
              </a:ext>
            </a:extLst>
          </p:cNvPr>
          <p:cNvGrpSpPr/>
          <p:nvPr/>
        </p:nvGrpSpPr>
        <p:grpSpPr>
          <a:xfrm>
            <a:off x="2822772" y="2055955"/>
            <a:ext cx="1464386" cy="584775"/>
            <a:chOff x="8233390" y="837494"/>
            <a:chExt cx="1464386" cy="584775"/>
          </a:xfrm>
        </p:grpSpPr>
        <p:sp>
          <p:nvSpPr>
            <p:cNvPr id="77" name="楕円 76">
              <a:extLst>
                <a:ext uri="{FF2B5EF4-FFF2-40B4-BE49-F238E27FC236}">
                  <a16:creationId xmlns:a16="http://schemas.microsoft.com/office/drawing/2014/main" id="{85697845-68A8-7B35-C22E-6521E324F77D}"/>
                </a:ext>
              </a:extLst>
            </p:cNvPr>
            <p:cNvSpPr/>
            <p:nvPr/>
          </p:nvSpPr>
          <p:spPr>
            <a:xfrm>
              <a:off x="8233390" y="920277"/>
              <a:ext cx="454282" cy="45428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FC5E2724-D4A5-0BD7-292B-824841E4C4DE}"/>
                </a:ext>
              </a:extLst>
            </p:cNvPr>
            <p:cNvSpPr txBox="1"/>
            <p:nvPr/>
          </p:nvSpPr>
          <p:spPr>
            <a:xfrm>
              <a:off x="8692373" y="837494"/>
              <a:ext cx="1005403"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6" name="四角形: 角を丸くする 15">
            <a:extLst>
              <a:ext uri="{FF2B5EF4-FFF2-40B4-BE49-F238E27FC236}">
                <a16:creationId xmlns:a16="http://schemas.microsoft.com/office/drawing/2014/main" id="{9CE8A118-E2B2-D2D4-08FE-7A5058412249}"/>
              </a:ext>
            </a:extLst>
          </p:cNvPr>
          <p:cNvSpPr/>
          <p:nvPr/>
        </p:nvSpPr>
        <p:spPr>
          <a:xfrm>
            <a:off x="6419443" y="1987910"/>
            <a:ext cx="4350180" cy="725238"/>
          </a:xfrm>
          <a:prstGeom prst="roundRect">
            <a:avLst>
              <a:gd name="adj" fmla="val 6896"/>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F0713815-6AAD-154C-CD84-B2C6ED73A99A}"/>
              </a:ext>
            </a:extLst>
          </p:cNvPr>
          <p:cNvGrpSpPr/>
          <p:nvPr/>
        </p:nvGrpSpPr>
        <p:grpSpPr>
          <a:xfrm>
            <a:off x="6478767" y="2055955"/>
            <a:ext cx="4300187" cy="584775"/>
            <a:chOff x="6600070" y="2055955"/>
            <a:chExt cx="4300187" cy="584775"/>
          </a:xfrm>
        </p:grpSpPr>
        <p:sp>
          <p:nvSpPr>
            <p:cNvPr id="15" name="テキスト ボックス 14">
              <a:extLst>
                <a:ext uri="{FF2B5EF4-FFF2-40B4-BE49-F238E27FC236}">
                  <a16:creationId xmlns:a16="http://schemas.microsoft.com/office/drawing/2014/main" id="{E5503240-0DC8-4BB4-1C60-28513AF01EDD}"/>
                </a:ext>
              </a:extLst>
            </p:cNvPr>
            <p:cNvSpPr txBox="1"/>
            <p:nvPr/>
          </p:nvSpPr>
          <p:spPr>
            <a:xfrm>
              <a:off x="6600070" y="2055955"/>
              <a:ext cx="1826142"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333847E9-DA94-FDDE-634A-EBDF5D31F3D8}"/>
                </a:ext>
              </a:extLst>
            </p:cNvPr>
            <p:cNvSpPr txBox="1"/>
            <p:nvPr/>
          </p:nvSpPr>
          <p:spPr>
            <a:xfrm>
              <a:off x="8418567" y="2202241"/>
              <a:ext cx="569387"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B8E160F3-B21B-A4D9-9DFA-7BA0B29F6C6E}"/>
                </a:ext>
              </a:extLst>
            </p:cNvPr>
            <p:cNvSpPr txBox="1"/>
            <p:nvPr/>
          </p:nvSpPr>
          <p:spPr>
            <a:xfrm>
              <a:off x="10141249" y="2202241"/>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87DDAD46-09F8-3F15-C4CD-C138F9151A68}"/>
                </a:ext>
              </a:extLst>
            </p:cNvPr>
            <p:cNvSpPr txBox="1"/>
            <p:nvPr/>
          </p:nvSpPr>
          <p:spPr>
            <a:xfrm>
              <a:off x="9344028" y="220224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797653CB-BEFA-C5B4-21A5-9655DE79DB4E}"/>
                </a:ext>
              </a:extLst>
            </p:cNvPr>
            <p:cNvSpPr txBox="1"/>
            <p:nvPr/>
          </p:nvSpPr>
          <p:spPr>
            <a:xfrm>
              <a:off x="8890150"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51" name="テキスト ボックス 50">
              <a:extLst>
                <a:ext uri="{FF2B5EF4-FFF2-40B4-BE49-F238E27FC236}">
                  <a16:creationId xmlns:a16="http://schemas.microsoft.com/office/drawing/2014/main" id="{A22DBE69-59B1-5CB4-46C2-1720729FD22D}"/>
                </a:ext>
              </a:extLst>
            </p:cNvPr>
            <p:cNvSpPr txBox="1"/>
            <p:nvPr/>
          </p:nvSpPr>
          <p:spPr>
            <a:xfrm>
              <a:off x="9675827"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62" name="テキスト ボックス 61">
              <a:extLst>
                <a:ext uri="{FF2B5EF4-FFF2-40B4-BE49-F238E27FC236}">
                  <a16:creationId xmlns:a16="http://schemas.microsoft.com/office/drawing/2014/main" id="{9E9A0602-34E4-2EE6-93E4-74A7BDCDA06C}"/>
                </a:ext>
              </a:extLst>
            </p:cNvPr>
            <p:cNvSpPr txBox="1"/>
            <p:nvPr/>
          </p:nvSpPr>
          <p:spPr>
            <a:xfrm>
              <a:off x="10330869"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grpSp>
      <p:grpSp>
        <p:nvGrpSpPr>
          <p:cNvPr id="2" name="グループ化 1">
            <a:extLst>
              <a:ext uri="{FF2B5EF4-FFF2-40B4-BE49-F238E27FC236}">
                <a16:creationId xmlns:a16="http://schemas.microsoft.com/office/drawing/2014/main" id="{FB2FD87B-A71F-D9AF-073E-A5211E1F9189}"/>
              </a:ext>
            </a:extLst>
          </p:cNvPr>
          <p:cNvGrpSpPr/>
          <p:nvPr/>
        </p:nvGrpSpPr>
        <p:grpSpPr>
          <a:xfrm>
            <a:off x="0" y="-1"/>
            <a:ext cx="12192000" cy="6858001"/>
            <a:chOff x="0" y="-1"/>
            <a:chExt cx="12192000" cy="6858001"/>
          </a:xfrm>
        </p:grpSpPr>
        <p:grpSp>
          <p:nvGrpSpPr>
            <p:cNvPr id="14" name="グループ化 13">
              <a:extLst>
                <a:ext uri="{FF2B5EF4-FFF2-40B4-BE49-F238E27FC236}">
                  <a16:creationId xmlns:a16="http://schemas.microsoft.com/office/drawing/2014/main" id="{DA10BCB2-C392-B24A-1761-C02FFD6D73E1}"/>
                </a:ext>
              </a:extLst>
            </p:cNvPr>
            <p:cNvGrpSpPr/>
            <p:nvPr/>
          </p:nvGrpSpPr>
          <p:grpSpPr>
            <a:xfrm>
              <a:off x="0" y="-1"/>
              <a:ext cx="12192000" cy="6858001"/>
              <a:chOff x="0" y="-1"/>
              <a:chExt cx="12192000" cy="6858001"/>
            </a:xfrm>
          </p:grpSpPr>
          <p:sp>
            <p:nvSpPr>
              <p:cNvPr id="27" name="正方形/長方形 26">
                <a:extLst>
                  <a:ext uri="{FF2B5EF4-FFF2-40B4-BE49-F238E27FC236}">
                    <a16:creationId xmlns:a16="http://schemas.microsoft.com/office/drawing/2014/main" id="{6F4701E6-1777-CD97-710B-E2B1FAED435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7B4894D5-D988-40C4-15BF-C40584291771}"/>
                  </a:ext>
                </a:extLst>
              </p:cNvPr>
              <p:cNvGrpSpPr/>
              <p:nvPr/>
            </p:nvGrpSpPr>
            <p:grpSpPr>
              <a:xfrm>
                <a:off x="2616038" y="1823170"/>
                <a:ext cx="6959925" cy="3211661"/>
                <a:chOff x="2616038" y="1823170"/>
                <a:chExt cx="6959925" cy="3211661"/>
              </a:xfrm>
            </p:grpSpPr>
            <p:sp>
              <p:nvSpPr>
                <p:cNvPr id="30" name="四角形: 角を丸くする 29">
                  <a:extLst>
                    <a:ext uri="{FF2B5EF4-FFF2-40B4-BE49-F238E27FC236}">
                      <a16:creationId xmlns:a16="http://schemas.microsoft.com/office/drawing/2014/main" id="{4288636B-2070-51EA-6B62-D898B5B8DD69}"/>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AE1CC2AB-BEC9-E4BA-5FA2-D24A3EEB6A5F}"/>
                    </a:ext>
                  </a:extLst>
                </p:cNvPr>
                <p:cNvSpPr txBox="1"/>
                <p:nvPr/>
              </p:nvSpPr>
              <p:spPr>
                <a:xfrm>
                  <a:off x="3541471" y="2384084"/>
                  <a:ext cx="510909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チケットを持っていません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19996A62-4EAB-A0C2-58C4-94F9A3AAC2DB}"/>
                    </a:ext>
                  </a:extLst>
                </p:cNvPr>
                <p:cNvSpPr txBox="1"/>
                <p:nvPr/>
              </p:nvSpPr>
              <p:spPr>
                <a:xfrm>
                  <a:off x="3695351" y="3233458"/>
                  <a:ext cx="4801314"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ゲートを探索してチケットを獲得しよう！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18" name="四角形: 角を丸くする 17">
              <a:extLst>
                <a:ext uri="{FF2B5EF4-FFF2-40B4-BE49-F238E27FC236}">
                  <a16:creationId xmlns:a16="http://schemas.microsoft.com/office/drawing/2014/main" id="{CEF3FC9C-8E1D-30AF-EC38-AA44A99E8E35}"/>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03946496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6F7C1AB7-14F4-35F6-BC18-3C5BC16F232E}"/>
            </a:ext>
          </a:extLst>
        </p:cNvPr>
        <p:cNvGrpSpPr/>
        <p:nvPr/>
      </p:nvGrpSpPr>
      <p:grpSpPr>
        <a:xfrm>
          <a:off x="0" y="0"/>
          <a:ext cx="0" cy="0"/>
          <a:chOff x="0" y="0"/>
          <a:chExt cx="0" cy="0"/>
        </a:xfrm>
      </p:grpSpPr>
      <p:pic>
        <p:nvPicPr>
          <p:cNvPr id="16" name="図 15">
            <a:extLst>
              <a:ext uri="{FF2B5EF4-FFF2-40B4-BE49-F238E27FC236}">
                <a16:creationId xmlns:a16="http://schemas.microsoft.com/office/drawing/2014/main" id="{56E373A0-F76F-E3B2-49DC-BDC02E15BD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5519" y="1360496"/>
            <a:ext cx="4560961" cy="4137007"/>
          </a:xfrm>
          <a:prstGeom prst="rect">
            <a:avLst/>
          </a:prstGeom>
        </p:spPr>
      </p:pic>
      <p:grpSp>
        <p:nvGrpSpPr>
          <p:cNvPr id="30" name="グループ化 29">
            <a:extLst>
              <a:ext uri="{FF2B5EF4-FFF2-40B4-BE49-F238E27FC236}">
                <a16:creationId xmlns:a16="http://schemas.microsoft.com/office/drawing/2014/main" id="{98C1349A-B749-7D4D-4CE5-E74704E49A8A}"/>
              </a:ext>
            </a:extLst>
          </p:cNvPr>
          <p:cNvGrpSpPr/>
          <p:nvPr/>
        </p:nvGrpSpPr>
        <p:grpSpPr>
          <a:xfrm>
            <a:off x="8627147" y="974991"/>
            <a:ext cx="1190920" cy="1529862"/>
            <a:chOff x="1063284" y="1905266"/>
            <a:chExt cx="2372751" cy="1839427"/>
          </a:xfrm>
        </p:grpSpPr>
        <p:sp>
          <p:nvSpPr>
            <p:cNvPr id="31" name="四角形: 上の 2 つの角を丸める 30">
              <a:extLst>
                <a:ext uri="{FF2B5EF4-FFF2-40B4-BE49-F238E27FC236}">
                  <a16:creationId xmlns:a16="http://schemas.microsoft.com/office/drawing/2014/main" id="{D128E2F5-67A4-EACB-6A44-9A15750B5C6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上の 2 つの角を丸める 31">
              <a:extLst>
                <a:ext uri="{FF2B5EF4-FFF2-40B4-BE49-F238E27FC236}">
                  <a16:creationId xmlns:a16="http://schemas.microsoft.com/office/drawing/2014/main" id="{EF3AC958-0DC5-3412-6E25-2110FE17728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9" name="図 18">
            <a:extLst>
              <a:ext uri="{FF2B5EF4-FFF2-40B4-BE49-F238E27FC236}">
                <a16:creationId xmlns:a16="http://schemas.microsoft.com/office/drawing/2014/main" id="{C01DC268-AF5C-6AB5-FD53-DA7BFECAB732}"/>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1541848"/>
            <a:ext cx="890462" cy="945323"/>
          </a:xfrm>
          <a:prstGeom prst="rect">
            <a:avLst/>
          </a:prstGeom>
        </p:spPr>
      </p:pic>
      <p:sp>
        <p:nvSpPr>
          <p:cNvPr id="26" name="楕円 25">
            <a:extLst>
              <a:ext uri="{FF2B5EF4-FFF2-40B4-BE49-F238E27FC236}">
                <a16:creationId xmlns:a16="http://schemas.microsoft.com/office/drawing/2014/main" id="{D856AD98-C1D8-114A-D757-60918E9497EE}"/>
              </a:ext>
            </a:extLst>
          </p:cNvPr>
          <p:cNvSpPr/>
          <p:nvPr/>
        </p:nvSpPr>
        <p:spPr>
          <a:xfrm>
            <a:off x="8726629" y="101176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8" name="テキスト ボックス 27">
            <a:extLst>
              <a:ext uri="{FF2B5EF4-FFF2-40B4-BE49-F238E27FC236}">
                <a16:creationId xmlns:a16="http://schemas.microsoft.com/office/drawing/2014/main" id="{77025C52-BE8E-9A8D-4552-286A45CD07FF}"/>
              </a:ext>
            </a:extLst>
          </p:cNvPr>
          <p:cNvSpPr txBox="1"/>
          <p:nvPr/>
        </p:nvSpPr>
        <p:spPr>
          <a:xfrm>
            <a:off x="9162493" y="103885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62" name="グループ化 61">
            <a:extLst>
              <a:ext uri="{FF2B5EF4-FFF2-40B4-BE49-F238E27FC236}">
                <a16:creationId xmlns:a16="http://schemas.microsoft.com/office/drawing/2014/main" id="{6E3F7EE2-A0E5-1F8E-BDF6-7787D245644B}"/>
              </a:ext>
            </a:extLst>
          </p:cNvPr>
          <p:cNvGrpSpPr/>
          <p:nvPr/>
        </p:nvGrpSpPr>
        <p:grpSpPr>
          <a:xfrm>
            <a:off x="8627147" y="4353147"/>
            <a:ext cx="1190920" cy="1529862"/>
            <a:chOff x="1063284" y="1905266"/>
            <a:chExt cx="2372751" cy="1839427"/>
          </a:xfrm>
        </p:grpSpPr>
        <p:sp>
          <p:nvSpPr>
            <p:cNvPr id="70" name="四角形: 上の 2 つの角を丸める 69">
              <a:extLst>
                <a:ext uri="{FF2B5EF4-FFF2-40B4-BE49-F238E27FC236}">
                  <a16:creationId xmlns:a16="http://schemas.microsoft.com/office/drawing/2014/main" id="{D3461799-6BF6-389A-6382-034F553E8A1C}"/>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上の 2 つの角を丸める 71">
              <a:extLst>
                <a:ext uri="{FF2B5EF4-FFF2-40B4-BE49-F238E27FC236}">
                  <a16:creationId xmlns:a16="http://schemas.microsoft.com/office/drawing/2014/main" id="{285AFF82-AB6C-E5EA-0D1D-7D5B163D16F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7363BA9C-45EE-43B6-F877-66524C630FD8}"/>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66" name="楕円 65">
            <a:extLst>
              <a:ext uri="{FF2B5EF4-FFF2-40B4-BE49-F238E27FC236}">
                <a16:creationId xmlns:a16="http://schemas.microsoft.com/office/drawing/2014/main" id="{B1449234-E4D8-A5A5-0C29-7BD7468476AC}"/>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7" name="テキスト ボックス 66">
            <a:extLst>
              <a:ext uri="{FF2B5EF4-FFF2-40B4-BE49-F238E27FC236}">
                <a16:creationId xmlns:a16="http://schemas.microsoft.com/office/drawing/2014/main" id="{13931172-8369-8A57-2592-B9A5B91E773A}"/>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36" name="グループ化 35">
            <a:extLst>
              <a:ext uri="{FF2B5EF4-FFF2-40B4-BE49-F238E27FC236}">
                <a16:creationId xmlns:a16="http://schemas.microsoft.com/office/drawing/2014/main" id="{C4E3B61E-0F19-C181-2C99-3FBD11167080}"/>
              </a:ext>
            </a:extLst>
          </p:cNvPr>
          <p:cNvGrpSpPr/>
          <p:nvPr/>
        </p:nvGrpSpPr>
        <p:grpSpPr>
          <a:xfrm>
            <a:off x="8627147" y="2664069"/>
            <a:ext cx="1190920" cy="1529862"/>
            <a:chOff x="1063284" y="1905266"/>
            <a:chExt cx="2372751" cy="1839427"/>
          </a:xfrm>
        </p:grpSpPr>
        <p:sp>
          <p:nvSpPr>
            <p:cNvPr id="48" name="四角形: 上の 2 つの角を丸める 47">
              <a:extLst>
                <a:ext uri="{FF2B5EF4-FFF2-40B4-BE49-F238E27FC236}">
                  <a16:creationId xmlns:a16="http://schemas.microsoft.com/office/drawing/2014/main" id="{8F98035A-97B3-2F77-8D2C-5ECF253B4B24}"/>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丸める 50">
              <a:extLst>
                <a:ext uri="{FF2B5EF4-FFF2-40B4-BE49-F238E27FC236}">
                  <a16:creationId xmlns:a16="http://schemas.microsoft.com/office/drawing/2014/main" id="{CB4E79C9-F5EB-A5BB-371A-E8620A97BF4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7" name="図 36">
            <a:extLst>
              <a:ext uri="{FF2B5EF4-FFF2-40B4-BE49-F238E27FC236}">
                <a16:creationId xmlns:a16="http://schemas.microsoft.com/office/drawing/2014/main" id="{7ADB98D3-F76F-8E40-92A6-FF64E4878089}"/>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3230926"/>
            <a:ext cx="890462" cy="945323"/>
          </a:xfrm>
          <a:prstGeom prst="rect">
            <a:avLst/>
          </a:prstGeom>
        </p:spPr>
      </p:pic>
      <p:sp>
        <p:nvSpPr>
          <p:cNvPr id="40" name="楕円 39">
            <a:extLst>
              <a:ext uri="{FF2B5EF4-FFF2-40B4-BE49-F238E27FC236}">
                <a16:creationId xmlns:a16="http://schemas.microsoft.com/office/drawing/2014/main" id="{3DF8FF8A-EA65-6A93-E265-4E7734ED67EA}"/>
              </a:ext>
            </a:extLst>
          </p:cNvPr>
          <p:cNvSpPr/>
          <p:nvPr/>
        </p:nvSpPr>
        <p:spPr>
          <a:xfrm>
            <a:off x="8726629" y="270084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 name="テキスト ボックス 28">
            <a:extLst>
              <a:ext uri="{FF2B5EF4-FFF2-40B4-BE49-F238E27FC236}">
                <a16:creationId xmlns:a16="http://schemas.microsoft.com/office/drawing/2014/main" id="{0A9A1880-9FB3-3F6E-278C-51188044210B}"/>
              </a:ext>
            </a:extLst>
          </p:cNvPr>
          <p:cNvSpPr txBox="1"/>
          <p:nvPr/>
        </p:nvSpPr>
        <p:spPr>
          <a:xfrm>
            <a:off x="9226692" y="2723998"/>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138A38A2-BC03-8BE0-D224-06AF03FFE8FE}"/>
              </a:ext>
            </a:extLst>
          </p:cNvPr>
          <p:cNvGrpSpPr/>
          <p:nvPr/>
        </p:nvGrpSpPr>
        <p:grpSpPr>
          <a:xfrm>
            <a:off x="8080015" y="2124225"/>
            <a:ext cx="697363" cy="380628"/>
            <a:chOff x="8786677" y="2124225"/>
            <a:chExt cx="697363" cy="380628"/>
          </a:xfrm>
        </p:grpSpPr>
        <p:sp>
          <p:nvSpPr>
            <p:cNvPr id="89" name="四角形: 上の 2 つの角を丸める 88">
              <a:extLst>
                <a:ext uri="{FF2B5EF4-FFF2-40B4-BE49-F238E27FC236}">
                  <a16:creationId xmlns:a16="http://schemas.microsoft.com/office/drawing/2014/main" id="{3FA599EC-06C7-CA40-A353-63B5C7C35243}"/>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テキスト ボックス 113">
              <a:extLst>
                <a:ext uri="{FF2B5EF4-FFF2-40B4-BE49-F238E27FC236}">
                  <a16:creationId xmlns:a16="http://schemas.microsoft.com/office/drawing/2014/main" id="{720B42BF-22BB-9175-C029-AD8F0B559B71}"/>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6" name="グループ化 115">
            <a:extLst>
              <a:ext uri="{FF2B5EF4-FFF2-40B4-BE49-F238E27FC236}">
                <a16:creationId xmlns:a16="http://schemas.microsoft.com/office/drawing/2014/main" id="{0D8A2C18-3B05-6677-E780-5BE561A2C6EF}"/>
              </a:ext>
            </a:extLst>
          </p:cNvPr>
          <p:cNvGrpSpPr/>
          <p:nvPr/>
        </p:nvGrpSpPr>
        <p:grpSpPr>
          <a:xfrm>
            <a:off x="8080015" y="3813303"/>
            <a:ext cx="697363" cy="380628"/>
            <a:chOff x="8786677" y="2124225"/>
            <a:chExt cx="697363" cy="380628"/>
          </a:xfrm>
        </p:grpSpPr>
        <p:sp>
          <p:nvSpPr>
            <p:cNvPr id="117" name="四角形: 上の 2 つの角を丸める 116">
              <a:extLst>
                <a:ext uri="{FF2B5EF4-FFF2-40B4-BE49-F238E27FC236}">
                  <a16:creationId xmlns:a16="http://schemas.microsoft.com/office/drawing/2014/main" id="{0044A8A7-77D2-B04A-56EE-02444BDD39BD}"/>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2FDE23FC-4611-D6A6-2615-335DAFA603A4}"/>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9" name="グループ化 118">
            <a:extLst>
              <a:ext uri="{FF2B5EF4-FFF2-40B4-BE49-F238E27FC236}">
                <a16:creationId xmlns:a16="http://schemas.microsoft.com/office/drawing/2014/main" id="{94487B5E-258F-C02B-B105-CDB908854484}"/>
              </a:ext>
            </a:extLst>
          </p:cNvPr>
          <p:cNvGrpSpPr/>
          <p:nvPr/>
        </p:nvGrpSpPr>
        <p:grpSpPr>
          <a:xfrm>
            <a:off x="8080015" y="5502381"/>
            <a:ext cx="697363" cy="380628"/>
            <a:chOff x="8786677" y="2124225"/>
            <a:chExt cx="697363" cy="380628"/>
          </a:xfrm>
        </p:grpSpPr>
        <p:sp>
          <p:nvSpPr>
            <p:cNvPr id="120" name="四角形: 上の 2 つの角を丸める 119">
              <a:extLst>
                <a:ext uri="{FF2B5EF4-FFF2-40B4-BE49-F238E27FC236}">
                  <a16:creationId xmlns:a16="http://schemas.microsoft.com/office/drawing/2014/main" id="{7A9A84D6-F4FA-C2B3-7A66-DB13EA9A202C}"/>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テキスト ボックス 120">
              <a:extLst>
                <a:ext uri="{FF2B5EF4-FFF2-40B4-BE49-F238E27FC236}">
                  <a16:creationId xmlns:a16="http://schemas.microsoft.com/office/drawing/2014/main" id="{B487B1A8-001F-93FE-385F-F77881A34B97}"/>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2" name="グループ化 121">
            <a:extLst>
              <a:ext uri="{FF2B5EF4-FFF2-40B4-BE49-F238E27FC236}">
                <a16:creationId xmlns:a16="http://schemas.microsoft.com/office/drawing/2014/main" id="{38EE1ECB-E2FD-D4C5-AB4F-26E759F3AB98}"/>
              </a:ext>
            </a:extLst>
          </p:cNvPr>
          <p:cNvGrpSpPr/>
          <p:nvPr/>
        </p:nvGrpSpPr>
        <p:grpSpPr>
          <a:xfrm>
            <a:off x="8080015" y="2124225"/>
            <a:ext cx="697363" cy="380628"/>
            <a:chOff x="8786677" y="2124225"/>
            <a:chExt cx="697363" cy="380628"/>
          </a:xfrm>
        </p:grpSpPr>
        <p:sp>
          <p:nvSpPr>
            <p:cNvPr id="123" name="四角形: 上の 2 つの角を丸める 122">
              <a:extLst>
                <a:ext uri="{FF2B5EF4-FFF2-40B4-BE49-F238E27FC236}">
                  <a16:creationId xmlns:a16="http://schemas.microsoft.com/office/drawing/2014/main" id="{D7458FD8-CDC8-7F44-377A-AB4CC7288DBA}"/>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テキスト ボックス 123">
              <a:extLst>
                <a:ext uri="{FF2B5EF4-FFF2-40B4-BE49-F238E27FC236}">
                  <a16:creationId xmlns:a16="http://schemas.microsoft.com/office/drawing/2014/main" id="{CE43AA64-98C3-250A-7F71-832926D6191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6622CE3F-D696-6737-75BB-918BC22C7D95}"/>
              </a:ext>
            </a:extLst>
          </p:cNvPr>
          <p:cNvGrpSpPr/>
          <p:nvPr/>
        </p:nvGrpSpPr>
        <p:grpSpPr>
          <a:xfrm>
            <a:off x="8080015" y="3813303"/>
            <a:ext cx="697363" cy="380628"/>
            <a:chOff x="8786677" y="2124225"/>
            <a:chExt cx="697363" cy="380628"/>
          </a:xfrm>
        </p:grpSpPr>
        <p:sp>
          <p:nvSpPr>
            <p:cNvPr id="3" name="四角形: 上の 2 つの角を丸める 2">
              <a:extLst>
                <a:ext uri="{FF2B5EF4-FFF2-40B4-BE49-F238E27FC236}">
                  <a16:creationId xmlns:a16="http://schemas.microsoft.com/office/drawing/2014/main" id="{09C3E637-3718-F067-7634-5BA577A04BD4}"/>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B962C499-3A7A-B2A3-CBC9-844E3C85404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ED266336-94C3-CA5C-A58B-1335B6D45A46}"/>
              </a:ext>
            </a:extLst>
          </p:cNvPr>
          <p:cNvGrpSpPr/>
          <p:nvPr/>
        </p:nvGrpSpPr>
        <p:grpSpPr>
          <a:xfrm>
            <a:off x="8080015" y="5502381"/>
            <a:ext cx="697363" cy="380628"/>
            <a:chOff x="8786677" y="2124225"/>
            <a:chExt cx="697363" cy="380628"/>
          </a:xfrm>
        </p:grpSpPr>
        <p:sp>
          <p:nvSpPr>
            <p:cNvPr id="6" name="四角形: 上の 2 つの角を丸める 5">
              <a:extLst>
                <a:ext uri="{FF2B5EF4-FFF2-40B4-BE49-F238E27FC236}">
                  <a16:creationId xmlns:a16="http://schemas.microsoft.com/office/drawing/2014/main" id="{BF18E40F-10E2-311B-B381-16D1F6AB924B}"/>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1C48AD6-9F35-52FD-D453-69A83011D2E3}"/>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9" name="フローチャート: 論理積ゲート 8">
            <a:extLst>
              <a:ext uri="{FF2B5EF4-FFF2-40B4-BE49-F238E27FC236}">
                <a16:creationId xmlns:a16="http://schemas.microsoft.com/office/drawing/2014/main" id="{5FD561E0-190C-38B4-997B-7039D798A669}"/>
              </a:ext>
            </a:extLst>
          </p:cNvPr>
          <p:cNvSpPr/>
          <p:nvPr/>
        </p:nvSpPr>
        <p:spPr>
          <a:xfrm>
            <a:off x="3829669" y="4227332"/>
            <a:ext cx="14074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原稿用標準書体" panose="03000503000000000000" pitchFamily="66" charset="-128"/>
                <a:ea typeface="原稿用標準書体" panose="03000503000000000000" pitchFamily="66" charset="-128"/>
              </a:rPr>
              <a:t>SKIP</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1C0CB615-DB80-50BF-EB0A-6F9106573083}"/>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0</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6EE68174-DA2F-7CAD-BC4D-A146DC211B75}"/>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1</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CC4BE817-0A83-6EC0-E6A1-82464D67BC86}"/>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2</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5CC5E430-E4C5-1669-EFCF-A685DE2DF5A5}"/>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3</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244218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1000" fill="hold"/>
                                        <p:tgtEl>
                                          <p:spTgt spid="16"/>
                                        </p:tgtEl>
                                        <p:attrNameLst>
                                          <p:attrName>ppt_w</p:attrName>
                                        </p:attrNameLst>
                                      </p:cBhvr>
                                      <p:tavLst>
                                        <p:tav tm="0">
                                          <p:val>
                                            <p:fltVal val="0"/>
                                          </p:val>
                                        </p:tav>
                                        <p:tav tm="100000">
                                          <p:val>
                                            <p:strVal val="#ppt_w"/>
                                          </p:val>
                                        </p:tav>
                                      </p:tavLst>
                                    </p:anim>
                                    <p:anim calcmode="lin" valueType="num">
                                      <p:cBhvr>
                                        <p:cTn id="8" dur="1000" fill="hold"/>
                                        <p:tgtEl>
                                          <p:spTgt spid="16"/>
                                        </p:tgtEl>
                                        <p:attrNameLst>
                                          <p:attrName>ppt_h</p:attrName>
                                        </p:attrNameLst>
                                      </p:cBhvr>
                                      <p:tavLst>
                                        <p:tav tm="0">
                                          <p:val>
                                            <p:fltVal val="0"/>
                                          </p:val>
                                        </p:tav>
                                        <p:tav tm="100000">
                                          <p:val>
                                            <p:strVal val="#ppt_h"/>
                                          </p:val>
                                        </p:tav>
                                      </p:tavLst>
                                    </p:anim>
                                    <p:anim calcmode="lin" valueType="num">
                                      <p:cBhvr>
                                        <p:cTn id="9" dur="1000" fill="hold"/>
                                        <p:tgtEl>
                                          <p:spTgt spid="16"/>
                                        </p:tgtEl>
                                        <p:attrNameLst>
                                          <p:attrName>style.rotation</p:attrName>
                                        </p:attrNameLst>
                                      </p:cBhvr>
                                      <p:tavLst>
                                        <p:tav tm="0">
                                          <p:val>
                                            <p:fltVal val="90"/>
                                          </p:val>
                                        </p:tav>
                                        <p:tav tm="100000">
                                          <p:val>
                                            <p:fltVal val="0"/>
                                          </p:val>
                                        </p:tav>
                                      </p:tavLst>
                                    </p:anim>
                                    <p:animEffect transition="in" filter="fade">
                                      <p:cBhvr>
                                        <p:cTn id="10" dur="1000"/>
                                        <p:tgtEl>
                                          <p:spTgt spid="16"/>
                                        </p:tgtEl>
                                      </p:cBhvr>
                                    </p:animEffect>
                                  </p:childTnLst>
                                </p:cTn>
                              </p:par>
                              <p:par>
                                <p:cTn id="11" presetID="35" presetClass="path" presetSubtype="0" accel="50000" decel="50000" fill="hold" nodeType="withEffect">
                                  <p:stCondLst>
                                    <p:cond delay="0"/>
                                  </p:stCondLst>
                                  <p:childTnLst>
                                    <p:animMotion origin="layout" path="M 0 0 L -0.12943 0 " pathEditMode="relative" rAng="0" ptsTypes="AA">
                                      <p:cBhvr>
                                        <p:cTn id="12" dur="2000" fill="hold"/>
                                        <p:tgtEl>
                                          <p:spTgt spid="16"/>
                                        </p:tgtEl>
                                        <p:attrNameLst>
                                          <p:attrName>ppt_x</p:attrName>
                                          <p:attrName>ppt_y</p:attrName>
                                        </p:attrNameLst>
                                      </p:cBhvr>
                                      <p:rCtr x="-6471" y="0"/>
                                    </p:animMotion>
                                  </p:childTnLst>
                                </p:cTn>
                              </p:par>
                            </p:childTnLst>
                          </p:cTn>
                        </p:par>
                      </p:childTnLst>
                    </p:cTn>
                  </p:par>
                  <p:par>
                    <p:cTn id="13" fill="hold">
                      <p:stCondLst>
                        <p:cond delay="indefinite"/>
                      </p:stCondLst>
                      <p:childTnLst>
                        <p:par>
                          <p:cTn id="14" fill="hold">
                            <p:stCondLst>
                              <p:cond delay="0"/>
                            </p:stCondLst>
                            <p:childTnLst>
                              <p:par>
                                <p:cTn id="15" presetID="8" presetClass="emph" presetSubtype="0" fill="hold" nodeType="clickEffect">
                                  <p:stCondLst>
                                    <p:cond delay="500"/>
                                  </p:stCondLst>
                                  <p:childTnLst>
                                    <p:animRot by="21600000">
                                      <p:cBhvr>
                                        <p:cTn id="16" dur="1000" fill="hold"/>
                                        <p:tgtEl>
                                          <p:spTgt spid="16"/>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8" presetClass="emph" presetSubtype="0" fill="hold" nodeType="clickEffect">
                                  <p:stCondLst>
                                    <p:cond delay="0"/>
                                  </p:stCondLst>
                                  <p:childTnLst>
                                    <p:animRot by="43200000">
                                      <p:cBhvr>
                                        <p:cTn id="20" dur="1000" fill="hold"/>
                                        <p:tgtEl>
                                          <p:spTgt spid="16"/>
                                        </p:tgtEl>
                                        <p:attrNameLst>
                                          <p:attrName>r</p:attrName>
                                        </p:attrNameLst>
                                      </p:cBhvr>
                                    </p:animRot>
                                  </p:childTnLst>
                                </p:cTn>
                              </p:par>
                            </p:childTnLst>
                          </p:cTn>
                        </p:par>
                      </p:childTnLst>
                    </p:cTn>
                  </p:par>
                  <p:par>
                    <p:cTn id="21" fill="hold">
                      <p:stCondLst>
                        <p:cond delay="indefinite"/>
                      </p:stCondLst>
                      <p:childTnLst>
                        <p:par>
                          <p:cTn id="22" fill="hold">
                            <p:stCondLst>
                              <p:cond delay="0"/>
                            </p:stCondLst>
                            <p:childTnLst>
                              <p:par>
                                <p:cTn id="23" presetID="8" presetClass="emph" presetSubtype="0" fill="hold" nodeType="clickEffect">
                                  <p:stCondLst>
                                    <p:cond delay="0"/>
                                  </p:stCondLst>
                                  <p:childTnLst>
                                    <p:animRot by="43200000">
                                      <p:cBhvr>
                                        <p:cTn id="24" dur="750" fill="hold"/>
                                        <p:tgtEl>
                                          <p:spTgt spid="16"/>
                                        </p:tgtEl>
                                        <p:attrNameLst>
                                          <p:attrName>r</p:attrName>
                                        </p:attrNameLst>
                                      </p:cBhvr>
                                    </p:animRot>
                                  </p:childTnLst>
                                </p:cTn>
                              </p:par>
                            </p:childTnLst>
                          </p:cTn>
                        </p:par>
                      </p:childTnLst>
                    </p:cTn>
                  </p:par>
                  <p:par>
                    <p:cTn id="25" fill="hold">
                      <p:stCondLst>
                        <p:cond delay="indefinite"/>
                      </p:stCondLst>
                      <p:childTnLst>
                        <p:par>
                          <p:cTn id="26" fill="hold">
                            <p:stCondLst>
                              <p:cond delay="0"/>
                            </p:stCondLst>
                            <p:childTnLst>
                              <p:par>
                                <p:cTn id="27" presetID="8" presetClass="emph" presetSubtype="0" fill="hold" nodeType="clickEffect">
                                  <p:stCondLst>
                                    <p:cond delay="0"/>
                                  </p:stCondLst>
                                  <p:childTnLst>
                                    <p:animRot by="43200000">
                                      <p:cBhvr>
                                        <p:cTn id="28" dur="500" fill="hold"/>
                                        <p:tgtEl>
                                          <p:spTgt spid="16"/>
                                        </p:tgtEl>
                                        <p:attrNameLst>
                                          <p:attrName>r</p:attrName>
                                        </p:attrNameLst>
                                      </p:cBhvr>
                                    </p:animRot>
                                  </p:childTnLst>
                                </p:cTn>
                              </p:par>
                            </p:childTnLst>
                          </p:cTn>
                        </p:par>
                      </p:childTnLst>
                    </p:cTn>
                  </p:par>
                  <p:par>
                    <p:cTn id="29" fill="hold">
                      <p:stCondLst>
                        <p:cond delay="indefinite"/>
                      </p:stCondLst>
                      <p:childTnLst>
                        <p:par>
                          <p:cTn id="30" fill="hold">
                            <p:stCondLst>
                              <p:cond delay="0"/>
                            </p:stCondLst>
                            <p:childTnLst>
                              <p:par>
                                <p:cTn id="31" presetID="8" presetClass="emph" presetSubtype="0" fill="hold" nodeType="clickEffect">
                                  <p:stCondLst>
                                    <p:cond delay="0"/>
                                  </p:stCondLst>
                                  <p:childTnLst>
                                    <p:animRot by="43200000">
                                      <p:cBhvr>
                                        <p:cTn id="32" dur="250" fill="hold"/>
                                        <p:tgtEl>
                                          <p:spTgt spid="16"/>
                                        </p:tgtEl>
                                        <p:attrNameLst>
                                          <p:attrName>r</p:attrName>
                                        </p:attrNameLst>
                                      </p:cBhvr>
                                    </p:animRot>
                                  </p:childTnLst>
                                </p:cTn>
                              </p:par>
                            </p:childTnLst>
                          </p:cTn>
                        </p:par>
                      </p:childTnLst>
                    </p:cTn>
                  </p:par>
                  <p:par>
                    <p:cTn id="33" fill="hold">
                      <p:stCondLst>
                        <p:cond delay="indefinite"/>
                      </p:stCondLst>
                      <p:childTnLst>
                        <p:par>
                          <p:cTn id="34" fill="hold">
                            <p:stCondLst>
                              <p:cond delay="0"/>
                            </p:stCondLst>
                            <p:childTnLst>
                              <p:par>
                                <p:cTn id="35" presetID="26" presetClass="emph" presetSubtype="0" fill="hold" nodeType="clickEffect">
                                  <p:stCondLst>
                                    <p:cond delay="0"/>
                                  </p:stCondLst>
                                  <p:childTnLst>
                                    <p:animEffect transition="out" filter="fade">
                                      <p:cBhvr>
                                        <p:cTn id="36" dur="250" tmFilter="0, 0; .2, .5; .8, .5; 1, 0"/>
                                        <p:tgtEl>
                                          <p:spTgt spid="16"/>
                                        </p:tgtEl>
                                      </p:cBhvr>
                                    </p:animEffect>
                                    <p:animScale>
                                      <p:cBhvr>
                                        <p:cTn id="37" dur="125" autoRev="1" fill="hold"/>
                                        <p:tgtEl>
                                          <p:spTgt spid="16"/>
                                        </p:tgtEl>
                                      </p:cBhvr>
                                      <p:by x="105000" y="105000"/>
                                    </p:animScale>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250"/>
                                        <p:tgtEl>
                                          <p:spTgt spid="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250"/>
                                        <p:tgtEl>
                                          <p:spTgt spid="19"/>
                                        </p:tgtEl>
                                      </p:cBhvr>
                                    </p:animEffect>
                                  </p:childTnLst>
                                </p:cTn>
                              </p:par>
                              <p:par>
                                <p:cTn id="51" presetID="52" presetClass="path" presetSubtype="0" accel="50000" decel="50000" fill="hold" nodeType="withEffect">
                                  <p:stCondLst>
                                    <p:cond delay="0"/>
                                  </p:stCondLst>
                                  <p:childTnLst>
                                    <p:animMotion origin="layout" path="M 0.00039 -0.00208 C -0.04401 0.0287 -0.0901 0.00833 -0.1043 -0.04769 C -0.11823 -0.09028 -0.10495 -0.14097 -0.07982 -0.15949 C -0.05365 -0.17662 -0.02109 -0.15787 -0.00924 -0.11296 C -0.00534 -0.08843 -0.00365 -0.06736 -0.01016 -0.04699 C -0.01667 -0.01574 -0.03242 0.00949 -0.05586 0.02292 C -0.0681 0.03264 -0.08086 0.03819 -0.09193 0.03727 C -0.11758 0.0375 -0.13997 0.01782 -0.15039 -0.01574 C -0.1612 -0.05463 -0.14935 -0.1 -0.12747 -0.11551 C -0.10339 -0.1331 -0.07643 -0.11296 -0.06406 -0.07523 C -0.05924 -0.05417 -0.05807 -0.0331 -0.06263 -0.0169 C -0.06979 0.01134 -0.08646 0.03681 -0.10651 0.04954 C -0.11667 0.05671 -0.12747 0.05972 -0.13893 0.06088 C -0.16237 0.05856 -0.18203 0.04398 -0.19154 0.01366 C -0.20234 -0.02477 -0.18958 -0.06389 -0.17096 -0.07731 C -0.14831 -0.09329 -0.12357 -0.07824 -0.11393 -0.0412 C -0.10833 -0.02361 -0.10846 -0.00278 -0.11289 0.01273 C -0.11758 0.0375 -0.13216 0.05833 -0.15195 0.07037 C -0.16055 0.07685 -0.17031 0.08218 -0.18021 0.08148 C -0.19974 0.08009 -0.22109 0.06366 -0.22682 0.03912 C -0.23398 0.00532 -0.22669 -0.02986 -0.20716 -0.04421 C -0.18763 -0.05579 -0.16497 -0.04259 -0.15586 -0.01065 C -0.15299 0.00787 -0.15417 0.02454 -0.15573 0.03866 C -0.16237 0.05856 -0.17409 0.0794 -0.1901 0.09005 C -0.19974 0.09676 -0.20911 0.09954 -0.2168 0.09745 C -0.23633 0.10069 -0.2526 0.08565 -0.25885 0.05903 C -0.26602 0.03264 -0.2595 0.00046 -0.24193 -0.01181 C -0.22617 -0.02731 -0.20365 -0.01088 -0.19544 0.01713 C -0.19258 0.03264 -0.1918 0.04699 -0.19687 0.06157 C -0.19974 0.08009 -0.2125 0.09931 -0.22604 0.10764 C -0.2349 0.11296 -0.2418 0.11597 -0.25117 0.11528 C -0.26784 0.11597 -0.28216 0.10509 -0.28932 0.08241 C -0.29505 0.05532 -0.2888 0.02685 -0.2737 0.01551 C -0.25807 0.00579 -0.23932 0.0169 -0.23164 0.04259 C -0.22956 0.05764 -0.2293 0.0706 -0.23177 0.0831 C -0.2362 0.09907 -0.24609 0.11528 -0.2599 0.12361 C -0.26784 0.12963 -0.27318 0.13125 -0.2806 0.13125 C -0.29596 0.13171 -0.30872 0.11944 -0.31432 0.10023 C -0.322 0.07731 -0.31641 0.05139 -0.30013 0.04028 C -0.28841 0.03171 -0.27018 0.04213 -0.26471 0.06597 C -0.2612 0.07731 -0.26107 0.09005 -0.26276 0.10023 C -0.26784 0.11597 -0.27682 0.13056 -0.2888 0.13912 C -0.29609 0.14306 -0.30143 0.14398 -0.30729 0.14514 C -0.32214 0.1456 -0.33385 0.13472 -0.33906 0.11759 C -0.34661 0.09745 -0.3388 0.07292 -0.32786 0.06481 C -0.31341 0.05509 -0.29909 0.06481 -0.29258 0.08611 C -0.29062 0.09583 -0.29023 0.10718 -0.29349 0.11829 C -0.29596 0.13171 -0.30404 0.14352 -0.31589 0.15324 C -0.32135 0.15463 -0.32786 0.15509 -0.33229 0.15718 C -0.34427 0.15764 -0.35599 0.14907 -0.35977 0.13171 C -0.36575 0.11458 -0.36068 0.09306 -0.34857 0.0838 C -0.33867 0.07569 -0.32409 0.08495 -0.31953 0.10556 C -0.31615 0.1125 -0.31602 0.12315 -0.31797 0.13218 C -0.3237 0.14699 -0.33125 0.15764 -0.33945 0.1625 C -0.34401 0.16597 -0.34948 0.16898 -0.35417 0.16759 C -0.36602 0.16829 -0.37604 0.15949 -0.38112 0.1463 C -0.38555 0.12755 -0.37982 0.10671 -0.3707 0.10347 C -0.35924 0.09537 -0.34674 0.10208 -0.34219 0.1206 C -0.34102 0.12963 -0.34115 0.13958 -0.34297 0.1456 C -0.34427 0.15764 -0.35221 0.16736 -0.3612 0.17292 C -0.36445 0.17616 -0.37005 0.17801 -0.37344 0.17778 C -0.38529 0.17894 -0.39323 0.17106 -0.39779 0.1588 C -0.4013 0.14259 -0.39714 0.125 -0.38802 0.12014 C -0.37799 0.11157 -0.36901 0.12106 -0.36341 0.13426 C -0.36172 0.14236 -0.36198 0.15093 -0.3638 0.1581 C -0.36602 0.16829 -0.37279 0.17801 -0.38073 0.1838 C -0.38411 0.18588 -0.38932 0.18542 -0.39245 0.18727 " pathEditMode="relative" rAng="4140000" ptsTypes="AAAAAAAAAAAAAAAAAAAAAAAAAAAAAAAAAAAAAAAAAAAAAAAAAAAAAAAAAAAAAAAAAAA">
                                      <p:cBhvr>
                                        <p:cTn id="52" dur="500" spd="-100000" fill="hold"/>
                                        <p:tgtEl>
                                          <p:spTgt spid="19"/>
                                        </p:tgtEl>
                                        <p:attrNameLst>
                                          <p:attrName>ppt_x</p:attrName>
                                          <p:attrName>ppt_y</p:attrName>
                                        </p:attrNameLst>
                                      </p:cBhvr>
                                      <p:rCtr x="-20273" y="3218"/>
                                    </p:animMotion>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22"/>
                                        </p:tgtEl>
                                        <p:attrNameLst>
                                          <p:attrName>style.visibility</p:attrName>
                                        </p:attrNameLst>
                                      </p:cBhvr>
                                      <p:to>
                                        <p:strVal val="visible"/>
                                      </p:to>
                                    </p:set>
                                    <p:animEffect transition="in" filter="fade">
                                      <p:cBhvr>
                                        <p:cTn id="57" dur="250"/>
                                        <p:tgtEl>
                                          <p:spTgt spid="122"/>
                                        </p:tgtEl>
                                      </p:cBhvr>
                                    </p:animEffect>
                                  </p:childTnLst>
                                </p:cTn>
                              </p:par>
                              <p:par>
                                <p:cTn id="58" presetID="10" presetClass="exit" presetSubtype="0" fill="hold" grpId="1" nodeType="withEffect">
                                  <p:stCondLst>
                                    <p:cond delay="0"/>
                                  </p:stCondLst>
                                  <p:childTnLst>
                                    <p:animEffect transition="out" filter="fade">
                                      <p:cBhvr>
                                        <p:cTn id="59" dur="250"/>
                                        <p:tgtEl>
                                          <p:spTgt spid="11"/>
                                        </p:tgtEl>
                                      </p:cBhvr>
                                    </p:animEffect>
                                    <p:set>
                                      <p:cBhvr>
                                        <p:cTn id="60" dur="1" fill="hold">
                                          <p:stCondLst>
                                            <p:cond delay="249"/>
                                          </p:stCondLst>
                                        </p:cTn>
                                        <p:tgtEl>
                                          <p:spTgt spid="11"/>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childTnLst>
                                </p:cTn>
                              </p:par>
                            </p:childTnLst>
                          </p:cTn>
                        </p:par>
                      </p:childTnLst>
                    </p:cTn>
                  </p:par>
                  <p:par>
                    <p:cTn id="64" fill="hold">
                      <p:stCondLst>
                        <p:cond delay="indefinite"/>
                      </p:stCondLst>
                      <p:childTnLst>
                        <p:par>
                          <p:cTn id="65" fill="hold">
                            <p:stCondLst>
                              <p:cond delay="0"/>
                            </p:stCondLst>
                            <p:childTnLst>
                              <p:par>
                                <p:cTn id="66" presetID="26" presetClass="emph" presetSubtype="0" fill="hold" nodeType="clickEffect">
                                  <p:stCondLst>
                                    <p:cond delay="0"/>
                                  </p:stCondLst>
                                  <p:childTnLst>
                                    <p:animEffect transition="out" filter="fade">
                                      <p:cBhvr>
                                        <p:cTn id="67" dur="250" tmFilter="0, 0; .2, .5; .8, .5; 1, 0"/>
                                        <p:tgtEl>
                                          <p:spTgt spid="16"/>
                                        </p:tgtEl>
                                      </p:cBhvr>
                                    </p:animEffect>
                                    <p:animScale>
                                      <p:cBhvr>
                                        <p:cTn id="68" dur="125" autoRev="1" fill="hold"/>
                                        <p:tgtEl>
                                          <p:spTgt spid="16"/>
                                        </p:tgtEl>
                                      </p:cBhvr>
                                      <p:by x="105000" y="105000"/>
                                    </p:animScale>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64"/>
                                        </p:tgtEl>
                                        <p:attrNameLst>
                                          <p:attrName>style.visibility</p:attrName>
                                        </p:attrNameLst>
                                      </p:cBhvr>
                                      <p:to>
                                        <p:strVal val="visible"/>
                                      </p:to>
                                    </p:set>
                                    <p:animEffect transition="in" filter="fade">
                                      <p:cBhvr>
                                        <p:cTn id="73" dur="500"/>
                                        <p:tgtEl>
                                          <p:spTgt spid="64"/>
                                        </p:tgtEl>
                                      </p:cBhvr>
                                    </p:animEffect>
                                  </p:childTnLst>
                                </p:cTn>
                              </p:par>
                              <p:par>
                                <p:cTn id="74" presetID="52" presetClass="path" presetSubtype="0" accel="50000" decel="50000" fill="hold" nodeType="withEffect">
                                  <p:stCondLst>
                                    <p:cond delay="0"/>
                                  </p:stCondLst>
                                  <p:childTnLst>
                                    <p:animMotion origin="layout" path="M -0.00013 -0.00301 C -0.04518 -0.01643 -0.08008 -0.06875 -0.07643 -0.12014 C -0.07656 -0.16227 -0.05182 -0.18727 -0.02513 -0.1794 C 0.0013 -0.17153 0.02357 -0.13102 0.0207 -0.09004 C 0.01862 -0.06944 0.0138 -0.05231 0.00339 -0.0419 C -0.01094 -0.02662 -0.03151 -0.02176 -0.05482 -0.02963 C -0.06719 -0.0331 -0.07852 -0.04004 -0.0888 -0.05115 C -0.11055 -0.07129 -0.12305 -0.10208 -0.12344 -0.13379 C -0.12331 -0.17199 -0.10091 -0.19444 -0.07786 -0.18796 C -0.0526 -0.18009 -0.03398 -0.14375 -0.03411 -0.10648 C -0.03633 -0.08819 -0.04115 -0.07407 -0.04961 -0.06342 C -0.06393 -0.05 -0.08437 -0.0456 -0.10286 -0.05301 C -0.1151 -0.05532 -0.12526 -0.06203 -0.13503 -0.07014 C -0.15352 -0.08889 -0.1668 -0.11875 -0.16615 -0.14699 C -0.16471 -0.18078 -0.14388 -0.20069 -0.12279 -0.19375 C -0.10195 -0.18796 -0.08437 -0.15532 -0.08555 -0.12338 C -0.08594 -0.10509 -0.09075 -0.0912 -0.09948 -0.08217 C -0.11055 -0.07129 -0.12825 -0.0669 -0.14779 -0.075 C -0.15638 -0.0787 -0.16706 -0.08171 -0.17591 -0.08912 C -0.1918 -0.10717 -0.20469 -0.13194 -0.2026 -0.1581 C -0.19935 -0.18912 -0.18411 -0.20648 -0.1638 -0.20092 C -0.14453 -0.19398 -0.12943 -0.16551 -0.12943 -0.14004 C -0.13229 -0.12106 -0.13646 -0.11134 -0.14375 -0.10023 C -0.15352 -0.08889 -0.16914 -0.0875 -0.18659 -0.09074 C -0.19531 -0.09328 -0.20299 -0.09977 -0.21042 -0.10694 C -0.22786 -0.12106 -0.23815 -0.14467 -0.23594 -0.16713 C -0.23503 -0.19398 -0.22057 -0.2118 -0.20286 -0.20671 C -0.18464 -0.20254 -0.17109 -0.17453 -0.17044 -0.14861 C -0.17279 -0.13472 -0.1763 -0.12268 -0.18398 -0.1162 C -0.1918 -0.10717 -0.2069 -0.10301 -0.2207 -0.10764 C -0.2306 -0.11041 -0.23737 -0.11481 -0.24414 -0.12083 C -0.25859 -0.13518 -0.26784 -0.15532 -0.26836 -0.17639 C -0.26589 -0.20092 -0.25312 -0.21643 -0.23711 -0.2118 C -0.22083 -0.20694 -0.20859 -0.18356 -0.20872 -0.15879 C -0.2099 -0.14676 -0.21315 -0.1368 -0.21862 -0.13078 C -0.22773 -0.12176 -0.23997 -0.12014 -0.25404 -0.12453 C -0.26211 -0.12639 -0.26745 -0.12986 -0.27409 -0.13495 C -0.2862 -0.14815 -0.29479 -0.16597 -0.29427 -0.18449 C -0.29271 -0.2081 -0.28177 -0.2206 -0.26562 -0.21551 C -0.25365 -0.2118 -0.23971 -0.1919 -0.24297 -0.16944 C -0.24245 -0.1574 -0.24661 -0.14884 -0.2513 -0.14282 C -0.25859 -0.13518 -0.26979 -0.1331 -0.28333 -0.13634 C -0.29023 -0.13865 -0.29479 -0.14398 -0.30052 -0.14722 C -0.31146 -0.15856 -0.31927 -0.17685 -0.31992 -0.19282 C -0.31953 -0.21227 -0.30586 -0.22569 -0.29427 -0.22199 C -0.28008 -0.21597 -0.27148 -0.19815 -0.26953 -0.1787 C -0.272 -0.16805 -0.27448 -0.16134 -0.28151 -0.15486 C -0.2862 -0.14815 -0.29635 -0.1456 -0.30937 -0.14861 C -0.31471 -0.15023 -0.31979 -0.15393 -0.32487 -0.15833 C -0.3349 -0.16852 -0.34271 -0.18356 -0.34128 -0.19861 C -0.34062 -0.21643 -0.33073 -0.22824 -0.31836 -0.22407 C -0.30768 -0.22129 -0.29818 -0.2037 -0.3 -0.18588 C -0.29883 -0.17754 -0.30156 -0.16921 -0.30586 -0.16574 C -0.31289 -0.15879 -0.32148 -0.15903 -0.3319 -0.15995 C -0.33711 -0.1618 -0.34258 -0.16435 -0.34466 -0.16852 C -0.35495 -0.17731 -0.36185 -0.19259 -0.36276 -0.20532 C -0.3595 -0.22338 -0.35026 -0.23102 -0.34102 -0.2287 C -0.33112 -0.22453 -0.32135 -0.21041 -0.32357 -0.19305 C -0.32435 -0.18541 -0.32669 -0.17847 -0.33034 -0.175 C -0.3349 -0.16852 -0.34427 -0.16713 -0.35325 -0.1699 C -0.35677 -0.17129 -0.36042 -0.17685 -0.36562 -0.17731 C -0.37513 -0.18541 -0.3793 -0.19768 -0.38073 -0.21018 C -0.37734 -0.22615 -0.37057 -0.23356 -0.36185 -0.23078 C -0.35117 -0.22754 -0.34531 -0.21412 -0.34336 -0.2 C -0.34492 -0.19444 -0.34805 -0.18657 -0.35026 -0.18634 C -0.35495 -0.17731 -0.36276 -0.17708 -0.37253 -0.17916 C -0.37552 -0.17963 -0.3793 -0.18287 -0.38268 -0.18565 " pathEditMode="relative" rAng="6000000" ptsTypes="AAAAAAAAAAAAAAAAAAAAAAAAAAAAAAAAAAAAAAAAAAAAAAAAAAAAAAAAAAAAAAAAAAA">
                                      <p:cBhvr>
                                        <p:cTn id="75" dur="500" spd="-100000" fill="hold"/>
                                        <p:tgtEl>
                                          <p:spTgt spid="64"/>
                                        </p:tgtEl>
                                        <p:attrNameLst>
                                          <p:attrName>ppt_x</p:attrName>
                                          <p:attrName>ppt_y</p:attrName>
                                        </p:attrNameLst>
                                      </p:cBhvr>
                                      <p:rCtr x="-18047" y="-14097"/>
                                    </p:animMotion>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250"/>
                                        <p:tgtEl>
                                          <p:spTgt spid="5"/>
                                        </p:tgtEl>
                                      </p:cBhvr>
                                    </p:animEffect>
                                  </p:childTnLst>
                                </p:cTn>
                              </p:par>
                              <p:par>
                                <p:cTn id="81" presetID="10" presetClass="exit" presetSubtype="0" fill="hold" grpId="1" nodeType="withEffect">
                                  <p:stCondLst>
                                    <p:cond delay="0"/>
                                  </p:stCondLst>
                                  <p:childTnLst>
                                    <p:animEffect transition="out" filter="fade">
                                      <p:cBhvr>
                                        <p:cTn id="82" dur="250"/>
                                        <p:tgtEl>
                                          <p:spTgt spid="12"/>
                                        </p:tgtEl>
                                      </p:cBhvr>
                                    </p:animEffect>
                                    <p:set>
                                      <p:cBhvr>
                                        <p:cTn id="83" dur="1" fill="hold">
                                          <p:stCondLst>
                                            <p:cond delay="249"/>
                                          </p:stCondLst>
                                        </p:cTn>
                                        <p:tgtEl>
                                          <p:spTgt spid="12"/>
                                        </p:tgtEl>
                                        <p:attrNameLst>
                                          <p:attrName>style.visibility</p:attrName>
                                        </p:attrNameLst>
                                      </p:cBhvr>
                                      <p:to>
                                        <p:strVal val="hidden"/>
                                      </p:to>
                                    </p:set>
                                  </p:childTnLst>
                                </p:cTn>
                              </p:par>
                              <p:par>
                                <p:cTn id="84" presetID="10" presetClass="entr" presetSubtype="0" fill="hold" grpId="0" nodeType="withEffect">
                                  <p:stCondLst>
                                    <p:cond delay="0"/>
                                  </p:stCondLst>
                                  <p:childTnLst>
                                    <p:set>
                                      <p:cBhvr>
                                        <p:cTn id="85" dur="1" fill="hold">
                                          <p:stCondLst>
                                            <p:cond delay="0"/>
                                          </p:stCondLst>
                                        </p:cTn>
                                        <p:tgtEl>
                                          <p:spTgt spid="13"/>
                                        </p:tgtEl>
                                        <p:attrNameLst>
                                          <p:attrName>style.visibility</p:attrName>
                                        </p:attrNameLst>
                                      </p:cBhvr>
                                      <p:to>
                                        <p:strVal val="visible"/>
                                      </p:to>
                                    </p:set>
                                    <p:animEffect transition="in" filter="fade">
                                      <p:cBhvr>
                                        <p:cTn id="86" dur="500"/>
                                        <p:tgtEl>
                                          <p:spTgt spid="13"/>
                                        </p:tgtEl>
                                      </p:cBhvr>
                                    </p:animEffect>
                                  </p:childTnLst>
                                </p:cTn>
                              </p:par>
                            </p:childTnLst>
                          </p:cTn>
                        </p:par>
                      </p:childTnLst>
                    </p:cTn>
                  </p:par>
                  <p:par>
                    <p:cTn id="87" fill="hold">
                      <p:stCondLst>
                        <p:cond delay="indefinite"/>
                      </p:stCondLst>
                      <p:childTnLst>
                        <p:par>
                          <p:cTn id="88" fill="hold">
                            <p:stCondLst>
                              <p:cond delay="0"/>
                            </p:stCondLst>
                            <p:childTnLst>
                              <p:par>
                                <p:cTn id="89" presetID="26" presetClass="emph" presetSubtype="0" fill="hold" nodeType="clickEffect">
                                  <p:stCondLst>
                                    <p:cond delay="0"/>
                                  </p:stCondLst>
                                  <p:childTnLst>
                                    <p:animEffect transition="out" filter="fade">
                                      <p:cBhvr>
                                        <p:cTn id="90" dur="250" tmFilter="0, 0; .2, .5; .8, .5; 1, 0"/>
                                        <p:tgtEl>
                                          <p:spTgt spid="16"/>
                                        </p:tgtEl>
                                      </p:cBhvr>
                                    </p:animEffect>
                                    <p:animScale>
                                      <p:cBhvr>
                                        <p:cTn id="91" dur="125" autoRev="1" fill="hold"/>
                                        <p:tgtEl>
                                          <p:spTgt spid="16"/>
                                        </p:tgtEl>
                                      </p:cBhvr>
                                      <p:by x="105000" y="105000"/>
                                    </p:animScale>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37"/>
                                        </p:tgtEl>
                                        <p:attrNameLst>
                                          <p:attrName>style.visibility</p:attrName>
                                        </p:attrNameLst>
                                      </p:cBhvr>
                                      <p:to>
                                        <p:strVal val="visible"/>
                                      </p:to>
                                    </p:set>
                                    <p:animEffect transition="in" filter="fade">
                                      <p:cBhvr>
                                        <p:cTn id="96" dur="250"/>
                                        <p:tgtEl>
                                          <p:spTgt spid="37"/>
                                        </p:tgtEl>
                                      </p:cBhvr>
                                    </p:animEffect>
                                  </p:childTnLst>
                                </p:cTn>
                              </p:par>
                              <p:par>
                                <p:cTn id="97" presetID="52" presetClass="path" presetSubtype="0" accel="50000" decel="50000" fill="hold" nodeType="withEffect">
                                  <p:stCondLst>
                                    <p:cond delay="0"/>
                                  </p:stCondLst>
                                  <p:childTnLst>
                                    <p:animMotion origin="layout" path="M 1.18422E-16 2.22222E-6 C -0.04089 0.00578 -0.07891 -0.0213 -0.08151 -0.06111 C -0.08646 -0.09259 -0.06719 -0.12084 -0.04245 -0.12454 C -0.01797 -0.12755 0.00586 -0.10486 0.00885 -0.07292 C 0.00924 -0.05695 0.00729 -0.0419 -0.00208 -0.03033 C -0.01172 -0.01389 -0.02969 -0.00278 -0.05104 -0.00023 C -0.0625 0.00116 -0.07409 2.22222E-6 -0.08451 -0.00347 C -0.10638 -0.01158 -0.12161 -0.03102 -0.12708 -0.05486 C -0.12878 -0.08357 -0.11185 -0.10926 -0.09036 -0.11181 C -0.06719 -0.11528 -0.04622 -0.09422 -0.04284 -0.06644 C -0.04154 -0.05139 -0.04453 -0.03843 -0.0513 -0.02732 C -0.06367 -0.01297 -0.07917 -0.00255 -0.09792 -0.00023 C -0.10742 0.00116 -0.11784 -0.00023 -0.12747 -0.00324 C -0.14635 -0.01088 -0.16198 -0.02778 -0.16432 -0.05 C -0.16732 -0.0757 -0.15091 -0.09861 -0.13424 -0.1007 C -0.11159 -0.10394 -0.09284 -0.08542 -0.08984 -0.05972 C -0.08815 -0.04676 -0.09036 -0.03449 -0.0974 -0.02477 C -0.10638 -0.01158 -0.12057 -0.00324 -0.13945 -0.0007 C -0.14701 0.00023 -0.15677 -0.0007 -0.16562 -0.00301 C -0.18229 -0.01019 -0.19687 -0.02547 -0.1987 -0.04514 C -0.2 -0.06852 -0.18737 -0.08866 -0.16901 -0.09074 C -0.15078 -0.09329 -0.13385 -0.07709 -0.13138 -0.05394 C -0.13099 -0.04236 -0.1362 -0.03079 -0.13867 -0.02292 C -0.14635 -0.01088 -0.16315 -0.00278 -0.17552 -0.00047 C -0.18424 0.00069 -0.19206 -0.00093 -0.19974 -0.00324 C -0.21771 -0.00903 -0.22773 -0.02315 -0.22839 -0.04074 C -0.23086 -0.06158 -0.22005 -0.08009 -0.20365 -0.08218 C -0.18724 -0.08472 -0.17201 -0.06945 -0.16888 -0.04884 C -0.1681 -0.03843 -0.17083 -0.02847 -0.17656 -0.02084 C -0.18229 -0.01019 -0.19544 -0.00255 -0.20885 -0.00093 C -0.21693 -0.00023 -0.22344 -0.0007 -0.23008 -0.00324 C -0.24531 -0.00857 -0.25586 -0.0206 -0.25833 -0.03658 C -0.25977 -0.05556 -0.24974 -0.07176 -0.23464 -0.07408 C -0.22018 -0.07639 -0.20612 -0.06297 -0.20365 -0.04375 C -0.20326 -0.03472 -0.20482 -0.02616 -0.20964 -0.01945 C -0.21576 -0.00972 -0.22734 -0.00278 -0.23997 -0.00139 C -0.24687 -0.00047 -0.25195 -0.00139 -0.25898 -0.00301 C -0.27214 -0.00787 -0.28099 -0.01922 -0.28268 -0.03357 C -0.28529 -0.05047 -0.2763 -0.06528 -0.26107 -0.06713 C -0.24961 -0.06852 -0.23659 -0.05718 -0.23529 -0.03982 C -0.23307 -0.03148 -0.23659 -0.02338 -0.23906 -0.0169 C -0.24531 -0.00857 -0.25508 -0.00255 -0.2668 -0.00093 C -0.2737 2.22222E-6 -0.27826 -0.00116 -0.28385 -0.00301 C -0.29544 -0.00741 -0.30443 -0.01783 -0.30638 -0.03009 C -0.30846 -0.04537 -0.29883 -0.05949 -0.28724 -0.06111 C -0.27383 -0.0625 -0.26419 -0.0507 -0.26172 -0.03681 C -0.26094 -0.02894 -0.26302 -0.0213 -0.26745 -0.01597 C -0.27214 -0.00787 -0.28008 -0.00255 -0.29154 -0.00139 C -0.29674 -0.00047 -0.30182 -0.00139 -0.30677 -0.00301 C -0.31706 -0.00672 -0.32539 -0.01597 -0.3263 -0.02778 C -0.32865 -0.04074 -0.31992 -0.05324 -0.30885 -0.05486 C -0.29935 -0.05625 -0.28867 -0.04653 -0.28763 -0.03241 C -0.2862 -0.02639 -0.28711 -0.01945 -0.29076 -0.01412 C -0.29701 -0.00718 -0.30495 -0.00255 -0.31289 -0.00139 C -0.31836 -0.00093 -0.32292 -0.00116 -0.32682 -0.00301 C -0.33646 -0.00648 -0.34349 -0.01459 -0.34583 -0.02523 C -0.34661 -0.03773 -0.33867 -0.04884 -0.33021 -0.04977 C -0.31979 -0.05093 -0.31042 -0.04375 -0.31016 -0.02963 C -0.30924 -0.02361 -0.31055 -0.01759 -0.31354 -0.01343 C -0.31706 -0.00672 -0.32487 -0.00278 -0.33307 -0.00185 C -0.3362 -0.00139 -0.3418 -0.00139 -0.34492 -0.00255 C -0.35456 -0.00579 -0.3599 -0.01366 -0.36224 -0.02246 C -0.36276 -0.03403 -0.3569 -0.04375 -0.34805 -0.04468 C -0.33854 -0.04607 -0.33125 -0.03797 -0.32982 -0.02778 C -0.32904 -0.02176 -0.33086 -0.01621 -0.33372 -0.01204 C -0.33646 -0.00648 -0.34297 -0.00278 -0.35143 -0.00162 C -0.35482 -0.00116 -0.35781 -0.00162 -0.36146 -0.00278 " pathEditMode="relative" rAng="5160000" ptsTypes="AAAAAAAAAAAAAAAAAAAAAAAAAAAAAAAAAAAAAAAAAAAAAAAAAAAAAAAAAAAAAAAAAAA">
                                      <p:cBhvr>
                                        <p:cTn id="98" dur="500" spd="-100000" fill="hold"/>
                                        <p:tgtEl>
                                          <p:spTgt spid="37"/>
                                        </p:tgtEl>
                                        <p:attrNameLst>
                                          <p:attrName>ppt_x</p:attrName>
                                          <p:attrName>ppt_y</p:attrName>
                                        </p:attrNameLst>
                                      </p:cBhvr>
                                      <p:rCtr x="-17643" y="-4306"/>
                                    </p:animMotion>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2"/>
                                        </p:tgtEl>
                                        <p:attrNameLst>
                                          <p:attrName>style.visibility</p:attrName>
                                        </p:attrNameLst>
                                      </p:cBhvr>
                                      <p:to>
                                        <p:strVal val="visible"/>
                                      </p:to>
                                    </p:set>
                                    <p:animEffect transition="in" filter="fade">
                                      <p:cBhvr>
                                        <p:cTn id="103" dur="250"/>
                                        <p:tgtEl>
                                          <p:spTgt spid="2"/>
                                        </p:tgtEl>
                                      </p:cBhvr>
                                    </p:animEffect>
                                  </p:childTnLst>
                                </p:cTn>
                              </p:par>
                              <p:par>
                                <p:cTn id="104" presetID="10" presetClass="exit" presetSubtype="0" fill="hold" grpId="1" nodeType="withEffect">
                                  <p:stCondLst>
                                    <p:cond delay="0"/>
                                  </p:stCondLst>
                                  <p:childTnLst>
                                    <p:animEffect transition="out" filter="fade">
                                      <p:cBhvr>
                                        <p:cTn id="105" dur="250"/>
                                        <p:tgtEl>
                                          <p:spTgt spid="13"/>
                                        </p:tgtEl>
                                      </p:cBhvr>
                                    </p:animEffect>
                                    <p:set>
                                      <p:cBhvr>
                                        <p:cTn id="106" dur="1" fill="hold">
                                          <p:stCondLst>
                                            <p:cond delay="249"/>
                                          </p:stCondLst>
                                        </p:cTn>
                                        <p:tgtEl>
                                          <p:spTgt spid="13"/>
                                        </p:tgtEl>
                                        <p:attrNameLst>
                                          <p:attrName>style.visibility</p:attrName>
                                        </p:attrNameLst>
                                      </p:cBhvr>
                                      <p:to>
                                        <p:strVal val="hidden"/>
                                      </p:to>
                                    </p:set>
                                  </p:childTnLst>
                                </p:cTn>
                              </p:par>
                              <p:par>
                                <p:cTn id="107" presetID="10" presetClass="entr" presetSubtype="0" fill="hold" grpId="0" nodeType="withEffect">
                                  <p:stCondLst>
                                    <p:cond delay="0"/>
                                  </p:stCondLst>
                                  <p:childTnLst>
                                    <p:set>
                                      <p:cBhvr>
                                        <p:cTn id="108" dur="1" fill="hold">
                                          <p:stCondLst>
                                            <p:cond delay="0"/>
                                          </p:stCondLst>
                                        </p:cTn>
                                        <p:tgtEl>
                                          <p:spTgt spid="14"/>
                                        </p:tgtEl>
                                        <p:attrNameLst>
                                          <p:attrName>style.visibility</p:attrName>
                                        </p:attrNameLst>
                                      </p:cBhvr>
                                      <p:to>
                                        <p:strVal val="visible"/>
                                      </p:to>
                                    </p:set>
                                    <p:animEffect transition="in" filter="fade">
                                      <p:cBhvr>
                                        <p:cTn id="10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1" grpId="1"/>
      <p:bldP spid="12" grpId="0"/>
      <p:bldP spid="12" grpId="1"/>
      <p:bldP spid="13" grpId="0"/>
      <p:bldP spid="13" grpId="1"/>
      <p:bldP spid="14" grpId="0"/>
    </p:bldLst>
  </p:timing>
</p:sld>
</file>

<file path=ppt/slides/slide113.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8D3535F5-9FA6-2B05-1CB1-375665BC743B}"/>
            </a:ext>
          </a:extLst>
        </p:cNvPr>
        <p:cNvGrpSpPr/>
        <p:nvPr/>
      </p:nvGrpSpPr>
      <p:grpSpPr>
        <a:xfrm>
          <a:off x="0" y="0"/>
          <a:ext cx="0" cy="0"/>
          <a:chOff x="0" y="0"/>
          <a:chExt cx="0" cy="0"/>
        </a:xfrm>
      </p:grpSpPr>
      <p:pic>
        <p:nvPicPr>
          <p:cNvPr id="16" name="図 15">
            <a:extLst>
              <a:ext uri="{FF2B5EF4-FFF2-40B4-BE49-F238E27FC236}">
                <a16:creationId xmlns:a16="http://schemas.microsoft.com/office/drawing/2014/main" id="{3ACFCD62-A6AF-C4D2-E30E-56B9DCA357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9311" y="1360496"/>
            <a:ext cx="4560961" cy="4137007"/>
          </a:xfrm>
          <a:prstGeom prst="rect">
            <a:avLst/>
          </a:prstGeom>
        </p:spPr>
      </p:pic>
      <p:grpSp>
        <p:nvGrpSpPr>
          <p:cNvPr id="30" name="グループ化 29">
            <a:extLst>
              <a:ext uri="{FF2B5EF4-FFF2-40B4-BE49-F238E27FC236}">
                <a16:creationId xmlns:a16="http://schemas.microsoft.com/office/drawing/2014/main" id="{60E2285A-1D61-8895-0196-7F64B0E6433F}"/>
              </a:ext>
            </a:extLst>
          </p:cNvPr>
          <p:cNvGrpSpPr/>
          <p:nvPr/>
        </p:nvGrpSpPr>
        <p:grpSpPr>
          <a:xfrm>
            <a:off x="8627147" y="974991"/>
            <a:ext cx="1190920" cy="1529862"/>
            <a:chOff x="1063284" y="1905266"/>
            <a:chExt cx="2372751" cy="1839427"/>
          </a:xfrm>
        </p:grpSpPr>
        <p:sp>
          <p:nvSpPr>
            <p:cNvPr id="31" name="四角形: 上の 2 つの角を丸める 30">
              <a:extLst>
                <a:ext uri="{FF2B5EF4-FFF2-40B4-BE49-F238E27FC236}">
                  <a16:creationId xmlns:a16="http://schemas.microsoft.com/office/drawing/2014/main" id="{A1113C4D-7737-367B-5558-315047628125}"/>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上の 2 つの角を丸める 31">
              <a:extLst>
                <a:ext uri="{FF2B5EF4-FFF2-40B4-BE49-F238E27FC236}">
                  <a16:creationId xmlns:a16="http://schemas.microsoft.com/office/drawing/2014/main" id="{402B6DBB-0C98-D694-CED8-AA1E30F396D3}"/>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9" name="図 18">
            <a:extLst>
              <a:ext uri="{FF2B5EF4-FFF2-40B4-BE49-F238E27FC236}">
                <a16:creationId xmlns:a16="http://schemas.microsoft.com/office/drawing/2014/main" id="{2D9C3BF0-3E40-EFBD-5A58-2EDBF4C03076}"/>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1541848"/>
            <a:ext cx="890462" cy="945323"/>
          </a:xfrm>
          <a:prstGeom prst="rect">
            <a:avLst/>
          </a:prstGeom>
        </p:spPr>
      </p:pic>
      <p:sp>
        <p:nvSpPr>
          <p:cNvPr id="26" name="楕円 25">
            <a:extLst>
              <a:ext uri="{FF2B5EF4-FFF2-40B4-BE49-F238E27FC236}">
                <a16:creationId xmlns:a16="http://schemas.microsoft.com/office/drawing/2014/main" id="{A5F63476-F431-8324-AF40-D8602D3A8359}"/>
              </a:ext>
            </a:extLst>
          </p:cNvPr>
          <p:cNvSpPr/>
          <p:nvPr/>
        </p:nvSpPr>
        <p:spPr>
          <a:xfrm>
            <a:off x="8726629" y="101176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8" name="テキスト ボックス 27">
            <a:extLst>
              <a:ext uri="{FF2B5EF4-FFF2-40B4-BE49-F238E27FC236}">
                <a16:creationId xmlns:a16="http://schemas.microsoft.com/office/drawing/2014/main" id="{11530306-0500-4BC4-617F-59178E507AB0}"/>
              </a:ext>
            </a:extLst>
          </p:cNvPr>
          <p:cNvSpPr txBox="1"/>
          <p:nvPr/>
        </p:nvSpPr>
        <p:spPr>
          <a:xfrm>
            <a:off x="9162493" y="103885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CE136FA5-6465-F294-93D4-853AC42FD1AC}"/>
              </a:ext>
            </a:extLst>
          </p:cNvPr>
          <p:cNvGrpSpPr/>
          <p:nvPr/>
        </p:nvGrpSpPr>
        <p:grpSpPr>
          <a:xfrm>
            <a:off x="8627147" y="4353147"/>
            <a:ext cx="1190920" cy="1529862"/>
            <a:chOff x="8627147" y="4353147"/>
            <a:chExt cx="1190920" cy="1529862"/>
          </a:xfrm>
        </p:grpSpPr>
        <p:grpSp>
          <p:nvGrpSpPr>
            <p:cNvPr id="62" name="グループ化 61">
              <a:extLst>
                <a:ext uri="{FF2B5EF4-FFF2-40B4-BE49-F238E27FC236}">
                  <a16:creationId xmlns:a16="http://schemas.microsoft.com/office/drawing/2014/main" id="{01527203-FD38-4558-CB08-4B755A0B01C8}"/>
                </a:ext>
              </a:extLst>
            </p:cNvPr>
            <p:cNvGrpSpPr/>
            <p:nvPr/>
          </p:nvGrpSpPr>
          <p:grpSpPr>
            <a:xfrm>
              <a:off x="8627147" y="4353147"/>
              <a:ext cx="1190920" cy="1529862"/>
              <a:chOff x="1063284" y="1905266"/>
              <a:chExt cx="2372751" cy="1839427"/>
            </a:xfrm>
          </p:grpSpPr>
          <p:sp>
            <p:nvSpPr>
              <p:cNvPr id="70" name="四角形: 上の 2 つの角を丸める 69">
                <a:extLst>
                  <a:ext uri="{FF2B5EF4-FFF2-40B4-BE49-F238E27FC236}">
                    <a16:creationId xmlns:a16="http://schemas.microsoft.com/office/drawing/2014/main" id="{418ECAF6-685E-7369-6E11-E902268CA81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上の 2 つの角を丸める 71">
                <a:extLst>
                  <a:ext uri="{FF2B5EF4-FFF2-40B4-BE49-F238E27FC236}">
                    <a16:creationId xmlns:a16="http://schemas.microsoft.com/office/drawing/2014/main" id="{3DE7F63B-4F9C-F657-2D6B-8DAD2958AE4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81DA60D4-DCB9-EF67-6EED-1DCA0BDDD3B1}"/>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66" name="楕円 65">
              <a:extLst>
                <a:ext uri="{FF2B5EF4-FFF2-40B4-BE49-F238E27FC236}">
                  <a16:creationId xmlns:a16="http://schemas.microsoft.com/office/drawing/2014/main" id="{A33B8BBB-6441-A7BC-04BF-7A8CE96DE829}"/>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7" name="テキスト ボックス 66">
              <a:extLst>
                <a:ext uri="{FF2B5EF4-FFF2-40B4-BE49-F238E27FC236}">
                  <a16:creationId xmlns:a16="http://schemas.microsoft.com/office/drawing/2014/main" id="{9495CB99-8CBE-24C3-8801-A21165899E1C}"/>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BDB96FA4-F194-75E2-F6C8-6F4F22912F52}"/>
              </a:ext>
            </a:extLst>
          </p:cNvPr>
          <p:cNvGrpSpPr/>
          <p:nvPr/>
        </p:nvGrpSpPr>
        <p:grpSpPr>
          <a:xfrm>
            <a:off x="8627147" y="2664069"/>
            <a:ext cx="1190920" cy="1529862"/>
            <a:chOff x="1063284" y="1905266"/>
            <a:chExt cx="2372751" cy="1839427"/>
          </a:xfrm>
        </p:grpSpPr>
        <p:sp>
          <p:nvSpPr>
            <p:cNvPr id="48" name="四角形: 上の 2 つの角を丸める 47">
              <a:extLst>
                <a:ext uri="{FF2B5EF4-FFF2-40B4-BE49-F238E27FC236}">
                  <a16:creationId xmlns:a16="http://schemas.microsoft.com/office/drawing/2014/main" id="{FDF63886-FE7C-B90B-4369-CCF1A06ABEF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丸める 50">
              <a:extLst>
                <a:ext uri="{FF2B5EF4-FFF2-40B4-BE49-F238E27FC236}">
                  <a16:creationId xmlns:a16="http://schemas.microsoft.com/office/drawing/2014/main" id="{17479C0C-AE89-0E7A-8C73-163CEB6EBD9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7" name="図 36">
            <a:extLst>
              <a:ext uri="{FF2B5EF4-FFF2-40B4-BE49-F238E27FC236}">
                <a16:creationId xmlns:a16="http://schemas.microsoft.com/office/drawing/2014/main" id="{5391443A-2E1A-7818-F0B6-4311C1E21506}"/>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3230926"/>
            <a:ext cx="890462" cy="945323"/>
          </a:xfrm>
          <a:prstGeom prst="rect">
            <a:avLst/>
          </a:prstGeom>
        </p:spPr>
      </p:pic>
      <p:sp>
        <p:nvSpPr>
          <p:cNvPr id="40" name="楕円 39">
            <a:extLst>
              <a:ext uri="{FF2B5EF4-FFF2-40B4-BE49-F238E27FC236}">
                <a16:creationId xmlns:a16="http://schemas.microsoft.com/office/drawing/2014/main" id="{CE14D6A2-5866-3B6C-411F-1FF905D7016B}"/>
              </a:ext>
            </a:extLst>
          </p:cNvPr>
          <p:cNvSpPr/>
          <p:nvPr/>
        </p:nvSpPr>
        <p:spPr>
          <a:xfrm>
            <a:off x="8726629" y="270084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 name="テキスト ボックス 28">
            <a:extLst>
              <a:ext uri="{FF2B5EF4-FFF2-40B4-BE49-F238E27FC236}">
                <a16:creationId xmlns:a16="http://schemas.microsoft.com/office/drawing/2014/main" id="{6703ED97-3B9F-5C37-C5A0-B100FEED022A}"/>
              </a:ext>
            </a:extLst>
          </p:cNvPr>
          <p:cNvSpPr txBox="1"/>
          <p:nvPr/>
        </p:nvSpPr>
        <p:spPr>
          <a:xfrm>
            <a:off x="9226692" y="2723998"/>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A4564B2D-0AFF-0D61-18A6-9C6337BDD40B}"/>
              </a:ext>
            </a:extLst>
          </p:cNvPr>
          <p:cNvGrpSpPr/>
          <p:nvPr/>
        </p:nvGrpSpPr>
        <p:grpSpPr>
          <a:xfrm>
            <a:off x="8080015" y="2124225"/>
            <a:ext cx="697363" cy="380628"/>
            <a:chOff x="8786677" y="2124225"/>
            <a:chExt cx="697363" cy="380628"/>
          </a:xfrm>
        </p:grpSpPr>
        <p:sp>
          <p:nvSpPr>
            <p:cNvPr id="89" name="四角形: 上の 2 つの角を丸める 88">
              <a:extLst>
                <a:ext uri="{FF2B5EF4-FFF2-40B4-BE49-F238E27FC236}">
                  <a16:creationId xmlns:a16="http://schemas.microsoft.com/office/drawing/2014/main" id="{A2842545-E669-6BFF-8DDB-5A701E0636C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テキスト ボックス 113">
              <a:extLst>
                <a:ext uri="{FF2B5EF4-FFF2-40B4-BE49-F238E27FC236}">
                  <a16:creationId xmlns:a16="http://schemas.microsoft.com/office/drawing/2014/main" id="{F27E7DC0-19F9-09DC-4B2E-88410841BA59}"/>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6" name="グループ化 115">
            <a:extLst>
              <a:ext uri="{FF2B5EF4-FFF2-40B4-BE49-F238E27FC236}">
                <a16:creationId xmlns:a16="http://schemas.microsoft.com/office/drawing/2014/main" id="{68BB3178-4C2F-A254-3C27-5C2891856DDF}"/>
              </a:ext>
            </a:extLst>
          </p:cNvPr>
          <p:cNvGrpSpPr/>
          <p:nvPr/>
        </p:nvGrpSpPr>
        <p:grpSpPr>
          <a:xfrm>
            <a:off x="8080015" y="3813303"/>
            <a:ext cx="697363" cy="380628"/>
            <a:chOff x="8786677" y="2124225"/>
            <a:chExt cx="697363" cy="380628"/>
          </a:xfrm>
        </p:grpSpPr>
        <p:sp>
          <p:nvSpPr>
            <p:cNvPr id="117" name="四角形: 上の 2 つの角を丸める 116">
              <a:extLst>
                <a:ext uri="{FF2B5EF4-FFF2-40B4-BE49-F238E27FC236}">
                  <a16:creationId xmlns:a16="http://schemas.microsoft.com/office/drawing/2014/main" id="{C717D248-7912-7F2A-60D5-6C23C1625FD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B492D2CB-CD29-431A-F5B3-783567B20AA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9" name="グループ化 118">
            <a:extLst>
              <a:ext uri="{FF2B5EF4-FFF2-40B4-BE49-F238E27FC236}">
                <a16:creationId xmlns:a16="http://schemas.microsoft.com/office/drawing/2014/main" id="{8F05311B-8AAD-9172-46AF-1E779B0B750C}"/>
              </a:ext>
            </a:extLst>
          </p:cNvPr>
          <p:cNvGrpSpPr/>
          <p:nvPr/>
        </p:nvGrpSpPr>
        <p:grpSpPr>
          <a:xfrm>
            <a:off x="8080015" y="5502381"/>
            <a:ext cx="697363" cy="380628"/>
            <a:chOff x="8786677" y="2124225"/>
            <a:chExt cx="697363" cy="380628"/>
          </a:xfrm>
        </p:grpSpPr>
        <p:sp>
          <p:nvSpPr>
            <p:cNvPr id="120" name="四角形: 上の 2 つの角を丸める 119">
              <a:extLst>
                <a:ext uri="{FF2B5EF4-FFF2-40B4-BE49-F238E27FC236}">
                  <a16:creationId xmlns:a16="http://schemas.microsoft.com/office/drawing/2014/main" id="{545709C6-7DB1-B1F2-72A5-08B93598CE2F}"/>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テキスト ボックス 120">
              <a:extLst>
                <a:ext uri="{FF2B5EF4-FFF2-40B4-BE49-F238E27FC236}">
                  <a16:creationId xmlns:a16="http://schemas.microsoft.com/office/drawing/2014/main" id="{D158AD97-7A77-F72F-BCC4-679EE163DFD3}"/>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2" name="グループ化 121">
            <a:extLst>
              <a:ext uri="{FF2B5EF4-FFF2-40B4-BE49-F238E27FC236}">
                <a16:creationId xmlns:a16="http://schemas.microsoft.com/office/drawing/2014/main" id="{83F61142-9043-E4FE-B33B-A66D5E8481F0}"/>
              </a:ext>
            </a:extLst>
          </p:cNvPr>
          <p:cNvGrpSpPr/>
          <p:nvPr/>
        </p:nvGrpSpPr>
        <p:grpSpPr>
          <a:xfrm>
            <a:off x="8080015" y="2124225"/>
            <a:ext cx="697363" cy="380628"/>
            <a:chOff x="8786677" y="2124225"/>
            <a:chExt cx="697363" cy="380628"/>
          </a:xfrm>
        </p:grpSpPr>
        <p:sp>
          <p:nvSpPr>
            <p:cNvPr id="123" name="四角形: 上の 2 つの角を丸める 122">
              <a:extLst>
                <a:ext uri="{FF2B5EF4-FFF2-40B4-BE49-F238E27FC236}">
                  <a16:creationId xmlns:a16="http://schemas.microsoft.com/office/drawing/2014/main" id="{9F3A2EE6-8F27-7864-D67A-A3F8E667D151}"/>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テキスト ボックス 123">
              <a:extLst>
                <a:ext uri="{FF2B5EF4-FFF2-40B4-BE49-F238E27FC236}">
                  <a16:creationId xmlns:a16="http://schemas.microsoft.com/office/drawing/2014/main" id="{4836995E-6E61-0834-138B-9A01322984C8}"/>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1EA8C645-E837-E202-C741-BF9F9ABCFC1D}"/>
              </a:ext>
            </a:extLst>
          </p:cNvPr>
          <p:cNvGrpSpPr/>
          <p:nvPr/>
        </p:nvGrpSpPr>
        <p:grpSpPr>
          <a:xfrm>
            <a:off x="8080015" y="3813303"/>
            <a:ext cx="697363" cy="380628"/>
            <a:chOff x="8786677" y="2124225"/>
            <a:chExt cx="697363" cy="380628"/>
          </a:xfrm>
        </p:grpSpPr>
        <p:sp>
          <p:nvSpPr>
            <p:cNvPr id="3" name="四角形: 上の 2 つの角を丸める 2">
              <a:extLst>
                <a:ext uri="{FF2B5EF4-FFF2-40B4-BE49-F238E27FC236}">
                  <a16:creationId xmlns:a16="http://schemas.microsoft.com/office/drawing/2014/main" id="{E5F45FC1-40E8-00EB-992D-D63FBBA47CE5}"/>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823DFBE5-3AA1-49EA-12D0-40A28E04A49E}"/>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8AFDEC67-DE3F-8222-6684-D23C6364B60E}"/>
              </a:ext>
            </a:extLst>
          </p:cNvPr>
          <p:cNvGrpSpPr/>
          <p:nvPr/>
        </p:nvGrpSpPr>
        <p:grpSpPr>
          <a:xfrm>
            <a:off x="8080015" y="5502381"/>
            <a:ext cx="697363" cy="380628"/>
            <a:chOff x="8786677" y="2124225"/>
            <a:chExt cx="697363" cy="380628"/>
          </a:xfrm>
        </p:grpSpPr>
        <p:sp>
          <p:nvSpPr>
            <p:cNvPr id="6" name="四角形: 上の 2 つの角を丸める 5">
              <a:extLst>
                <a:ext uri="{FF2B5EF4-FFF2-40B4-BE49-F238E27FC236}">
                  <a16:creationId xmlns:a16="http://schemas.microsoft.com/office/drawing/2014/main" id="{8A5A8782-5A4C-AB7B-781D-FC731DDB356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5527F1C5-3C52-6438-3256-BD44D3ADC297}"/>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9" name="フローチャート: 論理積ゲート 8">
            <a:extLst>
              <a:ext uri="{FF2B5EF4-FFF2-40B4-BE49-F238E27FC236}">
                <a16:creationId xmlns:a16="http://schemas.microsoft.com/office/drawing/2014/main" id="{4FED2394-5A89-E623-3D28-A056D53C60AE}"/>
              </a:ext>
            </a:extLst>
          </p:cNvPr>
          <p:cNvSpPr/>
          <p:nvPr/>
        </p:nvSpPr>
        <p:spPr>
          <a:xfrm>
            <a:off x="3829669" y="4227332"/>
            <a:ext cx="14074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進む</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9D409008-40EA-D7BA-6E55-91B3D921DDB9}"/>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3</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4085718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1000" fill="hold"/>
                                        <p:tgtEl>
                                          <p:spTgt spid="16"/>
                                        </p:tgtEl>
                                        <p:attrNameLst>
                                          <p:attrName>ppt_w</p:attrName>
                                        </p:attrNameLst>
                                      </p:cBhvr>
                                      <p:tavLst>
                                        <p:tav tm="0">
                                          <p:val>
                                            <p:fltVal val="0"/>
                                          </p:val>
                                        </p:tav>
                                        <p:tav tm="100000">
                                          <p:val>
                                            <p:strVal val="#ppt_w"/>
                                          </p:val>
                                        </p:tav>
                                      </p:tavLst>
                                    </p:anim>
                                    <p:anim calcmode="lin" valueType="num">
                                      <p:cBhvr>
                                        <p:cTn id="8" dur="1000" fill="hold"/>
                                        <p:tgtEl>
                                          <p:spTgt spid="16"/>
                                        </p:tgtEl>
                                        <p:attrNameLst>
                                          <p:attrName>ppt_h</p:attrName>
                                        </p:attrNameLst>
                                      </p:cBhvr>
                                      <p:tavLst>
                                        <p:tav tm="0">
                                          <p:val>
                                            <p:fltVal val="0"/>
                                          </p:val>
                                        </p:tav>
                                        <p:tav tm="100000">
                                          <p:val>
                                            <p:strVal val="#ppt_h"/>
                                          </p:val>
                                        </p:tav>
                                      </p:tavLst>
                                    </p:anim>
                                    <p:anim calcmode="lin" valueType="num">
                                      <p:cBhvr>
                                        <p:cTn id="9" dur="1000" fill="hold"/>
                                        <p:tgtEl>
                                          <p:spTgt spid="16"/>
                                        </p:tgtEl>
                                        <p:attrNameLst>
                                          <p:attrName>style.rotation</p:attrName>
                                        </p:attrNameLst>
                                      </p:cBhvr>
                                      <p:tavLst>
                                        <p:tav tm="0">
                                          <p:val>
                                            <p:fltVal val="90"/>
                                          </p:val>
                                        </p:tav>
                                        <p:tav tm="100000">
                                          <p:val>
                                            <p:fltVal val="0"/>
                                          </p:val>
                                        </p:tav>
                                      </p:tavLst>
                                    </p:anim>
                                    <p:animEffect transition="in" filter="fade">
                                      <p:cBhvr>
                                        <p:cTn id="10" dur="1000"/>
                                        <p:tgtEl>
                                          <p:spTgt spid="16"/>
                                        </p:tgtEl>
                                      </p:cBhvr>
                                    </p:animEffect>
                                  </p:childTnLst>
                                </p:cTn>
                              </p:par>
                              <p:par>
                                <p:cTn id="11" presetID="35" presetClass="path" presetSubtype="0" accel="50000" decel="50000" fill="hold" nodeType="withEffect">
                                  <p:stCondLst>
                                    <p:cond delay="0"/>
                                  </p:stCondLst>
                                  <p:childTnLst>
                                    <p:animMotion origin="layout" path="M 0 0 L -0.12943 0 " pathEditMode="relative" rAng="0" ptsTypes="AA">
                                      <p:cBhvr>
                                        <p:cTn id="12" dur="2000" fill="hold"/>
                                        <p:tgtEl>
                                          <p:spTgt spid="16"/>
                                        </p:tgtEl>
                                        <p:attrNameLst>
                                          <p:attrName>ppt_x</p:attrName>
                                          <p:attrName>ppt_y</p:attrName>
                                        </p:attrNameLst>
                                      </p:cBhvr>
                                      <p:rCtr x="-6471" y="0"/>
                                    </p:animMotion>
                                  </p:childTnLst>
                                </p:cTn>
                              </p:par>
                            </p:childTnLst>
                          </p:cTn>
                        </p:par>
                      </p:childTnLst>
                    </p:cTn>
                  </p:par>
                  <p:par>
                    <p:cTn id="13" fill="hold">
                      <p:stCondLst>
                        <p:cond delay="indefinite"/>
                      </p:stCondLst>
                      <p:childTnLst>
                        <p:par>
                          <p:cTn id="14" fill="hold">
                            <p:stCondLst>
                              <p:cond delay="0"/>
                            </p:stCondLst>
                            <p:childTnLst>
                              <p:par>
                                <p:cTn id="15" presetID="8" presetClass="emph" presetSubtype="0" fill="hold" nodeType="clickEffect">
                                  <p:stCondLst>
                                    <p:cond delay="500"/>
                                  </p:stCondLst>
                                  <p:childTnLst>
                                    <p:animRot by="21600000">
                                      <p:cBhvr>
                                        <p:cTn id="16" dur="1000" fill="hold"/>
                                        <p:tgtEl>
                                          <p:spTgt spid="16"/>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8" presetClass="emph" presetSubtype="0" fill="hold" nodeType="clickEffect">
                                  <p:stCondLst>
                                    <p:cond delay="0"/>
                                  </p:stCondLst>
                                  <p:childTnLst>
                                    <p:animRot by="43200000">
                                      <p:cBhvr>
                                        <p:cTn id="20" dur="1000" fill="hold"/>
                                        <p:tgtEl>
                                          <p:spTgt spid="16"/>
                                        </p:tgtEl>
                                        <p:attrNameLst>
                                          <p:attrName>r</p:attrName>
                                        </p:attrNameLst>
                                      </p:cBhvr>
                                    </p:animRot>
                                  </p:childTnLst>
                                </p:cTn>
                              </p:par>
                            </p:childTnLst>
                          </p:cTn>
                        </p:par>
                      </p:childTnLst>
                    </p:cTn>
                  </p:par>
                  <p:par>
                    <p:cTn id="21" fill="hold">
                      <p:stCondLst>
                        <p:cond delay="indefinite"/>
                      </p:stCondLst>
                      <p:childTnLst>
                        <p:par>
                          <p:cTn id="22" fill="hold">
                            <p:stCondLst>
                              <p:cond delay="0"/>
                            </p:stCondLst>
                            <p:childTnLst>
                              <p:par>
                                <p:cTn id="23" presetID="8" presetClass="emph" presetSubtype="0" fill="hold" nodeType="clickEffect">
                                  <p:stCondLst>
                                    <p:cond delay="0"/>
                                  </p:stCondLst>
                                  <p:childTnLst>
                                    <p:animRot by="43200000">
                                      <p:cBhvr>
                                        <p:cTn id="24" dur="750" fill="hold"/>
                                        <p:tgtEl>
                                          <p:spTgt spid="16"/>
                                        </p:tgtEl>
                                        <p:attrNameLst>
                                          <p:attrName>r</p:attrName>
                                        </p:attrNameLst>
                                      </p:cBhvr>
                                    </p:animRot>
                                  </p:childTnLst>
                                </p:cTn>
                              </p:par>
                            </p:childTnLst>
                          </p:cTn>
                        </p:par>
                      </p:childTnLst>
                    </p:cTn>
                  </p:par>
                  <p:par>
                    <p:cTn id="25" fill="hold">
                      <p:stCondLst>
                        <p:cond delay="indefinite"/>
                      </p:stCondLst>
                      <p:childTnLst>
                        <p:par>
                          <p:cTn id="26" fill="hold">
                            <p:stCondLst>
                              <p:cond delay="0"/>
                            </p:stCondLst>
                            <p:childTnLst>
                              <p:par>
                                <p:cTn id="27" presetID="8" presetClass="emph" presetSubtype="0" fill="hold" nodeType="clickEffect">
                                  <p:stCondLst>
                                    <p:cond delay="0"/>
                                  </p:stCondLst>
                                  <p:childTnLst>
                                    <p:animRot by="43200000">
                                      <p:cBhvr>
                                        <p:cTn id="28" dur="500" fill="hold"/>
                                        <p:tgtEl>
                                          <p:spTgt spid="16"/>
                                        </p:tgtEl>
                                        <p:attrNameLst>
                                          <p:attrName>r</p:attrName>
                                        </p:attrNameLst>
                                      </p:cBhvr>
                                    </p:animRot>
                                  </p:childTnLst>
                                </p:cTn>
                              </p:par>
                            </p:childTnLst>
                          </p:cTn>
                        </p:par>
                      </p:childTnLst>
                    </p:cTn>
                  </p:par>
                  <p:par>
                    <p:cTn id="29" fill="hold">
                      <p:stCondLst>
                        <p:cond delay="indefinite"/>
                      </p:stCondLst>
                      <p:childTnLst>
                        <p:par>
                          <p:cTn id="30" fill="hold">
                            <p:stCondLst>
                              <p:cond delay="0"/>
                            </p:stCondLst>
                            <p:childTnLst>
                              <p:par>
                                <p:cTn id="31" presetID="8" presetClass="emph" presetSubtype="0" fill="hold" nodeType="clickEffect">
                                  <p:stCondLst>
                                    <p:cond delay="0"/>
                                  </p:stCondLst>
                                  <p:childTnLst>
                                    <p:animRot by="43200000">
                                      <p:cBhvr>
                                        <p:cTn id="32" dur="250" fill="hold"/>
                                        <p:tgtEl>
                                          <p:spTgt spid="16"/>
                                        </p:tgtEl>
                                        <p:attrNameLst>
                                          <p:attrName>r</p:attrName>
                                        </p:attrNameLst>
                                      </p:cBhvr>
                                    </p:animRot>
                                  </p:childTnLst>
                                </p:cTn>
                              </p:par>
                            </p:childTnLst>
                          </p:cTn>
                        </p:par>
                      </p:childTnLst>
                    </p:cTn>
                  </p:par>
                  <p:par>
                    <p:cTn id="33" fill="hold">
                      <p:stCondLst>
                        <p:cond delay="indefinite"/>
                      </p:stCondLst>
                      <p:childTnLst>
                        <p:par>
                          <p:cTn id="34" fill="hold">
                            <p:stCondLst>
                              <p:cond delay="0"/>
                            </p:stCondLst>
                            <p:childTnLst>
                              <p:par>
                                <p:cTn id="35" presetID="26" presetClass="emph" presetSubtype="0" fill="hold" nodeType="clickEffect">
                                  <p:stCondLst>
                                    <p:cond delay="0"/>
                                  </p:stCondLst>
                                  <p:childTnLst>
                                    <p:animEffect transition="out" filter="fade">
                                      <p:cBhvr>
                                        <p:cTn id="36" dur="250" tmFilter="0, 0; .2, .5; .8, .5; 1, 0"/>
                                        <p:tgtEl>
                                          <p:spTgt spid="16"/>
                                        </p:tgtEl>
                                      </p:cBhvr>
                                    </p:animEffect>
                                    <p:animScale>
                                      <p:cBhvr>
                                        <p:cTn id="37" dur="125" autoRev="1" fill="hold"/>
                                        <p:tgtEl>
                                          <p:spTgt spid="16"/>
                                        </p:tgtEl>
                                      </p:cBhvr>
                                      <p:by x="105000" y="105000"/>
                                    </p:animScale>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250"/>
                                        <p:tgtEl>
                                          <p:spTgt spid="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250"/>
                                        <p:tgtEl>
                                          <p:spTgt spid="19"/>
                                        </p:tgtEl>
                                      </p:cBhvr>
                                    </p:animEffect>
                                  </p:childTnLst>
                                </p:cTn>
                              </p:par>
                              <p:par>
                                <p:cTn id="51" presetID="52" presetClass="path" presetSubtype="0" accel="50000" decel="50000" fill="hold" nodeType="withEffect">
                                  <p:stCondLst>
                                    <p:cond delay="0"/>
                                  </p:stCondLst>
                                  <p:childTnLst>
                                    <p:animMotion origin="layout" path="M 0.00039 -0.00208 C -0.04401 0.0287 -0.0901 0.00833 -0.1043 -0.04769 C -0.11823 -0.09028 -0.10495 -0.14097 -0.07982 -0.15949 C -0.05365 -0.17662 -0.02109 -0.15787 -0.00924 -0.11296 C -0.00534 -0.08843 -0.00365 -0.06736 -0.01016 -0.04699 C -0.01667 -0.01574 -0.03242 0.00949 -0.05586 0.02292 C -0.0681 0.03264 -0.08086 0.03819 -0.09193 0.03727 C -0.11758 0.0375 -0.13997 0.01782 -0.15039 -0.01574 C -0.1612 -0.05463 -0.14935 -0.1 -0.12747 -0.11551 C -0.10339 -0.1331 -0.07643 -0.11296 -0.06406 -0.07523 C -0.05924 -0.05417 -0.05807 -0.0331 -0.06263 -0.0169 C -0.06979 0.01134 -0.08646 0.03681 -0.10651 0.04954 C -0.11667 0.05671 -0.12747 0.05972 -0.13893 0.06088 C -0.16237 0.05856 -0.18203 0.04398 -0.19154 0.01366 C -0.20234 -0.02477 -0.18958 -0.06389 -0.17096 -0.07731 C -0.14831 -0.09329 -0.12357 -0.07824 -0.11393 -0.0412 C -0.10833 -0.02361 -0.10846 -0.00278 -0.11289 0.01273 C -0.11758 0.0375 -0.13216 0.05833 -0.15195 0.07037 C -0.16055 0.07685 -0.17031 0.08218 -0.18021 0.08148 C -0.19974 0.08009 -0.22109 0.06366 -0.22682 0.03912 C -0.23398 0.00532 -0.22669 -0.02986 -0.20716 -0.04421 C -0.18763 -0.05579 -0.16497 -0.04259 -0.15586 -0.01065 C -0.15299 0.00787 -0.15417 0.02454 -0.15573 0.03866 C -0.16237 0.05856 -0.17409 0.0794 -0.1901 0.09005 C -0.19974 0.09676 -0.20911 0.09954 -0.2168 0.09745 C -0.23633 0.10069 -0.2526 0.08565 -0.25885 0.05903 C -0.26602 0.03264 -0.2595 0.00046 -0.24193 -0.01181 C -0.22617 -0.02731 -0.20365 -0.01088 -0.19544 0.01713 C -0.19258 0.03264 -0.1918 0.04699 -0.19687 0.06157 C -0.19974 0.08009 -0.2125 0.09931 -0.22604 0.10764 C -0.2349 0.11296 -0.2418 0.11597 -0.25117 0.11528 C -0.26784 0.11597 -0.28216 0.10509 -0.28932 0.08241 C -0.29505 0.05532 -0.2888 0.02685 -0.2737 0.01551 C -0.25807 0.00579 -0.23932 0.0169 -0.23164 0.04259 C -0.22956 0.05764 -0.2293 0.0706 -0.23177 0.0831 C -0.2362 0.09907 -0.24609 0.11528 -0.2599 0.12361 C -0.26784 0.12963 -0.27318 0.13125 -0.2806 0.13125 C -0.29596 0.13171 -0.30872 0.11944 -0.31432 0.10023 C -0.322 0.07731 -0.31641 0.05139 -0.30013 0.04028 C -0.28841 0.03171 -0.27018 0.04213 -0.26471 0.06597 C -0.2612 0.07731 -0.26107 0.09005 -0.26276 0.10023 C -0.26784 0.11597 -0.27682 0.13056 -0.2888 0.13912 C -0.29609 0.14306 -0.30143 0.14398 -0.30729 0.14514 C -0.32214 0.1456 -0.33385 0.13472 -0.33906 0.11759 C -0.34661 0.09745 -0.3388 0.07292 -0.32786 0.06481 C -0.31341 0.05509 -0.29909 0.06481 -0.29258 0.08611 C -0.29062 0.09583 -0.29023 0.10718 -0.29349 0.11829 C -0.29596 0.13171 -0.30404 0.14352 -0.31589 0.15324 C -0.32135 0.15463 -0.32786 0.15509 -0.33229 0.15718 C -0.34427 0.15764 -0.35599 0.14907 -0.35977 0.13171 C -0.36575 0.11458 -0.36068 0.09306 -0.34857 0.0838 C -0.33867 0.07569 -0.32409 0.08495 -0.31953 0.10556 C -0.31615 0.1125 -0.31602 0.12315 -0.31797 0.13218 C -0.3237 0.14699 -0.33125 0.15764 -0.33945 0.1625 C -0.34401 0.16597 -0.34948 0.16898 -0.35417 0.16759 C -0.36602 0.16829 -0.37604 0.15949 -0.38112 0.1463 C -0.38555 0.12755 -0.37982 0.10671 -0.3707 0.10347 C -0.35924 0.09537 -0.34674 0.10208 -0.34219 0.1206 C -0.34102 0.12963 -0.34115 0.13958 -0.34297 0.1456 C -0.34427 0.15764 -0.35221 0.16736 -0.3612 0.17292 C -0.36445 0.17616 -0.37005 0.17801 -0.37344 0.17778 C -0.38529 0.17894 -0.39323 0.17106 -0.39779 0.1588 C -0.4013 0.14259 -0.39714 0.125 -0.38802 0.12014 C -0.37799 0.11157 -0.36901 0.12106 -0.36341 0.13426 C -0.36172 0.14236 -0.36198 0.15093 -0.3638 0.1581 C -0.36602 0.16829 -0.37279 0.17801 -0.38073 0.1838 C -0.38411 0.18588 -0.38932 0.18542 -0.39245 0.18727 " pathEditMode="relative" rAng="4140000" ptsTypes="AAAAAAAAAAAAAAAAAAAAAAAAAAAAAAAAAAAAAAAAAAAAAAAAAAAAAAAAAAAAAAAAAAA">
                                      <p:cBhvr>
                                        <p:cTn id="52" dur="500" spd="-100000" fill="hold"/>
                                        <p:tgtEl>
                                          <p:spTgt spid="19"/>
                                        </p:tgtEl>
                                        <p:attrNameLst>
                                          <p:attrName>ppt_x</p:attrName>
                                          <p:attrName>ppt_y</p:attrName>
                                        </p:attrNameLst>
                                      </p:cBhvr>
                                      <p:rCtr x="-20273" y="3218"/>
                                    </p:animMotion>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22"/>
                                        </p:tgtEl>
                                        <p:attrNameLst>
                                          <p:attrName>style.visibility</p:attrName>
                                        </p:attrNameLst>
                                      </p:cBhvr>
                                      <p:to>
                                        <p:strVal val="visible"/>
                                      </p:to>
                                    </p:set>
                                    <p:animEffect transition="in" filter="fade">
                                      <p:cBhvr>
                                        <p:cTn id="57" dur="250"/>
                                        <p:tgtEl>
                                          <p:spTgt spid="122"/>
                                        </p:tgtEl>
                                      </p:cBhvr>
                                    </p:animEffect>
                                  </p:childTnLst>
                                </p:cTn>
                              </p:par>
                              <p:par>
                                <p:cTn id="58" presetID="10" presetClass="exit" presetSubtype="0" fill="hold" grpId="1" nodeType="withEffect">
                                  <p:stCondLst>
                                    <p:cond delay="0"/>
                                  </p:stCondLst>
                                  <p:childTnLst>
                                    <p:animEffect transition="out" filter="fade">
                                      <p:cBhvr>
                                        <p:cTn id="59" dur="250"/>
                                        <p:tgtEl>
                                          <p:spTgt spid="11"/>
                                        </p:tgtEl>
                                      </p:cBhvr>
                                    </p:animEffect>
                                    <p:set>
                                      <p:cBhvr>
                                        <p:cTn id="60" dur="1" fill="hold">
                                          <p:stCondLst>
                                            <p:cond delay="249"/>
                                          </p:stCondLst>
                                        </p:cTn>
                                        <p:tgtEl>
                                          <p:spTgt spid="11"/>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26" presetClass="emph" presetSubtype="0" fill="hold" nodeType="clickEffect">
                                  <p:stCondLst>
                                    <p:cond delay="0"/>
                                  </p:stCondLst>
                                  <p:childTnLst>
                                    <p:animEffect transition="out" filter="fade">
                                      <p:cBhvr>
                                        <p:cTn id="64" dur="250" tmFilter="0, 0; .2, .5; .8, .5; 1, 0"/>
                                        <p:tgtEl>
                                          <p:spTgt spid="16"/>
                                        </p:tgtEl>
                                      </p:cBhvr>
                                    </p:animEffect>
                                    <p:animScale>
                                      <p:cBhvr>
                                        <p:cTn id="65" dur="125" autoRev="1" fill="hold"/>
                                        <p:tgtEl>
                                          <p:spTgt spid="16"/>
                                        </p:tgtEl>
                                      </p:cBhvr>
                                      <p:by x="105000" y="105000"/>
                                    </p:animScale>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fade">
                                      <p:cBhvr>
                                        <p:cTn id="70" dur="250"/>
                                        <p:tgtEl>
                                          <p:spTgt spid="5"/>
                                        </p:tgtEl>
                                      </p:cBhvr>
                                    </p:animEffect>
                                  </p:childTnLst>
                                </p:cTn>
                              </p:par>
                            </p:childTnLst>
                          </p:cTn>
                        </p:par>
                      </p:childTnLst>
                    </p:cTn>
                  </p:par>
                  <p:par>
                    <p:cTn id="71" fill="hold">
                      <p:stCondLst>
                        <p:cond delay="indefinite"/>
                      </p:stCondLst>
                      <p:childTnLst>
                        <p:par>
                          <p:cTn id="72" fill="hold">
                            <p:stCondLst>
                              <p:cond delay="0"/>
                            </p:stCondLst>
                            <p:childTnLst>
                              <p:par>
                                <p:cTn id="73" presetID="26" presetClass="emph" presetSubtype="0" fill="hold" nodeType="clickEffect">
                                  <p:stCondLst>
                                    <p:cond delay="0"/>
                                  </p:stCondLst>
                                  <p:childTnLst>
                                    <p:animEffect transition="out" filter="fade">
                                      <p:cBhvr>
                                        <p:cTn id="74" dur="250" tmFilter="0, 0; .2, .5; .8, .5; 1, 0"/>
                                        <p:tgtEl>
                                          <p:spTgt spid="16"/>
                                        </p:tgtEl>
                                      </p:cBhvr>
                                    </p:animEffect>
                                    <p:animScale>
                                      <p:cBhvr>
                                        <p:cTn id="75" dur="125" autoRev="1" fill="hold"/>
                                        <p:tgtEl>
                                          <p:spTgt spid="16"/>
                                        </p:tgtEl>
                                      </p:cBhvr>
                                      <p:by x="105000" y="105000"/>
                                    </p:animScale>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37"/>
                                        </p:tgtEl>
                                        <p:attrNameLst>
                                          <p:attrName>style.visibility</p:attrName>
                                        </p:attrNameLst>
                                      </p:cBhvr>
                                      <p:to>
                                        <p:strVal val="visible"/>
                                      </p:to>
                                    </p:set>
                                    <p:animEffect transition="in" filter="fade">
                                      <p:cBhvr>
                                        <p:cTn id="80" dur="250"/>
                                        <p:tgtEl>
                                          <p:spTgt spid="37"/>
                                        </p:tgtEl>
                                      </p:cBhvr>
                                    </p:animEffect>
                                  </p:childTnLst>
                                </p:cTn>
                              </p:par>
                              <p:par>
                                <p:cTn id="81" presetID="52" presetClass="path" presetSubtype="0" accel="50000" decel="50000" fill="hold" nodeType="withEffect">
                                  <p:stCondLst>
                                    <p:cond delay="0"/>
                                  </p:stCondLst>
                                  <p:childTnLst>
                                    <p:animMotion origin="layout" path="M 1.18422E-16 2.22222E-6 C -0.04089 0.00578 -0.07891 -0.0213 -0.08151 -0.06111 C -0.08646 -0.09259 -0.06719 -0.12084 -0.04245 -0.12454 C -0.01797 -0.12755 0.00586 -0.10486 0.00885 -0.07292 C 0.00924 -0.05695 0.00729 -0.0419 -0.00208 -0.03033 C -0.01172 -0.01389 -0.02969 -0.00278 -0.05104 -0.00023 C -0.0625 0.00116 -0.07409 2.22222E-6 -0.08451 -0.00347 C -0.10638 -0.01158 -0.12161 -0.03102 -0.12708 -0.05486 C -0.12878 -0.08357 -0.11185 -0.10926 -0.09036 -0.11181 C -0.06719 -0.11528 -0.04622 -0.09422 -0.04284 -0.06644 C -0.04154 -0.05139 -0.04453 -0.03843 -0.0513 -0.02732 C -0.06367 -0.01297 -0.07917 -0.00255 -0.09792 -0.00023 C -0.10742 0.00116 -0.11784 -0.00023 -0.12747 -0.00324 C -0.14635 -0.01088 -0.16198 -0.02778 -0.16432 -0.05 C -0.16732 -0.0757 -0.15091 -0.09861 -0.13424 -0.1007 C -0.11159 -0.10394 -0.09284 -0.08542 -0.08984 -0.05972 C -0.08815 -0.04676 -0.09036 -0.03449 -0.0974 -0.02477 C -0.10638 -0.01158 -0.12057 -0.00324 -0.13945 -0.0007 C -0.14701 0.00023 -0.15677 -0.0007 -0.16562 -0.00301 C -0.18229 -0.01019 -0.19687 -0.02547 -0.1987 -0.04514 C -0.2 -0.06852 -0.18737 -0.08866 -0.16901 -0.09074 C -0.15078 -0.09329 -0.13385 -0.07709 -0.13138 -0.05394 C -0.13099 -0.04236 -0.1362 -0.03079 -0.13867 -0.02292 C -0.14635 -0.01088 -0.16315 -0.00278 -0.17552 -0.00047 C -0.18424 0.00069 -0.19206 -0.00093 -0.19974 -0.00324 C -0.21771 -0.00903 -0.22773 -0.02315 -0.22839 -0.04074 C -0.23086 -0.06158 -0.22005 -0.08009 -0.20365 -0.08218 C -0.18724 -0.08472 -0.17201 -0.06945 -0.16888 -0.04884 C -0.1681 -0.03843 -0.17083 -0.02847 -0.17656 -0.02084 C -0.18229 -0.01019 -0.19544 -0.00255 -0.20885 -0.00093 C -0.21693 -0.00023 -0.22344 -0.0007 -0.23008 -0.00324 C -0.24531 -0.00857 -0.25586 -0.0206 -0.25833 -0.03658 C -0.25977 -0.05556 -0.24974 -0.07176 -0.23464 -0.07408 C -0.22018 -0.07639 -0.20612 -0.06297 -0.20365 -0.04375 C -0.20326 -0.03472 -0.20482 -0.02616 -0.20964 -0.01945 C -0.21576 -0.00972 -0.22734 -0.00278 -0.23997 -0.00139 C -0.24687 -0.00047 -0.25195 -0.00139 -0.25898 -0.00301 C -0.27214 -0.00787 -0.28099 -0.01922 -0.28268 -0.03357 C -0.28529 -0.05047 -0.2763 -0.06528 -0.26107 -0.06713 C -0.24961 -0.06852 -0.23659 -0.05718 -0.23529 -0.03982 C -0.23307 -0.03148 -0.23659 -0.02338 -0.23906 -0.0169 C -0.24531 -0.00857 -0.25508 -0.00255 -0.2668 -0.00093 C -0.2737 2.22222E-6 -0.27826 -0.00116 -0.28385 -0.00301 C -0.29544 -0.00741 -0.30443 -0.01783 -0.30638 -0.03009 C -0.30846 -0.04537 -0.29883 -0.05949 -0.28724 -0.06111 C -0.27383 -0.0625 -0.26419 -0.0507 -0.26172 -0.03681 C -0.26094 -0.02894 -0.26302 -0.0213 -0.26745 -0.01597 C -0.27214 -0.00787 -0.28008 -0.00255 -0.29154 -0.00139 C -0.29674 -0.00047 -0.30182 -0.00139 -0.30677 -0.00301 C -0.31706 -0.00672 -0.32539 -0.01597 -0.3263 -0.02778 C -0.32865 -0.04074 -0.31992 -0.05324 -0.30885 -0.05486 C -0.29935 -0.05625 -0.28867 -0.04653 -0.28763 -0.03241 C -0.2862 -0.02639 -0.28711 -0.01945 -0.29076 -0.01412 C -0.29701 -0.00718 -0.30495 -0.00255 -0.31289 -0.00139 C -0.31836 -0.00093 -0.32292 -0.00116 -0.32682 -0.00301 C -0.33646 -0.00648 -0.34349 -0.01459 -0.34583 -0.02523 C -0.34661 -0.03773 -0.33867 -0.04884 -0.33021 -0.04977 C -0.31979 -0.05093 -0.31042 -0.04375 -0.31016 -0.02963 C -0.30924 -0.02361 -0.31055 -0.01759 -0.31354 -0.01343 C -0.31706 -0.00672 -0.32487 -0.00278 -0.33307 -0.00185 C -0.3362 -0.00139 -0.3418 -0.00139 -0.34492 -0.00255 C -0.35456 -0.00579 -0.3599 -0.01366 -0.36224 -0.02246 C -0.36276 -0.03403 -0.3569 -0.04375 -0.34805 -0.04468 C -0.33854 -0.04607 -0.33125 -0.03797 -0.32982 -0.02778 C -0.32904 -0.02176 -0.33086 -0.01621 -0.33372 -0.01204 C -0.33646 -0.00648 -0.34297 -0.00278 -0.35143 -0.00162 C -0.35482 -0.00116 -0.35781 -0.00162 -0.36146 -0.00278 " pathEditMode="relative" rAng="5160000" ptsTypes="AAAAAAAAAAAAAAAAAAAAAAAAAAAAAAAAAAAAAAAAAAAAAAAAAAAAAAAAAAAAAAAAAAA">
                                      <p:cBhvr>
                                        <p:cTn id="82" dur="500" spd="-100000" fill="hold"/>
                                        <p:tgtEl>
                                          <p:spTgt spid="37"/>
                                        </p:tgtEl>
                                        <p:attrNameLst>
                                          <p:attrName>ppt_x</p:attrName>
                                          <p:attrName>ppt_y</p:attrName>
                                        </p:attrNameLst>
                                      </p:cBhvr>
                                      <p:rCtr x="-17643" y="-4306"/>
                                    </p:animMotion>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2"/>
                                        </p:tgtEl>
                                        <p:attrNameLst>
                                          <p:attrName>style.visibility</p:attrName>
                                        </p:attrNameLst>
                                      </p:cBhvr>
                                      <p:to>
                                        <p:strVal val="visible"/>
                                      </p:to>
                                    </p:set>
                                    <p:animEffect transition="in" filter="fade">
                                      <p:cBhvr>
                                        <p:cTn id="87" dur="25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1" grpId="1"/>
    </p:bldLst>
  </p:timing>
</p:sld>
</file>

<file path=ppt/slides/slide11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3CEB5907-EA42-6E7B-804A-5C7897FB2957}"/>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236C3849-BB63-975C-BF28-BE15E920D85F}"/>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2CFC2071-B4BA-DC8D-DE24-E3725E0685D7}"/>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DC79CFA4-8BF4-D6A1-8320-5004243C9DA2}"/>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92CE5AB6-17A0-5A91-69E2-DC9CDAD5B52C}"/>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E30277F9-7F59-3B25-3C24-32D04C706B17}"/>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63C8BA7A-7455-9789-A909-9A720FB5E41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D397AA3E-F49D-965F-62AC-5B51BC399FE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8D76E8BC-D065-27F8-AF6A-DE85418F5458}"/>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DFD5B686-067B-FFF0-5A9D-8A9CFE436511}"/>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887A961B-1ED1-6B31-E522-D607BB700A5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FF12BC6F-8E7B-4A38-9755-999EFDA0C546}"/>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C23F4F9-6E63-514E-2E0B-C6A60812927B}"/>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D463DCBF-C589-E207-ADB6-B440B5FE8834}"/>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DA839E3-55D6-E59E-BF01-5D68620BC87D}"/>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24404912-443C-D73F-6B45-773C4F2FCC86}"/>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4013122C-B404-4ED0-4D7C-DBB16E29A070}"/>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FCBC91E7-FFAB-C44B-9512-8CD9EADF6FE8}"/>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5BCA4D20-FDC9-EA91-7076-ECB95A84F54A}"/>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F8022D03-5122-2036-F5F8-A3708E966D22}"/>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C5852462-6302-0D7B-BC24-6DCD9D1A42E6}"/>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669585A-B621-1A75-4381-1657FA0A6E6D}"/>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89866FC8-1375-4A2B-7BCE-C5520E35A499}"/>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90875097-84AD-DAC2-7618-8EB28988BE4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1D903743-5B20-409D-26F9-A6E1FC2845F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95A3B80-EDE0-DBC2-35AB-598155784992}"/>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D80D6002-01C4-8276-0E5A-F02E2A3D1191}"/>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21960A74-52F8-6A76-F75C-80C0501B7366}"/>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AC38A197-5645-8383-559C-AAF69C5754A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0840B10B-FEA8-120B-9EA3-799A0CBBCE9E}"/>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12F94268-C25E-65AD-1115-14F904D209B0}"/>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5E9F8D6B-4828-8B07-0B6B-2D72ED3E7430}"/>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07747226-3841-464E-B062-6EFB1A43D4AB}"/>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0CA57036-A706-6798-99A3-B7E64153B0E0}"/>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4774F5EE-260D-F7AC-5B69-A3B9A2B0D42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FC92FAC4-434D-16BD-A1BC-AE6FDBA02088}"/>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CA1C1A67-F3EC-7E5F-1C53-B2355AAE6B73}"/>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2CCFDCF5-13F3-04D4-1865-80DE5D230A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249CC391-7D33-73DA-F8D7-AA470549CC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039DDEFE-7308-DA6F-4CC1-8EB60EF696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6E77E907-E8F2-A4AA-5545-FC0CD1ECB427}"/>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B4B6F7E3-AC04-0521-BE79-258C1F9164CA}"/>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F04A913A-EB2C-9F24-C2CB-5FE3F6791E64}"/>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7E0C6BD8-8499-5B3B-D655-C33D13780500}"/>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7183B9A1-5B8C-2968-A200-321C40443B69}"/>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9E028478-8BF3-622E-E996-23BF9FA23522}"/>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426F4C86-1847-D9B0-9CC1-A51D7DEF99A4}"/>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40DBE11F-C066-0D6E-64F3-B7FE2890AF3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408408D1-33CB-A985-3412-400AAF9F4425}"/>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CFBB329F-FE18-2421-387A-062C87FD6273}"/>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A5E0ABC0-D2B1-BEC9-D995-B46EE8AAA214}"/>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9C44169B-738C-6D8B-09A1-9C1E7F0B38C2}"/>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1063BC91-FC77-52D2-3C2C-27D784FAA004}"/>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30EF10C3-B2E1-5523-F22C-2752B8DC06BB}"/>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F6690CFD-A0F9-AE55-30C0-6D6457DF9072}"/>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7E5D4B43-B659-A973-A832-F247FDF2F31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1CDA830E-2102-333F-2BDF-9F09EBA115D2}"/>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DE612C76-DA0D-0009-36E6-5026E7004E6F}"/>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28A76FB5-7354-0041-DA75-1ECE2FA6DC52}"/>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C2765DB-8646-EE01-FB73-D0984C0DC27C}"/>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67BC9AC1-9D0F-C331-5569-41F8789F655B}"/>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02CFE9D4-D9B1-0B12-A405-9170C408911E}"/>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0F34CA97-6CB9-C07D-C718-7BE1BA90890A}"/>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554653EB-2219-CA51-1252-6BF872921A63}"/>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3576A6CE-91EE-B523-6EC5-556EA811E7D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E09E6AFC-A8DB-1000-A852-7A7E916BE5EA}"/>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22826063-C8BF-378D-CFE7-97454CCBAB78}"/>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187599FA-DE93-4CA3-2BEC-1703588A22E7}"/>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C380184D-CEDB-7DDC-3362-F19032FA6B79}"/>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3320898F-7302-1C24-4039-B281D440C579}"/>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FC6A06E2-A072-9579-AF8D-2525F7F04C70}"/>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63B8A3AE-7ABC-C0E3-0426-8303FE0C4045}"/>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EDA26F02-01D4-8343-4771-008E38D907E1}"/>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130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D523022A-CF97-AAC5-0C39-972433B691ED}"/>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8755678B-350E-B8C6-26C0-A7847099A220}"/>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5EA1B9F3-B141-F777-D1A1-B0638520A1F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337672E7-D041-97DC-0900-F7E772E4A664}"/>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D12C00BB-C17B-F0F0-5389-0D62B3D3C735}"/>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A0560FCB-326C-C392-274A-607B5D5E4029}"/>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FEA63C33-29CB-DBC6-0C0F-779B0C0E22E7}"/>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3E18DDF6-CBAF-A3A9-A9D4-2C1EB8BEABFC}"/>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2819E30A-4D49-33FA-4C36-FC78C7718B6B}"/>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EE141DDA-6589-D759-39E5-E22DDA2581C0}"/>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F2FEE5EC-4553-97FD-38BF-A6DBBE6BBD0A}"/>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C06CD26B-7CE4-4A6A-9FFE-BDB1B6934E63}"/>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4E9C962B-4FD6-A6C7-AF0A-87985E10387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935B9D59-A9AB-B13F-88FA-B352EBBCCD15}"/>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41F74031-A2E2-5922-1DDB-115597F3ADE4}"/>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E255903B-77CC-EA31-EE05-5A83906EFF8C}"/>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F4D54D63-2CA2-B4B9-4298-615227665767}"/>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57B3782-BFAC-5EC2-A73B-141BD6D6F595}"/>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524389C4-9F30-112F-A676-C4EDEEAFB4A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3EF81719-CAD8-D0E9-8203-5162E24FAC8E}"/>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D33E4BDF-0495-63A2-5B85-9B64D8ED6A7B}"/>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56574AA7-B0AC-A03A-C80A-C349C2EF9C3F}"/>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9BB702B7-46FE-AAF5-C8BB-8987EAD83DC3}"/>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A3D5F899-B883-8231-1C02-A738763B63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784222CC-09D4-480B-E6ED-EA83658484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3FB2BE75-0FA2-85F4-0179-6343534569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2F2A80B1-65E5-105A-809C-19152A02FA05}"/>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B59C2CDA-E9BC-2275-BB65-9679B0BBFA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BE1734F7-9703-475A-9D6F-4CE839CF9C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CAB82DBC-40D0-7CFA-1A53-3DF06EDFC9E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9C3604A6-C83B-7408-0AC8-F501170F7715}"/>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8D21CADB-E33A-91B0-7667-72FC65FD58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1D804211-B386-5165-971B-29085277A1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B00B456D-5D5A-0570-DFD4-A7F375B95A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3" name="グループ化 2">
            <a:extLst>
              <a:ext uri="{FF2B5EF4-FFF2-40B4-BE49-F238E27FC236}">
                <a16:creationId xmlns:a16="http://schemas.microsoft.com/office/drawing/2014/main" id="{5CFCFBF8-4B1F-02C5-A037-5B083F9686EE}"/>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7F754C2D-FE7E-18DF-0C95-FEB9CE060CAE}"/>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AF45D773-F440-9BA0-93BF-F7CBF5181E8F}"/>
                </a:ext>
              </a:extLst>
            </p:cNvPr>
            <p:cNvSpPr txBox="1"/>
            <p:nvPr/>
          </p:nvSpPr>
          <p:spPr>
            <a:xfrm>
              <a:off x="10215071" y="1924577"/>
              <a:ext cx="338723" cy="130984"/>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確定</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pic>
        <p:nvPicPr>
          <p:cNvPr id="6" name="図 5">
            <a:extLst>
              <a:ext uri="{FF2B5EF4-FFF2-40B4-BE49-F238E27FC236}">
                <a16:creationId xmlns:a16="http://schemas.microsoft.com/office/drawing/2014/main" id="{F8177002-780D-F005-405F-1DBB7F49C021}"/>
              </a:ext>
            </a:extLst>
          </p:cNvPr>
          <p:cNvPicPr>
            <a:picLocks noChangeAspect="1"/>
          </p:cNvPicPr>
          <p:nvPr/>
        </p:nvPicPr>
        <p:blipFill>
          <a:blip r:embed="rId4">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10393952" y="5548870"/>
            <a:ext cx="390455" cy="292842"/>
          </a:xfrm>
          <a:prstGeom prst="rect">
            <a:avLst/>
          </a:prstGeom>
        </p:spPr>
      </p:pic>
      <p:sp>
        <p:nvSpPr>
          <p:cNvPr id="8" name="四角形: 上の 2 つの角を切り取る 7">
            <a:extLst>
              <a:ext uri="{FF2B5EF4-FFF2-40B4-BE49-F238E27FC236}">
                <a16:creationId xmlns:a16="http://schemas.microsoft.com/office/drawing/2014/main" id="{2A3FBAAE-76B8-29AA-179B-0B112AEB93F6}"/>
              </a:ext>
            </a:extLst>
          </p:cNvPr>
          <p:cNvSpPr/>
          <p:nvPr/>
        </p:nvSpPr>
        <p:spPr>
          <a:xfrm>
            <a:off x="9898640" y="263623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上の 2 つの角を切り取る 11">
            <a:extLst>
              <a:ext uri="{FF2B5EF4-FFF2-40B4-BE49-F238E27FC236}">
                <a16:creationId xmlns:a16="http://schemas.microsoft.com/office/drawing/2014/main" id="{50BCA6C1-92B9-D89E-FC4A-02145531FDD7}"/>
              </a:ext>
            </a:extLst>
          </p:cNvPr>
          <p:cNvSpPr/>
          <p:nvPr/>
        </p:nvSpPr>
        <p:spPr>
          <a:xfrm flipV="1">
            <a:off x="9898640" y="376851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322ADFDA-9EAC-1D6E-53F1-265519E29717}"/>
              </a:ext>
            </a:extLst>
          </p:cNvPr>
          <p:cNvSpPr txBox="1"/>
          <p:nvPr/>
        </p:nvSpPr>
        <p:spPr>
          <a:xfrm>
            <a:off x="10369858" y="2869250"/>
            <a:ext cx="441147" cy="400110"/>
          </a:xfrm>
          <a:prstGeom prst="rect">
            <a:avLst/>
          </a:prstGeom>
          <a:noFill/>
        </p:spPr>
        <p:txBody>
          <a:bodyPr wrap="none" rtlCol="0">
            <a:spAutoFit/>
          </a:bodyPr>
          <a:lstStyle/>
          <a:p>
            <a:pPr algn="ctr"/>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HP</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2F1A7297-0BB5-B8AF-E6E5-15EB76047EB6}"/>
              </a:ext>
            </a:extLst>
          </p:cNvPr>
          <p:cNvSpPr txBox="1"/>
          <p:nvPr/>
        </p:nvSpPr>
        <p:spPr>
          <a:xfrm>
            <a:off x="10241611" y="4001530"/>
            <a:ext cx="69762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降順</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07957863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4F677F02-4575-832D-133E-E744D648AA19}"/>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F9E22279-2437-F591-AB34-B6AC00C267E2}"/>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34C2B8C4-86D8-624F-3542-EDA4098276E0}"/>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03708B02-FB9E-CE8D-0B49-939719C9A8D7}"/>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ADF50BEE-861F-74FD-CA37-3CBAA9B3B58F}"/>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CFE3E4AE-E499-6E13-1130-4AD5B67B79C6}"/>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11C95DA7-EB2F-F001-67D5-00744F243356}"/>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966E5F7A-E593-1C8D-5B34-C0E594D9DE60}"/>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2B0CD8B3-5373-93F2-D4DD-69E5B244675E}"/>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02542D0A-8C56-F330-56BA-EAA3DD6C78C9}"/>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4CEE0569-B972-AC66-4003-FA237B3F9B0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0DA7715D-3F46-A84A-389B-DCC570F8CFB7}"/>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64AD219-FCE2-846A-A140-E21BC92B9E0E}"/>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C8903F4B-AF97-61E6-5EA9-D949B0136538}"/>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8503EF8B-0C2F-D7AC-6545-DED9476DB584}"/>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7CEAAB69-2438-01AA-6086-EA32508ED322}"/>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AB8C5E8E-25B9-3A12-FA99-7DF48C1F75E4}"/>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3337906F-CE4E-12A3-F794-EEAAAA0952AD}"/>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B6C9DACE-1B4A-4D79-80F0-3884AA2BF97C}"/>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DB32DB99-3037-F771-901E-04DCCE3A6BB5}"/>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D9087863-694B-AB1B-3A6A-F2698FDDE154}"/>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6182256D-2C66-CA07-5464-3851B9FDE8CF}"/>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8ACE5032-A9F3-C739-2A4A-F1DDEFAF978A}"/>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5D2DE66E-A244-137D-BE7A-2B3523DF8FC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96AB4FD1-FB5A-C469-EEF8-9AFA1239369F}"/>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7DB34351-EC75-22B3-8FEF-A006E1F3F6B0}"/>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DF88DBCB-72E2-3EDB-6C05-A0D606247277}"/>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F5D915CE-3EB7-AE81-CBCD-F5CD56381F0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031D35DC-8B7D-790F-495F-6B451DD49C6A}"/>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89C9BDB7-DF22-1F9D-6E76-4C9338E9016E}"/>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5C0BF041-C8D5-FEB5-46B7-172A91288F73}"/>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19FA0473-9B6B-DAA9-EE6E-F14DBD549A3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95EAE3F2-5BF2-C806-8799-8146C2ED174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2F6C565E-E714-66C6-5FE5-D15D3EBE942F}"/>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D57EB5FF-FD68-5E16-DA55-D1E75228A6A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64FD28D3-4FAF-2B8F-6834-B1496B03F48B}"/>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88F7FA49-2B4A-E9DC-380A-4D2E3C2254F0}"/>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30D33A67-E556-35CB-E594-7A8A305848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2F6F966E-1AC8-8BC1-7A15-2FEE1D8251B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631E592E-87D2-9323-C850-355F2DB022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21231E14-857E-FA1D-47FD-770FEF251DD5}"/>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4D2E54D1-BE58-C013-0CC6-06AE311339BC}"/>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C0A5FC1C-8C18-9767-7F47-EF53F42FEFE8}"/>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0F42144B-C941-DE85-5E0A-100F645A5F0A}"/>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B183F175-086F-D03B-BDC3-D795B110CA03}"/>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0BCC57F7-6BEF-C0EB-8341-EC168215736D}"/>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5E7113E3-D15C-83A0-46D4-912FB0BA1F27}"/>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14744479-65DF-0FAA-EAEE-9E12D8FB003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B4225810-6E36-5F12-5E68-CC644B3CE448}"/>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E7EB70C6-6AC6-473B-47EA-272B4104CDB3}"/>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529B7165-C301-0BD0-5B66-C0871BC9033D}"/>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7892D6C1-38FF-E69E-7989-CB3CB58C84B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C187E26E-8CB3-90C5-FAAD-3321FC15B0E6}"/>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76216D65-3365-0187-AB56-1C525E2B9BDD}"/>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ECCA9D8D-5A8A-6C39-2652-B67A514372B8}"/>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9605B462-C0DF-9FEF-FE9E-640F69CF3EA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205C4BAD-A055-EA91-003C-956B826E18BD}"/>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D76F73C4-01BF-D5F5-8D26-DC05768D6BD1}"/>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12C21DA9-0609-E98A-B505-36B930957892}"/>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E97D3452-4F49-88E6-97BD-116862F5E077}"/>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8FEE4A2A-C31A-AA26-F96A-B28331C24770}"/>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38C8BA00-D82B-B947-C029-1FAA6160924D}"/>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1AF9C855-6C9E-AC9E-ED28-0A8E13617040}"/>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2A2D50C2-14E6-C19F-711A-CF6570F97688}"/>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874C08CE-7217-057B-028F-191BE79B8A7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5427E864-9FD3-1B8E-83D0-054BE86D615D}"/>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45027DCC-4E60-EAD5-03AB-70F72A0C4080}"/>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E1D2FD33-AC3E-28D5-C97B-3120A2F57CF2}"/>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B5BFB45E-4324-6731-3172-D83010F374F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AB74488A-7FDF-C754-D4AE-031854398983}"/>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CD1ABA2B-A3DC-D9FA-0667-9766B29EA582}"/>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C7453AB5-730A-893B-5993-864E07505C2A}"/>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05F11238-DA4E-C278-CC84-2BB9B3CA3C0F}"/>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130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AFAEFB12-FC9E-CA3C-9EDD-765BC73E29BC}"/>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C0DEDA2C-EE98-268B-66D3-15021D2BB673}"/>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398C5728-E804-4894-33FA-2DA065907B74}"/>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7124DBC2-E09E-14A6-4142-E0A8D00CDB45}"/>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2E70F57B-0B07-8A68-206B-28631E4297B6}"/>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25FC44E5-EE39-913D-02EA-1A1B11ED1BC4}"/>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EF0C39D0-DD8E-8004-6D8A-64FDDB24DD80}"/>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A589302A-2875-F247-641B-D15A8030188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AAEFA875-EC3F-DE8F-6B77-A93034775AED}"/>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6839C46A-EAE4-0860-4A28-A4136AEA0073}"/>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1316A586-2592-2ACA-6F09-D1839664DCDF}"/>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E5B28FAE-D4FB-FABD-218B-03595045996C}"/>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38B96D3E-6ED5-62A8-E3A2-BCA2052FCB58}"/>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99CB29C3-50CF-D8F5-B533-A1E56926C199}"/>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8F457191-99EB-6A01-065B-2411395937BF}"/>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377C3D93-9838-2846-9857-E4C047A72156}"/>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5A6B80A5-CF65-D7CD-B4AF-C2911502B567}"/>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0A3C66F-B24A-50CE-D63C-694DD1D228C3}"/>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7B125922-EE00-74FE-E2F4-66922D91FC87}"/>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9F67EC19-8F87-E9AE-42D5-EE81DD31C72D}"/>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BD811244-8002-A778-10D7-412A33D6ACA1}"/>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422D5737-ABDA-CA60-60B0-9AAC5247A8E0}"/>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4A880C5A-1219-7BF3-CD55-970D4C6ACEDC}"/>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3A04BE04-DF53-3845-C2C6-164EBB5182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5AA67CAA-BA86-184B-77B3-0107D14962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9C9C8440-B20F-9C52-1C6D-83B1522198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F7EF0F93-0CC9-609A-1860-4BBEF4F5CFE0}"/>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D3343E79-A63F-B2A5-B816-3D6E0F7CE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66C960C0-AE99-3E43-8FE0-FEE3167CF1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BD44C7AD-6D01-A65F-442A-71D7840199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6161CBFA-BC91-F90B-230D-13E1084076D3}"/>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0A7EDB30-200C-0790-7B06-634CADF386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5306BA6D-ED36-52E9-1DC0-E4724BB2CC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68A7B86D-4A09-432C-B084-42053BAE10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3" name="グループ化 2">
            <a:extLst>
              <a:ext uri="{FF2B5EF4-FFF2-40B4-BE49-F238E27FC236}">
                <a16:creationId xmlns:a16="http://schemas.microsoft.com/office/drawing/2014/main" id="{91B24418-284C-F2D2-EE99-BF537AC14A62}"/>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F63E2C27-9294-A4EB-92E6-43FCA213BEB0}"/>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003A87E5-667F-03F6-8376-A47B842B3482}"/>
                </a:ext>
              </a:extLst>
            </p:cNvPr>
            <p:cNvSpPr txBox="1"/>
            <p:nvPr/>
          </p:nvSpPr>
          <p:spPr>
            <a:xfrm>
              <a:off x="10215071" y="1924577"/>
              <a:ext cx="338723" cy="130984"/>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確定</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pic>
        <p:nvPicPr>
          <p:cNvPr id="6" name="図 5">
            <a:extLst>
              <a:ext uri="{FF2B5EF4-FFF2-40B4-BE49-F238E27FC236}">
                <a16:creationId xmlns:a16="http://schemas.microsoft.com/office/drawing/2014/main" id="{97021FCF-BE6A-043B-6649-17FF155153F2}"/>
              </a:ext>
            </a:extLst>
          </p:cNvPr>
          <p:cNvPicPr>
            <a:picLocks noChangeAspect="1"/>
          </p:cNvPicPr>
          <p:nvPr/>
        </p:nvPicPr>
        <p:blipFill>
          <a:blip r:embed="rId4">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10393952" y="5548870"/>
            <a:ext cx="390455" cy="292842"/>
          </a:xfrm>
          <a:prstGeom prst="rect">
            <a:avLst/>
          </a:prstGeom>
        </p:spPr>
      </p:pic>
      <p:sp>
        <p:nvSpPr>
          <p:cNvPr id="8" name="四角形: 上の 2 つの角を切り取る 7">
            <a:extLst>
              <a:ext uri="{FF2B5EF4-FFF2-40B4-BE49-F238E27FC236}">
                <a16:creationId xmlns:a16="http://schemas.microsoft.com/office/drawing/2014/main" id="{0EAAC90C-6B7E-48CB-B3E2-5FEDFA51ED9F}"/>
              </a:ext>
            </a:extLst>
          </p:cNvPr>
          <p:cNvSpPr/>
          <p:nvPr/>
        </p:nvSpPr>
        <p:spPr>
          <a:xfrm>
            <a:off x="9898640" y="263623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上の 2 つの角を切り取る 11">
            <a:extLst>
              <a:ext uri="{FF2B5EF4-FFF2-40B4-BE49-F238E27FC236}">
                <a16:creationId xmlns:a16="http://schemas.microsoft.com/office/drawing/2014/main" id="{F039D8F4-23ED-C748-0BEA-6D06268520CD}"/>
              </a:ext>
            </a:extLst>
          </p:cNvPr>
          <p:cNvSpPr/>
          <p:nvPr/>
        </p:nvSpPr>
        <p:spPr>
          <a:xfrm flipV="1">
            <a:off x="9898640" y="376851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8B62916B-0555-94B9-9999-0344FC1AA4DA}"/>
              </a:ext>
            </a:extLst>
          </p:cNvPr>
          <p:cNvSpPr txBox="1"/>
          <p:nvPr/>
        </p:nvSpPr>
        <p:spPr>
          <a:xfrm>
            <a:off x="10369858" y="2869250"/>
            <a:ext cx="441147" cy="400110"/>
          </a:xfrm>
          <a:prstGeom prst="rect">
            <a:avLst/>
          </a:prstGeom>
          <a:noFill/>
        </p:spPr>
        <p:txBody>
          <a:bodyPr wrap="none" rtlCol="0">
            <a:spAutoFit/>
          </a:bodyPr>
          <a:lstStyle/>
          <a:p>
            <a:pPr algn="ctr"/>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HP</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E5938D77-B6DB-624A-1E3E-91239B77AA55}"/>
              </a:ext>
            </a:extLst>
          </p:cNvPr>
          <p:cNvSpPr txBox="1"/>
          <p:nvPr/>
        </p:nvSpPr>
        <p:spPr>
          <a:xfrm>
            <a:off x="10241611" y="4001530"/>
            <a:ext cx="69762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降順</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正方形/長方形 9">
            <a:extLst>
              <a:ext uri="{FF2B5EF4-FFF2-40B4-BE49-F238E27FC236}">
                <a16:creationId xmlns:a16="http://schemas.microsoft.com/office/drawing/2014/main" id="{2A0D6820-7BAC-50D8-C6BB-581F5544CF6F}"/>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D4B5D030-FA9E-ECA2-0364-3D88BE76C1E9}"/>
              </a:ext>
            </a:extLst>
          </p:cNvPr>
          <p:cNvSpPr/>
          <p:nvPr/>
        </p:nvSpPr>
        <p:spPr>
          <a:xfrm>
            <a:off x="3154916" y="1541088"/>
            <a:ext cx="5872517" cy="4414818"/>
          </a:xfrm>
          <a:prstGeom prst="roundRect">
            <a:avLst/>
          </a:prstGeom>
          <a:solidFill>
            <a:schemeClr val="accent2">
              <a:alpha val="9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7185EBFB-551E-0485-F064-FD95B45865B6}"/>
              </a:ext>
            </a:extLst>
          </p:cNvPr>
          <p:cNvSpPr txBox="1"/>
          <p:nvPr/>
        </p:nvSpPr>
        <p:spPr>
          <a:xfrm>
            <a:off x="5383288" y="1782146"/>
            <a:ext cx="1415773"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ソート</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0" name="四角形: 角を丸くする 19">
            <a:extLst>
              <a:ext uri="{FF2B5EF4-FFF2-40B4-BE49-F238E27FC236}">
                <a16:creationId xmlns:a16="http://schemas.microsoft.com/office/drawing/2014/main" id="{986FE623-FDEF-0ECB-9BF6-BB1DC8BF86BC}"/>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確定</a:t>
            </a:r>
            <a:endParaRPr kumimoji="1" lang="ja-JP" altLang="en-US" sz="2400" dirty="0">
              <a:latin typeface="和音 Joyo R" panose="00000500000000000000" pitchFamily="50" charset="-128"/>
              <a:ea typeface="和音 Joyo R" panose="00000500000000000000" pitchFamily="50" charset="-128"/>
            </a:endParaRPr>
          </a:p>
        </p:txBody>
      </p:sp>
      <p:grpSp>
        <p:nvGrpSpPr>
          <p:cNvPr id="28" name="グループ化 27">
            <a:extLst>
              <a:ext uri="{FF2B5EF4-FFF2-40B4-BE49-F238E27FC236}">
                <a16:creationId xmlns:a16="http://schemas.microsoft.com/office/drawing/2014/main" id="{BBEB6F67-44DC-8A7E-F2EA-6F276076D858}"/>
              </a:ext>
            </a:extLst>
          </p:cNvPr>
          <p:cNvGrpSpPr/>
          <p:nvPr/>
        </p:nvGrpSpPr>
        <p:grpSpPr>
          <a:xfrm>
            <a:off x="3466167" y="3111670"/>
            <a:ext cx="5250015" cy="1273654"/>
            <a:chOff x="2222027" y="3383901"/>
            <a:chExt cx="6522760" cy="1582422"/>
          </a:xfrm>
          <a:solidFill>
            <a:schemeClr val="bg1">
              <a:lumMod val="85000"/>
            </a:schemeClr>
          </a:solidFill>
        </p:grpSpPr>
        <p:sp>
          <p:nvSpPr>
            <p:cNvPr id="35" name="二等辺三角形 34">
              <a:extLst>
                <a:ext uri="{FF2B5EF4-FFF2-40B4-BE49-F238E27FC236}">
                  <a16:creationId xmlns:a16="http://schemas.microsoft.com/office/drawing/2014/main" id="{97A621A7-D4EE-D041-1FF2-B52E5ED199EE}"/>
                </a:ext>
              </a:extLst>
            </p:cNvPr>
            <p:cNvSpPr/>
            <p:nvPr/>
          </p:nvSpPr>
          <p:spPr>
            <a:xfrm rot="5400000">
              <a:off x="7522730" y="3729487"/>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01FEA7C1-E111-9C43-C594-3F1AA86091DF}"/>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8" name="四角形: 角を丸くする 37">
            <a:extLst>
              <a:ext uri="{FF2B5EF4-FFF2-40B4-BE49-F238E27FC236}">
                <a16:creationId xmlns:a16="http://schemas.microsoft.com/office/drawing/2014/main" id="{52F169EE-439C-C3D5-01D1-E0047C624ADD}"/>
              </a:ext>
            </a:extLst>
          </p:cNvPr>
          <p:cNvSpPr/>
          <p:nvPr/>
        </p:nvSpPr>
        <p:spPr>
          <a:xfrm>
            <a:off x="4520352" y="2614749"/>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2" name="四角形: 角を丸くする 41">
            <a:extLst>
              <a:ext uri="{FF2B5EF4-FFF2-40B4-BE49-F238E27FC236}">
                <a16:creationId xmlns:a16="http://schemas.microsoft.com/office/drawing/2014/main" id="{04BF2C5C-7A63-767F-BDEE-06620AAC50A8}"/>
              </a:ext>
            </a:extLst>
          </p:cNvPr>
          <p:cNvSpPr/>
          <p:nvPr/>
        </p:nvSpPr>
        <p:spPr>
          <a:xfrm>
            <a:off x="6236000" y="2607712"/>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51" name="四角形: 角を丸くする 50">
            <a:extLst>
              <a:ext uri="{FF2B5EF4-FFF2-40B4-BE49-F238E27FC236}">
                <a16:creationId xmlns:a16="http://schemas.microsoft.com/office/drawing/2014/main" id="{81038945-C3D3-F5B0-B9CB-B66EAAF5C4C3}"/>
              </a:ext>
            </a:extLst>
          </p:cNvPr>
          <p:cNvSpPr/>
          <p:nvPr/>
        </p:nvSpPr>
        <p:spPr>
          <a:xfrm>
            <a:off x="4520352" y="3402333"/>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5" name="四角形: 角を丸くする 74">
            <a:extLst>
              <a:ext uri="{FF2B5EF4-FFF2-40B4-BE49-F238E27FC236}">
                <a16:creationId xmlns:a16="http://schemas.microsoft.com/office/drawing/2014/main" id="{E9248EAA-E198-657E-C0C3-3B596997F058}"/>
              </a:ext>
            </a:extLst>
          </p:cNvPr>
          <p:cNvSpPr/>
          <p:nvPr/>
        </p:nvSpPr>
        <p:spPr>
          <a:xfrm>
            <a:off x="6236000" y="3395296"/>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3" name="四角形: 角を丸くする 92">
            <a:extLst>
              <a:ext uri="{FF2B5EF4-FFF2-40B4-BE49-F238E27FC236}">
                <a16:creationId xmlns:a16="http://schemas.microsoft.com/office/drawing/2014/main" id="{EA8DDB83-24C5-C8C3-821B-6F8265738E6F}"/>
              </a:ext>
            </a:extLst>
          </p:cNvPr>
          <p:cNvSpPr/>
          <p:nvPr/>
        </p:nvSpPr>
        <p:spPr>
          <a:xfrm>
            <a:off x="4520352" y="4159003"/>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4" name="四角形: 角を丸くする 113">
            <a:extLst>
              <a:ext uri="{FF2B5EF4-FFF2-40B4-BE49-F238E27FC236}">
                <a16:creationId xmlns:a16="http://schemas.microsoft.com/office/drawing/2014/main" id="{AB41E205-262D-6BED-95D6-526A51EBEAF0}"/>
              </a:ext>
            </a:extLst>
          </p:cNvPr>
          <p:cNvSpPr/>
          <p:nvPr/>
        </p:nvSpPr>
        <p:spPr>
          <a:xfrm>
            <a:off x="6236000" y="4151966"/>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和音 Joyo R" panose="00000500000000000000" pitchFamily="50" charset="-128"/>
                <a:ea typeface="和音 Joyo R" panose="00000500000000000000" pitchFamily="50" charset="-128"/>
              </a:rPr>
              <a:t>状態名</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19725039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F5B03CF9-89FB-F71C-14F2-60B342BDF69B}"/>
            </a:ext>
          </a:extLst>
        </p:cNvPr>
        <p:cNvGrpSpPr/>
        <p:nvPr/>
      </p:nvGrpSpPr>
      <p:grpSpPr>
        <a:xfrm>
          <a:off x="0" y="0"/>
          <a:ext cx="0" cy="0"/>
          <a:chOff x="0" y="0"/>
          <a:chExt cx="0" cy="0"/>
        </a:xfrm>
      </p:grpSpPr>
      <p:sp>
        <p:nvSpPr>
          <p:cNvPr id="135" name="フリーフォーム: 図形 134">
            <a:extLst>
              <a:ext uri="{FF2B5EF4-FFF2-40B4-BE49-F238E27FC236}">
                <a16:creationId xmlns:a16="http://schemas.microsoft.com/office/drawing/2014/main" id="{351D36D2-721D-F522-5DB4-73AEF1B16C1A}"/>
              </a:ext>
            </a:extLst>
          </p:cNvPr>
          <p:cNvSpPr/>
          <p:nvPr/>
        </p:nvSpPr>
        <p:spPr>
          <a:xfrm rot="10800000" flipH="1">
            <a:off x="6522788" y="987094"/>
            <a:ext cx="4350180" cy="2548579"/>
          </a:xfrm>
          <a:custGeom>
            <a:avLst/>
            <a:gdLst>
              <a:gd name="csX0" fmla="*/ 125042 w 4350180"/>
              <a:gd name="csY0" fmla="*/ 2548579 h 2548579"/>
              <a:gd name="csX1" fmla="*/ 4225138 w 4350180"/>
              <a:gd name="csY1" fmla="*/ 2548579 h 2548579"/>
              <a:gd name="csX2" fmla="*/ 4350180 w 4350180"/>
              <a:gd name="csY2" fmla="*/ 2423537 h 2548579"/>
              <a:gd name="csX3" fmla="*/ 4350180 w 4350180"/>
              <a:gd name="csY3" fmla="*/ 860365 h 2548579"/>
              <a:gd name="csX4" fmla="*/ 4225138 w 4350180"/>
              <a:gd name="csY4" fmla="*/ 735323 h 2548579"/>
              <a:gd name="csX5" fmla="*/ 2437450 w 4350180"/>
              <a:gd name="csY5" fmla="*/ 735323 h 2548579"/>
              <a:gd name="csX6" fmla="*/ 2437450 w 4350180"/>
              <a:gd name="csY6" fmla="*/ 365699 h 2548579"/>
              <a:gd name="csX7" fmla="*/ 2619422 w 4350180"/>
              <a:gd name="csY7" fmla="*/ 365699 h 2548579"/>
              <a:gd name="csX8" fmla="*/ 2175090 w 4350180"/>
              <a:gd name="csY8" fmla="*/ 0 h 2548579"/>
              <a:gd name="csX9" fmla="*/ 1730758 w 4350180"/>
              <a:gd name="csY9" fmla="*/ 365699 h 2548579"/>
              <a:gd name="csX10" fmla="*/ 1912731 w 4350180"/>
              <a:gd name="csY10" fmla="*/ 365699 h 2548579"/>
              <a:gd name="csX11" fmla="*/ 1912731 w 4350180"/>
              <a:gd name="csY11" fmla="*/ 735323 h 2548579"/>
              <a:gd name="csX12" fmla="*/ 125042 w 4350180"/>
              <a:gd name="csY12" fmla="*/ 735323 h 2548579"/>
              <a:gd name="csX13" fmla="*/ 0 w 4350180"/>
              <a:gd name="csY13" fmla="*/ 860365 h 2548579"/>
              <a:gd name="csX14" fmla="*/ 0 w 4350180"/>
              <a:gd name="csY14" fmla="*/ 2423537 h 2548579"/>
              <a:gd name="csX15" fmla="*/ 125042 w 4350180"/>
              <a:gd name="csY15" fmla="*/ 2548579 h 25485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350180" h="2548579">
                <a:moveTo>
                  <a:pt x="125042" y="2548579"/>
                </a:moveTo>
                <a:lnTo>
                  <a:pt x="4225138" y="2548579"/>
                </a:lnTo>
                <a:cubicBezTo>
                  <a:pt x="4294197" y="2548579"/>
                  <a:pt x="4350180" y="2492596"/>
                  <a:pt x="4350180" y="2423537"/>
                </a:cubicBezTo>
                <a:lnTo>
                  <a:pt x="4350180" y="860365"/>
                </a:lnTo>
                <a:cubicBezTo>
                  <a:pt x="4350180" y="791306"/>
                  <a:pt x="4294197" y="735323"/>
                  <a:pt x="4225138" y="735323"/>
                </a:cubicBezTo>
                <a:lnTo>
                  <a:pt x="2437450" y="735323"/>
                </a:lnTo>
                <a:lnTo>
                  <a:pt x="2437450" y="365699"/>
                </a:lnTo>
                <a:lnTo>
                  <a:pt x="2619422" y="365699"/>
                </a:lnTo>
                <a:lnTo>
                  <a:pt x="2175090" y="0"/>
                </a:lnTo>
                <a:lnTo>
                  <a:pt x="1730758" y="365699"/>
                </a:lnTo>
                <a:lnTo>
                  <a:pt x="1912731" y="365699"/>
                </a:lnTo>
                <a:lnTo>
                  <a:pt x="1912731" y="735323"/>
                </a:lnTo>
                <a:lnTo>
                  <a:pt x="125042" y="735323"/>
                </a:lnTo>
                <a:cubicBezTo>
                  <a:pt x="55983" y="735323"/>
                  <a:pt x="0" y="791306"/>
                  <a:pt x="0" y="860365"/>
                </a:cubicBezTo>
                <a:lnTo>
                  <a:pt x="0" y="2423537"/>
                </a:lnTo>
                <a:cubicBezTo>
                  <a:pt x="0" y="2492596"/>
                  <a:pt x="55983" y="2548579"/>
                  <a:pt x="125042" y="2548579"/>
                </a:cubicBezTo>
                <a:close/>
              </a:path>
            </a:pathLst>
          </a:cu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5" name="グループ化 14">
            <a:extLst>
              <a:ext uri="{FF2B5EF4-FFF2-40B4-BE49-F238E27FC236}">
                <a16:creationId xmlns:a16="http://schemas.microsoft.com/office/drawing/2014/main" id="{A6A1E627-83C9-4739-0FEC-2D11B4552EB7}"/>
              </a:ext>
            </a:extLst>
          </p:cNvPr>
          <p:cNvGrpSpPr/>
          <p:nvPr/>
        </p:nvGrpSpPr>
        <p:grpSpPr>
          <a:xfrm>
            <a:off x="876956" y="1883114"/>
            <a:ext cx="4801783" cy="4343027"/>
            <a:chOff x="988928" y="1883114"/>
            <a:chExt cx="4860780" cy="4396387"/>
          </a:xfrm>
        </p:grpSpPr>
        <p:pic>
          <p:nvPicPr>
            <p:cNvPr id="17" name="図 16">
              <a:extLst>
                <a:ext uri="{FF2B5EF4-FFF2-40B4-BE49-F238E27FC236}">
                  <a16:creationId xmlns:a16="http://schemas.microsoft.com/office/drawing/2014/main" id="{B957B174-D61F-B765-3EFC-280280C4DD03}"/>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18" name="正方形/長方形 17">
              <a:extLst>
                <a:ext uri="{FF2B5EF4-FFF2-40B4-BE49-F238E27FC236}">
                  <a16:creationId xmlns:a16="http://schemas.microsoft.com/office/drawing/2014/main" id="{A49CBC12-E843-F811-9A2A-471756E4899D}"/>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1" name="四角形: 角を丸くする 20">
            <a:extLst>
              <a:ext uri="{FF2B5EF4-FFF2-40B4-BE49-F238E27FC236}">
                <a16:creationId xmlns:a16="http://schemas.microsoft.com/office/drawing/2014/main" id="{4CD9E250-1486-ABE7-BD6F-C99834C8B919}"/>
              </a:ext>
            </a:extLst>
          </p:cNvPr>
          <p:cNvSpPr/>
          <p:nvPr/>
        </p:nvSpPr>
        <p:spPr>
          <a:xfrm>
            <a:off x="8862861" y="5716570"/>
            <a:ext cx="2729924" cy="631055"/>
          </a:xfrm>
          <a:prstGeom prst="roundRect">
            <a:avLst>
              <a:gd name="adj" fmla="val 9570"/>
            </a:avLst>
          </a:prstGeom>
          <a:solidFill>
            <a:srgbClr val="FF00FF"/>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9" name="グループ化 48">
            <a:extLst>
              <a:ext uri="{FF2B5EF4-FFF2-40B4-BE49-F238E27FC236}">
                <a16:creationId xmlns:a16="http://schemas.microsoft.com/office/drawing/2014/main" id="{2FF01BDE-2540-6F55-AB91-73E605907B68}"/>
              </a:ext>
            </a:extLst>
          </p:cNvPr>
          <p:cNvGrpSpPr/>
          <p:nvPr/>
        </p:nvGrpSpPr>
        <p:grpSpPr>
          <a:xfrm>
            <a:off x="9164096" y="5847431"/>
            <a:ext cx="1815744" cy="369332"/>
            <a:chOff x="9026246" y="5847431"/>
            <a:chExt cx="1815744" cy="369332"/>
          </a:xfrm>
        </p:grpSpPr>
        <p:sp>
          <p:nvSpPr>
            <p:cNvPr id="50" name="二等辺三角形 49">
              <a:extLst>
                <a:ext uri="{FF2B5EF4-FFF2-40B4-BE49-F238E27FC236}">
                  <a16:creationId xmlns:a16="http://schemas.microsoft.com/office/drawing/2014/main" id="{121C4BCB-16C8-C5B6-F20D-7F986DC6D391}"/>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D73F59D6-CB3E-35AA-861C-0241469D3DB3}"/>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58" name="テキスト ボックス 57">
            <a:extLst>
              <a:ext uri="{FF2B5EF4-FFF2-40B4-BE49-F238E27FC236}">
                <a16:creationId xmlns:a16="http://schemas.microsoft.com/office/drawing/2014/main" id="{BE9E4DDA-0F68-E5D0-F378-54F034B28929}"/>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リサイクル</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四角形: 角を丸くする 78">
            <a:extLst>
              <a:ext uri="{FF2B5EF4-FFF2-40B4-BE49-F238E27FC236}">
                <a16:creationId xmlns:a16="http://schemas.microsoft.com/office/drawing/2014/main" id="{CFFDBF71-03D4-DCFA-3E47-8AD33745E7D7}"/>
              </a:ext>
            </a:extLst>
          </p:cNvPr>
          <p:cNvSpPr/>
          <p:nvPr/>
        </p:nvSpPr>
        <p:spPr>
          <a:xfrm>
            <a:off x="5903929" y="5716570"/>
            <a:ext cx="2729924" cy="631055"/>
          </a:xfrm>
          <a:prstGeom prst="roundRect">
            <a:avLst>
              <a:gd name="adj" fmla="val 9570"/>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80" name="グループ化 79">
            <a:extLst>
              <a:ext uri="{FF2B5EF4-FFF2-40B4-BE49-F238E27FC236}">
                <a16:creationId xmlns:a16="http://schemas.microsoft.com/office/drawing/2014/main" id="{802DEA35-BBA5-4399-0725-E51D2CAB6757}"/>
              </a:ext>
            </a:extLst>
          </p:cNvPr>
          <p:cNvGrpSpPr/>
          <p:nvPr/>
        </p:nvGrpSpPr>
        <p:grpSpPr>
          <a:xfrm flipH="1">
            <a:off x="6361019" y="5847431"/>
            <a:ext cx="1815744" cy="369332"/>
            <a:chOff x="9026246" y="5847431"/>
            <a:chExt cx="1815744" cy="369332"/>
          </a:xfrm>
        </p:grpSpPr>
        <p:sp>
          <p:nvSpPr>
            <p:cNvPr id="82" name="テキスト ボックス 81">
              <a:extLst>
                <a:ext uri="{FF2B5EF4-FFF2-40B4-BE49-F238E27FC236}">
                  <a16:creationId xmlns:a16="http://schemas.microsoft.com/office/drawing/2014/main" id="{57DE447F-9AFB-3CC4-99ED-BA26280FF04B}"/>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rPr>
                <a:t>戻る</a:t>
              </a:r>
              <a:endParaRPr lang="ja-JP" altLang="en-US" sz="1800" b="1" dirty="0">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81" name="二等辺三角形 80">
              <a:extLst>
                <a:ext uri="{FF2B5EF4-FFF2-40B4-BE49-F238E27FC236}">
                  <a16:creationId xmlns:a16="http://schemas.microsoft.com/office/drawing/2014/main" id="{EF369A36-B230-D275-FFDC-1983E0D4D92B}"/>
                </a:ext>
              </a:extLst>
            </p:cNvPr>
            <p:cNvSpPr/>
            <p:nvPr/>
          </p:nvSpPr>
          <p:spPr>
            <a:xfrm rot="5400000">
              <a:off x="10369271" y="5875196"/>
              <a:ext cx="364010" cy="313802"/>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sp>
        <p:nvSpPr>
          <p:cNvPr id="85" name="テキスト ボックス 84">
            <a:extLst>
              <a:ext uri="{FF2B5EF4-FFF2-40B4-BE49-F238E27FC236}">
                <a16:creationId xmlns:a16="http://schemas.microsoft.com/office/drawing/2014/main" id="{F693DAD6-BC5F-B122-BACD-96E6774C8AF5}"/>
              </a:ext>
            </a:extLst>
          </p:cNvPr>
          <p:cNvSpPr txBox="1"/>
          <p:nvPr/>
        </p:nvSpPr>
        <p:spPr>
          <a:xfrm>
            <a:off x="6832817" y="1102552"/>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97" name="グループ化 96">
            <a:extLst>
              <a:ext uri="{FF2B5EF4-FFF2-40B4-BE49-F238E27FC236}">
                <a16:creationId xmlns:a16="http://schemas.microsoft.com/office/drawing/2014/main" id="{57254553-7111-5B75-F6D0-F8642309C5BB}"/>
              </a:ext>
            </a:extLst>
          </p:cNvPr>
          <p:cNvGrpSpPr/>
          <p:nvPr/>
        </p:nvGrpSpPr>
        <p:grpSpPr>
          <a:xfrm>
            <a:off x="7100788" y="2100993"/>
            <a:ext cx="3194181" cy="775731"/>
            <a:chOff x="8314140" y="1734826"/>
            <a:chExt cx="2573986" cy="775731"/>
          </a:xfrm>
        </p:grpSpPr>
        <p:sp>
          <p:nvSpPr>
            <p:cNvPr id="86" name="テキスト ボックス 85">
              <a:extLst>
                <a:ext uri="{FF2B5EF4-FFF2-40B4-BE49-F238E27FC236}">
                  <a16:creationId xmlns:a16="http://schemas.microsoft.com/office/drawing/2014/main" id="{678E3235-A757-CCAD-3BC7-DFA4EECBFC90}"/>
                </a:ext>
              </a:extLst>
            </p:cNvPr>
            <p:cNvSpPr txBox="1"/>
            <p:nvPr/>
          </p:nvSpPr>
          <p:spPr>
            <a:xfrm>
              <a:off x="8314140" y="1734826"/>
              <a:ext cx="723275" cy="523220"/>
            </a:xfrm>
            <a:prstGeom prst="rect">
              <a:avLst/>
            </a:prstGeom>
            <a:noFill/>
          </p:spPr>
          <p:txBody>
            <a:bodyPr wrap="none" rtlCol="0">
              <a:spAutoFit/>
            </a:bodyPr>
            <a:lstStyle/>
            <a:p>
              <a:pPr algn="ctr"/>
              <a:r>
                <a:rPr lang="en-US" altLang="ja-JP" sz="28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8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5C2B98DC-D52D-287D-AC1A-8558A9842044}"/>
                </a:ext>
              </a:extLst>
            </p:cNvPr>
            <p:cNvSpPr txBox="1"/>
            <p:nvPr/>
          </p:nvSpPr>
          <p:spPr>
            <a:xfrm>
              <a:off x="10088118" y="1734826"/>
              <a:ext cx="364203" cy="523220"/>
            </a:xfrm>
            <a:prstGeom prst="rect">
              <a:avLst/>
            </a:prstGeom>
            <a:noFill/>
          </p:spPr>
          <p:txBody>
            <a:bodyPr wrap="none" rtlCol="0">
              <a:spAutoFit/>
            </a:bodyPr>
            <a:lstStyle/>
            <a:p>
              <a:pPr algn="ctr"/>
              <a:r>
                <a:rPr lang="en-US" altLang="ja-JP" sz="28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8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3F3527F0-5546-63E0-B4E8-03933D04A7DB}"/>
                </a:ext>
              </a:extLst>
            </p:cNvPr>
            <p:cNvSpPr txBox="1"/>
            <p:nvPr/>
          </p:nvSpPr>
          <p:spPr>
            <a:xfrm>
              <a:off x="9265249" y="1734826"/>
              <a:ext cx="543739" cy="523220"/>
            </a:xfrm>
            <a:prstGeom prst="rect">
              <a:avLst/>
            </a:prstGeom>
            <a:noFill/>
          </p:spPr>
          <p:txBody>
            <a:bodyPr wrap="none" rtlCol="0">
              <a:spAutoFit/>
            </a:bodyPr>
            <a:lstStyle/>
            <a:p>
              <a:pPr algn="ctr"/>
              <a:r>
                <a:rPr lang="en-US" altLang="ja-JP" sz="28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8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398CEAE9-2A70-4252-BC6D-EEC0E8ADABEF}"/>
                </a:ext>
              </a:extLst>
            </p:cNvPr>
            <p:cNvSpPr txBox="1"/>
            <p:nvPr/>
          </p:nvSpPr>
          <p:spPr>
            <a:xfrm>
              <a:off x="8878019"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91" name="テキスト ボックス 90">
              <a:extLst>
                <a:ext uri="{FF2B5EF4-FFF2-40B4-BE49-F238E27FC236}">
                  <a16:creationId xmlns:a16="http://schemas.microsoft.com/office/drawing/2014/main" id="{45E81E91-BA17-E660-E7C8-2F80FAFBA0D3}"/>
                </a:ext>
              </a:extLst>
            </p:cNvPr>
            <p:cNvSpPr txBox="1"/>
            <p:nvPr/>
          </p:nvSpPr>
          <p:spPr>
            <a:xfrm>
              <a:off x="9663695"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92" name="テキスト ボックス 91">
              <a:extLst>
                <a:ext uri="{FF2B5EF4-FFF2-40B4-BE49-F238E27FC236}">
                  <a16:creationId xmlns:a16="http://schemas.microsoft.com/office/drawing/2014/main" id="{2D2173F0-EABE-95E5-01FE-A1FC592B0793}"/>
                </a:ext>
              </a:extLst>
            </p:cNvPr>
            <p:cNvSpPr txBox="1"/>
            <p:nvPr/>
          </p:nvSpPr>
          <p:spPr>
            <a:xfrm>
              <a:off x="10318738"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grpSp>
      <p:grpSp>
        <p:nvGrpSpPr>
          <p:cNvPr id="94" name="グループ化 93">
            <a:extLst>
              <a:ext uri="{FF2B5EF4-FFF2-40B4-BE49-F238E27FC236}">
                <a16:creationId xmlns:a16="http://schemas.microsoft.com/office/drawing/2014/main" id="{31337954-46C6-2669-D566-3BE50B0A5F24}"/>
              </a:ext>
            </a:extLst>
          </p:cNvPr>
          <p:cNvGrpSpPr/>
          <p:nvPr/>
        </p:nvGrpSpPr>
        <p:grpSpPr>
          <a:xfrm rot="16200000">
            <a:off x="8579697" y="215996"/>
            <a:ext cx="236362" cy="3372714"/>
            <a:chOff x="11044871" y="4022147"/>
            <a:chExt cx="236362" cy="2031812"/>
          </a:xfrm>
        </p:grpSpPr>
        <p:sp>
          <p:nvSpPr>
            <p:cNvPr id="95" name="四角形: 角を丸くする 94">
              <a:extLst>
                <a:ext uri="{FF2B5EF4-FFF2-40B4-BE49-F238E27FC236}">
                  <a16:creationId xmlns:a16="http://schemas.microsoft.com/office/drawing/2014/main" id="{AFC7BF38-0DCF-27ED-0FC2-FC8121E06A75}"/>
                </a:ext>
              </a:extLst>
            </p:cNvPr>
            <p:cNvSpPr/>
            <p:nvPr/>
          </p:nvSpPr>
          <p:spPr>
            <a:xfrm>
              <a:off x="11044871" y="4022147"/>
              <a:ext cx="236362" cy="2031812"/>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6" name="四角形: 角を丸くする 95">
              <a:extLst>
                <a:ext uri="{FF2B5EF4-FFF2-40B4-BE49-F238E27FC236}">
                  <a16:creationId xmlns:a16="http://schemas.microsoft.com/office/drawing/2014/main" id="{6B0E3FD2-BCD9-C19B-3F28-43CD06BF36EA}"/>
                </a:ext>
              </a:extLst>
            </p:cNvPr>
            <p:cNvSpPr/>
            <p:nvPr/>
          </p:nvSpPr>
          <p:spPr>
            <a:xfrm>
              <a:off x="11068114" y="4032698"/>
              <a:ext cx="193695" cy="1710208"/>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1F045591-7CFB-F4F3-0030-FF4B73ADFBD3}"/>
              </a:ext>
            </a:extLst>
          </p:cNvPr>
          <p:cNvSpPr txBox="1"/>
          <p:nvPr/>
        </p:nvSpPr>
        <p:spPr>
          <a:xfrm>
            <a:off x="1538212" y="2718903"/>
            <a:ext cx="3467616" cy="338554"/>
          </a:xfrm>
          <a:prstGeom prst="rect">
            <a:avLst/>
          </a:prstGeom>
          <a:noFill/>
        </p:spPr>
        <p:txBody>
          <a:bodyPr wrap="none" rtlCol="0">
            <a:spAutoFit/>
          </a:bodyPr>
          <a:lstStyle/>
          <a:p>
            <a:pPr algn="ctr"/>
            <a:r>
              <a:rPr kumimoji="1"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以下の</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内容で</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リサイクルされます</a:t>
            </a:r>
            <a:endParaRPr kumimoji="1" lang="ja-JP" altLang="en-US" sz="1600" dirty="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0" name="四角形: 角を丸くする 99">
            <a:extLst>
              <a:ext uri="{FF2B5EF4-FFF2-40B4-BE49-F238E27FC236}">
                <a16:creationId xmlns:a16="http://schemas.microsoft.com/office/drawing/2014/main" id="{7EC1C513-EC2C-0D56-FA07-B435BB4C0BF9}"/>
              </a:ext>
            </a:extLst>
          </p:cNvPr>
          <p:cNvSpPr/>
          <p:nvPr/>
        </p:nvSpPr>
        <p:spPr>
          <a:xfrm>
            <a:off x="6522788" y="3524123"/>
            <a:ext cx="4350180" cy="1813256"/>
          </a:xfrm>
          <a:prstGeom prst="roundRect">
            <a:avLst>
              <a:gd name="adj" fmla="val 6896"/>
            </a:avLst>
          </a:prstGeom>
          <a:gradFill flip="none" rotWithShape="1">
            <a:gsLst>
              <a:gs pos="45000">
                <a:schemeClr val="accent2">
                  <a:lumMod val="0"/>
                  <a:lumOff val="100000"/>
                </a:schemeClr>
              </a:gs>
              <a:gs pos="100000">
                <a:srgbClr val="FFA4F3"/>
              </a:gs>
            </a:gsLst>
            <a:path path="circle">
              <a:fillToRect l="50000" t="-80000" r="50000" b="180000"/>
            </a:path>
            <a:tileRect/>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D31247DD-C7F6-EFF8-B2F4-723F49E7C32B}"/>
              </a:ext>
            </a:extLst>
          </p:cNvPr>
          <p:cNvSpPr txBox="1"/>
          <p:nvPr/>
        </p:nvSpPr>
        <p:spPr>
          <a:xfrm>
            <a:off x="6817577" y="3647201"/>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2" name="グループ化 101">
            <a:extLst>
              <a:ext uri="{FF2B5EF4-FFF2-40B4-BE49-F238E27FC236}">
                <a16:creationId xmlns:a16="http://schemas.microsoft.com/office/drawing/2014/main" id="{2F4D579B-387D-2D6E-52A9-4181E113255F}"/>
              </a:ext>
            </a:extLst>
          </p:cNvPr>
          <p:cNvGrpSpPr/>
          <p:nvPr/>
        </p:nvGrpSpPr>
        <p:grpSpPr>
          <a:xfrm>
            <a:off x="7100788" y="4638022"/>
            <a:ext cx="3194181" cy="775731"/>
            <a:chOff x="8314140" y="1734826"/>
            <a:chExt cx="2573986" cy="775731"/>
          </a:xfrm>
        </p:grpSpPr>
        <p:sp>
          <p:nvSpPr>
            <p:cNvPr id="103" name="テキスト ボックス 102">
              <a:extLst>
                <a:ext uri="{FF2B5EF4-FFF2-40B4-BE49-F238E27FC236}">
                  <a16:creationId xmlns:a16="http://schemas.microsoft.com/office/drawing/2014/main" id="{5A33D302-6D06-CDA3-775A-D7189FAD1B71}"/>
                </a:ext>
              </a:extLst>
            </p:cNvPr>
            <p:cNvSpPr txBox="1"/>
            <p:nvPr/>
          </p:nvSpPr>
          <p:spPr>
            <a:xfrm>
              <a:off x="8314140" y="1734826"/>
              <a:ext cx="723275" cy="523220"/>
            </a:xfrm>
            <a:prstGeom prst="rect">
              <a:avLst/>
            </a:prstGeom>
            <a:noFill/>
          </p:spPr>
          <p:txBody>
            <a:bodyPr wrap="none" rtlCol="0">
              <a:spAutoFit/>
            </a:bodyPr>
            <a:lstStyle/>
            <a:p>
              <a:pPr algn="ctr"/>
              <a:r>
                <a:rPr lang="en-US" altLang="ja-JP" sz="28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8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BE7F102B-118D-BFB8-4F9D-93A3A1DA2FBA}"/>
                </a:ext>
              </a:extLst>
            </p:cNvPr>
            <p:cNvSpPr txBox="1"/>
            <p:nvPr/>
          </p:nvSpPr>
          <p:spPr>
            <a:xfrm>
              <a:off x="10088118" y="1734826"/>
              <a:ext cx="364203" cy="523220"/>
            </a:xfrm>
            <a:prstGeom prst="rect">
              <a:avLst/>
            </a:prstGeom>
            <a:noFill/>
          </p:spPr>
          <p:txBody>
            <a:bodyPr wrap="none" rtlCol="0">
              <a:spAutoFit/>
            </a:bodyPr>
            <a:lstStyle/>
            <a:p>
              <a:pPr algn="ctr"/>
              <a:r>
                <a:rPr lang="en-US" altLang="ja-JP" sz="28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8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C10C5B91-23A1-E9B9-0519-56E5B5E83D9D}"/>
                </a:ext>
              </a:extLst>
            </p:cNvPr>
            <p:cNvSpPr txBox="1"/>
            <p:nvPr/>
          </p:nvSpPr>
          <p:spPr>
            <a:xfrm>
              <a:off x="9265249" y="1734826"/>
              <a:ext cx="543739" cy="523220"/>
            </a:xfrm>
            <a:prstGeom prst="rect">
              <a:avLst/>
            </a:prstGeom>
            <a:noFill/>
          </p:spPr>
          <p:txBody>
            <a:bodyPr wrap="none" rtlCol="0">
              <a:spAutoFit/>
            </a:bodyPr>
            <a:lstStyle/>
            <a:p>
              <a:pPr algn="ctr"/>
              <a:r>
                <a:rPr lang="en-US" altLang="ja-JP" sz="28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8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79BA59E4-E930-5932-ACE3-BCD5D531C623}"/>
                </a:ext>
              </a:extLst>
            </p:cNvPr>
            <p:cNvSpPr txBox="1"/>
            <p:nvPr/>
          </p:nvSpPr>
          <p:spPr>
            <a:xfrm>
              <a:off x="8878019"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107" name="テキスト ボックス 106">
              <a:extLst>
                <a:ext uri="{FF2B5EF4-FFF2-40B4-BE49-F238E27FC236}">
                  <a16:creationId xmlns:a16="http://schemas.microsoft.com/office/drawing/2014/main" id="{404433D8-73C7-6CFD-BBEA-C2A56BC25EC8}"/>
                </a:ext>
              </a:extLst>
            </p:cNvPr>
            <p:cNvSpPr txBox="1"/>
            <p:nvPr/>
          </p:nvSpPr>
          <p:spPr>
            <a:xfrm>
              <a:off x="9663695"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108" name="テキスト ボックス 107">
              <a:extLst>
                <a:ext uri="{FF2B5EF4-FFF2-40B4-BE49-F238E27FC236}">
                  <a16:creationId xmlns:a16="http://schemas.microsoft.com/office/drawing/2014/main" id="{0D19C9DD-C43E-A866-F948-024CCFBD1AC9}"/>
                </a:ext>
              </a:extLst>
            </p:cNvPr>
            <p:cNvSpPr txBox="1"/>
            <p:nvPr/>
          </p:nvSpPr>
          <p:spPr>
            <a:xfrm>
              <a:off x="10318738"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grpSp>
      <p:grpSp>
        <p:nvGrpSpPr>
          <p:cNvPr id="128" name="グループ化 127">
            <a:extLst>
              <a:ext uri="{FF2B5EF4-FFF2-40B4-BE49-F238E27FC236}">
                <a16:creationId xmlns:a16="http://schemas.microsoft.com/office/drawing/2014/main" id="{320661DB-E6C0-A33C-B9E1-06E45375DD7B}"/>
              </a:ext>
            </a:extLst>
          </p:cNvPr>
          <p:cNvGrpSpPr/>
          <p:nvPr/>
        </p:nvGrpSpPr>
        <p:grpSpPr>
          <a:xfrm>
            <a:off x="7011521" y="4321201"/>
            <a:ext cx="3372714" cy="236362"/>
            <a:chOff x="7011521" y="4321201"/>
            <a:chExt cx="3372714" cy="236362"/>
          </a:xfrm>
        </p:grpSpPr>
        <p:sp>
          <p:nvSpPr>
            <p:cNvPr id="110" name="四角形: 角を丸くする 109">
              <a:extLst>
                <a:ext uri="{FF2B5EF4-FFF2-40B4-BE49-F238E27FC236}">
                  <a16:creationId xmlns:a16="http://schemas.microsoft.com/office/drawing/2014/main" id="{D95A0804-827B-F402-CD93-99DEE92E1265}"/>
                </a:ext>
              </a:extLst>
            </p:cNvPr>
            <p:cNvSpPr/>
            <p:nvPr/>
          </p:nvSpPr>
          <p:spPr>
            <a:xfrm rot="16200000">
              <a:off x="8579697" y="2753025"/>
              <a:ext cx="236362" cy="3372714"/>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0E135995-39B1-2B26-0938-BD53D13A8860}"/>
                </a:ext>
              </a:extLst>
            </p:cNvPr>
            <p:cNvSpPr/>
            <p:nvPr/>
          </p:nvSpPr>
          <p:spPr>
            <a:xfrm rot="16200000">
              <a:off x="7623826" y="3752728"/>
              <a:ext cx="193695" cy="1369492"/>
            </a:xfrm>
            <a:prstGeom prst="roundRect">
              <a:avLst/>
            </a:prstGeom>
            <a:solidFill>
              <a:srgbClr val="FF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30" name="テキスト ボックス 129">
            <a:extLst>
              <a:ext uri="{FF2B5EF4-FFF2-40B4-BE49-F238E27FC236}">
                <a16:creationId xmlns:a16="http://schemas.microsoft.com/office/drawing/2014/main" id="{4F9BC3E1-642A-BF49-21AA-27E18400B489}"/>
              </a:ext>
            </a:extLst>
          </p:cNvPr>
          <p:cNvSpPr txBox="1"/>
          <p:nvPr/>
        </p:nvSpPr>
        <p:spPr>
          <a:xfrm>
            <a:off x="8863300" y="3647201"/>
            <a:ext cx="1723549" cy="584775"/>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2" name="二等辺三角形 131">
            <a:extLst>
              <a:ext uri="{FF2B5EF4-FFF2-40B4-BE49-F238E27FC236}">
                <a16:creationId xmlns:a16="http://schemas.microsoft.com/office/drawing/2014/main" id="{4CE0AEBA-8510-BEE4-0CEB-477F0258AA00}"/>
              </a:ext>
            </a:extLst>
          </p:cNvPr>
          <p:cNvSpPr/>
          <p:nvPr/>
        </p:nvSpPr>
        <p:spPr>
          <a:xfrm rot="5400000" flipH="1">
            <a:off x="8498484" y="3845015"/>
            <a:ext cx="482924" cy="288387"/>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C3B1DDD8-8626-7CE6-8F54-C1F683F11D93}"/>
              </a:ext>
            </a:extLst>
          </p:cNvPr>
          <p:cNvGrpSpPr/>
          <p:nvPr/>
        </p:nvGrpSpPr>
        <p:grpSpPr>
          <a:xfrm>
            <a:off x="1274979" y="3301022"/>
            <a:ext cx="1190920" cy="1529862"/>
            <a:chOff x="1657536" y="3312348"/>
            <a:chExt cx="1190920" cy="1529862"/>
          </a:xfrm>
        </p:grpSpPr>
        <p:grpSp>
          <p:nvGrpSpPr>
            <p:cNvPr id="136" name="グループ化 135">
              <a:extLst>
                <a:ext uri="{FF2B5EF4-FFF2-40B4-BE49-F238E27FC236}">
                  <a16:creationId xmlns:a16="http://schemas.microsoft.com/office/drawing/2014/main" id="{79085067-7E35-2E25-A359-396A33ED412F}"/>
                </a:ext>
              </a:extLst>
            </p:cNvPr>
            <p:cNvGrpSpPr/>
            <p:nvPr/>
          </p:nvGrpSpPr>
          <p:grpSpPr>
            <a:xfrm>
              <a:off x="1657536" y="3312348"/>
              <a:ext cx="1190920" cy="1529862"/>
              <a:chOff x="1063284" y="1905266"/>
              <a:chExt cx="2372751" cy="1839427"/>
            </a:xfrm>
          </p:grpSpPr>
          <p:sp>
            <p:nvSpPr>
              <p:cNvPr id="137" name="四角形: 上の 2 つの角を丸める 136">
                <a:extLst>
                  <a:ext uri="{FF2B5EF4-FFF2-40B4-BE49-F238E27FC236}">
                    <a16:creationId xmlns:a16="http://schemas.microsoft.com/office/drawing/2014/main" id="{D0FD2FD3-E46B-05DB-EF5A-099475057E74}"/>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8" name="四角形: 上の 2 つの角を丸める 137">
                <a:extLst>
                  <a:ext uri="{FF2B5EF4-FFF2-40B4-BE49-F238E27FC236}">
                    <a16:creationId xmlns:a16="http://schemas.microsoft.com/office/drawing/2014/main" id="{04359721-F731-699B-00BF-5D5A16B38FF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39" name="図 138">
              <a:extLst>
                <a:ext uri="{FF2B5EF4-FFF2-40B4-BE49-F238E27FC236}">
                  <a16:creationId xmlns:a16="http://schemas.microsoft.com/office/drawing/2014/main" id="{51FD61C6-9C1C-5CFB-A945-8507DE037E2E}"/>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1807765" y="3879205"/>
              <a:ext cx="890462" cy="945323"/>
            </a:xfrm>
            <a:prstGeom prst="rect">
              <a:avLst/>
            </a:prstGeom>
          </p:spPr>
        </p:pic>
        <p:sp>
          <p:nvSpPr>
            <p:cNvPr id="140" name="楕円 139">
              <a:extLst>
                <a:ext uri="{FF2B5EF4-FFF2-40B4-BE49-F238E27FC236}">
                  <a16:creationId xmlns:a16="http://schemas.microsoft.com/office/drawing/2014/main" id="{A53BCB96-CF79-1743-584C-0CB737FC3854}"/>
                </a:ext>
              </a:extLst>
            </p:cNvPr>
            <p:cNvSpPr/>
            <p:nvPr/>
          </p:nvSpPr>
          <p:spPr>
            <a:xfrm>
              <a:off x="1757018" y="334912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C6189C4F-AEE7-128D-6F78-AE8EE77039AC}"/>
                </a:ext>
              </a:extLst>
            </p:cNvPr>
            <p:cNvSpPr txBox="1"/>
            <p:nvPr/>
          </p:nvSpPr>
          <p:spPr>
            <a:xfrm>
              <a:off x="2192882" y="3376208"/>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48" name="グループ化 147">
            <a:extLst>
              <a:ext uri="{FF2B5EF4-FFF2-40B4-BE49-F238E27FC236}">
                <a16:creationId xmlns:a16="http://schemas.microsoft.com/office/drawing/2014/main" id="{33BF9BE8-D91A-12B1-E569-9D84BB2D6650}"/>
              </a:ext>
            </a:extLst>
          </p:cNvPr>
          <p:cNvGrpSpPr/>
          <p:nvPr/>
        </p:nvGrpSpPr>
        <p:grpSpPr>
          <a:xfrm>
            <a:off x="2697935" y="3301022"/>
            <a:ext cx="1190920" cy="1589509"/>
            <a:chOff x="3148670" y="3302233"/>
            <a:chExt cx="1190920" cy="1589509"/>
          </a:xfrm>
        </p:grpSpPr>
        <p:grpSp>
          <p:nvGrpSpPr>
            <p:cNvPr id="142" name="グループ化 141">
              <a:extLst>
                <a:ext uri="{FF2B5EF4-FFF2-40B4-BE49-F238E27FC236}">
                  <a16:creationId xmlns:a16="http://schemas.microsoft.com/office/drawing/2014/main" id="{C005ED85-0AC0-3550-6236-494EEF42ECC7}"/>
                </a:ext>
              </a:extLst>
            </p:cNvPr>
            <p:cNvGrpSpPr/>
            <p:nvPr/>
          </p:nvGrpSpPr>
          <p:grpSpPr>
            <a:xfrm>
              <a:off x="3148670" y="3302233"/>
              <a:ext cx="1190920" cy="1589509"/>
              <a:chOff x="1063284" y="1905266"/>
              <a:chExt cx="2372751" cy="1911144"/>
            </a:xfrm>
          </p:grpSpPr>
          <p:sp>
            <p:nvSpPr>
              <p:cNvPr id="143" name="四角形: 上の 2 つの角を丸める 142">
                <a:extLst>
                  <a:ext uri="{FF2B5EF4-FFF2-40B4-BE49-F238E27FC236}">
                    <a16:creationId xmlns:a16="http://schemas.microsoft.com/office/drawing/2014/main" id="{9F703833-4053-C518-37C9-F9E2D32E20C1}"/>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四角形: 上の 2 つの角を丸める 143">
                <a:extLst>
                  <a:ext uri="{FF2B5EF4-FFF2-40B4-BE49-F238E27FC236}">
                    <a16:creationId xmlns:a16="http://schemas.microsoft.com/office/drawing/2014/main" id="{C0CFA6A2-4F95-D0CF-0DCC-E0D12A425FA2}"/>
                  </a:ext>
                </a:extLst>
              </p:cNvPr>
              <p:cNvSpPr/>
              <p:nvPr/>
            </p:nvSpPr>
            <p:spPr>
              <a:xfrm flipV="1">
                <a:off x="1063284" y="2552997"/>
                <a:ext cx="2372751" cy="1263413"/>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5" name="図 144">
              <a:extLst>
                <a:ext uri="{FF2B5EF4-FFF2-40B4-BE49-F238E27FC236}">
                  <a16:creationId xmlns:a16="http://schemas.microsoft.com/office/drawing/2014/main" id="{7AE7CA86-860B-665E-5AAE-513995D3BEAD}"/>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3298899" y="3869090"/>
              <a:ext cx="890462" cy="945323"/>
            </a:xfrm>
            <a:prstGeom prst="rect">
              <a:avLst/>
            </a:prstGeom>
          </p:spPr>
        </p:pic>
        <p:sp>
          <p:nvSpPr>
            <p:cNvPr id="146" name="楕円 145">
              <a:extLst>
                <a:ext uri="{FF2B5EF4-FFF2-40B4-BE49-F238E27FC236}">
                  <a16:creationId xmlns:a16="http://schemas.microsoft.com/office/drawing/2014/main" id="{5D9DC391-45AB-4D7C-3073-E6D6CAB9AF26}"/>
                </a:ext>
              </a:extLst>
            </p:cNvPr>
            <p:cNvSpPr/>
            <p:nvPr/>
          </p:nvSpPr>
          <p:spPr>
            <a:xfrm>
              <a:off x="3248152" y="3339007"/>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BA1F8676-D2EC-DCA9-F701-CBECE3ADAD46}"/>
                </a:ext>
              </a:extLst>
            </p:cNvPr>
            <p:cNvSpPr txBox="1"/>
            <p:nvPr/>
          </p:nvSpPr>
          <p:spPr>
            <a:xfrm>
              <a:off x="3748215" y="3362162"/>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630780EE-7E0B-1BB6-D65B-4D12AFFEC013}"/>
              </a:ext>
            </a:extLst>
          </p:cNvPr>
          <p:cNvGrpSpPr/>
          <p:nvPr/>
        </p:nvGrpSpPr>
        <p:grpSpPr>
          <a:xfrm>
            <a:off x="4120891" y="3301022"/>
            <a:ext cx="1190920" cy="1529860"/>
            <a:chOff x="8627147" y="4353147"/>
            <a:chExt cx="1190920" cy="1529860"/>
          </a:xfrm>
        </p:grpSpPr>
        <p:grpSp>
          <p:nvGrpSpPr>
            <p:cNvPr id="151" name="グループ化 150">
              <a:extLst>
                <a:ext uri="{FF2B5EF4-FFF2-40B4-BE49-F238E27FC236}">
                  <a16:creationId xmlns:a16="http://schemas.microsoft.com/office/drawing/2014/main" id="{D8668AC3-A8E7-AF86-3B24-2770677822B3}"/>
                </a:ext>
              </a:extLst>
            </p:cNvPr>
            <p:cNvGrpSpPr/>
            <p:nvPr/>
          </p:nvGrpSpPr>
          <p:grpSpPr>
            <a:xfrm>
              <a:off x="8627147" y="4353147"/>
              <a:ext cx="1190920" cy="1529860"/>
              <a:chOff x="1063284" y="1905266"/>
              <a:chExt cx="2372751" cy="1839425"/>
            </a:xfrm>
          </p:grpSpPr>
          <p:sp>
            <p:nvSpPr>
              <p:cNvPr id="155" name="四角形: 上の 2 つの角を丸める 154">
                <a:extLst>
                  <a:ext uri="{FF2B5EF4-FFF2-40B4-BE49-F238E27FC236}">
                    <a16:creationId xmlns:a16="http://schemas.microsoft.com/office/drawing/2014/main" id="{6310D820-6B33-FD15-D995-FF4BA92ED6A0}"/>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6" name="四角形: 上の 2 つの角を丸める 155">
                <a:extLst>
                  <a:ext uri="{FF2B5EF4-FFF2-40B4-BE49-F238E27FC236}">
                    <a16:creationId xmlns:a16="http://schemas.microsoft.com/office/drawing/2014/main" id="{F76C3BDC-342D-A287-5F71-3CA3DA0D687E}"/>
                  </a:ext>
                </a:extLst>
              </p:cNvPr>
              <p:cNvSpPr/>
              <p:nvPr/>
            </p:nvSpPr>
            <p:spPr>
              <a:xfrm flipV="1">
                <a:off x="1063284" y="2552997"/>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2" name="図 151">
              <a:extLst>
                <a:ext uri="{FF2B5EF4-FFF2-40B4-BE49-F238E27FC236}">
                  <a16:creationId xmlns:a16="http://schemas.microsoft.com/office/drawing/2014/main" id="{03370663-64F7-3539-A20F-ADE068754C3F}"/>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153" name="楕円 152">
              <a:extLst>
                <a:ext uri="{FF2B5EF4-FFF2-40B4-BE49-F238E27FC236}">
                  <a16:creationId xmlns:a16="http://schemas.microsoft.com/office/drawing/2014/main" id="{ADB40D70-0FC3-408D-1E5C-034ED78D69FA}"/>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8C22C20C-3070-D977-994F-C0266A205D93}"/>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sp>
        <p:nvSpPr>
          <p:cNvPr id="158" name="四角形: 上の 2 つの角を丸める 157">
            <a:extLst>
              <a:ext uri="{FF2B5EF4-FFF2-40B4-BE49-F238E27FC236}">
                <a16:creationId xmlns:a16="http://schemas.microsoft.com/office/drawing/2014/main" id="{F046CEBE-915C-02DD-7393-C6888A72E836}"/>
              </a:ext>
            </a:extLst>
          </p:cNvPr>
          <p:cNvSpPr/>
          <p:nvPr/>
        </p:nvSpPr>
        <p:spPr>
          <a:xfrm flipV="1">
            <a:off x="4120891" y="4792399"/>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0" name="四角形: 上の 2 つの角を丸める 159">
            <a:extLst>
              <a:ext uri="{FF2B5EF4-FFF2-40B4-BE49-F238E27FC236}">
                <a16:creationId xmlns:a16="http://schemas.microsoft.com/office/drawing/2014/main" id="{22375764-CA75-E965-63D4-ADAE03FEFE10}"/>
              </a:ext>
            </a:extLst>
          </p:cNvPr>
          <p:cNvSpPr/>
          <p:nvPr/>
        </p:nvSpPr>
        <p:spPr>
          <a:xfrm flipV="1">
            <a:off x="2704781" y="4788616"/>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2" name="四角形: 上の 2 つの角を丸める 161">
            <a:extLst>
              <a:ext uri="{FF2B5EF4-FFF2-40B4-BE49-F238E27FC236}">
                <a16:creationId xmlns:a16="http://schemas.microsoft.com/office/drawing/2014/main" id="{C92400F6-9F40-AB20-A819-AF405CE7BA53}"/>
              </a:ext>
            </a:extLst>
          </p:cNvPr>
          <p:cNvSpPr/>
          <p:nvPr/>
        </p:nvSpPr>
        <p:spPr>
          <a:xfrm flipV="1">
            <a:off x="1279340" y="4788615"/>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4" name="テキスト ボックス 163">
            <a:extLst>
              <a:ext uri="{FF2B5EF4-FFF2-40B4-BE49-F238E27FC236}">
                <a16:creationId xmlns:a16="http://schemas.microsoft.com/office/drawing/2014/main" id="{7F81C169-9CB3-A27C-01C0-7C89E5F62F64}"/>
              </a:ext>
            </a:extLst>
          </p:cNvPr>
          <p:cNvSpPr txBox="1"/>
          <p:nvPr/>
        </p:nvSpPr>
        <p:spPr>
          <a:xfrm>
            <a:off x="431624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6" name="テキスト ボックス 165">
            <a:extLst>
              <a:ext uri="{FF2B5EF4-FFF2-40B4-BE49-F238E27FC236}">
                <a16:creationId xmlns:a16="http://schemas.microsoft.com/office/drawing/2014/main" id="{4C27FF24-D8D7-F841-07B6-DC84F818141D}"/>
              </a:ext>
            </a:extLst>
          </p:cNvPr>
          <p:cNvSpPr txBox="1"/>
          <p:nvPr/>
        </p:nvSpPr>
        <p:spPr>
          <a:xfrm>
            <a:off x="290013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8" name="テキスト ボックス 167">
            <a:extLst>
              <a:ext uri="{FF2B5EF4-FFF2-40B4-BE49-F238E27FC236}">
                <a16:creationId xmlns:a16="http://schemas.microsoft.com/office/drawing/2014/main" id="{7BBF565C-AFAD-F7C6-7648-5D87A94FBA55}"/>
              </a:ext>
            </a:extLst>
          </p:cNvPr>
          <p:cNvSpPr txBox="1"/>
          <p:nvPr/>
        </p:nvSpPr>
        <p:spPr>
          <a:xfrm>
            <a:off x="1474691"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4081926784"/>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E0454-7F07-A523-BE83-7ADA40C15B9C}"/>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125CFD1-22DD-C166-976F-3B1F69E83DF3}"/>
              </a:ext>
            </a:extLst>
          </p:cNvPr>
          <p:cNvSpPr txBox="1"/>
          <p:nvPr/>
        </p:nvSpPr>
        <p:spPr>
          <a:xfrm>
            <a:off x="3048383" y="2967335"/>
            <a:ext cx="6095234" cy="923330"/>
          </a:xfrm>
          <a:prstGeom prst="rect">
            <a:avLst/>
          </a:prstGeom>
          <a:noFill/>
        </p:spPr>
        <p:txBody>
          <a:bodyPr wrap="square">
            <a:spAutoFit/>
          </a:bodyPr>
          <a:lstStyle/>
          <a:p>
            <a:pPr algn="ctr"/>
            <a:r>
              <a:rPr lang="ja-JP" altLang="en-US" sz="5400">
                <a:solidFill>
                  <a:schemeClr val="bg1">
                    <a:lumMod val="85000"/>
                  </a:schemeClr>
                </a:solidFill>
                <a:latin typeface="瀞ノグリッチ黒体 H1" pitchFamily="50" charset="-128"/>
                <a:ea typeface="瀞ノグリッチ黒体 H1" pitchFamily="50" charset="-128"/>
              </a:rPr>
              <a:t>キャラクター</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402866051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D35442D-FEEC-4881-CB8E-A5DD3FBFF5C8}"/>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690E24F6-D8B2-D12B-1609-2DAE00EB71A3}"/>
              </a:ext>
            </a:extLst>
          </p:cNvPr>
          <p:cNvGrpSpPr/>
          <p:nvPr/>
        </p:nvGrpSpPr>
        <p:grpSpPr>
          <a:xfrm>
            <a:off x="431675" y="5645607"/>
            <a:ext cx="11328651" cy="925026"/>
            <a:chOff x="431675" y="5645607"/>
            <a:chExt cx="11328651" cy="925026"/>
          </a:xfrm>
        </p:grpSpPr>
        <p:sp>
          <p:nvSpPr>
            <p:cNvPr id="30" name="四角形: 角を丸くする 29">
              <a:extLst>
                <a:ext uri="{FF2B5EF4-FFF2-40B4-BE49-F238E27FC236}">
                  <a16:creationId xmlns:a16="http://schemas.microsoft.com/office/drawing/2014/main" id="{B77693F3-8470-B75F-15D4-9D1B3CE4D90A}"/>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1" name="四角形: 角を丸くする 30">
              <a:extLst>
                <a:ext uri="{FF2B5EF4-FFF2-40B4-BE49-F238E27FC236}">
                  <a16:creationId xmlns:a16="http://schemas.microsoft.com/office/drawing/2014/main" id="{B3BB5145-775F-478B-E17F-A40ED9F5ADAF}"/>
                </a:ext>
              </a:extLst>
            </p:cNvPr>
            <p:cNvSpPr/>
            <p:nvPr/>
          </p:nvSpPr>
          <p:spPr>
            <a:xfrm>
              <a:off x="2706601" y="5645607"/>
              <a:ext cx="1968035"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01025E66-22BE-2C38-3531-A683596D17E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01E478DE-1078-741D-9DF6-F3945469AA4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2638A13E-B341-64B4-85FC-3834B9F8F63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A60BF011-D7CF-FEA1-20FF-15851B5DBF7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014B2BFA-3428-A65B-2409-308F8A065A78}"/>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7" name="テキスト ボックス 36">
              <a:extLst>
                <a:ext uri="{FF2B5EF4-FFF2-40B4-BE49-F238E27FC236}">
                  <a16:creationId xmlns:a16="http://schemas.microsoft.com/office/drawing/2014/main" id="{26163DE7-E3AA-CBBC-C725-0C40F1691D4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8" name="グループ化 37">
            <a:extLst>
              <a:ext uri="{FF2B5EF4-FFF2-40B4-BE49-F238E27FC236}">
                <a16:creationId xmlns:a16="http://schemas.microsoft.com/office/drawing/2014/main" id="{3B7393FA-59B2-7D2A-07AE-2C0F6686E15B}"/>
              </a:ext>
            </a:extLst>
          </p:cNvPr>
          <p:cNvGrpSpPr/>
          <p:nvPr/>
        </p:nvGrpSpPr>
        <p:grpSpPr>
          <a:xfrm>
            <a:off x="617274" y="432515"/>
            <a:ext cx="2130007" cy="638703"/>
            <a:chOff x="1157024" y="508715"/>
            <a:chExt cx="2130007" cy="638703"/>
          </a:xfrm>
        </p:grpSpPr>
        <p:sp>
          <p:nvSpPr>
            <p:cNvPr id="39" name="六角形 38">
              <a:extLst>
                <a:ext uri="{FF2B5EF4-FFF2-40B4-BE49-F238E27FC236}">
                  <a16:creationId xmlns:a16="http://schemas.microsoft.com/office/drawing/2014/main" id="{33099BB3-F265-B1CA-BD7F-AB0858F2AC29}"/>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0" name="テキスト ボックス 39">
              <a:extLst>
                <a:ext uri="{FF2B5EF4-FFF2-40B4-BE49-F238E27FC236}">
                  <a16:creationId xmlns:a16="http://schemas.microsoft.com/office/drawing/2014/main" id="{AF033521-83BE-B8A3-D8FC-9AA86C733A3F}"/>
                </a:ext>
              </a:extLst>
            </p:cNvPr>
            <p:cNvSpPr txBox="1"/>
            <p:nvPr/>
          </p:nvSpPr>
          <p:spPr>
            <a:xfrm>
              <a:off x="1360254" y="641390"/>
              <a:ext cx="1723549"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四角形: 上の 2 つの角を切り取る 68">
            <a:extLst>
              <a:ext uri="{FF2B5EF4-FFF2-40B4-BE49-F238E27FC236}">
                <a16:creationId xmlns:a16="http://schemas.microsoft.com/office/drawing/2014/main" id="{72D6DDEA-C7D5-3128-2E62-F142E708BE27}"/>
              </a:ext>
            </a:extLst>
          </p:cNvPr>
          <p:cNvSpPr/>
          <p:nvPr/>
        </p:nvSpPr>
        <p:spPr>
          <a:xfrm>
            <a:off x="92694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0" name="グラフィックス 69" descr="ユーザー 単色塗りつぶし">
            <a:extLst>
              <a:ext uri="{FF2B5EF4-FFF2-40B4-BE49-F238E27FC236}">
                <a16:creationId xmlns:a16="http://schemas.microsoft.com/office/drawing/2014/main" id="{BB4AB020-47F8-DA89-9C47-B2AE4EFDC7C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0775" y="1575888"/>
            <a:ext cx="1245090" cy="1245090"/>
          </a:xfrm>
          <a:prstGeom prst="rect">
            <a:avLst/>
          </a:prstGeom>
        </p:spPr>
      </p:pic>
      <p:sp>
        <p:nvSpPr>
          <p:cNvPr id="71" name="四角形: 上の 2 つの角を切り取る 70">
            <a:extLst>
              <a:ext uri="{FF2B5EF4-FFF2-40B4-BE49-F238E27FC236}">
                <a16:creationId xmlns:a16="http://schemas.microsoft.com/office/drawing/2014/main" id="{F1321764-271A-E750-FE08-C63348E5B283}"/>
              </a:ext>
            </a:extLst>
          </p:cNvPr>
          <p:cNvSpPr/>
          <p:nvPr/>
        </p:nvSpPr>
        <p:spPr>
          <a:xfrm flipV="1">
            <a:off x="92694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四角形: 上の 2 つの角を切り取る 65">
            <a:extLst>
              <a:ext uri="{FF2B5EF4-FFF2-40B4-BE49-F238E27FC236}">
                <a16:creationId xmlns:a16="http://schemas.microsoft.com/office/drawing/2014/main" id="{9CC8652B-17E1-4D10-4046-159DB43503C9}"/>
              </a:ext>
            </a:extLst>
          </p:cNvPr>
          <p:cNvSpPr/>
          <p:nvPr/>
        </p:nvSpPr>
        <p:spPr>
          <a:xfrm>
            <a:off x="927647"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7" name="グラフィックス 66" descr="ユーザー 単色塗りつぶし">
            <a:extLst>
              <a:ext uri="{FF2B5EF4-FFF2-40B4-BE49-F238E27FC236}">
                <a16:creationId xmlns:a16="http://schemas.microsoft.com/office/drawing/2014/main" id="{317EAFAC-2B4B-3D86-44F3-F2DC1283784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1477" y="3531616"/>
            <a:ext cx="1245090" cy="1245090"/>
          </a:xfrm>
          <a:prstGeom prst="rect">
            <a:avLst/>
          </a:prstGeom>
        </p:spPr>
      </p:pic>
      <p:sp>
        <p:nvSpPr>
          <p:cNvPr id="68" name="四角形: 上の 2 つの角を切り取る 67">
            <a:extLst>
              <a:ext uri="{FF2B5EF4-FFF2-40B4-BE49-F238E27FC236}">
                <a16:creationId xmlns:a16="http://schemas.microsoft.com/office/drawing/2014/main" id="{1C27324A-D704-3BDA-BF91-801A19CA6FBE}"/>
              </a:ext>
            </a:extLst>
          </p:cNvPr>
          <p:cNvSpPr/>
          <p:nvPr/>
        </p:nvSpPr>
        <p:spPr>
          <a:xfrm flipV="1">
            <a:off x="927647"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四角形: 上の 2 つの角を切り取る 62">
            <a:extLst>
              <a:ext uri="{FF2B5EF4-FFF2-40B4-BE49-F238E27FC236}">
                <a16:creationId xmlns:a16="http://schemas.microsoft.com/office/drawing/2014/main" id="{2F4FE321-9A05-BAED-0502-86FF6B739D37}"/>
              </a:ext>
            </a:extLst>
          </p:cNvPr>
          <p:cNvSpPr/>
          <p:nvPr/>
        </p:nvSpPr>
        <p:spPr>
          <a:xfrm>
            <a:off x="3582533"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4" name="グラフィックス 63" descr="ユーザー 単色塗りつぶし">
            <a:extLst>
              <a:ext uri="{FF2B5EF4-FFF2-40B4-BE49-F238E27FC236}">
                <a16:creationId xmlns:a16="http://schemas.microsoft.com/office/drawing/2014/main" id="{54709F44-493F-9AAE-F06C-84CFED383E3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1575888"/>
            <a:ext cx="1245090" cy="1245090"/>
          </a:xfrm>
          <a:prstGeom prst="rect">
            <a:avLst/>
          </a:prstGeom>
        </p:spPr>
      </p:pic>
      <p:sp>
        <p:nvSpPr>
          <p:cNvPr id="65" name="四角形: 上の 2 つの角を切り取る 64">
            <a:extLst>
              <a:ext uri="{FF2B5EF4-FFF2-40B4-BE49-F238E27FC236}">
                <a16:creationId xmlns:a16="http://schemas.microsoft.com/office/drawing/2014/main" id="{EB5934EF-0FDD-5C70-E8B2-B1AE7FB0D925}"/>
              </a:ext>
            </a:extLst>
          </p:cNvPr>
          <p:cNvSpPr/>
          <p:nvPr/>
        </p:nvSpPr>
        <p:spPr>
          <a:xfrm flipV="1">
            <a:off x="3582533"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四角形: 上の 2 つの角を切り取る 59">
            <a:extLst>
              <a:ext uri="{FF2B5EF4-FFF2-40B4-BE49-F238E27FC236}">
                <a16:creationId xmlns:a16="http://schemas.microsoft.com/office/drawing/2014/main" id="{D3C329FC-2ADB-D050-1452-8EC4A6D522D0}"/>
              </a:ext>
            </a:extLst>
          </p:cNvPr>
          <p:cNvSpPr/>
          <p:nvPr/>
        </p:nvSpPr>
        <p:spPr>
          <a:xfrm>
            <a:off x="3582533"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1" name="グラフィックス 60" descr="ユーザー 単色塗りつぶし">
            <a:extLst>
              <a:ext uri="{FF2B5EF4-FFF2-40B4-BE49-F238E27FC236}">
                <a16:creationId xmlns:a16="http://schemas.microsoft.com/office/drawing/2014/main" id="{0A845CD7-2A9D-E423-58EB-815E1A4E5C4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3531616"/>
            <a:ext cx="1245090" cy="1245090"/>
          </a:xfrm>
          <a:prstGeom prst="rect">
            <a:avLst/>
          </a:prstGeom>
        </p:spPr>
      </p:pic>
      <p:sp>
        <p:nvSpPr>
          <p:cNvPr id="62" name="四角形: 上の 2 つの角を切り取る 61">
            <a:extLst>
              <a:ext uri="{FF2B5EF4-FFF2-40B4-BE49-F238E27FC236}">
                <a16:creationId xmlns:a16="http://schemas.microsoft.com/office/drawing/2014/main" id="{4D615DF8-F538-218E-2CEA-F3EAB930ED05}"/>
              </a:ext>
            </a:extLst>
          </p:cNvPr>
          <p:cNvSpPr/>
          <p:nvPr/>
        </p:nvSpPr>
        <p:spPr>
          <a:xfrm flipV="1">
            <a:off x="3582533"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四角形: 上の 2 つの角を切り取る 56">
            <a:extLst>
              <a:ext uri="{FF2B5EF4-FFF2-40B4-BE49-F238E27FC236}">
                <a16:creationId xmlns:a16="http://schemas.microsoft.com/office/drawing/2014/main" id="{4A6FFD4B-7A39-F432-8D0A-33C20F6C0260}"/>
              </a:ext>
            </a:extLst>
          </p:cNvPr>
          <p:cNvSpPr/>
          <p:nvPr/>
        </p:nvSpPr>
        <p:spPr>
          <a:xfrm>
            <a:off x="6237419"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F542C95A-D0CF-C878-1A19-9755C4BA747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1575888"/>
            <a:ext cx="1245090" cy="1245090"/>
          </a:xfrm>
          <a:prstGeom prst="rect">
            <a:avLst/>
          </a:prstGeom>
        </p:spPr>
      </p:pic>
      <p:sp>
        <p:nvSpPr>
          <p:cNvPr id="59" name="四角形: 上の 2 つの角を切り取る 58">
            <a:extLst>
              <a:ext uri="{FF2B5EF4-FFF2-40B4-BE49-F238E27FC236}">
                <a16:creationId xmlns:a16="http://schemas.microsoft.com/office/drawing/2014/main" id="{AA5D631C-085A-5499-5498-0D3E75DD4A9D}"/>
              </a:ext>
            </a:extLst>
          </p:cNvPr>
          <p:cNvSpPr/>
          <p:nvPr/>
        </p:nvSpPr>
        <p:spPr>
          <a:xfrm flipV="1">
            <a:off x="6237419"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四角形: 上の 2 つの角を切り取る 53">
            <a:extLst>
              <a:ext uri="{FF2B5EF4-FFF2-40B4-BE49-F238E27FC236}">
                <a16:creationId xmlns:a16="http://schemas.microsoft.com/office/drawing/2014/main" id="{DEE5CE19-0C51-B42A-B986-2D6713D6B021}"/>
              </a:ext>
            </a:extLst>
          </p:cNvPr>
          <p:cNvSpPr/>
          <p:nvPr/>
        </p:nvSpPr>
        <p:spPr>
          <a:xfrm>
            <a:off x="6237419"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01E1D1E5-81DF-EB7E-21A1-DA8BED97CF0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3531616"/>
            <a:ext cx="1245090" cy="1245090"/>
          </a:xfrm>
          <a:prstGeom prst="rect">
            <a:avLst/>
          </a:prstGeom>
        </p:spPr>
      </p:pic>
      <p:sp>
        <p:nvSpPr>
          <p:cNvPr id="56" name="四角形: 上の 2 つの角を切り取る 55">
            <a:extLst>
              <a:ext uri="{FF2B5EF4-FFF2-40B4-BE49-F238E27FC236}">
                <a16:creationId xmlns:a16="http://schemas.microsoft.com/office/drawing/2014/main" id="{1F676D9A-A393-654E-0D0B-F55818066DA3}"/>
              </a:ext>
            </a:extLst>
          </p:cNvPr>
          <p:cNvSpPr/>
          <p:nvPr/>
        </p:nvSpPr>
        <p:spPr>
          <a:xfrm flipV="1">
            <a:off x="6237419"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切り取る 50">
            <a:extLst>
              <a:ext uri="{FF2B5EF4-FFF2-40B4-BE49-F238E27FC236}">
                <a16:creationId xmlns:a16="http://schemas.microsoft.com/office/drawing/2014/main" id="{C4D72216-F157-49A3-F9B4-6B33DA3F71A7}"/>
              </a:ext>
            </a:extLst>
          </p:cNvPr>
          <p:cNvSpPr/>
          <p:nvPr/>
        </p:nvSpPr>
        <p:spPr>
          <a:xfrm>
            <a:off x="889230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2" name="グラフィックス 51" descr="ユーザー 単色塗りつぶし">
            <a:extLst>
              <a:ext uri="{FF2B5EF4-FFF2-40B4-BE49-F238E27FC236}">
                <a16:creationId xmlns:a16="http://schemas.microsoft.com/office/drawing/2014/main" id="{6EDA8E8C-31DE-98ED-81DE-84FCBA9EE39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456135" y="1575888"/>
            <a:ext cx="1245090" cy="1245090"/>
          </a:xfrm>
          <a:prstGeom prst="rect">
            <a:avLst/>
          </a:prstGeom>
        </p:spPr>
      </p:pic>
      <p:sp>
        <p:nvSpPr>
          <p:cNvPr id="53" name="四角形: 上の 2 つの角を切り取る 52">
            <a:extLst>
              <a:ext uri="{FF2B5EF4-FFF2-40B4-BE49-F238E27FC236}">
                <a16:creationId xmlns:a16="http://schemas.microsoft.com/office/drawing/2014/main" id="{86F4C9A4-6288-3231-EE19-EDEBCB99B1B5}"/>
              </a:ext>
            </a:extLst>
          </p:cNvPr>
          <p:cNvSpPr/>
          <p:nvPr/>
        </p:nvSpPr>
        <p:spPr>
          <a:xfrm flipV="1">
            <a:off x="889230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895204CD-53BA-BFB9-08EB-D89850D315D1}"/>
              </a:ext>
            </a:extLst>
          </p:cNvPr>
          <p:cNvSpPr txBox="1"/>
          <p:nvPr/>
        </p:nvSpPr>
        <p:spPr>
          <a:xfrm>
            <a:off x="1560024" y="281261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5B2B61F3-C4B5-59B8-A687-9DF53AAA3D11}"/>
              </a:ext>
            </a:extLst>
          </p:cNvPr>
          <p:cNvSpPr txBox="1"/>
          <p:nvPr/>
        </p:nvSpPr>
        <p:spPr>
          <a:xfrm>
            <a:off x="2020954" y="2051615"/>
            <a:ext cx="184731" cy="369332"/>
          </a:xfrm>
          <a:prstGeom prst="rect">
            <a:avLst/>
          </a:prstGeom>
          <a:noFill/>
        </p:spPr>
        <p:txBody>
          <a:bodyPr wrap="none" rtlCol="0">
            <a:spAutoFit/>
          </a:bodyPr>
          <a:lstStyle/>
          <a:p>
            <a:pPr algn="ct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3" name="正方形/長方形 72">
            <a:extLst>
              <a:ext uri="{FF2B5EF4-FFF2-40B4-BE49-F238E27FC236}">
                <a16:creationId xmlns:a16="http://schemas.microsoft.com/office/drawing/2014/main" id="{2D4F763A-534A-AD42-CB16-90A684BA7791}"/>
              </a:ext>
            </a:extLst>
          </p:cNvPr>
          <p:cNvSpPr>
            <a:spLocks/>
          </p:cNvSpPr>
          <p:nvPr/>
        </p:nvSpPr>
        <p:spPr>
          <a:xfrm>
            <a:off x="6236718" y="3509844"/>
            <a:ext cx="2373452" cy="1665648"/>
          </a:xfrm>
          <a:prstGeom prst="rect">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5" name="図 74">
            <a:extLst>
              <a:ext uri="{FF2B5EF4-FFF2-40B4-BE49-F238E27FC236}">
                <a16:creationId xmlns:a16="http://schemas.microsoft.com/office/drawing/2014/main" id="{7BD437EC-82F8-29FB-4EF0-0FD47539CCC7}"/>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6800549" y="3638416"/>
            <a:ext cx="1245090" cy="1245090"/>
          </a:xfrm>
          <a:prstGeom prst="rect">
            <a:avLst/>
          </a:prstGeom>
        </p:spPr>
      </p:pic>
    </p:spTree>
    <p:extLst>
      <p:ext uri="{BB962C8B-B14F-4D97-AF65-F5344CB8AC3E}">
        <p14:creationId xmlns:p14="http://schemas.microsoft.com/office/powerpoint/2010/main" val="338430745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A8DD58E-616A-38A6-BC3B-187AC0625CE2}"/>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56975729-3685-6709-091B-0E9856D2EB99}"/>
              </a:ext>
            </a:extLst>
          </p:cNvPr>
          <p:cNvGrpSpPr/>
          <p:nvPr/>
        </p:nvGrpSpPr>
        <p:grpSpPr>
          <a:xfrm>
            <a:off x="431675" y="5645607"/>
            <a:ext cx="11328651" cy="925026"/>
            <a:chOff x="431675" y="5645607"/>
            <a:chExt cx="11328651" cy="925026"/>
          </a:xfrm>
        </p:grpSpPr>
        <p:sp>
          <p:nvSpPr>
            <p:cNvPr id="30" name="四角形: 角を丸くする 29">
              <a:extLst>
                <a:ext uri="{FF2B5EF4-FFF2-40B4-BE49-F238E27FC236}">
                  <a16:creationId xmlns:a16="http://schemas.microsoft.com/office/drawing/2014/main" id="{14369D2E-AEC5-65D2-6569-82626874771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1" name="四角形: 角を丸くする 30">
              <a:extLst>
                <a:ext uri="{FF2B5EF4-FFF2-40B4-BE49-F238E27FC236}">
                  <a16:creationId xmlns:a16="http://schemas.microsoft.com/office/drawing/2014/main" id="{BCDDA45A-26EE-B6C5-E15A-4996F3BF19B0}"/>
                </a:ext>
              </a:extLst>
            </p:cNvPr>
            <p:cNvSpPr/>
            <p:nvPr/>
          </p:nvSpPr>
          <p:spPr>
            <a:xfrm>
              <a:off x="2706601" y="5645607"/>
              <a:ext cx="1968035"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0A6ADC33-3430-65B4-6A5C-DEAA42947D36}"/>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C13E0A3E-E0F2-0007-3C2E-D796A4565E07}"/>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E4B9DC5C-5D67-97B6-B415-A2486D127A51}"/>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FDF8234B-9392-66A3-5B63-6EF9D2CBEB3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32892BF0-3813-1176-7694-0EF6B966203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7" name="テキスト ボックス 36">
              <a:extLst>
                <a:ext uri="{FF2B5EF4-FFF2-40B4-BE49-F238E27FC236}">
                  <a16:creationId xmlns:a16="http://schemas.microsoft.com/office/drawing/2014/main" id="{8E32C492-01D4-E367-1F84-95C25F737D4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8" name="グループ化 37">
            <a:extLst>
              <a:ext uri="{FF2B5EF4-FFF2-40B4-BE49-F238E27FC236}">
                <a16:creationId xmlns:a16="http://schemas.microsoft.com/office/drawing/2014/main" id="{2A0BCF25-7336-DA7B-671B-42462BE8F6DE}"/>
              </a:ext>
            </a:extLst>
          </p:cNvPr>
          <p:cNvGrpSpPr/>
          <p:nvPr/>
        </p:nvGrpSpPr>
        <p:grpSpPr>
          <a:xfrm>
            <a:off x="617274" y="432515"/>
            <a:ext cx="2130007" cy="638703"/>
            <a:chOff x="1157024" y="508715"/>
            <a:chExt cx="2130007" cy="638703"/>
          </a:xfrm>
        </p:grpSpPr>
        <p:sp>
          <p:nvSpPr>
            <p:cNvPr id="39" name="六角形 38">
              <a:extLst>
                <a:ext uri="{FF2B5EF4-FFF2-40B4-BE49-F238E27FC236}">
                  <a16:creationId xmlns:a16="http://schemas.microsoft.com/office/drawing/2014/main" id="{31C71F5F-4140-459A-A909-A6AB4CFF7FBB}"/>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0" name="テキスト ボックス 39">
              <a:extLst>
                <a:ext uri="{FF2B5EF4-FFF2-40B4-BE49-F238E27FC236}">
                  <a16:creationId xmlns:a16="http://schemas.microsoft.com/office/drawing/2014/main" id="{6D3360C3-4486-F2FF-B148-EA527266DD78}"/>
                </a:ext>
              </a:extLst>
            </p:cNvPr>
            <p:cNvSpPr txBox="1"/>
            <p:nvPr/>
          </p:nvSpPr>
          <p:spPr>
            <a:xfrm>
              <a:off x="1360254" y="641390"/>
              <a:ext cx="1723549"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四角形: 上の 2 つの角を切り取る 68">
            <a:extLst>
              <a:ext uri="{FF2B5EF4-FFF2-40B4-BE49-F238E27FC236}">
                <a16:creationId xmlns:a16="http://schemas.microsoft.com/office/drawing/2014/main" id="{7EDDCABE-A90E-05E6-7B94-B9123FA2F5D3}"/>
              </a:ext>
            </a:extLst>
          </p:cNvPr>
          <p:cNvSpPr/>
          <p:nvPr/>
        </p:nvSpPr>
        <p:spPr>
          <a:xfrm>
            <a:off x="92694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0" name="グラフィックス 69" descr="ユーザー 単色塗りつぶし">
            <a:extLst>
              <a:ext uri="{FF2B5EF4-FFF2-40B4-BE49-F238E27FC236}">
                <a16:creationId xmlns:a16="http://schemas.microsoft.com/office/drawing/2014/main" id="{F9DA9F09-AA68-5B2B-602C-E3F0C9408EE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0775" y="1575888"/>
            <a:ext cx="1245090" cy="1245090"/>
          </a:xfrm>
          <a:prstGeom prst="rect">
            <a:avLst/>
          </a:prstGeom>
        </p:spPr>
      </p:pic>
      <p:sp>
        <p:nvSpPr>
          <p:cNvPr id="71" name="四角形: 上の 2 つの角を切り取る 70">
            <a:extLst>
              <a:ext uri="{FF2B5EF4-FFF2-40B4-BE49-F238E27FC236}">
                <a16:creationId xmlns:a16="http://schemas.microsoft.com/office/drawing/2014/main" id="{C0ED4FF8-F785-8FAB-795F-20C8DBA15A55}"/>
              </a:ext>
            </a:extLst>
          </p:cNvPr>
          <p:cNvSpPr/>
          <p:nvPr/>
        </p:nvSpPr>
        <p:spPr>
          <a:xfrm flipV="1">
            <a:off x="92694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四角形: 上の 2 つの角を切り取る 65">
            <a:extLst>
              <a:ext uri="{FF2B5EF4-FFF2-40B4-BE49-F238E27FC236}">
                <a16:creationId xmlns:a16="http://schemas.microsoft.com/office/drawing/2014/main" id="{6D4305F4-9090-E92B-5036-55D5C8B051D3}"/>
              </a:ext>
            </a:extLst>
          </p:cNvPr>
          <p:cNvSpPr/>
          <p:nvPr/>
        </p:nvSpPr>
        <p:spPr>
          <a:xfrm>
            <a:off x="927647"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7" name="グラフィックス 66" descr="ユーザー 単色塗りつぶし">
            <a:extLst>
              <a:ext uri="{FF2B5EF4-FFF2-40B4-BE49-F238E27FC236}">
                <a16:creationId xmlns:a16="http://schemas.microsoft.com/office/drawing/2014/main" id="{B17357A2-C9C2-7D17-9077-5C693043A39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1477" y="3531616"/>
            <a:ext cx="1245090" cy="1245090"/>
          </a:xfrm>
          <a:prstGeom prst="rect">
            <a:avLst/>
          </a:prstGeom>
        </p:spPr>
      </p:pic>
      <p:sp>
        <p:nvSpPr>
          <p:cNvPr id="68" name="四角形: 上の 2 つの角を切り取る 67">
            <a:extLst>
              <a:ext uri="{FF2B5EF4-FFF2-40B4-BE49-F238E27FC236}">
                <a16:creationId xmlns:a16="http://schemas.microsoft.com/office/drawing/2014/main" id="{80755F37-0567-1C57-62EC-9213CCA7036A}"/>
              </a:ext>
            </a:extLst>
          </p:cNvPr>
          <p:cNvSpPr/>
          <p:nvPr/>
        </p:nvSpPr>
        <p:spPr>
          <a:xfrm flipV="1">
            <a:off x="927647"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四角形: 上の 2 つの角を切り取る 62">
            <a:extLst>
              <a:ext uri="{FF2B5EF4-FFF2-40B4-BE49-F238E27FC236}">
                <a16:creationId xmlns:a16="http://schemas.microsoft.com/office/drawing/2014/main" id="{FA931262-6F17-6134-748A-354E44D159C5}"/>
              </a:ext>
            </a:extLst>
          </p:cNvPr>
          <p:cNvSpPr/>
          <p:nvPr/>
        </p:nvSpPr>
        <p:spPr>
          <a:xfrm>
            <a:off x="3582533"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4" name="グラフィックス 63" descr="ユーザー 単色塗りつぶし">
            <a:extLst>
              <a:ext uri="{FF2B5EF4-FFF2-40B4-BE49-F238E27FC236}">
                <a16:creationId xmlns:a16="http://schemas.microsoft.com/office/drawing/2014/main" id="{B28A43C9-B34A-C702-C249-36E548CFA45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1575888"/>
            <a:ext cx="1245090" cy="1245090"/>
          </a:xfrm>
          <a:prstGeom prst="rect">
            <a:avLst/>
          </a:prstGeom>
        </p:spPr>
      </p:pic>
      <p:sp>
        <p:nvSpPr>
          <p:cNvPr id="65" name="四角形: 上の 2 つの角を切り取る 64">
            <a:extLst>
              <a:ext uri="{FF2B5EF4-FFF2-40B4-BE49-F238E27FC236}">
                <a16:creationId xmlns:a16="http://schemas.microsoft.com/office/drawing/2014/main" id="{71CE419C-D790-3BCC-3407-55681ACD3101}"/>
              </a:ext>
            </a:extLst>
          </p:cNvPr>
          <p:cNvSpPr/>
          <p:nvPr/>
        </p:nvSpPr>
        <p:spPr>
          <a:xfrm flipV="1">
            <a:off x="3582533"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四角形: 上の 2 つの角を切り取る 59">
            <a:extLst>
              <a:ext uri="{FF2B5EF4-FFF2-40B4-BE49-F238E27FC236}">
                <a16:creationId xmlns:a16="http://schemas.microsoft.com/office/drawing/2014/main" id="{0E5FDEBE-8C1E-63CE-E0B8-F68239393EDF}"/>
              </a:ext>
            </a:extLst>
          </p:cNvPr>
          <p:cNvSpPr/>
          <p:nvPr/>
        </p:nvSpPr>
        <p:spPr>
          <a:xfrm>
            <a:off x="3582533"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1" name="グラフィックス 60" descr="ユーザー 単色塗りつぶし">
            <a:extLst>
              <a:ext uri="{FF2B5EF4-FFF2-40B4-BE49-F238E27FC236}">
                <a16:creationId xmlns:a16="http://schemas.microsoft.com/office/drawing/2014/main" id="{8745ECFC-F753-61F1-904F-7481E804B39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3531616"/>
            <a:ext cx="1245090" cy="1245090"/>
          </a:xfrm>
          <a:prstGeom prst="rect">
            <a:avLst/>
          </a:prstGeom>
        </p:spPr>
      </p:pic>
      <p:sp>
        <p:nvSpPr>
          <p:cNvPr id="62" name="四角形: 上の 2 つの角を切り取る 61">
            <a:extLst>
              <a:ext uri="{FF2B5EF4-FFF2-40B4-BE49-F238E27FC236}">
                <a16:creationId xmlns:a16="http://schemas.microsoft.com/office/drawing/2014/main" id="{3E260EFD-B312-D4BD-BA57-D17055619FA1}"/>
              </a:ext>
            </a:extLst>
          </p:cNvPr>
          <p:cNvSpPr/>
          <p:nvPr/>
        </p:nvSpPr>
        <p:spPr>
          <a:xfrm flipV="1">
            <a:off x="3582533"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四角形: 上の 2 つの角を切り取る 56">
            <a:extLst>
              <a:ext uri="{FF2B5EF4-FFF2-40B4-BE49-F238E27FC236}">
                <a16:creationId xmlns:a16="http://schemas.microsoft.com/office/drawing/2014/main" id="{022D042F-AC56-617B-42FB-C355CF7A2243}"/>
              </a:ext>
            </a:extLst>
          </p:cNvPr>
          <p:cNvSpPr/>
          <p:nvPr/>
        </p:nvSpPr>
        <p:spPr>
          <a:xfrm>
            <a:off x="6237419"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2A2F31B3-AA11-531D-297A-D6E6606D58D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1575888"/>
            <a:ext cx="1245090" cy="1245090"/>
          </a:xfrm>
          <a:prstGeom prst="rect">
            <a:avLst/>
          </a:prstGeom>
        </p:spPr>
      </p:pic>
      <p:sp>
        <p:nvSpPr>
          <p:cNvPr id="59" name="四角形: 上の 2 つの角を切り取る 58">
            <a:extLst>
              <a:ext uri="{FF2B5EF4-FFF2-40B4-BE49-F238E27FC236}">
                <a16:creationId xmlns:a16="http://schemas.microsoft.com/office/drawing/2014/main" id="{3FC4A1F1-8F08-8F9B-5783-AAC64F25CE3B}"/>
              </a:ext>
            </a:extLst>
          </p:cNvPr>
          <p:cNvSpPr/>
          <p:nvPr/>
        </p:nvSpPr>
        <p:spPr>
          <a:xfrm flipV="1">
            <a:off x="6237419"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四角形: 上の 2 つの角を切り取る 53">
            <a:extLst>
              <a:ext uri="{FF2B5EF4-FFF2-40B4-BE49-F238E27FC236}">
                <a16:creationId xmlns:a16="http://schemas.microsoft.com/office/drawing/2014/main" id="{CB400E40-6527-A8BD-996A-76E585AEB77C}"/>
              </a:ext>
            </a:extLst>
          </p:cNvPr>
          <p:cNvSpPr/>
          <p:nvPr/>
        </p:nvSpPr>
        <p:spPr>
          <a:xfrm>
            <a:off x="6237419"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856BB43A-381C-B0BF-BB47-6D917296E57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3531616"/>
            <a:ext cx="1245090" cy="1245090"/>
          </a:xfrm>
          <a:prstGeom prst="rect">
            <a:avLst/>
          </a:prstGeom>
        </p:spPr>
      </p:pic>
      <p:sp>
        <p:nvSpPr>
          <p:cNvPr id="56" name="四角形: 上の 2 つの角を切り取る 55">
            <a:extLst>
              <a:ext uri="{FF2B5EF4-FFF2-40B4-BE49-F238E27FC236}">
                <a16:creationId xmlns:a16="http://schemas.microsoft.com/office/drawing/2014/main" id="{50FECF62-E2BA-BB9F-CC74-73C094CFFC14}"/>
              </a:ext>
            </a:extLst>
          </p:cNvPr>
          <p:cNvSpPr/>
          <p:nvPr/>
        </p:nvSpPr>
        <p:spPr>
          <a:xfrm flipV="1">
            <a:off x="6237419"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切り取る 50">
            <a:extLst>
              <a:ext uri="{FF2B5EF4-FFF2-40B4-BE49-F238E27FC236}">
                <a16:creationId xmlns:a16="http://schemas.microsoft.com/office/drawing/2014/main" id="{95D0BF0E-BD0F-7AA9-BAAD-34ED83A30909}"/>
              </a:ext>
            </a:extLst>
          </p:cNvPr>
          <p:cNvSpPr/>
          <p:nvPr/>
        </p:nvSpPr>
        <p:spPr>
          <a:xfrm>
            <a:off x="889230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2" name="グラフィックス 51" descr="ユーザー 単色塗りつぶし">
            <a:extLst>
              <a:ext uri="{FF2B5EF4-FFF2-40B4-BE49-F238E27FC236}">
                <a16:creationId xmlns:a16="http://schemas.microsoft.com/office/drawing/2014/main" id="{448B8672-E7AE-76EE-DAF6-842BE126B3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456135" y="1575888"/>
            <a:ext cx="1245090" cy="1245090"/>
          </a:xfrm>
          <a:prstGeom prst="rect">
            <a:avLst/>
          </a:prstGeom>
        </p:spPr>
      </p:pic>
      <p:sp>
        <p:nvSpPr>
          <p:cNvPr id="53" name="四角形: 上の 2 つの角を切り取る 52">
            <a:extLst>
              <a:ext uri="{FF2B5EF4-FFF2-40B4-BE49-F238E27FC236}">
                <a16:creationId xmlns:a16="http://schemas.microsoft.com/office/drawing/2014/main" id="{EA5473C6-781B-0C96-8EA0-D4E10FFB7376}"/>
              </a:ext>
            </a:extLst>
          </p:cNvPr>
          <p:cNvSpPr/>
          <p:nvPr/>
        </p:nvSpPr>
        <p:spPr>
          <a:xfrm flipV="1">
            <a:off x="889230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23B3D763-08EE-6622-3F71-697634DA373B}"/>
              </a:ext>
            </a:extLst>
          </p:cNvPr>
          <p:cNvSpPr txBox="1"/>
          <p:nvPr/>
        </p:nvSpPr>
        <p:spPr>
          <a:xfrm>
            <a:off x="1560024" y="281261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F38ABCD1-9ACC-0579-CA45-9818C0E2678C}"/>
              </a:ext>
            </a:extLst>
          </p:cNvPr>
          <p:cNvSpPr txBox="1"/>
          <p:nvPr/>
        </p:nvSpPr>
        <p:spPr>
          <a:xfrm>
            <a:off x="2020954" y="2051615"/>
            <a:ext cx="184731" cy="369332"/>
          </a:xfrm>
          <a:prstGeom prst="rect">
            <a:avLst/>
          </a:prstGeom>
          <a:noFill/>
        </p:spPr>
        <p:txBody>
          <a:bodyPr wrap="none" rtlCol="0">
            <a:spAutoFit/>
          </a:bodyPr>
          <a:lstStyle/>
          <a:p>
            <a:pPr algn="ct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3" name="正方形/長方形 72">
            <a:extLst>
              <a:ext uri="{FF2B5EF4-FFF2-40B4-BE49-F238E27FC236}">
                <a16:creationId xmlns:a16="http://schemas.microsoft.com/office/drawing/2014/main" id="{E84AE971-E36A-6A2A-C805-1C60C2A6FEA3}"/>
              </a:ext>
            </a:extLst>
          </p:cNvPr>
          <p:cNvSpPr>
            <a:spLocks/>
          </p:cNvSpPr>
          <p:nvPr/>
        </p:nvSpPr>
        <p:spPr>
          <a:xfrm>
            <a:off x="6236718" y="3509844"/>
            <a:ext cx="2373452" cy="1665648"/>
          </a:xfrm>
          <a:prstGeom prst="rect">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5" name="図 74">
            <a:extLst>
              <a:ext uri="{FF2B5EF4-FFF2-40B4-BE49-F238E27FC236}">
                <a16:creationId xmlns:a16="http://schemas.microsoft.com/office/drawing/2014/main" id="{2A0D1441-84E8-C7B5-AE67-1DEC9B506F55}"/>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6800549" y="3638416"/>
            <a:ext cx="1245090" cy="1245090"/>
          </a:xfrm>
          <a:prstGeom prst="rect">
            <a:avLst/>
          </a:prstGeom>
        </p:spPr>
      </p:pic>
      <p:grpSp>
        <p:nvGrpSpPr>
          <p:cNvPr id="2" name="グループ化 1">
            <a:extLst>
              <a:ext uri="{FF2B5EF4-FFF2-40B4-BE49-F238E27FC236}">
                <a16:creationId xmlns:a16="http://schemas.microsoft.com/office/drawing/2014/main" id="{407A5E7F-75B7-D76F-6A28-1C93BBF8FA5C}"/>
              </a:ext>
            </a:extLst>
          </p:cNvPr>
          <p:cNvGrpSpPr/>
          <p:nvPr/>
        </p:nvGrpSpPr>
        <p:grpSpPr>
          <a:xfrm>
            <a:off x="0" y="-1"/>
            <a:ext cx="12192000" cy="6858001"/>
            <a:chOff x="0" y="-1"/>
            <a:chExt cx="12192000" cy="6858001"/>
          </a:xfrm>
        </p:grpSpPr>
        <p:grpSp>
          <p:nvGrpSpPr>
            <p:cNvPr id="3" name="グループ化 2">
              <a:extLst>
                <a:ext uri="{FF2B5EF4-FFF2-40B4-BE49-F238E27FC236}">
                  <a16:creationId xmlns:a16="http://schemas.microsoft.com/office/drawing/2014/main" id="{12E13511-33E7-1AA1-B3D9-6A285D2DBD86}"/>
                </a:ext>
              </a:extLst>
            </p:cNvPr>
            <p:cNvGrpSpPr/>
            <p:nvPr/>
          </p:nvGrpSpPr>
          <p:grpSpPr>
            <a:xfrm>
              <a:off x="0" y="-1"/>
              <a:ext cx="12192000" cy="6858001"/>
              <a:chOff x="0" y="-1"/>
              <a:chExt cx="12192000" cy="6858001"/>
            </a:xfrm>
          </p:grpSpPr>
          <p:sp>
            <p:nvSpPr>
              <p:cNvPr id="5" name="正方形/長方形 4">
                <a:extLst>
                  <a:ext uri="{FF2B5EF4-FFF2-40B4-BE49-F238E27FC236}">
                    <a16:creationId xmlns:a16="http://schemas.microsoft.com/office/drawing/2014/main" id="{FD4CF172-2F39-394D-36EA-DC04B0A6CB7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22AE3A40-F3F9-D366-2AF4-CEA7919CBAFF}"/>
                  </a:ext>
                </a:extLst>
              </p:cNvPr>
              <p:cNvGrpSpPr/>
              <p:nvPr/>
            </p:nvGrpSpPr>
            <p:grpSpPr>
              <a:xfrm>
                <a:off x="2616038" y="1823170"/>
                <a:ext cx="6959925" cy="3211661"/>
                <a:chOff x="2616038" y="1823170"/>
                <a:chExt cx="6959925" cy="3211661"/>
              </a:xfrm>
            </p:grpSpPr>
            <p:sp>
              <p:nvSpPr>
                <p:cNvPr id="7" name="四角形: 角を丸くする 6">
                  <a:extLst>
                    <a:ext uri="{FF2B5EF4-FFF2-40B4-BE49-F238E27FC236}">
                      <a16:creationId xmlns:a16="http://schemas.microsoft.com/office/drawing/2014/main" id="{267FCFAF-D651-3238-B8CA-762B5F541916}"/>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DE947BBF-37F0-D303-2B96-C1E2D20A7DD8}"/>
                    </a:ext>
                  </a:extLst>
                </p:cNvPr>
                <p:cNvSpPr txBox="1"/>
                <p:nvPr/>
              </p:nvSpPr>
              <p:spPr>
                <a:xfrm>
                  <a:off x="3336288" y="2384084"/>
                  <a:ext cx="5519460"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未開放のキャラクターです。</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296DB7F4-02C0-505D-8A1E-6F5209905676}"/>
                    </a:ext>
                  </a:extLst>
                </p:cNvPr>
                <p:cNvSpPr txBox="1"/>
                <p:nvPr/>
              </p:nvSpPr>
              <p:spPr>
                <a:xfrm>
                  <a:off x="4618681" y="3233458"/>
                  <a:ext cx="2954655"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ストーリーを進めよう！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4" name="四角形: 角を丸くする 3">
              <a:extLst>
                <a:ext uri="{FF2B5EF4-FFF2-40B4-BE49-F238E27FC236}">
                  <a16:creationId xmlns:a16="http://schemas.microsoft.com/office/drawing/2014/main" id="{0E78283F-5568-E411-0B62-B1790AB4F2D0}"/>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12498155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B41E2D4F-F788-1A5A-4921-410E7C46F7F7}"/>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E32DBCF4-AF77-4E07-C015-F27EA3FB90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9396AD60-32E8-0CE6-D0F8-259764245942}"/>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7D4B7C57-B8A3-35DA-4AC9-4EFC9EDE26A7}"/>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8928CF7C-FD5D-75D4-1C5B-F46D82D9356B}"/>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5050C347-4DC1-D955-29BE-A800810A78FF}"/>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A400DDC-A83B-DD71-7A6A-94AFD4DEFA13}"/>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D3C4A354-4B7A-BCEE-F16B-04119763856C}"/>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B3AE07A-AB51-6A62-E19C-C9AFA50144AE}"/>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5C2FDC15-EBCC-9007-8E48-E15C2B8710D0}"/>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90BC4CB5-56C2-441B-EFC6-C19793D89DA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BAF28EC4-475A-CB45-4237-85736B4C7441}"/>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2BF21708-6718-726E-DA61-993316274638}"/>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5712FADF-8F5F-05F1-AD36-DD2F4621D632}"/>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8AB8F019-C463-2A9E-EF2C-04FAD70311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7A411BE2-4B0A-B0B7-11B5-DC7A082E9CF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D7B15450-826C-A9D2-E85D-65F64AC04C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80A7AC2D-5126-A630-1F7F-18B123BAC71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0E32935A-070F-D36C-572B-6CC9A097F085}"/>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686AF0AF-98A0-EFBF-F8A6-4825A0C021BD}"/>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7ED022CC-E742-6793-FF3F-1F5B32FF399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71CD91C9-ACB4-6E21-964D-CA93B66044E9}"/>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9001C3E0-1F8D-82B7-7438-FE4BE5BB9086}"/>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9F6BB161-F894-E47E-EA51-E54B806D6BD6}"/>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849B49A1-9CA3-AFC2-5FCC-725B1F810EBD}"/>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0368D407-1129-4BDC-7542-9CCF75AC2F77}"/>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DD447CF6-185B-F683-206C-719D831C6FF5}"/>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1F265B7B-E1B6-5C1E-43A9-22DB0057FD63}"/>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09E44556-B5C7-0A22-C517-8D4385096535}"/>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C95F3E28-0430-2FC5-9285-47243FFD300C}"/>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39462B80-0498-E881-C47D-E1A570C7AC57}"/>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9DA9E912-EB10-79BE-7FF4-D26BB844EBB3}"/>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B94EB655-3C4C-E720-55D4-EE9346AEA24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2612977A-7FF7-CE97-A02A-96E01EB35C0A}"/>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33E501FA-CEBA-DBBB-7513-038C8D8DD229}"/>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982985BD-61F3-429D-C666-DFBBF0AE397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75D47F8A-AC8B-9C05-A219-3DF4B8A8FA07}"/>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9D44A816-93A6-BADF-0FE7-C61493DCEF10}"/>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2" name="二等辺三角形 121">
            <a:extLst>
              <a:ext uri="{FF2B5EF4-FFF2-40B4-BE49-F238E27FC236}">
                <a16:creationId xmlns:a16="http://schemas.microsoft.com/office/drawing/2014/main" id="{4AD2DD6F-5F55-A29D-D433-A70483DC1CE4}"/>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EBD7BA09-65A8-E9F6-5C9E-485823E7F039}"/>
              </a:ext>
            </a:extLst>
          </p:cNvPr>
          <p:cNvGrpSpPr/>
          <p:nvPr/>
        </p:nvGrpSpPr>
        <p:grpSpPr>
          <a:xfrm>
            <a:off x="9086477" y="2109105"/>
            <a:ext cx="2177531" cy="3035662"/>
            <a:chOff x="9086477" y="2109105"/>
            <a:chExt cx="2177531" cy="3035662"/>
          </a:xfrm>
        </p:grpSpPr>
        <p:grpSp>
          <p:nvGrpSpPr>
            <p:cNvPr id="120" name="グループ化 119">
              <a:extLst>
                <a:ext uri="{FF2B5EF4-FFF2-40B4-BE49-F238E27FC236}">
                  <a16:creationId xmlns:a16="http://schemas.microsoft.com/office/drawing/2014/main" id="{9D464C33-38A5-054A-8E91-EE71063CD0AD}"/>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B917135D-E433-53D3-8BF9-3FBE3FB1BE7A}"/>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1789F661-AA14-22C7-E33E-4349A7205E6E}"/>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A744AEC9-CCF9-15E4-A8D9-37491E9F35BA}"/>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65DBF48A-4DDB-9C7B-3442-CCF41649822C}"/>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1F961A58-4A0E-1523-C40A-B0AD12B1868A}"/>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9628EB5F-DFD2-BA62-1AF3-CB36194216F9}"/>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9090EA1D-49E4-4B28-AA70-A2F392FF3620}"/>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3B4A9AC2-A359-CA8E-3CF4-D9AF21573EC7}"/>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F206B7F0-4A02-C393-E549-B8FA7FE27EF8}"/>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E4E4E2CD-1929-69A0-3D0B-79095FAA0462}"/>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24550150-BABB-D1FA-BD7D-131B94DDC811}"/>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4" name="四角形: 角を丸くする 123">
              <a:extLst>
                <a:ext uri="{FF2B5EF4-FFF2-40B4-BE49-F238E27FC236}">
                  <a16:creationId xmlns:a16="http://schemas.microsoft.com/office/drawing/2014/main" id="{EB38D578-CEB8-4974-6A2E-EBB6E04A8CE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0E9A5B0C-325E-A0D6-114E-038519998CA5}"/>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34" name="四角形: 上の 2 つの角を丸める 133">
            <a:extLst>
              <a:ext uri="{FF2B5EF4-FFF2-40B4-BE49-F238E27FC236}">
                <a16:creationId xmlns:a16="http://schemas.microsoft.com/office/drawing/2014/main" id="{31799A01-2479-D458-A23A-9A86A15C8941}"/>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34D44852-A215-015F-B985-320D5A8341D6}"/>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A754DFFC-B276-FE13-A52E-D51CA9042735}"/>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E7D6BBBE-A099-D983-50DF-BFA2A51D7233}"/>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8B02C7BD-1580-E82E-2634-DA6570D6C8B5}"/>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77CF8629-0CF6-535A-2B80-E6447B190D5D}"/>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D6FDEFBD-6BE6-3A0E-FD9F-1532A04E411F}"/>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BD29D2BF-95E4-AEA6-CE7E-B3C7D333A90F}"/>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3DB144CC-665B-B7CE-0978-6CA4B3BE2BA4}"/>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190AA848-1C60-02A5-E867-C46A9D574257}"/>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2485B277-25A6-9C6B-DA22-30D01C358706}"/>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4CF6F038-5495-0542-D151-2DA369D24BF3}"/>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F20E511C-CFCE-5BA3-469F-2C9977142E11}"/>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B1F2A948-FC11-68C6-C3B3-CBB3AECBC1D4}"/>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66C05151-7036-B9F9-C3D4-376C3C2D5017}"/>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D16A0862-AAC7-51E6-C2AC-4A463A28246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7A81ABAD-448C-B7BB-FDF0-06A6BC5DA31C}"/>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8DCD7B7B-0EC1-D90D-8995-3782C19497FB}"/>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E32F2FB8-830B-9A96-FC03-4FA74CAA0007}"/>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55D31C95-9415-0982-39BA-4A72E2C4F8A3}"/>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AE358E26-497B-6711-942D-00DDE7468349}"/>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D7204150-AEC3-8BDB-EEB4-B3D6268119CC}"/>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80DBB02D-B17B-CA14-B24D-F10C8219E7E1}"/>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D6EECE1F-94E5-B66E-466B-A0C07B0E33D2}"/>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280311722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BB26DB12-5826-71CB-FF6B-461C7CDCC4E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6E25159B-66A9-A9E1-13B5-967D9FA720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056749BF-DD57-16A7-1F79-153EAE151999}"/>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BD5D28BC-B587-AD1B-8EE3-D6AE6B08AF66}"/>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2638B7C2-BEF4-10E8-641D-9CA652015224}"/>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2F623D70-FEFA-639F-3741-D33A8412AFE6}"/>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332DFCA-5EE5-0635-3445-41E719FF1639}"/>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E339598F-82B4-97A3-D9D2-495DC0DF17FC}"/>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8095B942-F6C2-C080-90A5-62FD22C1BD3C}"/>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E33D5006-3C84-70B4-25C6-FE9518C5CA2F}"/>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C3E39AC6-38A2-765A-66C1-FDB09928272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1C093ACA-BCC6-DA86-3271-470A2AA5EF24}"/>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3A31FE95-FF44-40AA-2597-047CAF73F62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FF72BF54-93A8-5FCC-F078-0EE84DA51DB1}"/>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4F5873D8-58E0-B466-E2A5-D3FCB76809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8B569795-DABB-9032-5E53-2ED536455BA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3A7DA17D-F502-969C-BF13-6BD5C7BE2F8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94C5E137-0751-5C90-DDF7-4A56AD254484}"/>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D6D14991-3581-61C5-1210-D257DB77233A}"/>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C75ACC9C-1C92-4960-2966-C734BC9165A2}"/>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99D6A07-F6F8-F533-C7F3-0DA66A92A931}"/>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1706E6A5-27A2-1AC2-EF27-29CB92648B57}"/>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75537EEF-5BF6-1B65-E1C9-03ACA5A555DA}"/>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08685B7-1EDE-AEE7-F508-48F9BD6719B2}"/>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3ACA9D3-4B7D-E668-AA9D-E7C4DFF0F78A}"/>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9A1ED047-796D-37B6-D6FC-ED283991CFEA}"/>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878C91F1-BD6F-5D2A-CC9B-C96CDE560D1C}"/>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BD779340-DE15-1462-B7CB-47E69B8D0999}"/>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9F45C9FB-849A-864C-B5B5-434381818C63}"/>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08A6D03E-ACE8-F324-78EE-D398A6360516}"/>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43E3F870-4550-A5C7-4643-3D07820AA884}"/>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E58FCED2-6E5F-E4B4-CB88-97001CF0D508}"/>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3E55605-95B7-8272-CC12-9B3220FD613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3C65BCA6-7138-D3FB-2842-A8218EE8E22E}"/>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78073375-82CE-2E2B-C310-860BFAA86F91}"/>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AA4F89A5-5380-CCC5-79D8-E1E9D6C2FA29}"/>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016120D1-5B43-09BB-8A00-B20BD9D499D4}"/>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B28C9FC3-CB1E-1AFF-F7FB-B33506F41D68}"/>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0" name="グループ化 119">
            <a:extLst>
              <a:ext uri="{FF2B5EF4-FFF2-40B4-BE49-F238E27FC236}">
                <a16:creationId xmlns:a16="http://schemas.microsoft.com/office/drawing/2014/main" id="{69BD820E-4D02-7681-F70D-38A5CA4B7A4D}"/>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FB985D5A-C397-ACC7-6387-298945C1EBE3}"/>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072D9D2F-2526-4B01-D57F-9F4088ABB537}"/>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E1A5ECC7-12E4-6610-F598-33FCE09EFF2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FBC5A6DD-7B10-660C-93D9-7D3D5F642104}"/>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4E6333CF-0E28-D230-BA61-D5DAB5F87DB5}"/>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854694E3-61D4-B14B-5E06-214F7BB5C297}"/>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AEB7E9A2-B5F7-6B88-ACE2-914F2A6FA7C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77ADE017-4793-916D-8EB4-3831F7208B15}"/>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502C3021-D999-96C5-6231-F047321111C4}"/>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43F1F4E1-046D-FA7B-AE58-1DEAEB4140B0}"/>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13DCBB70-7666-F5D4-B79B-6BA2AEFDC223}"/>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2" name="二等辺三角形 121">
            <a:extLst>
              <a:ext uri="{FF2B5EF4-FFF2-40B4-BE49-F238E27FC236}">
                <a16:creationId xmlns:a16="http://schemas.microsoft.com/office/drawing/2014/main" id="{7AA00C8A-EBA2-8126-52FB-242CF7661ED7}"/>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79BFBFCD-F830-DA06-273A-3A1943E2740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BD2E5A63-6627-A9F5-0307-47F4BF24BD49}"/>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2645C5D0-9608-1BC1-2801-4DCED1623EE0}"/>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CC30E5A2-E72E-4F60-3C47-8CA7BECCE189}"/>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EE11D67E-1386-0523-B7AF-9D6F1106AE16}"/>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D8B5B5D8-DD1B-CF8D-F69F-FEF7E1204918}"/>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E2D0C564-085F-19DE-0D7B-426BC4A8DBB5}"/>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64741D0E-4C91-418E-D32B-DDF8B2567DFE}"/>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C5477B40-988F-4D98-3A47-42C868176AF8}"/>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D0C3A30C-B6E2-765E-20EE-C7493375749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DC6E7444-30DB-910F-7BD9-B90C754B8B2A}"/>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428EF566-0134-0090-7716-4BB041E109FB}"/>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B383E401-AF78-212F-3F91-FCC5412E84D5}"/>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13B2A05C-4593-95F7-D34E-D624EC0D22FE}"/>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04213AF7-6246-4A4A-8D6A-DFF95382DA7C}"/>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A3580B5D-DF09-C138-020A-AF8271A628E2}"/>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F94CD0FF-9717-7750-5D44-ABA48FD9DB5A}"/>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2E47D896-1054-F471-6164-9CC74F1CA85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E6D516FB-2DB9-36B1-39F5-E8398C9D0932}"/>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8F55F891-B23C-CB46-93E9-D0B27ECBCC4C}"/>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9F419451-4700-D053-CF4D-72ADEC266461}"/>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50678266-7B1E-E00B-BC9E-192AAF14340E}"/>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A8E1747D-104C-AD13-B2EE-1FD9A802243E}"/>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C2E64CE0-9204-F404-F36F-2DB8BAC7C756}"/>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D4FA4732-852B-E84A-886B-5818A01099BB}"/>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B8DEB629-4D06-D27D-63A9-3849939841C7}"/>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45" name="正方形/長方形 44">
            <a:extLst>
              <a:ext uri="{FF2B5EF4-FFF2-40B4-BE49-F238E27FC236}">
                <a16:creationId xmlns:a16="http://schemas.microsoft.com/office/drawing/2014/main" id="{7E953204-F0CE-73FF-059A-BF33E903B70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4A6E460F-CD54-EC9A-8D21-DEF3E94158B2}"/>
              </a:ext>
            </a:extLst>
          </p:cNvPr>
          <p:cNvGrpSpPr/>
          <p:nvPr/>
        </p:nvGrpSpPr>
        <p:grpSpPr>
          <a:xfrm>
            <a:off x="2616038" y="1055728"/>
            <a:ext cx="6959925" cy="4781737"/>
            <a:chOff x="2616038" y="1823170"/>
            <a:chExt cx="6959925" cy="4781737"/>
          </a:xfrm>
        </p:grpSpPr>
        <p:sp>
          <p:nvSpPr>
            <p:cNvPr id="49" name="四角形: 角を丸くする 48">
              <a:extLst>
                <a:ext uri="{FF2B5EF4-FFF2-40B4-BE49-F238E27FC236}">
                  <a16:creationId xmlns:a16="http://schemas.microsoft.com/office/drawing/2014/main" id="{9247E7C1-091B-0BF5-8EC3-07CC25ABAE8F}"/>
                </a:ext>
              </a:extLst>
            </p:cNvPr>
            <p:cNvSpPr/>
            <p:nvPr/>
          </p:nvSpPr>
          <p:spPr>
            <a:xfrm>
              <a:off x="2616038" y="1823170"/>
              <a:ext cx="6959925" cy="478173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F77B031E-C0C9-3B36-877A-67D30F75F9FC}"/>
                </a:ext>
              </a:extLst>
            </p:cNvPr>
            <p:cNvSpPr txBox="1"/>
            <p:nvPr/>
          </p:nvSpPr>
          <p:spPr>
            <a:xfrm>
              <a:off x="5182944" y="2123992"/>
              <a:ext cx="182614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強化成功</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0" name="グループ化 69">
            <a:extLst>
              <a:ext uri="{FF2B5EF4-FFF2-40B4-BE49-F238E27FC236}">
                <a16:creationId xmlns:a16="http://schemas.microsoft.com/office/drawing/2014/main" id="{E0838A24-5451-962D-82B1-2BF4217E0D06}"/>
              </a:ext>
            </a:extLst>
          </p:cNvPr>
          <p:cNvGrpSpPr/>
          <p:nvPr/>
        </p:nvGrpSpPr>
        <p:grpSpPr>
          <a:xfrm>
            <a:off x="2606705" y="2163549"/>
            <a:ext cx="6976165" cy="734622"/>
            <a:chOff x="2606705" y="2220697"/>
            <a:chExt cx="6976165" cy="734622"/>
          </a:xfrm>
        </p:grpSpPr>
        <p:sp>
          <p:nvSpPr>
            <p:cNvPr id="31" name="正方形/長方形 30">
              <a:extLst>
                <a:ext uri="{FF2B5EF4-FFF2-40B4-BE49-F238E27FC236}">
                  <a16:creationId xmlns:a16="http://schemas.microsoft.com/office/drawing/2014/main" id="{B0BF12A5-A4B7-8355-71C5-C73137FE5971}"/>
                </a:ext>
              </a:extLst>
            </p:cNvPr>
            <p:cNvSpPr/>
            <p:nvPr/>
          </p:nvSpPr>
          <p:spPr>
            <a:xfrm>
              <a:off x="2606705" y="2220697"/>
              <a:ext cx="6976165" cy="734622"/>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二等辺三角形 33">
              <a:extLst>
                <a:ext uri="{FF2B5EF4-FFF2-40B4-BE49-F238E27FC236}">
                  <a16:creationId xmlns:a16="http://schemas.microsoft.com/office/drawing/2014/main" id="{1F3952CB-1828-3D59-A17B-041B5E4B0362}"/>
                </a:ext>
              </a:extLst>
            </p:cNvPr>
            <p:cNvSpPr/>
            <p:nvPr/>
          </p:nvSpPr>
          <p:spPr>
            <a:xfrm rot="5400000">
              <a:off x="5878796" y="239923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1" name="グループ化 50">
              <a:extLst>
                <a:ext uri="{FF2B5EF4-FFF2-40B4-BE49-F238E27FC236}">
                  <a16:creationId xmlns:a16="http://schemas.microsoft.com/office/drawing/2014/main" id="{8E30209B-6F6F-FC05-8B65-E92A3C1F146C}"/>
                </a:ext>
              </a:extLst>
            </p:cNvPr>
            <p:cNvGrpSpPr/>
            <p:nvPr/>
          </p:nvGrpSpPr>
          <p:grpSpPr>
            <a:xfrm>
              <a:off x="4210834" y="2330923"/>
              <a:ext cx="3767907" cy="461665"/>
              <a:chOff x="3866308" y="3098365"/>
              <a:chExt cx="3767907" cy="461665"/>
            </a:xfrm>
          </p:grpSpPr>
          <p:sp>
            <p:nvSpPr>
              <p:cNvPr id="39" name="テキスト ボックス 38">
                <a:extLst>
                  <a:ext uri="{FF2B5EF4-FFF2-40B4-BE49-F238E27FC236}">
                    <a16:creationId xmlns:a16="http://schemas.microsoft.com/office/drawing/2014/main" id="{105BF12D-7227-51E1-D6DF-39EDBA9B95CB}"/>
                  </a:ext>
                </a:extLst>
              </p:cNvPr>
              <p:cNvSpPr txBox="1"/>
              <p:nvPr/>
            </p:nvSpPr>
            <p:spPr>
              <a:xfrm>
                <a:off x="3866308" y="3098365"/>
                <a:ext cx="1863096" cy="461665"/>
              </a:xfrm>
              <a:prstGeom prst="rect">
                <a:avLst/>
              </a:prstGeom>
              <a:noFill/>
            </p:spPr>
            <p:txBody>
              <a:bodyPr wrap="square">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Lv</a:t>
                </a: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0F58D6E1-6569-1EAA-480B-793389444471}"/>
                  </a:ext>
                </a:extLst>
              </p:cNvPr>
              <p:cNvSpPr txBox="1"/>
              <p:nvPr/>
            </p:nvSpPr>
            <p:spPr>
              <a:xfrm>
                <a:off x="5771120" y="3098365"/>
                <a:ext cx="1863095" cy="461665"/>
              </a:xfrm>
              <a:prstGeom prst="rect">
                <a:avLst/>
              </a:prstGeom>
              <a:noFill/>
            </p:spPr>
            <p:txBody>
              <a:bodyPr wrap="square">
                <a:spAutoFit/>
              </a:bodyPr>
              <a:lstStyle/>
              <a:p>
                <a:pPr algn="ctr"/>
                <a:r>
                  <a:rPr lang="en-US" altLang="ja-JP" sz="2000">
                    <a:solidFill>
                      <a:schemeClr val="tx2"/>
                    </a:solidFill>
                    <a:latin typeface="原稿用標準書体" panose="03000503000000000000" pitchFamily="66" charset="-128"/>
                    <a:ea typeface="原稿用標準書体" panose="03000503000000000000" pitchFamily="66" charset="-128"/>
                  </a:rPr>
                  <a:t>Lv</a:t>
                </a:r>
                <a:r>
                  <a:rPr lang="en-US" altLang="ja-JP" sz="2400">
                    <a:solidFill>
                      <a:schemeClr val="tx2"/>
                    </a:solidFill>
                    <a:latin typeface="原稿用標準書体" panose="03000503000000000000" pitchFamily="66" charset="-128"/>
                    <a:ea typeface="原稿用標準書体" panose="03000503000000000000" pitchFamily="66" charset="-128"/>
                  </a:rPr>
                  <a:t>000</a:t>
                </a:r>
                <a:endParaRPr kumimoji="1" lang="ja-JP" altLang="en-US" sz="2400">
                  <a:solidFill>
                    <a:schemeClr val="tx2"/>
                  </a:solidFill>
                  <a:latin typeface="原稿用標準書体" panose="03000503000000000000" pitchFamily="66" charset="-128"/>
                  <a:ea typeface="原稿用標準書体" panose="03000503000000000000" pitchFamily="66" charset="-128"/>
                </a:endParaRPr>
              </a:p>
            </p:txBody>
          </p:sp>
        </p:grpSp>
      </p:grpSp>
      <p:pic>
        <p:nvPicPr>
          <p:cNvPr id="52" name="図 51">
            <a:extLst>
              <a:ext uri="{FF2B5EF4-FFF2-40B4-BE49-F238E27FC236}">
                <a16:creationId xmlns:a16="http://schemas.microsoft.com/office/drawing/2014/main" id="{8D03348F-50A0-BB71-3FCE-00F980A723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82819" y="533988"/>
            <a:ext cx="1912075" cy="1351170"/>
          </a:xfrm>
          <a:prstGeom prst="rect">
            <a:avLst/>
          </a:prstGeom>
        </p:spPr>
      </p:pic>
      <p:grpSp>
        <p:nvGrpSpPr>
          <p:cNvPr id="54" name="グループ化 53">
            <a:extLst>
              <a:ext uri="{FF2B5EF4-FFF2-40B4-BE49-F238E27FC236}">
                <a16:creationId xmlns:a16="http://schemas.microsoft.com/office/drawing/2014/main" id="{2514C07C-0FD8-3EC3-E5F9-B158C662E7E9}"/>
              </a:ext>
            </a:extLst>
          </p:cNvPr>
          <p:cNvGrpSpPr/>
          <p:nvPr/>
        </p:nvGrpSpPr>
        <p:grpSpPr>
          <a:xfrm>
            <a:off x="4878165" y="2968928"/>
            <a:ext cx="2435670" cy="2615800"/>
            <a:chOff x="9086477" y="2806197"/>
            <a:chExt cx="2177531" cy="2338570"/>
          </a:xfrm>
        </p:grpSpPr>
        <p:grpSp>
          <p:nvGrpSpPr>
            <p:cNvPr id="58" name="グループ化 57">
              <a:extLst>
                <a:ext uri="{FF2B5EF4-FFF2-40B4-BE49-F238E27FC236}">
                  <a16:creationId xmlns:a16="http://schemas.microsoft.com/office/drawing/2014/main" id="{90821ABF-A09C-E4AD-24F2-C4DF44D114DC}"/>
                </a:ext>
              </a:extLst>
            </p:cNvPr>
            <p:cNvGrpSpPr/>
            <p:nvPr/>
          </p:nvGrpSpPr>
          <p:grpSpPr>
            <a:xfrm>
              <a:off x="9086477" y="2806197"/>
              <a:ext cx="2177531" cy="2338570"/>
              <a:chOff x="6277096" y="2699962"/>
              <a:chExt cx="2177531" cy="2338570"/>
            </a:xfrm>
          </p:grpSpPr>
          <p:grpSp>
            <p:nvGrpSpPr>
              <p:cNvPr id="60" name="グループ化 59">
                <a:extLst>
                  <a:ext uri="{FF2B5EF4-FFF2-40B4-BE49-F238E27FC236}">
                    <a16:creationId xmlns:a16="http://schemas.microsoft.com/office/drawing/2014/main" id="{A41836F6-DA74-0902-4690-B8C3F92E677E}"/>
                  </a:ext>
                </a:extLst>
              </p:cNvPr>
              <p:cNvGrpSpPr/>
              <p:nvPr/>
            </p:nvGrpSpPr>
            <p:grpSpPr>
              <a:xfrm>
                <a:off x="6277097" y="4298965"/>
                <a:ext cx="2177529" cy="739567"/>
                <a:chOff x="5227712" y="3336557"/>
                <a:chExt cx="1747806" cy="739567"/>
              </a:xfrm>
            </p:grpSpPr>
            <p:sp>
              <p:nvSpPr>
                <p:cNvPr id="67" name="テキスト ボックス 66">
                  <a:extLst>
                    <a:ext uri="{FF2B5EF4-FFF2-40B4-BE49-F238E27FC236}">
                      <a16:creationId xmlns:a16="http://schemas.microsoft.com/office/drawing/2014/main" id="{CECA19BD-1A22-80FA-BE5B-6E3F50D5FD74}"/>
                    </a:ext>
                  </a:extLst>
                </p:cNvPr>
                <p:cNvSpPr txBox="1"/>
                <p:nvPr/>
              </p:nvSpPr>
              <p:spPr>
                <a:xfrm>
                  <a:off x="5227712" y="3336557"/>
                  <a:ext cx="988334" cy="412737"/>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rgbClr val="FF00FF"/>
                      </a:solidFill>
                      <a:latin typeface="原稿用標準書体" panose="03000503000000000000" pitchFamily="66" charset="-128"/>
                      <a:ea typeface="原稿用標準書体" panose="03000503000000000000" pitchFamily="66" charset="-128"/>
                    </a:rPr>
                    <a:t>0000</a:t>
                  </a:r>
                  <a:endParaRPr lang="en-US" altLang="ja-JP" b="1" dirty="0">
                    <a:solidFill>
                      <a:srgbClr val="FF00FF"/>
                    </a:solidFill>
                    <a:latin typeface="原稿用標準書体" panose="03000503000000000000" pitchFamily="66" charset="-128"/>
                    <a:ea typeface="原稿用標準書体" panose="03000503000000000000" pitchFamily="66" charset="-128"/>
                  </a:endParaRPr>
                </a:p>
              </p:txBody>
            </p:sp>
            <p:sp>
              <p:nvSpPr>
                <p:cNvPr id="68" name="四角形: 角を丸くする 67">
                  <a:extLst>
                    <a:ext uri="{FF2B5EF4-FFF2-40B4-BE49-F238E27FC236}">
                      <a16:creationId xmlns:a16="http://schemas.microsoft.com/office/drawing/2014/main" id="{2E36766C-9F50-5C29-6F00-8BDF32157D46}"/>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1" name="グループ化 60">
                <a:extLst>
                  <a:ext uri="{FF2B5EF4-FFF2-40B4-BE49-F238E27FC236}">
                    <a16:creationId xmlns:a16="http://schemas.microsoft.com/office/drawing/2014/main" id="{8D10AF34-DD90-3EEA-9BD2-AFE4C1875ADE}"/>
                  </a:ext>
                </a:extLst>
              </p:cNvPr>
              <p:cNvGrpSpPr/>
              <p:nvPr/>
            </p:nvGrpSpPr>
            <p:grpSpPr>
              <a:xfrm>
                <a:off x="6277096" y="3501117"/>
                <a:ext cx="2177531" cy="738164"/>
                <a:chOff x="5227711" y="2418059"/>
                <a:chExt cx="1747807" cy="738164"/>
              </a:xfrm>
            </p:grpSpPr>
            <p:sp>
              <p:nvSpPr>
                <p:cNvPr id="65" name="テキスト ボックス 64">
                  <a:extLst>
                    <a:ext uri="{FF2B5EF4-FFF2-40B4-BE49-F238E27FC236}">
                      <a16:creationId xmlns:a16="http://schemas.microsoft.com/office/drawing/2014/main" id="{7F28AD14-6E7B-D522-2925-7B24976AA6CB}"/>
                    </a:ext>
                  </a:extLst>
                </p:cNvPr>
                <p:cNvSpPr txBox="1"/>
                <p:nvPr/>
              </p:nvSpPr>
              <p:spPr>
                <a:xfrm>
                  <a:off x="5227711" y="2418059"/>
                  <a:ext cx="988334" cy="412736"/>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6" name="四角形: 角を丸くする 65">
                  <a:extLst>
                    <a:ext uri="{FF2B5EF4-FFF2-40B4-BE49-F238E27FC236}">
                      <a16:creationId xmlns:a16="http://schemas.microsoft.com/office/drawing/2014/main" id="{FA360511-A85F-EE6F-3D91-A450E13FDE89}"/>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2" name="グループ化 61">
                <a:extLst>
                  <a:ext uri="{FF2B5EF4-FFF2-40B4-BE49-F238E27FC236}">
                    <a16:creationId xmlns:a16="http://schemas.microsoft.com/office/drawing/2014/main" id="{6E445712-5D00-1A6D-D607-61F17D5C0062}"/>
                  </a:ext>
                </a:extLst>
              </p:cNvPr>
              <p:cNvGrpSpPr/>
              <p:nvPr/>
            </p:nvGrpSpPr>
            <p:grpSpPr>
              <a:xfrm>
                <a:off x="6277096" y="2699962"/>
                <a:ext cx="2177529" cy="741471"/>
                <a:chOff x="5227712" y="1484774"/>
                <a:chExt cx="1747806" cy="741471"/>
              </a:xfrm>
            </p:grpSpPr>
            <p:sp>
              <p:nvSpPr>
                <p:cNvPr id="63" name="テキスト ボックス 62">
                  <a:extLst>
                    <a:ext uri="{FF2B5EF4-FFF2-40B4-BE49-F238E27FC236}">
                      <a16:creationId xmlns:a16="http://schemas.microsoft.com/office/drawing/2014/main" id="{56FA7343-2131-17FC-4E5D-813FB8B1DCCC}"/>
                    </a:ext>
                  </a:extLst>
                </p:cNvPr>
                <p:cNvSpPr txBox="1"/>
                <p:nvPr/>
              </p:nvSpPr>
              <p:spPr>
                <a:xfrm>
                  <a:off x="5227712" y="1484774"/>
                  <a:ext cx="905513" cy="412736"/>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rgbClr val="FF00FF"/>
                      </a:solidFill>
                      <a:latin typeface="原稿用標準書体" panose="03000503000000000000" pitchFamily="66" charset="-128"/>
                      <a:ea typeface="原稿用標準書体" panose="03000503000000000000" pitchFamily="66" charset="-128"/>
                    </a:rPr>
                    <a:t>0000</a:t>
                  </a:r>
                  <a:endParaRPr lang="en-US" altLang="ja-JP" b="1" dirty="0">
                    <a:solidFill>
                      <a:srgbClr val="FF00FF"/>
                    </a:solidFill>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2A406ED3-628A-6945-0C0B-4335ACD600EC}"/>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56" name="四角形: 角を丸くする 55">
              <a:extLst>
                <a:ext uri="{FF2B5EF4-FFF2-40B4-BE49-F238E27FC236}">
                  <a16:creationId xmlns:a16="http://schemas.microsoft.com/office/drawing/2014/main" id="{851D0ED0-6AAE-D550-C250-53DB86DD4C2D}"/>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485E2E19-DADE-45F3-7DA7-ADED0575B4E1}"/>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83705402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B0F10D0-E3BA-CB44-03BA-15E64BF6AF3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BCB8C2F4-7B6A-5632-C662-3EB63BC788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10BFE476-00CC-47D0-FC19-BFA68E1DBEAC}"/>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14185F21-F0E3-885B-626C-0CDF780D6B85}"/>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71818F20-BD34-CABB-8086-1228C9F8CF3A}"/>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9560ABC3-25B9-71B1-C8C7-E3A0BB67A6DE}"/>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6D7D657A-1FCC-D629-D055-A837AA98E858}"/>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C35C20E1-74FE-6D44-A7E5-529E6FBFCD16}"/>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05EDD01-1BC3-4470-E0D8-39A1EF4AF3F8}"/>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A3539BFC-BC5D-4908-43EA-ED99147FBDDD}"/>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25B096EA-9D7E-D06C-AD6F-F655C7B677A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04A90308-385D-CE84-9B20-3B9CAD7B947E}"/>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D4B7987A-8A8A-8E3C-E0B7-7E27A8711B6B}"/>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BB916AAF-E5DB-C724-1807-041CDB24DE3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7864820D-CF6D-582A-2CFD-2422A0EEFD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EECB17BA-9D79-E51E-3CA0-494D5A8CCC9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0EC632F8-DFA5-FE72-4E34-C44E2D181D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0D6B807-5611-5F34-A835-6DB908F8C268}"/>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BE5D36DD-C753-4473-4A2D-9C65B472A096}"/>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DA2C6991-3FCA-D07E-0B81-8ED65FA1A87A}"/>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755149CC-ABFE-9168-588E-8BA00195632F}"/>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D87BFC48-3C49-5A49-A990-9C60961D19F7}"/>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9B891690-005A-F162-D800-02618306BEF5}"/>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BB91FAE-A240-FA9A-FA42-36528F68DA35}"/>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62C3C037-56FC-E8D6-AD8F-5B7A6E3A7E84}"/>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59CF1BE0-19F5-66CB-9FF0-BBF5466D56CF}"/>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DF068626-74CA-D67D-003C-E5AEA0BD0ADE}"/>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440714F0-1FCD-4106-BC5D-FADDE6C8BB9B}"/>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BDE10AAA-899B-526E-7866-B7C707A1E723}"/>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63829950-4515-5C4D-D42D-631FA06869BD}"/>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780DFCBB-EF6B-F089-6641-9759EAB8367D}"/>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777A8D5C-5DA4-0FD6-7EBD-D2967CDC89FB}"/>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EB288648-1BCD-4FFD-D1FD-6B3CBC7EEB14}"/>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CBE7427B-D1CB-8EA5-1AD2-E38F9EF3683C}"/>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0B1E8A47-69AC-A770-CFB7-70D0075253A9}"/>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EF6F89D9-69EE-B8FC-5B08-D2F883DCD2A5}"/>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0CAE37A7-5C44-C429-206D-1A2A97D74FD3}"/>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65A2C07B-EF6B-E202-9784-DF7BF7738BB3}"/>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0" name="グループ化 119">
            <a:extLst>
              <a:ext uri="{FF2B5EF4-FFF2-40B4-BE49-F238E27FC236}">
                <a16:creationId xmlns:a16="http://schemas.microsoft.com/office/drawing/2014/main" id="{19958D97-DBBC-84D4-F939-A2C478664F4A}"/>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97A3F38B-6059-7308-DB86-A65DE7BDB963}"/>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7073FA4D-5B77-E239-754A-3F0E66089A12}"/>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BA4CE9DC-E5B5-80E8-EA16-76E56FBE118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A57C2C44-7812-D8AE-6821-BEAA17D1755D}"/>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4A8B8D3C-E1EB-DAB8-D9A6-59EE1DD5C490}"/>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3A2A3D8A-5FC1-08C3-FAF7-2FC97615FCEE}"/>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16A37377-CF1F-6B47-1BF0-75E3646AA5AC}"/>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6BF65F03-AA41-F669-6304-AC2905D3FCF0}"/>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368BDC68-8C2A-3B01-B8B9-BBCA5CE50A80}"/>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EC4ACDBA-AFFE-011B-F6E6-884E0C9C7CC1}"/>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360CB9D1-A813-B8AE-ABD6-2D2ADA038D4C}"/>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2" name="二等辺三角形 121">
            <a:extLst>
              <a:ext uri="{FF2B5EF4-FFF2-40B4-BE49-F238E27FC236}">
                <a16:creationId xmlns:a16="http://schemas.microsoft.com/office/drawing/2014/main" id="{3CAE2EE2-28C5-57EF-E9D8-E65ED0F07D1F}"/>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BF57EA7C-6753-996B-ACA9-026C398CBC7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FA0F0B09-E40C-300D-F875-13EF522A49C8}"/>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A8D7BA09-6BA4-B922-BFDC-2692F391DB98}"/>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62BD752F-3DB7-6A46-5D6F-656DB298DB22}"/>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AB49A392-455B-5228-06B6-537A2E0432A3}"/>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D2F5C0A4-4608-9EFB-1D99-33B7438B59EE}"/>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498D4DA8-61CF-ED5F-0D41-15534D37F5F6}"/>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E2610AE8-C6C8-3096-801B-82658DC3B641}"/>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80965B13-C9DD-9082-DA6D-E64D13FC32E8}"/>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E79BD072-EC3B-C82D-C904-6E000D5FD27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159018EE-4478-BA8C-E9B9-66C0E5125241}"/>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64AC24EE-D6BC-1847-E05E-AE80385F3DCA}"/>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BC6A58B0-7502-6787-0718-1CAC561FB372}"/>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B2CDB470-80CF-CBD0-4E26-ABE0D80476A1}"/>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B4471F29-9022-0C9F-02D5-EE25EA3C8400}"/>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C37529BB-2AE0-5D9A-97D8-F634765208ED}"/>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FC0BE8CE-35F2-0578-4C7C-39EE5F6BACE1}"/>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8844F887-7F7E-4E97-B396-3899802A018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C003C7B5-ADC8-813C-EF39-C6F923E6B4D3}"/>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B5B50025-EF2D-1BA6-6FA1-C718541E42B6}"/>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DFB847DA-20D4-4D54-A9D1-CFCC2570D3A0}"/>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941434ED-7B36-8E81-16C3-BF4BEC6FC7B2}"/>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4D9276FA-2D3D-5B05-4C7C-A31ABDBE4048}"/>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5A5D2699-93D9-8875-168A-F83555EF2A27}"/>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03297F4F-64DA-6540-2622-1051B3E5C267}"/>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47FE2A38-0445-90BA-0E5A-99CCF65B2B6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1" name="グループ化 10">
            <a:extLst>
              <a:ext uri="{FF2B5EF4-FFF2-40B4-BE49-F238E27FC236}">
                <a16:creationId xmlns:a16="http://schemas.microsoft.com/office/drawing/2014/main" id="{374C1730-DB43-3BE0-0C5B-B908F3F65F19}"/>
              </a:ext>
            </a:extLst>
          </p:cNvPr>
          <p:cNvGrpSpPr/>
          <p:nvPr/>
        </p:nvGrpSpPr>
        <p:grpSpPr>
          <a:xfrm>
            <a:off x="0" y="-1"/>
            <a:ext cx="12192000" cy="6858001"/>
            <a:chOff x="0" y="-1"/>
            <a:chExt cx="12192000" cy="6858001"/>
          </a:xfrm>
        </p:grpSpPr>
        <p:grpSp>
          <p:nvGrpSpPr>
            <p:cNvPr id="19" name="グループ化 18">
              <a:extLst>
                <a:ext uri="{FF2B5EF4-FFF2-40B4-BE49-F238E27FC236}">
                  <a16:creationId xmlns:a16="http://schemas.microsoft.com/office/drawing/2014/main" id="{2F0F0A63-B9DA-700C-E01A-93145F623E95}"/>
                </a:ext>
              </a:extLst>
            </p:cNvPr>
            <p:cNvGrpSpPr/>
            <p:nvPr/>
          </p:nvGrpSpPr>
          <p:grpSpPr>
            <a:xfrm>
              <a:off x="0" y="-1"/>
              <a:ext cx="12192000" cy="6858001"/>
              <a:chOff x="0" y="-1"/>
              <a:chExt cx="12192000" cy="6858001"/>
            </a:xfrm>
          </p:grpSpPr>
          <p:sp>
            <p:nvSpPr>
              <p:cNvPr id="32" name="正方形/長方形 31">
                <a:extLst>
                  <a:ext uri="{FF2B5EF4-FFF2-40B4-BE49-F238E27FC236}">
                    <a16:creationId xmlns:a16="http://schemas.microsoft.com/office/drawing/2014/main" id="{E5E86525-F96C-DCEA-E495-EBAEAB023191}"/>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21BFF525-E1EF-1FA0-1165-A369B0E0DE85}"/>
                  </a:ext>
                </a:extLst>
              </p:cNvPr>
              <p:cNvGrpSpPr/>
              <p:nvPr/>
            </p:nvGrpSpPr>
            <p:grpSpPr>
              <a:xfrm>
                <a:off x="2616038" y="1823170"/>
                <a:ext cx="6959925" cy="3211661"/>
                <a:chOff x="2616038" y="1823170"/>
                <a:chExt cx="6959925" cy="3211661"/>
              </a:xfrm>
            </p:grpSpPr>
            <p:sp>
              <p:nvSpPr>
                <p:cNvPr id="34" name="四角形: 角を丸くする 33">
                  <a:extLst>
                    <a:ext uri="{FF2B5EF4-FFF2-40B4-BE49-F238E27FC236}">
                      <a16:creationId xmlns:a16="http://schemas.microsoft.com/office/drawing/2014/main" id="{0665C8A0-7D21-E5D0-85D3-674188E0F230}"/>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テキスト ボックス 34">
                  <a:extLst>
                    <a:ext uri="{FF2B5EF4-FFF2-40B4-BE49-F238E27FC236}">
                      <a16:creationId xmlns:a16="http://schemas.microsoft.com/office/drawing/2014/main" id="{769D701F-92E4-D37D-275E-8459CC008860}"/>
                    </a:ext>
                  </a:extLst>
                </p:cNvPr>
                <p:cNvSpPr txBox="1"/>
                <p:nvPr/>
              </p:nvSpPr>
              <p:spPr>
                <a:xfrm>
                  <a:off x="4362207" y="2384084"/>
                  <a:ext cx="3467617"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　　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1CB94F89-6AA7-679A-101D-5A610EDD4B29}"/>
                    </a:ext>
                  </a:extLst>
                </p:cNvPr>
                <p:cNvSpPr txBox="1"/>
                <p:nvPr/>
              </p:nvSpPr>
              <p:spPr>
                <a:xfrm>
                  <a:off x="4849514" y="3233458"/>
                  <a:ext cx="2492990"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31" name="四角形: 角を丸くする 30">
              <a:extLst>
                <a:ext uri="{FF2B5EF4-FFF2-40B4-BE49-F238E27FC236}">
                  <a16:creationId xmlns:a16="http://schemas.microsoft.com/office/drawing/2014/main" id="{A54D5B2C-0AFA-89BB-A7FA-0A8F6A2078E6}"/>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pic>
        <p:nvPicPr>
          <p:cNvPr id="39" name="図 38">
            <a:extLst>
              <a:ext uri="{FF2B5EF4-FFF2-40B4-BE49-F238E27FC236}">
                <a16:creationId xmlns:a16="http://schemas.microsoft.com/office/drawing/2014/main" id="{44782373-6ECD-27BC-0AE6-395E324DA92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46498" y="2431094"/>
            <a:ext cx="552741" cy="548210"/>
          </a:xfrm>
          <a:prstGeom prst="rect">
            <a:avLst/>
          </a:prstGeom>
        </p:spPr>
      </p:pic>
    </p:spTree>
    <p:extLst>
      <p:ext uri="{BB962C8B-B14F-4D97-AF65-F5344CB8AC3E}">
        <p14:creationId xmlns:p14="http://schemas.microsoft.com/office/powerpoint/2010/main" val="366742716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8DC4304B-EF28-E447-CFDA-BE3C27EE5C41}"/>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6C8EE113-C5FE-E975-76BB-481A35FF0E3B}"/>
              </a:ext>
            </a:extLst>
          </p:cNvPr>
          <p:cNvGrpSpPr/>
          <p:nvPr/>
        </p:nvGrpSpPr>
        <p:grpSpPr>
          <a:xfrm>
            <a:off x="5776874" y="1454761"/>
            <a:ext cx="5864381" cy="578019"/>
            <a:chOff x="5776874" y="1454761"/>
            <a:chExt cx="5864381" cy="578019"/>
          </a:xfrm>
        </p:grpSpPr>
        <p:grpSp>
          <p:nvGrpSpPr>
            <p:cNvPr id="17" name="グループ化 16">
              <a:extLst>
                <a:ext uri="{FF2B5EF4-FFF2-40B4-BE49-F238E27FC236}">
                  <a16:creationId xmlns:a16="http://schemas.microsoft.com/office/drawing/2014/main" id="{72C048C1-C5B5-1494-F53F-0940B8A4B65E}"/>
                </a:ext>
              </a:extLst>
            </p:cNvPr>
            <p:cNvGrpSpPr/>
            <p:nvPr/>
          </p:nvGrpSpPr>
          <p:grpSpPr>
            <a:xfrm>
              <a:off x="5776874" y="1454761"/>
              <a:ext cx="5864381" cy="578019"/>
              <a:chOff x="1151426" y="1663429"/>
              <a:chExt cx="10129385" cy="553330"/>
            </a:xfrm>
          </p:grpSpPr>
          <p:sp>
            <p:nvSpPr>
              <p:cNvPr id="33" name="四角形: 上の 2 つの角を丸める 32">
                <a:extLst>
                  <a:ext uri="{FF2B5EF4-FFF2-40B4-BE49-F238E27FC236}">
                    <a16:creationId xmlns:a16="http://schemas.microsoft.com/office/drawing/2014/main" id="{8CAC109A-611F-DBE3-C6EB-768AFD4318AD}"/>
                  </a:ext>
                </a:extLst>
              </p:cNvPr>
              <p:cNvSpPr/>
              <p:nvPr/>
            </p:nvSpPr>
            <p:spPr>
              <a:xfrm>
                <a:off x="1151426" y="1663429"/>
                <a:ext cx="4593302"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4" name="四角形: 上の 2 つの角を丸める 33">
                <a:extLst>
                  <a:ext uri="{FF2B5EF4-FFF2-40B4-BE49-F238E27FC236}">
                    <a16:creationId xmlns:a16="http://schemas.microsoft.com/office/drawing/2014/main" id="{270DE84D-20C5-7DE7-ABE9-DF849FFC8E09}"/>
                  </a:ext>
                </a:extLst>
              </p:cNvPr>
              <p:cNvSpPr/>
              <p:nvPr/>
            </p:nvSpPr>
            <p:spPr>
              <a:xfrm>
                <a:off x="6677614" y="1663429"/>
                <a:ext cx="4603197"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00C42310-8FC8-F78B-6224-3B60F959F772}"/>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4AEB167D-8BF7-1B10-68F3-9A5B97AB6FC6}"/>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3" name="図 2">
            <a:extLst>
              <a:ext uri="{FF2B5EF4-FFF2-40B4-BE49-F238E27FC236}">
                <a16:creationId xmlns:a16="http://schemas.microsoft.com/office/drawing/2014/main" id="{D3530299-19B2-1B2C-94A5-D2E48406B6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BDBC9402-98C3-B1F2-13B7-5AF35452ABFD}"/>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35983500-AA8D-9F49-03CA-D6DF24BD29C9}"/>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652BC5C0-64EE-41AC-9B1E-E8E9B429668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7F8BD56C-F3F2-40A2-25DB-B75A97D5D3C3}"/>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09879760-099E-BBD6-2CE1-91155DD7778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CF6FA183-6ABA-AB5A-FA2C-FE301F179FF0}"/>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9C4C189F-846D-BB24-363C-59A45CBBB0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3AC051C6-0EB8-BDD3-EB10-2900D9054AF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5E975EE9-2C44-76DA-A94E-0603F4BF0E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70793B5A-83E7-AF14-B2D8-40926EC104F3}"/>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A443A8D5-CDC7-5F62-74A5-BBC6A376EE0D}"/>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75DEF68E-55E4-5FC1-53C1-688662960239}"/>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E87258B8-9C34-4290-11A2-EA3D8B6A338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420607E-8DEB-F868-B75C-808A41AD6891}"/>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5645881B-88D7-A25E-A941-28AE3969B15D}"/>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DBD72F0F-67AE-1D1C-5E02-289C0A92F7B1}"/>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CFF02271-D8BE-93A1-1BB7-67D5AD3683E8}"/>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BC46EBD1-68F2-FE7D-B7FC-F59A43AF0E7D}"/>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1824FA9F-270A-A54F-5A0F-7365C7BA59FD}"/>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032226D5-B5F6-BFE6-A983-4BA97CE78443}"/>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1E9FB48A-CA60-BC0D-31B6-E325FE87C6F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B0CF65D-924F-E5ED-C6EA-4BCED049B73A}"/>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70351019-E599-F827-6021-7082D6249C54}"/>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584C010F-5609-BC63-E595-9509372E827A}"/>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DDF33C8F-5EEC-DD72-0547-5D0B578EFC1F}"/>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5BBBC9D8-59FD-F5E2-6818-67AF9C913B8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0F44E846-8608-1FC8-158F-65FFA97486FE}"/>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83" name="グループ化 82">
            <a:extLst>
              <a:ext uri="{FF2B5EF4-FFF2-40B4-BE49-F238E27FC236}">
                <a16:creationId xmlns:a16="http://schemas.microsoft.com/office/drawing/2014/main" id="{04D26FE6-3C21-932C-E027-52BB580A70CA}"/>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4FD3D596-A23E-E249-1ED9-AEC6AF8FB9A4}"/>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10B84992-B632-96DA-59ED-1390A4A555AC}"/>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D62E7488-EB91-4AA2-4A37-506E6D54F663}"/>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8DC80042-B240-FD62-5384-8835DF52E09E}"/>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EE78FB1D-8CB3-8712-1E98-E3E7A6DC1E45}"/>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581AA694-E6E7-5F5E-0736-9A3CD06E96C1}"/>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937C1F4C-F6A2-D8C2-D612-EC7416E70702}"/>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1C636813-ACF5-AB66-EA6F-CE397A7369FA}"/>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2362D49E-5AD5-B4F5-6D51-872661DFB2E8}"/>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61C37510-B673-405C-1E92-C9A9CECF3562}"/>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4FB04A10-704C-E869-425B-F671DF505F04}"/>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ED5C4FB0-9754-4D37-97BA-01D8B3381BF2}"/>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C677750B-3BE1-5C43-F73F-6024EA4AB1AD}"/>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915C1CA3-DABE-7293-04B4-A9289BD71246}"/>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A91E321D-847E-1D20-CF29-69E8491BC29B}"/>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B655B634-9E72-DAFA-5F99-8270AD649D3F}"/>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3C8897A0-BA73-B697-7793-3D3A9AB04E32}"/>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98CC28DE-DE94-4588-C898-1D83C4B9D9A7}"/>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BB3E7E7C-DAA4-FB20-55F7-90AA16C07740}"/>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B2E5816C-F742-1CF2-6DC8-884461410F44}"/>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1C602D67-195A-F643-2628-72EBDCEC1ACA}"/>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B8EDC14B-70C7-E67C-8ECD-0B8C6A55BCBF}"/>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8F596FEC-E33F-E78A-AAD3-406F09A7C745}"/>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7C064595-1F75-E187-BA43-E51D2511C860}"/>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6D009FDC-29D1-6BFD-9C90-1DAEC96D3506}"/>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A599AAE2-B855-0ECE-995D-93C03E1F3EA7}"/>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47B8EBB9-B8DD-57ED-8F53-8ECD4531205C}"/>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A98E2D4B-68D7-A98B-0F93-0546BFF67EF8}"/>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B3C19673-B5EA-2ACF-CB1D-FABE5AC4461A}"/>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A007E8AE-D84C-4193-C695-5014DDD61531}"/>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37EEFCD0-3900-7754-170D-9C575D25B6D6}"/>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8A52DE83-20A6-2C36-7733-A2D79178194B}"/>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E8FBCA78-7CB5-E9AE-022A-F2A0AC2E4124}"/>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A038DEF6-66B5-61EB-5392-FA71CC51DCBC}"/>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CFC4A043-29C8-A531-D6F3-EBEC1BC3AF26}"/>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54748A06-2788-3B7A-8160-539C8BC0FF0A}"/>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AF5383F3-748D-78CF-328E-A31A6A0851F6}"/>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A88A931A-9425-5814-3DD9-D8CC3A091431}"/>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392636056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6D4CFAFF-1A82-45CC-D7D4-66D4ADB31712}"/>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08919CF7-DAB4-306D-2963-35B62DE8550A}"/>
              </a:ext>
            </a:extLst>
          </p:cNvPr>
          <p:cNvGrpSpPr/>
          <p:nvPr/>
        </p:nvGrpSpPr>
        <p:grpSpPr>
          <a:xfrm>
            <a:off x="5776874" y="1454761"/>
            <a:ext cx="5864381" cy="578019"/>
            <a:chOff x="5776874" y="1454761"/>
            <a:chExt cx="5864381" cy="578019"/>
          </a:xfrm>
        </p:grpSpPr>
        <p:grpSp>
          <p:nvGrpSpPr>
            <p:cNvPr id="17" name="グループ化 16">
              <a:extLst>
                <a:ext uri="{FF2B5EF4-FFF2-40B4-BE49-F238E27FC236}">
                  <a16:creationId xmlns:a16="http://schemas.microsoft.com/office/drawing/2014/main" id="{B95DEF76-98F9-F0CE-532F-D4A0A0500080}"/>
                </a:ext>
              </a:extLst>
            </p:cNvPr>
            <p:cNvGrpSpPr/>
            <p:nvPr/>
          </p:nvGrpSpPr>
          <p:grpSpPr>
            <a:xfrm>
              <a:off x="5776874" y="1454761"/>
              <a:ext cx="5864381" cy="578019"/>
              <a:chOff x="1151426" y="1663429"/>
              <a:chExt cx="10129385" cy="553330"/>
            </a:xfrm>
          </p:grpSpPr>
          <p:sp>
            <p:nvSpPr>
              <p:cNvPr id="33" name="四角形: 上の 2 つの角を丸める 32">
                <a:extLst>
                  <a:ext uri="{FF2B5EF4-FFF2-40B4-BE49-F238E27FC236}">
                    <a16:creationId xmlns:a16="http://schemas.microsoft.com/office/drawing/2014/main" id="{892C2542-59D0-9636-F38A-63F4F91CFB98}"/>
                  </a:ext>
                </a:extLst>
              </p:cNvPr>
              <p:cNvSpPr/>
              <p:nvPr/>
            </p:nvSpPr>
            <p:spPr>
              <a:xfrm>
                <a:off x="1151426" y="1663429"/>
                <a:ext cx="4593302"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4" name="四角形: 上の 2 つの角を丸める 33">
                <a:extLst>
                  <a:ext uri="{FF2B5EF4-FFF2-40B4-BE49-F238E27FC236}">
                    <a16:creationId xmlns:a16="http://schemas.microsoft.com/office/drawing/2014/main" id="{F314B6E8-B786-594A-58C4-EBB45B20E9F7}"/>
                  </a:ext>
                </a:extLst>
              </p:cNvPr>
              <p:cNvSpPr/>
              <p:nvPr/>
            </p:nvSpPr>
            <p:spPr>
              <a:xfrm>
                <a:off x="6677614" y="1663429"/>
                <a:ext cx="4603197"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0430A92C-C6D7-B3C2-7F73-CB6946D9AE62}"/>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C7A9E4FB-8BBE-4237-FF9A-29AD345EE6A3}"/>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3" name="図 2">
            <a:extLst>
              <a:ext uri="{FF2B5EF4-FFF2-40B4-BE49-F238E27FC236}">
                <a16:creationId xmlns:a16="http://schemas.microsoft.com/office/drawing/2014/main" id="{07032B38-AD68-FC11-1103-D13AD19163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49DC2DBE-A4B7-68CD-0868-6F3DCFDE1856}"/>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5F7B61CD-4181-612F-723C-50D3F78F12B4}"/>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681AF890-C50F-2AA7-3390-192FD71B7FF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9A47A26-A7EC-87A0-2DCE-B821D93A1854}"/>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05B8DE7D-46A2-6D27-C8CF-BD5C16A95D3E}"/>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36F79730-F948-5FA0-B052-BC860462DC1A}"/>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D20B37FD-3DD0-F454-2657-2B4B021379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A196B261-C2A4-02B8-6DEA-E9B5B69B643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79A0ED91-7021-B704-441F-394829E1D1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E3832503-5741-E7FD-5423-6798C1304121}"/>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C804D0F2-268C-23F0-EF18-D2BEB07ACBDA}"/>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5BC3E209-57E6-2DB5-10DF-2710AAB0DAB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2394DA5-1797-5017-3215-ABC7FD4265F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EA360D5-59A9-7D2B-92D5-8D206E8F0A45}"/>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E5E64A0D-C995-D2AC-45AE-7210C3FAAF93}"/>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0922A759-C3DA-8F73-DF58-0232B776F540}"/>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09284DE-FDBF-93DD-62DE-17DC3408076F}"/>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20B153B2-F7BC-32AC-DA1B-DFC602477EF4}"/>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EE21ABD9-DCC2-2DE3-8550-78F013A670DD}"/>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86B6231B-A70F-4450-524C-BAD9520D1E87}"/>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F7C899A-0681-ED8C-2B6B-28DC134A0B4D}"/>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FF3624D6-6AE9-E650-10BF-B0D49B90E391}"/>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E1B90DAD-F7E2-CA1B-34D4-E242BE9FE3B7}"/>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B95ABD34-6A19-AEB4-F1F4-44667C716AB5}"/>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E38BA32B-3546-0F13-0042-119C04388BF8}"/>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grpSp>
        <p:nvGrpSpPr>
          <p:cNvPr id="15" name="グループ化 14">
            <a:extLst>
              <a:ext uri="{FF2B5EF4-FFF2-40B4-BE49-F238E27FC236}">
                <a16:creationId xmlns:a16="http://schemas.microsoft.com/office/drawing/2014/main" id="{78311DF5-3913-A9A9-561E-69BA3FB0654A}"/>
              </a:ext>
            </a:extLst>
          </p:cNvPr>
          <p:cNvGrpSpPr/>
          <p:nvPr/>
        </p:nvGrpSpPr>
        <p:grpSpPr>
          <a:xfrm>
            <a:off x="8220768" y="5557702"/>
            <a:ext cx="712008" cy="712008"/>
            <a:chOff x="8220768" y="5557702"/>
            <a:chExt cx="712008" cy="712008"/>
          </a:xfrm>
        </p:grpSpPr>
        <p:pic>
          <p:nvPicPr>
            <p:cNvPr id="36" name="グラフィックス 35" descr="ハート 単色塗りつぶし">
              <a:extLst>
                <a:ext uri="{FF2B5EF4-FFF2-40B4-BE49-F238E27FC236}">
                  <a16:creationId xmlns:a16="http://schemas.microsoft.com/office/drawing/2014/main" id="{222209DE-E190-9891-E3AE-45F8FD839D5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C148C9DC-FD36-6EFB-127D-E519BBEB636D}"/>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3" name="グループ化 82">
            <a:extLst>
              <a:ext uri="{FF2B5EF4-FFF2-40B4-BE49-F238E27FC236}">
                <a16:creationId xmlns:a16="http://schemas.microsoft.com/office/drawing/2014/main" id="{F311164F-F82E-9516-4411-04B36962B2B6}"/>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D3EECF0B-AFBE-B461-F236-BC3D494D30D0}"/>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6F578C22-CFE2-97B0-686B-CBD1C8F1A8D5}"/>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0266093C-EDA8-D4B7-3F6A-FA4A5A9FA3C2}"/>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73C5FFD4-EA3F-E061-9AAE-90BFF9A55500}"/>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0FD1A736-D820-5B3B-62D5-AFFCE0A14AA1}"/>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5CC4C3D7-45EC-F4F8-0882-3E74BF72731D}"/>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A13BF191-C519-F31C-C388-1CD15E0552B4}"/>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5A55B34F-66AA-71BE-130D-9396E1DD0749}"/>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E916A1C7-B721-2109-1277-F6E5333DD986}"/>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F21C3AD4-79F4-43B6-FB7D-C37EA9152AAD}"/>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34B607A5-0461-3B25-B684-956318BC1874}"/>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56D91E21-62AF-3E8A-69FB-833D732187C6}"/>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52471C34-8A46-E01A-2D79-F9E7DCAD9B04}"/>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4535D07-8F2A-5928-69EA-E0902AA995C6}"/>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768B31B9-8D6E-B4D3-A893-DB8F5E19AAC0}"/>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067A1A0E-E65B-8E16-2DA3-C33CDF69A755}"/>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A7E4041A-4E0A-5379-42D8-00B042787F2C}"/>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A9408E69-53FD-DBF3-733A-46423D898EEB}"/>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C26CC8C3-D29F-108A-8636-20D8AF2CA54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6F66EDC1-AE60-57C4-88DC-1D16B48888F1}"/>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1123C7DB-EADD-C432-62FC-E26D7F38D19F}"/>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AAAFE546-0315-6165-42AB-2AC0EDEB145B}"/>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A74DBD6B-8BA7-7F7E-C868-AE798792727F}"/>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082ADE66-CA6D-A84C-8BB1-94BFB6D24598}"/>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61BCFE60-2CB2-34B1-BB50-F4D5F7A49B1C}"/>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B946B05D-7FA7-B15C-2E91-74F32CC10514}"/>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6A6DAAE7-30AE-0922-8681-37ADAA7F36AB}"/>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F573EA2B-4E3E-CAB2-FD0E-AB339DDE5A94}"/>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880C7D1E-006F-C02D-90F9-8961DAD9DEF2}"/>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64B1951C-7CCF-22B0-56F0-6EEAB906B845}"/>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C1EA0A1C-BE6B-E4B4-DED3-4C557FEEB3FF}"/>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244D721A-4953-F1D6-D9BC-2BBA67BD7855}"/>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A43EAB2F-8589-7515-C67A-BD434B55CAB5}"/>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4C0450C6-E4DA-4DEB-F3F6-6FE622ADD74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24AE4DB8-0CAB-922F-0CF5-799A09AD031A}"/>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A053D03D-6E0D-6007-6270-8B32BBA6A748}"/>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8F7C8407-9F71-2611-651A-56F642BC7DAD}"/>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AF06E71C-698C-26EB-BBF7-D2748A6FA85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19" name="正方形/長方形 18">
            <a:extLst>
              <a:ext uri="{FF2B5EF4-FFF2-40B4-BE49-F238E27FC236}">
                <a16:creationId xmlns:a16="http://schemas.microsoft.com/office/drawing/2014/main" id="{EBC6A0FA-97C0-E090-5AEA-96CE1C0F939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C3730E45-3710-CC68-4D76-531E2F1596E1}"/>
              </a:ext>
            </a:extLst>
          </p:cNvPr>
          <p:cNvSpPr/>
          <p:nvPr/>
        </p:nvSpPr>
        <p:spPr>
          <a:xfrm>
            <a:off x="3155312" y="1230589"/>
            <a:ext cx="5872517" cy="4704845"/>
          </a:xfrm>
          <a:prstGeom prst="roundRect">
            <a:avLst/>
          </a:prstGeom>
          <a:gradFill flip="none" rotWithShape="1">
            <a:gsLst>
              <a:gs pos="70000">
                <a:schemeClr val="accent2">
                  <a:lumMod val="20000"/>
                  <a:lumOff val="80000"/>
                </a:schemeClr>
              </a:gs>
              <a:gs pos="40000">
                <a:schemeClr val="accent6">
                  <a:lumMod val="60000"/>
                  <a:lumOff val="40000"/>
                </a:schemeClr>
              </a:gs>
              <a:gs pos="90000">
                <a:schemeClr val="accent6">
                  <a:lumMod val="40000"/>
                  <a:lumOff val="60000"/>
                </a:schemeClr>
              </a:gs>
            </a:gsLst>
            <a:path path="circle">
              <a:fillToRect l="50000" t="-80000" r="50000" b="18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A0B4F059-94D4-91CA-CA5D-8BB3004AA6FF}"/>
              </a:ext>
            </a:extLst>
          </p:cNvPr>
          <p:cNvSpPr txBox="1"/>
          <p:nvPr/>
        </p:nvSpPr>
        <p:spPr>
          <a:xfrm>
            <a:off x="5176610" y="1445974"/>
            <a:ext cx="1826141"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才能開花</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5" name="図 44">
            <a:extLst>
              <a:ext uri="{FF2B5EF4-FFF2-40B4-BE49-F238E27FC236}">
                <a16:creationId xmlns:a16="http://schemas.microsoft.com/office/drawing/2014/main" id="{03C08BA2-7A79-CF7D-DF8F-68F5311CA25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759364" y="2105348"/>
            <a:ext cx="2620672" cy="3700079"/>
          </a:xfrm>
          <a:prstGeom prst="rect">
            <a:avLst/>
          </a:prstGeom>
        </p:spPr>
      </p:pic>
      <p:pic>
        <p:nvPicPr>
          <p:cNvPr id="48" name="図 47">
            <a:extLst>
              <a:ext uri="{FF2B5EF4-FFF2-40B4-BE49-F238E27FC236}">
                <a16:creationId xmlns:a16="http://schemas.microsoft.com/office/drawing/2014/main" id="{082EF52F-8D95-1DAC-9D2A-C12EC898B3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70542" y="804476"/>
            <a:ext cx="1912075" cy="1351170"/>
          </a:xfrm>
          <a:prstGeom prst="rect">
            <a:avLst/>
          </a:prstGeom>
        </p:spPr>
      </p:pic>
    </p:spTree>
    <p:extLst>
      <p:ext uri="{BB962C8B-B14F-4D97-AF65-F5344CB8AC3E}">
        <p14:creationId xmlns:p14="http://schemas.microsoft.com/office/powerpoint/2010/main" val="199729772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145C6A41-E44C-9D23-12A2-BC8F86CB5A7C}"/>
            </a:ext>
          </a:extLst>
        </p:cNvPr>
        <p:cNvGrpSpPr/>
        <p:nvPr/>
      </p:nvGrpSpPr>
      <p:grpSpPr>
        <a:xfrm>
          <a:off x="0" y="0"/>
          <a:ext cx="0" cy="0"/>
          <a:chOff x="0" y="0"/>
          <a:chExt cx="0" cy="0"/>
        </a:xfrm>
      </p:grpSpPr>
      <p:pic>
        <p:nvPicPr>
          <p:cNvPr id="56" name="図 55">
            <a:extLst>
              <a:ext uri="{FF2B5EF4-FFF2-40B4-BE49-F238E27FC236}">
                <a16:creationId xmlns:a16="http://schemas.microsoft.com/office/drawing/2014/main" id="{74BC1833-C2FE-51A7-9D78-C26EA3CBB9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41" y="0"/>
            <a:ext cx="12365882" cy="17459163"/>
          </a:xfrm>
          <a:prstGeom prst="rect">
            <a:avLst/>
          </a:prstGeom>
        </p:spPr>
      </p:pic>
      <p:pic>
        <p:nvPicPr>
          <p:cNvPr id="35" name="図 34">
            <a:extLst>
              <a:ext uri="{FF2B5EF4-FFF2-40B4-BE49-F238E27FC236}">
                <a16:creationId xmlns:a16="http://schemas.microsoft.com/office/drawing/2014/main" id="{A2977D47-C435-91F6-22CE-E8BADB12E9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41" y="-12877800"/>
            <a:ext cx="12365882" cy="17459163"/>
          </a:xfrm>
          <a:prstGeom prst="rect">
            <a:avLst/>
          </a:prstGeom>
        </p:spPr>
      </p:pic>
      <p:grpSp>
        <p:nvGrpSpPr>
          <p:cNvPr id="55" name="グループ化 54">
            <a:extLst>
              <a:ext uri="{FF2B5EF4-FFF2-40B4-BE49-F238E27FC236}">
                <a16:creationId xmlns:a16="http://schemas.microsoft.com/office/drawing/2014/main" id="{6723722E-032E-04B2-65DA-BCC2225D0094}"/>
              </a:ext>
            </a:extLst>
          </p:cNvPr>
          <p:cNvGrpSpPr/>
          <p:nvPr/>
        </p:nvGrpSpPr>
        <p:grpSpPr>
          <a:xfrm>
            <a:off x="0" y="5194300"/>
            <a:ext cx="12192000" cy="1663700"/>
            <a:chOff x="0" y="5194300"/>
            <a:chExt cx="12192000" cy="1663700"/>
          </a:xfrm>
        </p:grpSpPr>
        <p:sp>
          <p:nvSpPr>
            <p:cNvPr id="42" name="正方形/長方形 41">
              <a:extLst>
                <a:ext uri="{FF2B5EF4-FFF2-40B4-BE49-F238E27FC236}">
                  <a16:creationId xmlns:a16="http://schemas.microsoft.com/office/drawing/2014/main" id="{60CA9F4E-F24C-6497-07A2-158D84261850}"/>
                </a:ext>
              </a:extLst>
            </p:cNvPr>
            <p:cNvSpPr/>
            <p:nvPr/>
          </p:nvSpPr>
          <p:spPr>
            <a:xfrm>
              <a:off x="0" y="5194300"/>
              <a:ext cx="12192000" cy="1663700"/>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accent2"/>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970C3EE-B8C3-66E4-3C6B-5F2DA5B090F6}"/>
                </a:ext>
              </a:extLst>
            </p:cNvPr>
            <p:cNvSpPr txBox="1"/>
            <p:nvPr/>
          </p:nvSpPr>
          <p:spPr>
            <a:xfrm>
              <a:off x="2905125" y="5291435"/>
              <a:ext cx="6381750" cy="523220"/>
            </a:xfrm>
            <a:prstGeom prst="rect">
              <a:avLst/>
            </a:prstGeom>
            <a:noFill/>
          </p:spPr>
          <p:txBody>
            <a:bodyPr wrap="square">
              <a:spAutoFit/>
            </a:bodyPr>
            <a:lstStyle/>
            <a:p>
              <a:pPr algn="ctr"/>
              <a:r>
                <a:rPr lang="ja-JP" altLang="en-US" sz="2800">
                  <a:solidFill>
                    <a:schemeClr val="accent2"/>
                  </a:solidFill>
                  <a:latin typeface="原稿用標準書体" panose="03000503000000000000" pitchFamily="66" charset="-128"/>
                  <a:ea typeface="原稿用標準書体" panose="03000503000000000000" pitchFamily="66" charset="-128"/>
                </a:rPr>
                <a:t>才能開花完了</a:t>
              </a:r>
              <a:endParaRPr kumimoji="1" lang="ja-JP" altLang="en-US" sz="2800">
                <a:solidFill>
                  <a:schemeClr val="accent2"/>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CB370DA4-577B-77CE-C6C9-35061E04A976}"/>
                </a:ext>
              </a:extLst>
            </p:cNvPr>
            <p:cNvGrpSpPr/>
            <p:nvPr/>
          </p:nvGrpSpPr>
          <p:grpSpPr>
            <a:xfrm>
              <a:off x="4145713" y="5967996"/>
              <a:ext cx="3900575" cy="707886"/>
              <a:chOff x="4119817" y="6196596"/>
              <a:chExt cx="3900575" cy="707886"/>
            </a:xfrm>
          </p:grpSpPr>
          <p:sp>
            <p:nvSpPr>
              <p:cNvPr id="49" name="テキスト ボックス 48">
                <a:extLst>
                  <a:ext uri="{FF2B5EF4-FFF2-40B4-BE49-F238E27FC236}">
                    <a16:creationId xmlns:a16="http://schemas.microsoft.com/office/drawing/2014/main" id="{D07DE16B-DDF9-7400-FF56-EF0C192AE569}"/>
                  </a:ext>
                </a:extLst>
              </p:cNvPr>
              <p:cNvSpPr txBox="1"/>
              <p:nvPr/>
            </p:nvSpPr>
            <p:spPr>
              <a:xfrm>
                <a:off x="4119817" y="6196596"/>
                <a:ext cx="697627" cy="707886"/>
              </a:xfrm>
              <a:prstGeom prst="rect">
                <a:avLst/>
              </a:prstGeom>
              <a:noFill/>
            </p:spPr>
            <p:txBody>
              <a:bodyPr wrap="none" rtlCol="0">
                <a:spAutoFit/>
              </a:bodyPr>
              <a:lstStyle/>
              <a:p>
                <a:pPr algn="ctr"/>
                <a:r>
                  <a:rPr lang="en-US" altLang="ja-JP" sz="4000">
                    <a:solidFill>
                      <a:schemeClr val="bg1">
                        <a:lumMod val="95000"/>
                      </a:schemeClr>
                    </a:solidFill>
                    <a:latin typeface="原稿用標準書体" panose="03000503000000000000" pitchFamily="66" charset="-128"/>
                    <a:ea typeface="原稿用標準書体" panose="03000503000000000000" pitchFamily="66" charset="-128"/>
                  </a:rPr>
                  <a:t>Ⅰ</a:t>
                </a:r>
                <a:endParaRPr lang="ja-JP" altLang="en-US" sz="4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1" name="二等辺三角形 50">
                <a:extLst>
                  <a:ext uri="{FF2B5EF4-FFF2-40B4-BE49-F238E27FC236}">
                    <a16:creationId xmlns:a16="http://schemas.microsoft.com/office/drawing/2014/main" id="{439FA5B9-DF35-18DB-6890-C920F042D033}"/>
                  </a:ext>
                </a:extLst>
              </p:cNvPr>
              <p:cNvSpPr/>
              <p:nvPr/>
            </p:nvSpPr>
            <p:spPr>
              <a:xfrm rot="5400000">
                <a:off x="5880008" y="6364340"/>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p>
            </p:txBody>
          </p:sp>
          <p:sp>
            <p:nvSpPr>
              <p:cNvPr id="53" name="テキスト ボックス 52">
                <a:extLst>
                  <a:ext uri="{FF2B5EF4-FFF2-40B4-BE49-F238E27FC236}">
                    <a16:creationId xmlns:a16="http://schemas.microsoft.com/office/drawing/2014/main" id="{9977A948-6A90-7261-6177-35DB34CDA65B}"/>
                  </a:ext>
                </a:extLst>
              </p:cNvPr>
              <p:cNvSpPr txBox="1"/>
              <p:nvPr/>
            </p:nvSpPr>
            <p:spPr>
              <a:xfrm>
                <a:off x="7322765" y="6196596"/>
                <a:ext cx="697627" cy="707886"/>
              </a:xfrm>
              <a:prstGeom prst="rect">
                <a:avLst/>
              </a:prstGeom>
              <a:noFill/>
            </p:spPr>
            <p:txBody>
              <a:bodyPr wrap="none" rtlCol="0">
                <a:spAutoFit/>
              </a:bodyPr>
              <a:lstStyle/>
              <a:p>
                <a:pPr algn="ctr"/>
                <a:r>
                  <a:rPr lang="en-US" altLang="ja-JP" sz="4000">
                    <a:solidFill>
                      <a:srgbClr val="FF00FF"/>
                    </a:solidFill>
                    <a:latin typeface="原稿用標準書体" panose="03000503000000000000" pitchFamily="66" charset="-128"/>
                    <a:ea typeface="原稿用標準書体" panose="03000503000000000000" pitchFamily="66" charset="-128"/>
                  </a:rPr>
                  <a:t>Ⅱ</a:t>
                </a:r>
                <a:endParaRPr lang="ja-JP" altLang="en-US" sz="4000" dirty="0">
                  <a:solidFill>
                    <a:srgbClr val="FF00FF"/>
                  </a:solidFill>
                  <a:latin typeface="原稿用標準書体" panose="03000503000000000000" pitchFamily="66" charset="-128"/>
                  <a:ea typeface="原稿用標準書体" panose="03000503000000000000" pitchFamily="66" charset="-128"/>
                </a:endParaRPr>
              </a:p>
            </p:txBody>
          </p:sp>
        </p:grpSp>
      </p:grpSp>
      <p:pic>
        <p:nvPicPr>
          <p:cNvPr id="5" name="図 4">
            <a:extLst>
              <a:ext uri="{FF2B5EF4-FFF2-40B4-BE49-F238E27FC236}">
                <a16:creationId xmlns:a16="http://schemas.microsoft.com/office/drawing/2014/main" id="{423803EC-A2C3-B91D-AEC1-7A59369D2CE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6941" y="-1"/>
            <a:ext cx="12365881" cy="17459164"/>
          </a:xfrm>
          <a:prstGeom prst="rect">
            <a:avLst/>
          </a:prstGeom>
        </p:spPr>
      </p:pic>
    </p:spTree>
    <p:extLst>
      <p:ext uri="{BB962C8B-B14F-4D97-AF65-F5344CB8AC3E}">
        <p14:creationId xmlns:p14="http://schemas.microsoft.com/office/powerpoint/2010/main" val="1597741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5"/>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5"/>
                                        </p:tgtEl>
                                      </p:cBhvr>
                                    </p:animEffect>
                                    <p:set>
                                      <p:cBhvr>
                                        <p:cTn id="10" dur="1" fill="hold">
                                          <p:stCondLst>
                                            <p:cond delay="499"/>
                                          </p:stCondLst>
                                        </p:cTn>
                                        <p:tgtEl>
                                          <p:spTgt spid="5"/>
                                        </p:tgtEl>
                                        <p:attrNameLst>
                                          <p:attrName>style.visibility</p:attrName>
                                        </p:attrNameLst>
                                      </p:cBhvr>
                                      <p:to>
                                        <p:strVal val="hidden"/>
                                      </p:to>
                                    </p:set>
                                  </p:childTnLst>
                                </p:cTn>
                              </p:par>
                            </p:childTnLst>
                          </p:cTn>
                        </p:par>
                        <p:par>
                          <p:cTn id="11" fill="hold">
                            <p:stCondLst>
                              <p:cond delay="3000"/>
                            </p:stCondLst>
                            <p:childTnLst>
                              <p:par>
                                <p:cTn id="12" presetID="10" presetClass="entr" presetSubtype="0" fill="hold" nodeType="after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500"/>
                                        <p:tgtEl>
                                          <p:spTgt spid="35"/>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path" presetSubtype="0" accel="50000" decel="50000" fill="hold" nodeType="clickEffect">
                                  <p:stCondLst>
                                    <p:cond delay="0"/>
                                  </p:stCondLst>
                                  <p:childTnLst>
                                    <p:animMotion origin="layout" path="M 0 1.11111E-6 L 0 1.40486 " pathEditMode="relative" rAng="0" ptsTypes="AA">
                                      <p:cBhvr>
                                        <p:cTn id="18" dur="3000" fill="hold"/>
                                        <p:tgtEl>
                                          <p:spTgt spid="35"/>
                                        </p:tgtEl>
                                        <p:attrNameLst>
                                          <p:attrName>ppt_x</p:attrName>
                                          <p:attrName>ppt_y</p:attrName>
                                        </p:attrNameLst>
                                      </p:cBhvr>
                                      <p:rCtr x="0" y="70231"/>
                                    </p:animMotion>
                                  </p:childTnLst>
                                </p:cTn>
                              </p:par>
                            </p:childTnLst>
                          </p:cTn>
                        </p:par>
                        <p:par>
                          <p:cTn id="19" fill="hold">
                            <p:stCondLst>
                              <p:cond delay="3000"/>
                            </p:stCondLst>
                            <p:childTnLst>
                              <p:par>
                                <p:cTn id="20" presetID="1" presetClass="exit" presetSubtype="0" fill="hold" nodeType="afterEffect">
                                  <p:stCondLst>
                                    <p:cond delay="0"/>
                                  </p:stCondLst>
                                  <p:childTnLst>
                                    <p:set>
                                      <p:cBhvr>
                                        <p:cTn id="21" dur="1" fill="hold">
                                          <p:stCondLst>
                                            <p:cond delay="0"/>
                                          </p:stCondLst>
                                        </p:cTn>
                                        <p:tgtEl>
                                          <p:spTgt spid="35"/>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500"/>
                                  </p:stCondLst>
                                  <p:childTnLst>
                                    <p:set>
                                      <p:cBhvr>
                                        <p:cTn id="25" dur="1" fill="hold">
                                          <p:stCondLst>
                                            <p:cond delay="0"/>
                                          </p:stCondLst>
                                        </p:cTn>
                                        <p:tgtEl>
                                          <p:spTgt spid="56"/>
                                        </p:tgtEl>
                                        <p:attrNameLst>
                                          <p:attrName>style.visibility</p:attrName>
                                        </p:attrNameLst>
                                      </p:cBhvr>
                                      <p:to>
                                        <p:strVal val="visible"/>
                                      </p:to>
                                    </p:set>
                                    <p:animEffect transition="in" filter="fade">
                                      <p:cBhvr>
                                        <p:cTn id="26" dur="1500"/>
                                        <p:tgtEl>
                                          <p:spTgt spid="5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5"/>
                                        </p:tgtEl>
                                        <p:attrNameLst>
                                          <p:attrName>style.visibility</p:attrName>
                                        </p:attrNameLst>
                                      </p:cBhvr>
                                      <p:to>
                                        <p:strVal val="visible"/>
                                      </p:to>
                                    </p:set>
                                    <p:animEffect transition="in" filter="fade">
                                      <p:cBhvr>
                                        <p:cTn id="31"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803F253-1EE7-1873-4944-5BBBFBC73555}"/>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1811AFD1-0295-EB49-24FC-49E9E01E953C}"/>
              </a:ext>
            </a:extLst>
          </p:cNvPr>
          <p:cNvGrpSpPr/>
          <p:nvPr/>
        </p:nvGrpSpPr>
        <p:grpSpPr>
          <a:xfrm>
            <a:off x="5776874" y="1454761"/>
            <a:ext cx="5864381" cy="578019"/>
            <a:chOff x="5776874" y="1454761"/>
            <a:chExt cx="5864381" cy="578019"/>
          </a:xfrm>
        </p:grpSpPr>
        <p:grpSp>
          <p:nvGrpSpPr>
            <p:cNvPr id="17" name="グループ化 16">
              <a:extLst>
                <a:ext uri="{FF2B5EF4-FFF2-40B4-BE49-F238E27FC236}">
                  <a16:creationId xmlns:a16="http://schemas.microsoft.com/office/drawing/2014/main" id="{439B4768-2126-71C6-85A5-D3A84267E459}"/>
                </a:ext>
              </a:extLst>
            </p:cNvPr>
            <p:cNvGrpSpPr/>
            <p:nvPr/>
          </p:nvGrpSpPr>
          <p:grpSpPr>
            <a:xfrm>
              <a:off x="5776874" y="1454761"/>
              <a:ext cx="5864381" cy="578019"/>
              <a:chOff x="1151426" y="1663429"/>
              <a:chExt cx="10129385" cy="553330"/>
            </a:xfrm>
          </p:grpSpPr>
          <p:sp>
            <p:nvSpPr>
              <p:cNvPr id="33" name="四角形: 上の 2 つの角を丸める 32">
                <a:extLst>
                  <a:ext uri="{FF2B5EF4-FFF2-40B4-BE49-F238E27FC236}">
                    <a16:creationId xmlns:a16="http://schemas.microsoft.com/office/drawing/2014/main" id="{10289A20-D10B-1A4D-DB50-3641B91CAE7B}"/>
                  </a:ext>
                </a:extLst>
              </p:cNvPr>
              <p:cNvSpPr/>
              <p:nvPr/>
            </p:nvSpPr>
            <p:spPr>
              <a:xfrm>
                <a:off x="1151426" y="1663429"/>
                <a:ext cx="4593302"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4" name="四角形: 上の 2 つの角を丸める 33">
                <a:extLst>
                  <a:ext uri="{FF2B5EF4-FFF2-40B4-BE49-F238E27FC236}">
                    <a16:creationId xmlns:a16="http://schemas.microsoft.com/office/drawing/2014/main" id="{78DBF810-7AF5-8154-BC47-8CB8F23FE1BA}"/>
                  </a:ext>
                </a:extLst>
              </p:cNvPr>
              <p:cNvSpPr/>
              <p:nvPr/>
            </p:nvSpPr>
            <p:spPr>
              <a:xfrm>
                <a:off x="6677614" y="1663429"/>
                <a:ext cx="4603197"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D94C00BA-8658-62CF-2BB4-8CA41514B6A8}"/>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4EF0EA53-FB37-DEB8-E86D-96589186C0FB}"/>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3" name="図 2">
            <a:extLst>
              <a:ext uri="{FF2B5EF4-FFF2-40B4-BE49-F238E27FC236}">
                <a16:creationId xmlns:a16="http://schemas.microsoft.com/office/drawing/2014/main" id="{9640E979-3573-A904-3D1C-24A77B2D64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A5B29D2F-C4E0-2717-AD1B-1C7A5F91A5A0}"/>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97C9ADB1-62F9-684F-49D0-0E50DBBAB9F1}"/>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423E8DA2-A227-A4D4-20FC-CA82E6F8EC2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4E43AE7D-2C3D-CA72-1813-62D2FB16B28E}"/>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674ACA65-6009-A6FA-B34F-F97FC7885D2D}"/>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7EB68469-268F-9121-12D5-350064E25A07}"/>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48D629A2-E769-C693-16FA-0430E13689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C6D8D9ED-ADAC-B218-DF54-78C865C45C5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261A625C-5A21-14A5-88B9-3101966DBD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04D1E48-C895-D319-FE08-1CF09ECF315C}"/>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66866147-8724-665F-9512-FD839192D531}"/>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5DF57DCF-E740-BAE9-F6FC-9FA182AD9986}"/>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EFC63C1-2DEE-74D7-0A6A-0F47057361D2}"/>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0AACCA75-3958-1035-0D7C-11A250ADD65D}"/>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CAF5763E-71A2-D5B1-C63A-F07DBE01D5A1}"/>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E77231F6-69DC-A3FF-1C3E-5B887ACAD6DB}"/>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C91B1719-83CD-2615-9109-0222F8492E46}"/>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0CDDFCC4-5E95-83C1-929E-73EDC0753A93}"/>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2EA6D9F1-20DC-1EEA-2BED-EE7A8D06A267}"/>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8F327D80-23A5-FFE9-A77A-A5F9F2532C65}"/>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EAA1E57-92EE-8C37-68FA-AAA5CE951E51}"/>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BEEC1EC-4F00-EB4C-46C2-39F8FC4A3FDD}"/>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A18E70E4-CD2C-F4D4-C148-D9157554D6B9}"/>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5C1F41FA-C376-0AFD-F6E6-4BF09F03E535}"/>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1AEBAD71-F8A6-CDD7-D7A5-2B2CA6B32FC7}"/>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7BB7843E-A458-729A-D752-98BDE53F6AE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0C2C28F7-7622-E342-7F7E-973909C503DD}"/>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83" name="グループ化 82">
            <a:extLst>
              <a:ext uri="{FF2B5EF4-FFF2-40B4-BE49-F238E27FC236}">
                <a16:creationId xmlns:a16="http://schemas.microsoft.com/office/drawing/2014/main" id="{4A64843B-DF80-1F7D-8C67-80CFE1798346}"/>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F6FEAA48-AC95-3151-9065-F46A754E8DB3}"/>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FBBDF9E4-B4ED-5294-726B-6224A5B6765F}"/>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B8D5449A-5366-C4D6-5B98-9B13BD4AE80D}"/>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3C89FEBC-9D4F-85EC-E88F-CBE642D6FCA3}"/>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74C9D844-CFD1-829B-0775-3A1FE427D547}"/>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D777913C-A14F-1993-6661-0FCACF9AE983}"/>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EE0FA405-FFBD-C72D-447B-99B3C024EDE1}"/>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BF3439A8-AE78-CB13-5B17-DE3C03F1579C}"/>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C4356276-E687-7428-1051-7BEE674FE390}"/>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22110DA6-0E19-42BE-18CB-E085176F486D}"/>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060D63DF-E94F-6901-6425-9248448A391D}"/>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360ADA1E-400A-3CA7-5943-D5A63E7458B3}"/>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AA87DE64-F7AB-56C1-61DE-428311561394}"/>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F80C868-18BE-5B95-3A73-C7A00511290A}"/>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0B21E875-5062-66ED-690E-2FD9D52E0B32}"/>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F48CBDEA-1965-ACB7-7DB6-14101C780FB1}"/>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078248A2-0098-E4FF-A51D-FE4175BEDE08}"/>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A60DE126-D8C6-B58F-F063-06A47BBB9C08}"/>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35968AD1-A76A-7CF2-4CDE-999F8DACEEFC}"/>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3EF92A15-FF52-6DBA-9FBF-57731B7A0C4B}"/>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5DD07747-907B-D875-E003-C7B87F8FAC17}"/>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7AE28EE6-A5A0-C96E-01F3-FC5B73F1144D}"/>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10D0E245-0743-EBF7-D614-5A472D192A33}"/>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DA8A3D8A-4606-01DD-867F-8D105E058A41}"/>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CD9D3E13-305B-2E2C-0D5B-D82F643CE1A5}"/>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8B581A65-9C5E-D6FA-E896-6498D788EE58}"/>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EAE2FE98-F446-4871-3B65-8EE1B34CE2D0}"/>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4CA46526-B793-5DB5-7EE7-CA33B9AABFEE}"/>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31CB8D47-D719-7804-5C8E-F1DD1E9A8CEA}"/>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6AECD49E-81A7-6735-2187-3E1D5FFC9077}"/>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FC8DC319-3C33-EC30-2F55-BB34E684B093}"/>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CD529004-85B7-64F0-46B6-DED7D123710E}"/>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121882B1-4CC9-50DC-D0E2-5CBFC5D374AB}"/>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341F063F-E789-1D39-1AE5-04CFC7CAE10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BA9818DE-93BC-B77B-735D-B21552CAB9E6}"/>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A728A898-6907-FC59-5DF6-F05848F7C297}"/>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19C73247-6A5E-3AB3-DF4F-18ED048ECEE1}"/>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2757CF19-8F8D-2F1B-4E82-61303877559B}"/>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5" name="グループ化 14">
            <a:extLst>
              <a:ext uri="{FF2B5EF4-FFF2-40B4-BE49-F238E27FC236}">
                <a16:creationId xmlns:a16="http://schemas.microsoft.com/office/drawing/2014/main" id="{C3EBB859-D59A-DA5E-F417-43E963EB0EC0}"/>
              </a:ext>
            </a:extLst>
          </p:cNvPr>
          <p:cNvGrpSpPr/>
          <p:nvPr/>
        </p:nvGrpSpPr>
        <p:grpSpPr>
          <a:xfrm>
            <a:off x="0" y="-1"/>
            <a:ext cx="12192000" cy="6858001"/>
            <a:chOff x="0" y="-1"/>
            <a:chExt cx="12192000" cy="6858001"/>
          </a:xfrm>
        </p:grpSpPr>
        <p:grpSp>
          <p:nvGrpSpPr>
            <p:cNvPr id="16" name="グループ化 15">
              <a:extLst>
                <a:ext uri="{FF2B5EF4-FFF2-40B4-BE49-F238E27FC236}">
                  <a16:creationId xmlns:a16="http://schemas.microsoft.com/office/drawing/2014/main" id="{244A16F2-4FC0-3BF5-88F9-A147EE11541B}"/>
                </a:ext>
              </a:extLst>
            </p:cNvPr>
            <p:cNvGrpSpPr/>
            <p:nvPr/>
          </p:nvGrpSpPr>
          <p:grpSpPr>
            <a:xfrm>
              <a:off x="0" y="-1"/>
              <a:ext cx="12192000" cy="6858001"/>
              <a:chOff x="0" y="-1"/>
              <a:chExt cx="12192000" cy="6858001"/>
            </a:xfrm>
          </p:grpSpPr>
          <p:sp>
            <p:nvSpPr>
              <p:cNvPr id="35" name="正方形/長方形 34">
                <a:extLst>
                  <a:ext uri="{FF2B5EF4-FFF2-40B4-BE49-F238E27FC236}">
                    <a16:creationId xmlns:a16="http://schemas.microsoft.com/office/drawing/2014/main" id="{EFA71A92-C902-D171-D58F-C00F5C9B981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7" name="グループ化 36">
                <a:extLst>
                  <a:ext uri="{FF2B5EF4-FFF2-40B4-BE49-F238E27FC236}">
                    <a16:creationId xmlns:a16="http://schemas.microsoft.com/office/drawing/2014/main" id="{68F6B7B5-769D-843E-432A-543CA8ECD77C}"/>
                  </a:ext>
                </a:extLst>
              </p:cNvPr>
              <p:cNvGrpSpPr/>
              <p:nvPr/>
            </p:nvGrpSpPr>
            <p:grpSpPr>
              <a:xfrm>
                <a:off x="2616038" y="1823170"/>
                <a:ext cx="6959925" cy="3211661"/>
                <a:chOff x="2616038" y="1823170"/>
                <a:chExt cx="6959925" cy="3211661"/>
              </a:xfrm>
            </p:grpSpPr>
            <p:sp>
              <p:nvSpPr>
                <p:cNvPr id="40" name="四角形: 角を丸くする 39">
                  <a:extLst>
                    <a:ext uri="{FF2B5EF4-FFF2-40B4-BE49-F238E27FC236}">
                      <a16:creationId xmlns:a16="http://schemas.microsoft.com/office/drawing/2014/main" id="{47E5AA52-4481-FB6E-3A83-314D81F48272}"/>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6333BC44-3AC6-0A56-DD6A-90E1F60C0C12}"/>
                    </a:ext>
                  </a:extLst>
                </p:cNvPr>
                <p:cNvSpPr txBox="1"/>
                <p:nvPr/>
              </p:nvSpPr>
              <p:spPr>
                <a:xfrm>
                  <a:off x="4362207" y="2384084"/>
                  <a:ext cx="3467617"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　　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6B421E50-C18E-2983-9A1A-95854709F4CF}"/>
                    </a:ext>
                  </a:extLst>
                </p:cNvPr>
                <p:cNvSpPr txBox="1"/>
                <p:nvPr/>
              </p:nvSpPr>
              <p:spPr>
                <a:xfrm>
                  <a:off x="4503266" y="3233458"/>
                  <a:ext cx="3185487"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ストーリーを進行しよう！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19" name="四角形: 角を丸くする 18">
              <a:extLst>
                <a:ext uri="{FF2B5EF4-FFF2-40B4-BE49-F238E27FC236}">
                  <a16:creationId xmlns:a16="http://schemas.microsoft.com/office/drawing/2014/main" id="{BA4A9898-1BA6-BE71-E34B-AC267CCEFD78}"/>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E3A46C68-E750-A922-7BCF-FEDECABD0657}"/>
              </a:ext>
            </a:extLst>
          </p:cNvPr>
          <p:cNvGrpSpPr/>
          <p:nvPr/>
        </p:nvGrpSpPr>
        <p:grpSpPr>
          <a:xfrm>
            <a:off x="4546550" y="2344959"/>
            <a:ext cx="712008" cy="712008"/>
            <a:chOff x="8220768" y="5557702"/>
            <a:chExt cx="712008" cy="712008"/>
          </a:xfrm>
        </p:grpSpPr>
        <p:pic>
          <p:nvPicPr>
            <p:cNvPr id="44" name="グラフィックス 43" descr="ハート 単色塗りつぶし">
              <a:extLst>
                <a:ext uri="{FF2B5EF4-FFF2-40B4-BE49-F238E27FC236}">
                  <a16:creationId xmlns:a16="http://schemas.microsoft.com/office/drawing/2014/main" id="{DC4DEF51-542B-F43B-D719-1EB16E1F5F7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45" name="テキスト ボックス 44">
              <a:extLst>
                <a:ext uri="{FF2B5EF4-FFF2-40B4-BE49-F238E27FC236}">
                  <a16:creationId xmlns:a16="http://schemas.microsoft.com/office/drawing/2014/main" id="{6B5A23B5-5719-D28E-C289-121B911111A5}"/>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76737999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09FB67F-CDF9-E22A-618C-B73E58FC4C20}"/>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B683CDC5-6CA0-81FA-1A1F-7F7FC1E0B6F1}"/>
              </a:ext>
            </a:extLst>
          </p:cNvPr>
          <p:cNvGrpSpPr/>
          <p:nvPr/>
        </p:nvGrpSpPr>
        <p:grpSpPr>
          <a:xfrm>
            <a:off x="5776874" y="1454761"/>
            <a:ext cx="5864381" cy="578019"/>
            <a:chOff x="5776874" y="1454761"/>
            <a:chExt cx="5864381" cy="578019"/>
          </a:xfrm>
        </p:grpSpPr>
        <p:grpSp>
          <p:nvGrpSpPr>
            <p:cNvPr id="17" name="グループ化 16">
              <a:extLst>
                <a:ext uri="{FF2B5EF4-FFF2-40B4-BE49-F238E27FC236}">
                  <a16:creationId xmlns:a16="http://schemas.microsoft.com/office/drawing/2014/main" id="{5C7FA702-77A6-345C-A84E-4082418DF77C}"/>
                </a:ext>
              </a:extLst>
            </p:cNvPr>
            <p:cNvGrpSpPr/>
            <p:nvPr/>
          </p:nvGrpSpPr>
          <p:grpSpPr>
            <a:xfrm>
              <a:off x="5776874" y="1454761"/>
              <a:ext cx="5864381" cy="578019"/>
              <a:chOff x="1151426" y="1663429"/>
              <a:chExt cx="10129385" cy="553330"/>
            </a:xfrm>
          </p:grpSpPr>
          <p:sp>
            <p:nvSpPr>
              <p:cNvPr id="33" name="四角形: 上の 2 つの角を丸める 32">
                <a:extLst>
                  <a:ext uri="{FF2B5EF4-FFF2-40B4-BE49-F238E27FC236}">
                    <a16:creationId xmlns:a16="http://schemas.microsoft.com/office/drawing/2014/main" id="{439887FB-222D-F895-15C4-552415FA8309}"/>
                  </a:ext>
                </a:extLst>
              </p:cNvPr>
              <p:cNvSpPr/>
              <p:nvPr/>
            </p:nvSpPr>
            <p:spPr>
              <a:xfrm>
                <a:off x="1151426" y="1663429"/>
                <a:ext cx="4593302"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4" name="四角形: 上の 2 つの角を丸める 33">
                <a:extLst>
                  <a:ext uri="{FF2B5EF4-FFF2-40B4-BE49-F238E27FC236}">
                    <a16:creationId xmlns:a16="http://schemas.microsoft.com/office/drawing/2014/main" id="{3074CDE3-3F5A-1755-D201-8DC1E5C97255}"/>
                  </a:ext>
                </a:extLst>
              </p:cNvPr>
              <p:cNvSpPr/>
              <p:nvPr/>
            </p:nvSpPr>
            <p:spPr>
              <a:xfrm>
                <a:off x="6677614" y="1663429"/>
                <a:ext cx="4603197"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6A3F0833-548E-D98B-A377-6275FDC21117}"/>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6D77B8EB-5C11-CDFA-18C8-9DF2FF43CD3C}"/>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3" name="図 2">
            <a:extLst>
              <a:ext uri="{FF2B5EF4-FFF2-40B4-BE49-F238E27FC236}">
                <a16:creationId xmlns:a16="http://schemas.microsoft.com/office/drawing/2014/main" id="{E1F8C760-8383-D067-B51F-B4D1C105B1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3A2882D3-6F18-42AD-674C-AD91E1CB6AC9}"/>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42BF799B-2E26-C3FC-9B64-C2E91CD19E6B}"/>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8C17C3AB-4585-1815-AA00-223DC12E3A2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E4D7B3E6-CE12-2D0E-1313-C90829D25A57}"/>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AF8C0928-B0E7-875C-684C-46FFB27AD3D9}"/>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9EA0C2A1-DA37-8824-9B84-A1504C36CC6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CAD948F2-1C9C-DA34-C5FF-9DBCE748961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DE976B3F-5E3D-83D4-4AD5-B20FC8FCE01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1315AF47-50DC-AF47-F77D-D1861EDBD1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D68987FB-BBE6-67F9-015F-FCC75A03BD3C}"/>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52DB100F-AC8D-EC3C-55B7-4D05AAAC2EE5}"/>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1258E02D-04FE-BADA-747E-204907D5DECF}"/>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CB7271F4-53BE-C95A-962A-0E88CFCEB303}"/>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55DAC7E-559F-2720-224F-312E42AEA863}"/>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BBA7F63B-40C8-D5CC-D490-F03B6BB4907E}"/>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1369D04-A911-A886-7CBE-27CAF609E595}"/>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E47BE0DE-35E7-BB10-4F53-EAF4C038E4D5}"/>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50E33FA6-0B0D-9390-CEFA-EEED8656EE21}"/>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9B73825F-58E4-6DCB-9C7C-C2D9E8A8250B}"/>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0E95F347-82D2-BD43-9777-CF44DE7E8040}"/>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877FC333-4B9C-3932-5048-30628AF59E4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8F799D4-CC9A-89DA-9B7C-0181F7820709}"/>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C192D4F4-2DD7-0E63-0D23-50C7AE40532A}"/>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62C408A3-4CB7-8939-894C-54E93B4C4112}"/>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51DC273E-6A68-C109-26B0-5D2D76B18A0C}"/>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1AA31D99-9643-F98F-63FA-D5D54934D9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BC3BFCE9-7111-D508-6F2C-80A9D9B5257B}"/>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 name="グループ化 1">
            <a:extLst>
              <a:ext uri="{FF2B5EF4-FFF2-40B4-BE49-F238E27FC236}">
                <a16:creationId xmlns:a16="http://schemas.microsoft.com/office/drawing/2014/main" id="{452CB833-4D68-B1A8-D168-799F6650579E}"/>
              </a:ext>
            </a:extLst>
          </p:cNvPr>
          <p:cNvGrpSpPr/>
          <p:nvPr/>
        </p:nvGrpSpPr>
        <p:grpSpPr>
          <a:xfrm>
            <a:off x="6162585" y="3505402"/>
            <a:ext cx="1888606" cy="1341344"/>
            <a:chOff x="6330543" y="3300126"/>
            <a:chExt cx="1888606" cy="1341344"/>
          </a:xfrm>
        </p:grpSpPr>
        <p:grpSp>
          <p:nvGrpSpPr>
            <p:cNvPr id="40" name="グループ化 39">
              <a:extLst>
                <a:ext uri="{FF2B5EF4-FFF2-40B4-BE49-F238E27FC236}">
                  <a16:creationId xmlns:a16="http://schemas.microsoft.com/office/drawing/2014/main" id="{99170DAE-9972-1D7B-11D9-024110652A0D}"/>
                </a:ext>
              </a:extLst>
            </p:cNvPr>
            <p:cNvGrpSpPr/>
            <p:nvPr/>
          </p:nvGrpSpPr>
          <p:grpSpPr>
            <a:xfrm>
              <a:off x="6410575" y="4133732"/>
              <a:ext cx="1600302" cy="507738"/>
              <a:chOff x="6638751" y="4049760"/>
              <a:chExt cx="1600302" cy="507738"/>
            </a:xfrm>
          </p:grpSpPr>
          <p:sp>
            <p:nvSpPr>
              <p:cNvPr id="41" name="テキスト ボックス 40">
                <a:extLst>
                  <a:ext uri="{FF2B5EF4-FFF2-40B4-BE49-F238E27FC236}">
                    <a16:creationId xmlns:a16="http://schemas.microsoft.com/office/drawing/2014/main" id="{D1B70BC0-684D-3340-F7D3-289BA12FC97A}"/>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5E64E0E6-463D-C3DC-4850-7E0A8E5C8E36}"/>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rPr>
                  <a:t>ATK×60</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cxnSp>
          <p:nvCxnSpPr>
            <p:cNvPr id="49" name="直線コネクタ 48">
              <a:extLst>
                <a:ext uri="{FF2B5EF4-FFF2-40B4-BE49-F238E27FC236}">
                  <a16:creationId xmlns:a16="http://schemas.microsoft.com/office/drawing/2014/main" id="{C1D14C65-4536-9542-3443-5B53E67F892C}"/>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51" name="グループ化 50">
              <a:extLst>
                <a:ext uri="{FF2B5EF4-FFF2-40B4-BE49-F238E27FC236}">
                  <a16:creationId xmlns:a16="http://schemas.microsoft.com/office/drawing/2014/main" id="{2CA5A1C6-B551-98DD-117B-E574E78383B0}"/>
                </a:ext>
              </a:extLst>
            </p:cNvPr>
            <p:cNvGrpSpPr/>
            <p:nvPr/>
          </p:nvGrpSpPr>
          <p:grpSpPr>
            <a:xfrm>
              <a:off x="6410575" y="3300126"/>
              <a:ext cx="1728542" cy="670958"/>
              <a:chOff x="6638751" y="4049760"/>
              <a:chExt cx="1728542" cy="670958"/>
            </a:xfrm>
          </p:grpSpPr>
          <p:sp>
            <p:nvSpPr>
              <p:cNvPr id="53" name="テキスト ボックス 52">
                <a:extLst>
                  <a:ext uri="{FF2B5EF4-FFF2-40B4-BE49-F238E27FC236}">
                    <a16:creationId xmlns:a16="http://schemas.microsoft.com/office/drawing/2014/main" id="{BC2CDC83-B8A3-3EFE-4B0B-071BD06F8286}"/>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76F9552-B963-3A39-2C50-3E74716E5F3B}"/>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67" name="グループ化 66">
            <a:extLst>
              <a:ext uri="{FF2B5EF4-FFF2-40B4-BE49-F238E27FC236}">
                <a16:creationId xmlns:a16="http://schemas.microsoft.com/office/drawing/2014/main" id="{E0308A01-77AB-5367-91AD-14FD33F725F6}"/>
              </a:ext>
            </a:extLst>
          </p:cNvPr>
          <p:cNvGrpSpPr/>
          <p:nvPr/>
        </p:nvGrpSpPr>
        <p:grpSpPr>
          <a:xfrm>
            <a:off x="8425578" y="3383973"/>
            <a:ext cx="2512698" cy="550243"/>
            <a:chOff x="6489167" y="2895729"/>
            <a:chExt cx="2512698" cy="550243"/>
          </a:xfrm>
        </p:grpSpPr>
        <p:grpSp>
          <p:nvGrpSpPr>
            <p:cNvPr id="57" name="グループ化 56">
              <a:extLst>
                <a:ext uri="{FF2B5EF4-FFF2-40B4-BE49-F238E27FC236}">
                  <a16:creationId xmlns:a16="http://schemas.microsoft.com/office/drawing/2014/main" id="{B7BD8F52-7B1C-7C2F-CE04-35CEB44DE19C}"/>
                </a:ext>
              </a:extLst>
            </p:cNvPr>
            <p:cNvGrpSpPr/>
            <p:nvPr/>
          </p:nvGrpSpPr>
          <p:grpSpPr>
            <a:xfrm>
              <a:off x="6503882" y="2895729"/>
              <a:ext cx="2497983" cy="517069"/>
              <a:chOff x="6638751" y="4049760"/>
              <a:chExt cx="2497983" cy="517069"/>
            </a:xfrm>
          </p:grpSpPr>
          <p:sp>
            <p:nvSpPr>
              <p:cNvPr id="59" name="テキスト ボックス 58">
                <a:extLst>
                  <a:ext uri="{FF2B5EF4-FFF2-40B4-BE49-F238E27FC236}">
                    <a16:creationId xmlns:a16="http://schemas.microsoft.com/office/drawing/2014/main" id="{F908D085-AC08-1D86-9D54-F39B5684C0BE}"/>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3939D7E5-7EE9-03F2-3748-1DFA74BF22C5}"/>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63" name="直線コネクタ 62">
              <a:extLst>
                <a:ext uri="{FF2B5EF4-FFF2-40B4-BE49-F238E27FC236}">
                  <a16:creationId xmlns:a16="http://schemas.microsoft.com/office/drawing/2014/main" id="{EEF8EA0B-E7D4-AA10-4F10-BCED59FC123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83" name="グループ化 82">
            <a:extLst>
              <a:ext uri="{FF2B5EF4-FFF2-40B4-BE49-F238E27FC236}">
                <a16:creationId xmlns:a16="http://schemas.microsoft.com/office/drawing/2014/main" id="{1B7F0641-EBDE-3712-90AC-D2FDA0918BF2}"/>
              </a:ext>
            </a:extLst>
          </p:cNvPr>
          <p:cNvGrpSpPr/>
          <p:nvPr/>
        </p:nvGrpSpPr>
        <p:grpSpPr>
          <a:xfrm>
            <a:off x="7687928" y="2760114"/>
            <a:ext cx="2042274" cy="476619"/>
            <a:chOff x="7982401" y="2760114"/>
            <a:chExt cx="2042274" cy="476619"/>
          </a:xfrm>
        </p:grpSpPr>
        <p:sp>
          <p:nvSpPr>
            <p:cNvPr id="74" name="テキスト ボックス 73">
              <a:extLst>
                <a:ext uri="{FF2B5EF4-FFF2-40B4-BE49-F238E27FC236}">
                  <a16:creationId xmlns:a16="http://schemas.microsoft.com/office/drawing/2014/main" id="{2CACBA8F-8EFF-B0A7-4C22-487548E348B0}"/>
                </a:ext>
              </a:extLst>
            </p:cNvPr>
            <p:cNvSpPr txBox="1"/>
            <p:nvPr/>
          </p:nvSpPr>
          <p:spPr>
            <a:xfrm>
              <a:off x="7982401" y="2798368"/>
              <a:ext cx="146706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現在の能力</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EEC47C68-8E94-3DA5-DB67-782A65444F98}"/>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99833989-245C-695A-0886-607B0FC29844}"/>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ACC5E238-889B-48C2-F1D4-6A1FCD981A03}"/>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11500CB0-4F2E-0AA1-0C94-84EB145940E4}"/>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A690D7BA-C4DD-57B1-E3C3-DF63C26251C5}"/>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4" name="グループ化 3">
            <a:extLst>
              <a:ext uri="{FF2B5EF4-FFF2-40B4-BE49-F238E27FC236}">
                <a16:creationId xmlns:a16="http://schemas.microsoft.com/office/drawing/2014/main" id="{E9B3D6B3-B384-0FD0-644E-C4FFDF940318}"/>
              </a:ext>
            </a:extLst>
          </p:cNvPr>
          <p:cNvGrpSpPr/>
          <p:nvPr/>
        </p:nvGrpSpPr>
        <p:grpSpPr>
          <a:xfrm>
            <a:off x="8425578" y="4050282"/>
            <a:ext cx="1888606" cy="550243"/>
            <a:chOff x="6489167" y="2895729"/>
            <a:chExt cx="1888606" cy="550243"/>
          </a:xfrm>
        </p:grpSpPr>
        <p:grpSp>
          <p:nvGrpSpPr>
            <p:cNvPr id="5" name="グループ化 4">
              <a:extLst>
                <a:ext uri="{FF2B5EF4-FFF2-40B4-BE49-F238E27FC236}">
                  <a16:creationId xmlns:a16="http://schemas.microsoft.com/office/drawing/2014/main" id="{DBD3C441-21C2-5FA5-6C56-C707BC76FFB5}"/>
                </a:ext>
              </a:extLst>
            </p:cNvPr>
            <p:cNvGrpSpPr/>
            <p:nvPr/>
          </p:nvGrpSpPr>
          <p:grpSpPr>
            <a:xfrm>
              <a:off x="6503882" y="2895729"/>
              <a:ext cx="1261884" cy="517069"/>
              <a:chOff x="6638751" y="4049760"/>
              <a:chExt cx="1261884" cy="517069"/>
            </a:xfrm>
          </p:grpSpPr>
          <p:sp>
            <p:nvSpPr>
              <p:cNvPr id="8" name="テキスト ボックス 7">
                <a:extLst>
                  <a:ext uri="{FF2B5EF4-FFF2-40B4-BE49-F238E27FC236}">
                    <a16:creationId xmlns:a16="http://schemas.microsoft.com/office/drawing/2014/main" id="{FCA72049-CB1C-0FD0-B45B-61D2AD4ABB74}"/>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Ⅱ</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CB7BE8BB-4434-2E4D-0AA1-9CC46313CBBC}"/>
                  </a:ext>
                </a:extLst>
              </p:cNvPr>
              <p:cNvSpPr txBox="1"/>
              <p:nvPr/>
            </p:nvSpPr>
            <p:spPr>
              <a:xfrm>
                <a:off x="6643744" y="4320608"/>
                <a:ext cx="1210588"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Ⅱ</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6" name="直線コネクタ 5">
              <a:extLst>
                <a:ext uri="{FF2B5EF4-FFF2-40B4-BE49-F238E27FC236}">
                  <a16:creationId xmlns:a16="http://schemas.microsoft.com/office/drawing/2014/main" id="{0A4B8C1C-F987-9D3F-8D15-5E9EAF81DBCB}"/>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0" name="グループ化 9">
            <a:extLst>
              <a:ext uri="{FF2B5EF4-FFF2-40B4-BE49-F238E27FC236}">
                <a16:creationId xmlns:a16="http://schemas.microsoft.com/office/drawing/2014/main" id="{264EEDCC-B739-2620-ED47-E6EDAD541611}"/>
              </a:ext>
            </a:extLst>
          </p:cNvPr>
          <p:cNvGrpSpPr/>
          <p:nvPr/>
        </p:nvGrpSpPr>
        <p:grpSpPr>
          <a:xfrm>
            <a:off x="8425578" y="4736217"/>
            <a:ext cx="1888606" cy="550243"/>
            <a:chOff x="6489167" y="2895729"/>
            <a:chExt cx="1888606" cy="550243"/>
          </a:xfrm>
        </p:grpSpPr>
        <p:grpSp>
          <p:nvGrpSpPr>
            <p:cNvPr id="12" name="グループ化 11">
              <a:extLst>
                <a:ext uri="{FF2B5EF4-FFF2-40B4-BE49-F238E27FC236}">
                  <a16:creationId xmlns:a16="http://schemas.microsoft.com/office/drawing/2014/main" id="{4193295E-99A3-609D-7CB9-74FF62E98697}"/>
                </a:ext>
              </a:extLst>
            </p:cNvPr>
            <p:cNvGrpSpPr/>
            <p:nvPr/>
          </p:nvGrpSpPr>
          <p:grpSpPr>
            <a:xfrm>
              <a:off x="6503882" y="2895729"/>
              <a:ext cx="1261884" cy="517069"/>
              <a:chOff x="6638751" y="4049760"/>
              <a:chExt cx="1261884" cy="517069"/>
            </a:xfrm>
          </p:grpSpPr>
          <p:sp>
            <p:nvSpPr>
              <p:cNvPr id="15" name="テキスト ボックス 14">
                <a:extLst>
                  <a:ext uri="{FF2B5EF4-FFF2-40B4-BE49-F238E27FC236}">
                    <a16:creationId xmlns:a16="http://schemas.microsoft.com/office/drawing/2014/main" id="{79137FD9-4112-AEE1-9C03-83E036FA5140}"/>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8DA3FA9F-AFAF-109C-B09A-7CDC535F5FEC}"/>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 name="直線コネクタ 13">
              <a:extLst>
                <a:ext uri="{FF2B5EF4-FFF2-40B4-BE49-F238E27FC236}">
                  <a16:creationId xmlns:a16="http://schemas.microsoft.com/office/drawing/2014/main" id="{ABF1145F-829D-D157-8BDD-50FDCBA9001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9" name="直線コネクタ 18">
            <a:extLst>
              <a:ext uri="{FF2B5EF4-FFF2-40B4-BE49-F238E27FC236}">
                <a16:creationId xmlns:a16="http://schemas.microsoft.com/office/drawing/2014/main" id="{B2665146-7823-1723-AA87-B6A04F7C5B5D}"/>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35" name="グループ化 34">
            <a:extLst>
              <a:ext uri="{FF2B5EF4-FFF2-40B4-BE49-F238E27FC236}">
                <a16:creationId xmlns:a16="http://schemas.microsoft.com/office/drawing/2014/main" id="{5F1058A0-4292-1D74-6E12-8E27ED922EF6}"/>
              </a:ext>
            </a:extLst>
          </p:cNvPr>
          <p:cNvGrpSpPr/>
          <p:nvPr/>
        </p:nvGrpSpPr>
        <p:grpSpPr>
          <a:xfrm>
            <a:off x="8331652" y="575834"/>
            <a:ext cx="3994672" cy="408821"/>
            <a:chOff x="8331652" y="600326"/>
            <a:chExt cx="3994672" cy="408821"/>
          </a:xfrm>
        </p:grpSpPr>
        <p:sp>
          <p:nvSpPr>
            <p:cNvPr id="37" name="正方形/長方形 36">
              <a:extLst>
                <a:ext uri="{FF2B5EF4-FFF2-40B4-BE49-F238E27FC236}">
                  <a16:creationId xmlns:a16="http://schemas.microsoft.com/office/drawing/2014/main" id="{A70CADFF-8DF0-0F7B-7EC0-063A336ABDE2}"/>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F999F4E9-965D-D86A-F6E6-D8EB9D73A846}"/>
                </a:ext>
              </a:extLst>
            </p:cNvPr>
            <p:cNvGrpSpPr/>
            <p:nvPr/>
          </p:nvGrpSpPr>
          <p:grpSpPr>
            <a:xfrm>
              <a:off x="8648051" y="650848"/>
              <a:ext cx="1231006" cy="307777"/>
              <a:chOff x="7108497" y="887611"/>
              <a:chExt cx="1231006" cy="307777"/>
            </a:xfrm>
          </p:grpSpPr>
          <p:pic>
            <p:nvPicPr>
              <p:cNvPr id="48" name="図 47">
                <a:extLst>
                  <a:ext uri="{FF2B5EF4-FFF2-40B4-BE49-F238E27FC236}">
                    <a16:creationId xmlns:a16="http://schemas.microsoft.com/office/drawing/2014/main" id="{60D177F2-F627-E46E-C47D-EB93027C23E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65" name="テキスト ボックス 64">
                <a:extLst>
                  <a:ext uri="{FF2B5EF4-FFF2-40B4-BE49-F238E27FC236}">
                    <a16:creationId xmlns:a16="http://schemas.microsoft.com/office/drawing/2014/main" id="{27FB2256-FBED-B3AA-EDC4-5D734F9D9F4F}"/>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4" name="グループ化 43">
              <a:extLst>
                <a:ext uri="{FF2B5EF4-FFF2-40B4-BE49-F238E27FC236}">
                  <a16:creationId xmlns:a16="http://schemas.microsoft.com/office/drawing/2014/main" id="{7AEF6CDD-E663-7160-F83D-1C9B97100931}"/>
                </a:ext>
              </a:extLst>
            </p:cNvPr>
            <p:cNvGrpSpPr/>
            <p:nvPr/>
          </p:nvGrpSpPr>
          <p:grpSpPr>
            <a:xfrm>
              <a:off x="10177914" y="650848"/>
              <a:ext cx="1263752" cy="307777"/>
              <a:chOff x="9272844" y="887611"/>
              <a:chExt cx="1263752" cy="307777"/>
            </a:xfrm>
          </p:grpSpPr>
          <p:pic>
            <p:nvPicPr>
              <p:cNvPr id="45" name="図 44">
                <a:extLst>
                  <a:ext uri="{FF2B5EF4-FFF2-40B4-BE49-F238E27FC236}">
                    <a16:creationId xmlns:a16="http://schemas.microsoft.com/office/drawing/2014/main" id="{27DD7DF1-36C7-D6FF-84FA-BA1153221558}"/>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46" name="テキスト ボックス 45">
                <a:extLst>
                  <a:ext uri="{FF2B5EF4-FFF2-40B4-BE49-F238E27FC236}">
                    <a16:creationId xmlns:a16="http://schemas.microsoft.com/office/drawing/2014/main" id="{069FF49D-F610-9DB5-69A3-BDFA2C8EB458}"/>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369575152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1983B-E884-B4DF-4241-5D19396A168A}"/>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047C3EE4-F9E2-9B32-6918-98AA6F93513D}"/>
              </a:ext>
            </a:extLst>
          </p:cNvPr>
          <p:cNvSpPr txBox="1"/>
          <p:nvPr/>
        </p:nvSpPr>
        <p:spPr>
          <a:xfrm>
            <a:off x="1592202" y="735955"/>
            <a:ext cx="9007595" cy="5386090"/>
          </a:xfrm>
          <a:prstGeom prst="rect">
            <a:avLst/>
          </a:prstGeom>
          <a:noFill/>
        </p:spPr>
        <p:txBody>
          <a:bodyPr wrap="none" rtlCol="0">
            <a:spAutoFit/>
          </a:bodyPr>
          <a:lstStyle/>
          <a:p>
            <a:pPr algn="ctr"/>
            <a:r>
              <a:rPr kumimoji="1" lang="ja-JP" altLang="en-US" sz="344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ボツ</a:t>
            </a:r>
          </a:p>
        </p:txBody>
      </p:sp>
    </p:spTree>
    <p:extLst>
      <p:ext uri="{BB962C8B-B14F-4D97-AF65-F5344CB8AC3E}">
        <p14:creationId xmlns:p14="http://schemas.microsoft.com/office/powerpoint/2010/main" val="18301810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366F1CE-E6B8-7A5A-DE86-93742C7AE5B6}"/>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A0FFF7E1-1F48-5100-3A93-95A710730815}"/>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E89DAD67-A36D-71CA-8965-D3C4907924A2}"/>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31379B6F-898B-2F4A-FDD3-2634B0C92855}"/>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170D4A9C-8EAC-0888-CD22-99447074B1C2}"/>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B5DC042-1E2C-99D8-E68F-E0C7D553B16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09E89A0B-42D6-515E-8B7E-C7B41C63CEB9}"/>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AA2DD35-EABC-0951-87A1-5C0FF975C297}"/>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0F6E155A-30CC-D787-2B6B-EC16F2BC885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840EE728-4C47-F864-9BE3-F602256030A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0F855BC3-822E-948B-0C8A-1410012D1E7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DA676FAB-B487-D593-61D2-FBB71836B9F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666BE9E3-B128-CD83-E842-6AE89288D979}"/>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FD0A1F2-E0E5-636F-F827-8B5F3DAC1E6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949C1B36-AEC1-164D-1551-A8872B43751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7DF245F-5D3A-DF03-2A30-4874BD282E6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F9BEEB9E-E707-9394-07B3-1A6B93B2EF7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391691A9-68E8-D71E-5B19-7BF6811D129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42ECC697-530A-93ED-22C4-0A7CC668337A}"/>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202A1C8A-A029-CFE2-2431-819BB874065F}"/>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4FADBF8-7B11-AF3D-AD3F-A7E8BE03EEC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6625519-BFEF-1B62-48D8-9B8BF1F665D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59829C9-6EA0-6316-C451-5D330590B6C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EE15DCFC-BD6F-D559-3078-EC4A50A7406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7A85D4DF-E648-CF9D-4375-6CB381F68B76}"/>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7D68976A-E08E-C9C5-7C7E-83092DDE5E4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35B95A5-A485-69F2-D808-181AED2BE79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19CBE2C-475D-0D90-520D-1501D4121F7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FDE09B0-7401-734C-E1BE-A963D582BAD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9AEB8D0-79B2-2300-1200-CE10EB71C255}"/>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C6B34A4F-7E04-002F-C7EB-CAAEE51F47DE}"/>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FCD3853-9934-4A60-C010-BF492043B943}"/>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8B36C93C-EB7B-0ECC-864A-0E4EC65665A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DCDF951A-C1EA-7453-7455-897440946B9C}"/>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12A6ECF1-51A1-E8FF-0747-6FB97AFEB648}"/>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0D179F44-51AA-A78F-86B3-7C285371DCE7}"/>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9B93DC1-BC83-BFA4-5F10-ED84960A51EE}"/>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13EDB025-AC10-9D49-5FCC-21C74C025BF7}"/>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BF53EE79-22F4-3C0F-B62B-EA6170D436F7}"/>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D4CC6A04-8527-C06A-8F1F-F59F06DD70B4}"/>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E7052DAD-CD67-E9AF-7D5F-4A63381F0026}"/>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9B07029B-882B-A6C8-96FA-AA3B913501F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C91F921F-05C8-C42F-2D63-0BEFED69102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A2953D02-74C8-5169-AD16-D4133D32D72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61C0D966-6EC3-57B2-08C0-54D631FE55B2}"/>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AFBA3B4-365A-1832-9ABB-1813886EEDE5}"/>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F0FB6FF2-D04B-0F8B-D390-81AA78AF2E0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DCC3110-BB36-3F96-3978-5AF521396A6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A20349C9-4099-52B5-937E-002D59BD486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B1A7BA01-A275-398B-B471-98EC489D46A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24579018-7876-9A22-E9E6-8B03BF302259}"/>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1C4F3131-7EBC-95A5-F1EC-86A2D7DE77FB}"/>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A457119C-AEFB-5949-40C6-CE98026826E1}"/>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2434F88D-6BBC-ECBE-E68C-36C18330DE22}"/>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6F268013-FDFF-3DF0-D9B8-AA83E3086DE2}"/>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F72B2ADE-F2DB-1647-D566-4A59F47FCA66}"/>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4ED4627-5A17-C5C1-DA66-C7F47B15E960}"/>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5C3978AA-9AC0-71C1-1E7A-CA66950B3099}"/>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E7BBCDB1-7D7A-CDF2-EF5B-4BE07D7386D6}"/>
              </a:ext>
            </a:extLst>
          </p:cNvPr>
          <p:cNvGrpSpPr/>
          <p:nvPr/>
        </p:nvGrpSpPr>
        <p:grpSpPr>
          <a:xfrm>
            <a:off x="9419064" y="3639887"/>
            <a:ext cx="1594398" cy="1281115"/>
            <a:chOff x="9451229" y="3607722"/>
            <a:chExt cx="1594398" cy="1281115"/>
          </a:xfrm>
        </p:grpSpPr>
        <p:sp>
          <p:nvSpPr>
            <p:cNvPr id="3" name="楕円 2">
              <a:extLst>
                <a:ext uri="{FF2B5EF4-FFF2-40B4-BE49-F238E27FC236}">
                  <a16:creationId xmlns:a16="http://schemas.microsoft.com/office/drawing/2014/main" id="{D8E0AC18-17AA-1DBB-DC0D-04B76845B55A}"/>
                </a:ext>
              </a:extLst>
            </p:cNvPr>
            <p:cNvSpPr/>
            <p:nvPr/>
          </p:nvSpPr>
          <p:spPr>
            <a:xfrm>
              <a:off x="10005532" y="4325103"/>
              <a:ext cx="213393" cy="213393"/>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楕円 7">
              <a:extLst>
                <a:ext uri="{FF2B5EF4-FFF2-40B4-BE49-F238E27FC236}">
                  <a16:creationId xmlns:a16="http://schemas.microsoft.com/office/drawing/2014/main" id="{21315D08-36C2-715B-1365-88E8C62F61C3}"/>
                </a:ext>
              </a:extLst>
            </p:cNvPr>
            <p:cNvSpPr/>
            <p:nvPr/>
          </p:nvSpPr>
          <p:spPr>
            <a:xfrm>
              <a:off x="10010702" y="3990245"/>
              <a:ext cx="213393" cy="213393"/>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391BA5F8-3571-226D-B6AA-7E9AAB8AC9E4}"/>
                </a:ext>
              </a:extLst>
            </p:cNvPr>
            <p:cNvSpPr/>
            <p:nvPr/>
          </p:nvSpPr>
          <p:spPr>
            <a:xfrm>
              <a:off x="9690659" y="4391722"/>
              <a:ext cx="213393" cy="213393"/>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 name="楕円 23">
              <a:extLst>
                <a:ext uri="{FF2B5EF4-FFF2-40B4-BE49-F238E27FC236}">
                  <a16:creationId xmlns:a16="http://schemas.microsoft.com/office/drawing/2014/main" id="{833DD28C-57EB-0A46-012F-D88828BFD55E}"/>
                </a:ext>
              </a:extLst>
            </p:cNvPr>
            <p:cNvSpPr/>
            <p:nvPr/>
          </p:nvSpPr>
          <p:spPr>
            <a:xfrm>
              <a:off x="9451229" y="4675444"/>
              <a:ext cx="213393" cy="213393"/>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 name="楕円 26">
              <a:extLst>
                <a:ext uri="{FF2B5EF4-FFF2-40B4-BE49-F238E27FC236}">
                  <a16:creationId xmlns:a16="http://schemas.microsoft.com/office/drawing/2014/main" id="{F320AEC3-0DC4-9C3D-BE13-2E4E3DE4A794}"/>
                </a:ext>
              </a:extLst>
            </p:cNvPr>
            <p:cNvSpPr/>
            <p:nvPr/>
          </p:nvSpPr>
          <p:spPr>
            <a:xfrm>
              <a:off x="10799958" y="3607722"/>
              <a:ext cx="213393" cy="213393"/>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楕円 40">
              <a:extLst>
                <a:ext uri="{FF2B5EF4-FFF2-40B4-BE49-F238E27FC236}">
                  <a16:creationId xmlns:a16="http://schemas.microsoft.com/office/drawing/2014/main" id="{60D3299D-3518-A1E7-3F6F-F2CB24C3409A}"/>
                </a:ext>
              </a:extLst>
            </p:cNvPr>
            <p:cNvSpPr/>
            <p:nvPr/>
          </p:nvSpPr>
          <p:spPr>
            <a:xfrm rot="18021546" flipV="1">
              <a:off x="10316349" y="3964331"/>
              <a:ext cx="213393" cy="213393"/>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楕円 45">
              <a:extLst>
                <a:ext uri="{FF2B5EF4-FFF2-40B4-BE49-F238E27FC236}">
                  <a16:creationId xmlns:a16="http://schemas.microsoft.com/office/drawing/2014/main" id="{0AA358B0-317A-B363-8666-285B95646D7B}"/>
                </a:ext>
              </a:extLst>
            </p:cNvPr>
            <p:cNvSpPr/>
            <p:nvPr/>
          </p:nvSpPr>
          <p:spPr>
            <a:xfrm rot="18021546" flipV="1">
              <a:off x="10607903" y="4129113"/>
              <a:ext cx="213393" cy="213393"/>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6" name="楕円 75">
              <a:extLst>
                <a:ext uri="{FF2B5EF4-FFF2-40B4-BE49-F238E27FC236}">
                  <a16:creationId xmlns:a16="http://schemas.microsoft.com/office/drawing/2014/main" id="{C1DD4F15-2D77-6339-DD73-F14D56D680C2}"/>
                </a:ext>
              </a:extLst>
            </p:cNvPr>
            <p:cNvSpPr/>
            <p:nvPr/>
          </p:nvSpPr>
          <p:spPr>
            <a:xfrm>
              <a:off x="10832234" y="3909350"/>
              <a:ext cx="213393" cy="213393"/>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9" name="直線コネクタ 78">
              <a:extLst>
                <a:ext uri="{FF2B5EF4-FFF2-40B4-BE49-F238E27FC236}">
                  <a16:creationId xmlns:a16="http://schemas.microsoft.com/office/drawing/2014/main" id="{CD9F1DA2-B740-146D-8111-320B99CEC0B5}"/>
                </a:ext>
              </a:extLst>
            </p:cNvPr>
            <p:cNvCxnSpPr>
              <a:stCxn id="24" idx="0"/>
              <a:endCxn id="17" idx="3"/>
            </p:cNvCxnSpPr>
            <p:nvPr/>
          </p:nvCxnSpPr>
          <p:spPr>
            <a:xfrm flipV="1">
              <a:off x="9557926" y="4573864"/>
              <a:ext cx="163984" cy="10158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80" name="直線コネクタ 79">
              <a:extLst>
                <a:ext uri="{FF2B5EF4-FFF2-40B4-BE49-F238E27FC236}">
                  <a16:creationId xmlns:a16="http://schemas.microsoft.com/office/drawing/2014/main" id="{DA2CDE9C-1375-2C90-4435-A2E29D59A1E9}"/>
                </a:ext>
              </a:extLst>
            </p:cNvPr>
            <p:cNvCxnSpPr>
              <a:cxnSpLocks/>
              <a:stCxn id="3" idx="2"/>
              <a:endCxn id="17" idx="7"/>
            </p:cNvCxnSpPr>
            <p:nvPr/>
          </p:nvCxnSpPr>
          <p:spPr>
            <a:xfrm flipH="1" flipV="1">
              <a:off x="9872801" y="4422973"/>
              <a:ext cx="132731" cy="882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88" name="直線コネクタ 87">
              <a:extLst>
                <a:ext uri="{FF2B5EF4-FFF2-40B4-BE49-F238E27FC236}">
                  <a16:creationId xmlns:a16="http://schemas.microsoft.com/office/drawing/2014/main" id="{6E5F73B2-58AD-33B9-1426-C7CA94136299}"/>
                </a:ext>
              </a:extLst>
            </p:cNvPr>
            <p:cNvCxnSpPr>
              <a:cxnSpLocks/>
              <a:stCxn id="3" idx="0"/>
              <a:endCxn id="8" idx="3"/>
            </p:cNvCxnSpPr>
            <p:nvPr/>
          </p:nvCxnSpPr>
          <p:spPr>
            <a:xfrm flipH="1" flipV="1">
              <a:off x="10041953" y="4172387"/>
              <a:ext cx="70276" cy="152716"/>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1" name="直線コネクタ 90">
              <a:extLst>
                <a:ext uri="{FF2B5EF4-FFF2-40B4-BE49-F238E27FC236}">
                  <a16:creationId xmlns:a16="http://schemas.microsoft.com/office/drawing/2014/main" id="{0B08C2EA-672C-08AD-894E-DAF66C263E8E}"/>
                </a:ext>
              </a:extLst>
            </p:cNvPr>
            <p:cNvCxnSpPr>
              <a:cxnSpLocks/>
              <a:stCxn id="41" idx="3"/>
              <a:endCxn id="8" idx="6"/>
            </p:cNvCxnSpPr>
            <p:nvPr/>
          </p:nvCxnSpPr>
          <p:spPr>
            <a:xfrm flipH="1" flipV="1">
              <a:off x="10224095" y="4096942"/>
              <a:ext cx="95719" cy="1054"/>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4" name="直線コネクタ 93">
              <a:extLst>
                <a:ext uri="{FF2B5EF4-FFF2-40B4-BE49-F238E27FC236}">
                  <a16:creationId xmlns:a16="http://schemas.microsoft.com/office/drawing/2014/main" id="{563C6338-C504-01FB-EB09-98072904FD32}"/>
                </a:ext>
              </a:extLst>
            </p:cNvPr>
            <p:cNvCxnSpPr>
              <a:cxnSpLocks/>
              <a:stCxn id="46" idx="5"/>
              <a:endCxn id="41" idx="7"/>
            </p:cNvCxnSpPr>
            <p:nvPr/>
          </p:nvCxnSpPr>
          <p:spPr>
            <a:xfrm flipH="1" flipV="1">
              <a:off x="10526277" y="4044059"/>
              <a:ext cx="161354" cy="88519"/>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7" name="直線コネクタ 96">
              <a:extLst>
                <a:ext uri="{FF2B5EF4-FFF2-40B4-BE49-F238E27FC236}">
                  <a16:creationId xmlns:a16="http://schemas.microsoft.com/office/drawing/2014/main" id="{AF8F4F48-CDB9-493E-8BDC-1ED43D3C54AC}"/>
                </a:ext>
              </a:extLst>
            </p:cNvPr>
            <p:cNvCxnSpPr>
              <a:cxnSpLocks/>
              <a:stCxn id="46" idx="7"/>
              <a:endCxn id="76" idx="4"/>
            </p:cNvCxnSpPr>
            <p:nvPr/>
          </p:nvCxnSpPr>
          <p:spPr>
            <a:xfrm flipV="1">
              <a:off x="10817831" y="4122743"/>
              <a:ext cx="121100" cy="8609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01" name="直線コネクタ 100">
              <a:extLst>
                <a:ext uri="{FF2B5EF4-FFF2-40B4-BE49-F238E27FC236}">
                  <a16:creationId xmlns:a16="http://schemas.microsoft.com/office/drawing/2014/main" id="{1BC8ED84-15F4-5081-890E-6567F189DF08}"/>
                </a:ext>
              </a:extLst>
            </p:cNvPr>
            <p:cNvCxnSpPr>
              <a:cxnSpLocks/>
              <a:stCxn id="76" idx="7"/>
              <a:endCxn id="27" idx="4"/>
            </p:cNvCxnSpPr>
            <p:nvPr/>
          </p:nvCxnSpPr>
          <p:spPr>
            <a:xfrm flipH="1" flipV="1">
              <a:off x="10906655" y="3821115"/>
              <a:ext cx="107721" cy="119486"/>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grpSp>
        <p:nvGrpSpPr>
          <p:cNvPr id="133" name="グループ化 132">
            <a:extLst>
              <a:ext uri="{FF2B5EF4-FFF2-40B4-BE49-F238E27FC236}">
                <a16:creationId xmlns:a16="http://schemas.microsoft.com/office/drawing/2014/main" id="{795D7155-9CFB-F403-3D20-85376822B8C6}"/>
              </a:ext>
            </a:extLst>
          </p:cNvPr>
          <p:cNvGrpSpPr/>
          <p:nvPr/>
        </p:nvGrpSpPr>
        <p:grpSpPr>
          <a:xfrm>
            <a:off x="6847854" y="5498744"/>
            <a:ext cx="4556517" cy="732910"/>
            <a:chOff x="6847854" y="5498744"/>
            <a:chExt cx="4556517" cy="732910"/>
          </a:xfrm>
        </p:grpSpPr>
        <p:sp>
          <p:nvSpPr>
            <p:cNvPr id="134" name="矢印: 五方向 133">
              <a:extLst>
                <a:ext uri="{FF2B5EF4-FFF2-40B4-BE49-F238E27FC236}">
                  <a16:creationId xmlns:a16="http://schemas.microsoft.com/office/drawing/2014/main" id="{1A7D2A96-B175-A34B-3A3A-3271126B7F87}"/>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35" name="矢印: 五方向 134">
              <a:extLst>
                <a:ext uri="{FF2B5EF4-FFF2-40B4-BE49-F238E27FC236}">
                  <a16:creationId xmlns:a16="http://schemas.microsoft.com/office/drawing/2014/main" id="{29A67A61-8B07-F020-A58C-1DA6516F3CD1}"/>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FFB83F07-0E87-199C-543A-3924CD2D54DD}"/>
                </a:ext>
              </a:extLst>
            </p:cNvPr>
            <p:cNvGrpSpPr/>
            <p:nvPr/>
          </p:nvGrpSpPr>
          <p:grpSpPr>
            <a:xfrm>
              <a:off x="6901145" y="5498744"/>
              <a:ext cx="1645326" cy="732910"/>
              <a:chOff x="163586" y="134635"/>
              <a:chExt cx="3134182" cy="1396119"/>
            </a:xfrm>
          </p:grpSpPr>
          <p:sp>
            <p:nvSpPr>
              <p:cNvPr id="141" name="テキスト ボックス 140">
                <a:extLst>
                  <a:ext uri="{FF2B5EF4-FFF2-40B4-BE49-F238E27FC236}">
                    <a16:creationId xmlns:a16="http://schemas.microsoft.com/office/drawing/2014/main" id="{AE059A43-3EE0-26BB-3B2B-2574FFCE88AA}"/>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2" name="グループ化 141">
                <a:extLst>
                  <a:ext uri="{FF2B5EF4-FFF2-40B4-BE49-F238E27FC236}">
                    <a16:creationId xmlns:a16="http://schemas.microsoft.com/office/drawing/2014/main" id="{4BDE2C7C-CE0E-C4F4-5A59-58DBFA39731F}"/>
                  </a:ext>
                </a:extLst>
              </p:cNvPr>
              <p:cNvGrpSpPr/>
              <p:nvPr/>
            </p:nvGrpSpPr>
            <p:grpSpPr>
              <a:xfrm>
                <a:off x="163586" y="134635"/>
                <a:ext cx="1975684" cy="1396119"/>
                <a:chOff x="163586" y="134635"/>
                <a:chExt cx="1975684" cy="1396119"/>
              </a:xfrm>
            </p:grpSpPr>
            <p:grpSp>
              <p:nvGrpSpPr>
                <p:cNvPr id="143" name="グループ化 142">
                  <a:extLst>
                    <a:ext uri="{FF2B5EF4-FFF2-40B4-BE49-F238E27FC236}">
                      <a16:creationId xmlns:a16="http://schemas.microsoft.com/office/drawing/2014/main" id="{A7974546-D7FE-0E36-F629-B7F0F0603A6D}"/>
                    </a:ext>
                  </a:extLst>
                </p:cNvPr>
                <p:cNvGrpSpPr/>
                <p:nvPr/>
              </p:nvGrpSpPr>
              <p:grpSpPr>
                <a:xfrm>
                  <a:off x="163586" y="134635"/>
                  <a:ext cx="1975684" cy="1396119"/>
                  <a:chOff x="163586" y="134635"/>
                  <a:chExt cx="1975684" cy="1396119"/>
                </a:xfrm>
              </p:grpSpPr>
              <p:pic>
                <p:nvPicPr>
                  <p:cNvPr id="145" name="図 144">
                    <a:extLst>
                      <a:ext uri="{FF2B5EF4-FFF2-40B4-BE49-F238E27FC236}">
                        <a16:creationId xmlns:a16="http://schemas.microsoft.com/office/drawing/2014/main" id="{F1AC6A51-CDF0-B901-5167-559049295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46" name="楕円 145">
                    <a:extLst>
                      <a:ext uri="{FF2B5EF4-FFF2-40B4-BE49-F238E27FC236}">
                        <a16:creationId xmlns:a16="http://schemas.microsoft.com/office/drawing/2014/main" id="{3EA69B52-E4F3-1102-6277-632A77BC2FAD}"/>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4" name="図 143">
                  <a:extLst>
                    <a:ext uri="{FF2B5EF4-FFF2-40B4-BE49-F238E27FC236}">
                      <a16:creationId xmlns:a16="http://schemas.microsoft.com/office/drawing/2014/main" id="{000BA756-C639-F801-549C-E78F2E2CF9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39" name="テキスト ボックス 138">
              <a:extLst>
                <a:ext uri="{FF2B5EF4-FFF2-40B4-BE49-F238E27FC236}">
                  <a16:creationId xmlns:a16="http://schemas.microsoft.com/office/drawing/2014/main" id="{8C749E3A-2343-4539-1944-6117DE655C83}"/>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0" name="二等辺三角形 139">
              <a:extLst>
                <a:ext uri="{FF2B5EF4-FFF2-40B4-BE49-F238E27FC236}">
                  <a16:creationId xmlns:a16="http://schemas.microsoft.com/office/drawing/2014/main" id="{D338A942-36F1-F1EC-568D-DE97AB697C17}"/>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877592008"/>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2D7BDC6F-9EE8-1C61-BC66-C80B4ED77895}"/>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64114DE2-333D-F932-7D5C-3038F71FB97D}"/>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046DF3FE-783B-E859-F04D-130E164EB211}"/>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09CE45F0-C9F0-B53C-E72C-C8A5F1833ACB}"/>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BB67CA6-974E-4B7D-403B-3E9207185DC0}"/>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A60DFBE0-ACBB-C867-522D-FBC40A7268D2}"/>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44181BAA-AF5E-D163-8634-9443E677AAD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269EED3C-D10D-9762-1AF4-56683FA223F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34D157E4-3478-5030-5A5B-BC0B76B5C262}"/>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481E4858-3848-9252-1731-2F540C8776A4}"/>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F6FB6633-C7A7-E5AE-FA19-B87DA62EDCF3}"/>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FDFA1396-AC66-F0AE-7AEC-29B50929D754}"/>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5C239D0E-4E8C-C031-601B-D7B317875E55}"/>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26059BBB-8F51-8F9C-4B48-E7D432376733}"/>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399E492-1D33-4CF3-C868-9D64D149DD23}"/>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D16E72F5-2216-65AD-1905-BA52B3F0FF1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7710B1CC-FE3E-3B1C-92D4-30CD439E909A}"/>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AD885BD4-9A91-227D-FEF3-CE4C570AC453}"/>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65742924-98C9-DB44-BE2E-C88ED55AAC4C}"/>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A712F9F4-E190-C032-E4A0-FEFF896E5130}"/>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1BE8B4D1-AC6B-82D8-2550-081308BEA391}"/>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75940B0F-34C4-4BE5-42A4-4D5BCB25D324}"/>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78151C7E-2789-B947-601A-CA7F1A154F76}"/>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185D825F-E29B-F1E8-5923-DD887F996D3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B4FE216E-AA20-B079-339F-33AE4BCFA53E}"/>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5459D1D3-CB85-C4CE-30BF-60056FCF6098}"/>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A44650DC-2E8E-4608-61A7-57CFF78F666F}"/>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5E3C77B6-8635-F0BD-88F7-EAA95878EEAC}"/>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31203250-64BF-C81B-8C96-6CDF6E78068E}"/>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2F255D4B-FA28-8ECE-4478-0A75429272C9}"/>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2A98ABE4-C9CB-A240-C1F5-3AEC509B52D4}"/>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D2840D2-3A01-329D-1049-019BE2BAD7B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6D9D3643-5371-B506-651C-4B99ACF6EB81}"/>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5399039B-4806-A438-06E8-76E0D6FFA3BE}"/>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92A5E2C3-46B5-1B90-9156-61A15B08B4C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CB229B20-1F2B-F196-25B6-6639C0871E19}"/>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90FE3436-B906-392E-761B-AD5A4CEA6D26}"/>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768AA642-F4C0-61B9-1B10-084304A941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9938B1A6-B02C-5569-BB7F-725E8386C64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939B451C-F559-D0DF-B51C-AEF42F257A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71480F69-8F3B-4CE5-9137-0BEAEB90C84F}"/>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E1421C33-92F4-3715-E1D9-806395517EA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749AE1B-A1AB-0426-2A2F-3D5D2E0F2CC0}"/>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347BD59B-78AE-E671-5AE7-B191914BFBE4}"/>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94F715B5-9FFB-6B80-A7EE-F284F6F80362}"/>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A152BE8F-9228-3A67-CB2D-6802E3F01E7D}"/>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2C3A8641-1086-56E0-2757-ABBFECD734BC}"/>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B5F6A541-7174-2F2B-27E9-4520BBAF958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81CA2C10-3CE9-90E9-7E6B-25A2D492B9B9}"/>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CF17A243-8ADB-0E1A-B3AF-1776AFA08628}"/>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0E6BFED6-5F96-2C23-E0E0-A342B19E8277}"/>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7B179564-589B-0C23-3287-DDC39082387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0A4C91F1-EBCB-56F5-ED34-A5ECF24644D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76401815-8429-61DD-327E-CCDF0489485A}"/>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5AD64AE2-AFEE-0110-0B02-1F91CD8C6DC6}"/>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37E2FE9D-F603-3FF1-39EC-35D35B43571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1F02863F-7403-2367-0543-64C2624A74BA}"/>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B3A9E3CB-1EF1-57F1-CE6D-2BE39033BCD5}"/>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381383C4-45B0-3336-FA4A-494A475DDD51}"/>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C4C7F46A-F7C6-4FA2-92A8-874B01EA35B9}"/>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4DF066CF-3F1E-C2FC-2E7E-C541BD9BFA6A}"/>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39668553-916E-0F57-5EAC-3C8B8A4E459D}"/>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2C3B9158-474A-7692-5D54-3C826B3BA041}"/>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A60A1B23-74AD-32C3-E04A-46A4AE5986DD}"/>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6E086B36-5B77-136F-8C1A-2C1FF5A811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2B71C19B-8D23-48BE-20F1-D7C5C9819198}"/>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111AD62E-8D31-E4E2-EC58-6EC3FF07987C}"/>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9288B210-EE15-7E4E-EC68-E13A563C4E08}"/>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6411AE0F-AECD-CB4C-3C20-B07EC643BFDF}"/>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3DC3A6E2-33B7-F5A1-4DDF-F567E9E2DC90}"/>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2A6B80D5-62C8-7CBA-DFDD-ABAAE77C3466}"/>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51682C70-BE8A-E196-2031-32A3E123D4CC}"/>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5271DCCA-71B0-F19E-90B6-E5B8D5E51DA0}"/>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C7A8607B-AB51-867C-FD7F-03EEAFC8940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47135310-BF53-B749-6D60-1070B022BEF3}"/>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F09A9C6F-9B05-FB3D-01FE-AF11D540B545}"/>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B553475E-FC04-4229-ECAC-4D3FB3CF0923}"/>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31D9CB24-6364-D13E-36E9-57562CC3CD05}"/>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026A5832-C0E0-FEED-07DB-57DD58111D56}"/>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C3EE70C3-8072-88FA-72F3-A866EFA36AD2}"/>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7FA19042-2FC2-F94A-B624-E3DAF8F9A5D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D55229DC-C76A-65B1-2027-7EB22D04075B}"/>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46E619EA-0435-5635-978F-54CE2256C3FD}"/>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A08BB0FB-4434-C4D7-8370-9B5DFFAE0AA9}"/>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94FD349F-903D-0E16-32D5-6B8D74856087}"/>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3ED60EFB-6A68-4778-2B7C-ACC17FFF40EB}"/>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00DF8EFB-9743-BC8D-24E0-721DC1C85AD1}"/>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12524302-17E0-8A2D-784A-0F26FA2C3372}"/>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B083D184-24B3-3606-A559-896DF332892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30972D68-7863-8DE0-076F-3B8BE356886B}"/>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CD129AB8-8C3D-5929-448E-2BD8F66C0FE4}"/>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C70CE4C1-FA41-0FAD-886C-8C9C0ED46E7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C748ABAF-9D7B-A8DC-1645-42D88F3BFC03}"/>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E1AEC0B9-1A61-45B3-EC65-F29BB35FD9D3}"/>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585ADBCD-E222-93BD-4B7F-73141A472F21}"/>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67041E58-05F7-7515-C930-CF5E4B920966}"/>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083263E1-EBB1-4615-B947-F984F28542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E2090951-4DBB-CF2D-EC33-7209C0BFC3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D089E860-3178-A51D-62F7-83A93FA36E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5A650ADD-F49A-EE45-813A-632C67381E33}"/>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9037D984-F4F3-3D66-2CAD-13B2BB8A7F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39897654-8525-7668-4E52-69D6B49F9C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118FC2A9-AE7B-04CF-E9E2-07770AE689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6EC66F57-FA7A-01DC-19F7-7FF7576F3C31}"/>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00DE2D2C-D50F-D7EB-18DC-3A281A6992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189A6DE2-5E8C-7A0A-CFAE-3AC956098E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F3BD5D2A-4275-1767-367A-23C7555AF2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sp>
        <p:nvSpPr>
          <p:cNvPr id="17" name="正方形/長方形 16">
            <a:extLst>
              <a:ext uri="{FF2B5EF4-FFF2-40B4-BE49-F238E27FC236}">
                <a16:creationId xmlns:a16="http://schemas.microsoft.com/office/drawing/2014/main" id="{0FAEDBBF-CD7F-2154-0B51-843F1AC5DF6C}"/>
              </a:ext>
            </a:extLst>
          </p:cNvPr>
          <p:cNvSpPr/>
          <p:nvPr/>
        </p:nvSpPr>
        <p:spPr>
          <a:xfrm>
            <a:off x="1" y="-1"/>
            <a:ext cx="12192000" cy="6871537"/>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C45DA586-051D-199E-3F86-8CEF211759A6}"/>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A81F439D-929A-DA14-0BD4-7E5C30781A87}"/>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2B8A1497-67BC-626C-CC2F-72FA76FD3B93}"/>
                </a:ext>
              </a:extLst>
            </p:cNvPr>
            <p:cNvSpPr txBox="1"/>
            <p:nvPr/>
          </p:nvSpPr>
          <p:spPr>
            <a:xfrm>
              <a:off x="10028273" y="1924577"/>
              <a:ext cx="712314" cy="157593"/>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リサイクル</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68C8E6EB-9616-7532-7D97-818F889B7F42}"/>
              </a:ext>
            </a:extLst>
          </p:cNvPr>
          <p:cNvGrpSpPr/>
          <p:nvPr/>
        </p:nvGrpSpPr>
        <p:grpSpPr>
          <a:xfrm>
            <a:off x="10414621" y="5439215"/>
            <a:ext cx="371588" cy="526876"/>
            <a:chOff x="8812481" y="694218"/>
            <a:chExt cx="1470606" cy="1692464"/>
          </a:xfrm>
          <a:effectLst/>
        </p:grpSpPr>
        <p:pic>
          <p:nvPicPr>
            <p:cNvPr id="14" name="図 13">
              <a:extLst>
                <a:ext uri="{FF2B5EF4-FFF2-40B4-BE49-F238E27FC236}">
                  <a16:creationId xmlns:a16="http://schemas.microsoft.com/office/drawing/2014/main" id="{9127E03B-0312-80DE-355D-91E07E394D4B}"/>
                </a:ext>
              </a:extLst>
            </p:cNvPr>
            <p:cNvPicPr>
              <a:picLocks noChangeAspect="1"/>
            </p:cNvPicPr>
            <p:nvPr/>
          </p:nvPicPr>
          <p:blipFill>
            <a:blip r:embed="rId4">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5" name="図 14">
              <a:extLst>
                <a:ext uri="{FF2B5EF4-FFF2-40B4-BE49-F238E27FC236}">
                  <a16:creationId xmlns:a16="http://schemas.microsoft.com/office/drawing/2014/main" id="{E36C3D87-EE00-3D54-0C58-D12125D1DF0A}"/>
                </a:ext>
              </a:extLst>
            </p:cNvPr>
            <p:cNvPicPr>
              <a:picLocks noChangeAspect="1"/>
            </p:cNvPicPr>
            <p:nvPr/>
          </p:nvPicPr>
          <p:blipFill>
            <a:blip r:embed="rId4">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Tree>
    <p:extLst>
      <p:ext uri="{BB962C8B-B14F-4D97-AF65-F5344CB8AC3E}">
        <p14:creationId xmlns:p14="http://schemas.microsoft.com/office/powerpoint/2010/main" val="3265569505"/>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2487962-7954-43FD-9E22-9708B51EB458}"/>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9F99C538-C87E-2339-D8FE-9259047CBDB6}"/>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B3EB6431-61B0-1B48-D5F7-5DBD736B3A9F}"/>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DEE65A77-AA03-663C-1E69-3BE7566BDE9D}"/>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F8B9202C-6C35-FC41-1B8E-84C5DB85CE3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7C77299F-6539-8B9C-9237-BDBD6BE41BFC}"/>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18E28C7-D172-D973-014D-C6ECA80A230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47C275B3-62D6-F0E5-056F-7759C7FFC007}"/>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DE5823EA-DB91-D456-15A3-7BA0C38F30A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BBF2AF6D-6FA3-4C54-3F10-B7277FAA316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FBA1837-F8C5-7564-8EA5-6CD1E795451A}"/>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498CC1D2-535B-256D-706A-7196383E8F0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C791021A-87A1-1F25-61A1-5FDADC47C75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BEC004C3-B03C-D2A7-8D8C-8F4569BA685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BF927CDA-5839-3446-E5C9-85A2BD5CDB2E}"/>
              </a:ext>
            </a:extLst>
          </p:cNvPr>
          <p:cNvSpPr/>
          <p:nvPr/>
        </p:nvSpPr>
        <p:spPr>
          <a:xfrm>
            <a:off x="3113551" y="2953512"/>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FCF52D78-1358-1E02-9E7D-48FEE561D61B}"/>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60D15CD3-15F5-DADC-C5CA-7128B6E6906B}"/>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C5E56B9D-4B10-E1BF-26EE-2C8BD94BA588}"/>
              </a:ext>
            </a:extLst>
          </p:cNvPr>
          <p:cNvSpPr/>
          <p:nvPr/>
        </p:nvSpPr>
        <p:spPr>
          <a:xfrm>
            <a:off x="3113551"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AC71C515-3D04-E63A-EE9E-20015410A0C9}"/>
              </a:ext>
            </a:extLst>
          </p:cNvPr>
          <p:cNvSpPr/>
          <p:nvPr/>
        </p:nvSpPr>
        <p:spPr>
          <a:xfrm>
            <a:off x="5632539"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54FC606-C497-55CE-E1A9-AA5EDA9BD00E}"/>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04AE3BCA-4FA2-580B-B32F-D8F682536618}"/>
              </a:ext>
            </a:extLst>
          </p:cNvPr>
          <p:cNvSpPr/>
          <p:nvPr/>
        </p:nvSpPr>
        <p:spPr>
          <a:xfrm>
            <a:off x="3113551"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1ECD1A5F-0F76-7492-A018-8D5FCCDD99B2}"/>
              </a:ext>
            </a:extLst>
          </p:cNvPr>
          <p:cNvSpPr/>
          <p:nvPr/>
        </p:nvSpPr>
        <p:spPr>
          <a:xfrm>
            <a:off x="5632539"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95CC286-A025-DE3E-EC72-138731024BFB}"/>
              </a:ext>
            </a:extLst>
          </p:cNvPr>
          <p:cNvSpPr/>
          <p:nvPr/>
        </p:nvSpPr>
        <p:spPr>
          <a:xfrm>
            <a:off x="8151526"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0E32C40F-72C3-8CA1-F62A-968A997D7419}"/>
              </a:ext>
            </a:extLst>
          </p:cNvPr>
          <p:cNvGrpSpPr/>
          <p:nvPr/>
        </p:nvGrpSpPr>
        <p:grpSpPr>
          <a:xfrm>
            <a:off x="9645916" y="507963"/>
            <a:ext cx="1754702" cy="518838"/>
            <a:chOff x="8272011" y="573275"/>
            <a:chExt cx="1754702" cy="518838"/>
          </a:xfrm>
        </p:grpSpPr>
        <p:sp>
          <p:nvSpPr>
            <p:cNvPr id="38" name="矢印: 五方向 37">
              <a:extLst>
                <a:ext uri="{FF2B5EF4-FFF2-40B4-BE49-F238E27FC236}">
                  <a16:creationId xmlns:a16="http://schemas.microsoft.com/office/drawing/2014/main" id="{05B65C41-1D09-41A7-296A-347AA66C32F8}"/>
                </a:ext>
              </a:extLst>
            </p:cNvPr>
            <p:cNvSpPr/>
            <p:nvPr/>
          </p:nvSpPr>
          <p:spPr>
            <a:xfrm flipH="1">
              <a:off x="8272011" y="573275"/>
              <a:ext cx="1754702" cy="518838"/>
            </a:xfrm>
            <a:prstGeom prst="homePlate">
              <a:avLst/>
            </a:prstGeom>
            <a:solidFill>
              <a:schemeClr val="accent2">
                <a:lumMod val="60000"/>
                <a:lumOff val="40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EA1FF466-8C99-DA60-7EBB-79AD4DDBF469}"/>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7378147B-2624-5D3E-DB29-8A24773FD037}"/>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C7D14AAE-C59C-F801-4650-48D2BDCD1711}"/>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D1E04130-D5C4-86CD-D322-ECAD0B306942}"/>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6DD34C18-D7C7-A83C-A5DD-B46D9F1FA2C6}"/>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266D4B88-2393-91AA-E371-99F2DAE1BACC}"/>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40AC7E3-ED03-7F90-80C6-3FDAB3D8D8EF}"/>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AA5BE389-4DA0-5A5C-54E3-0E187DDFEE32}"/>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1FAAA970-227A-B308-6BB0-7CDF39D73282}"/>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FB67C36F-10D0-FE2C-A20E-3358352125C6}"/>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CED189EA-E2B1-DB3B-D222-BE8AC82C6E8C}"/>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13385E6B-80DF-E1C5-AC7A-06A4D4EC2934}"/>
              </a:ext>
            </a:extLst>
          </p:cNvPr>
          <p:cNvSpPr txBox="1"/>
          <p:nvPr/>
        </p:nvSpPr>
        <p:spPr>
          <a:xfrm>
            <a:off x="3013396"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301C0334-15C4-AD45-7100-1351EF7EBA9A}"/>
              </a:ext>
            </a:extLst>
          </p:cNvPr>
          <p:cNvSpPr txBox="1"/>
          <p:nvPr/>
        </p:nvSpPr>
        <p:spPr>
          <a:xfrm>
            <a:off x="5537357"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1" name="テキスト ボックス 80">
            <a:extLst>
              <a:ext uri="{FF2B5EF4-FFF2-40B4-BE49-F238E27FC236}">
                <a16:creationId xmlns:a16="http://schemas.microsoft.com/office/drawing/2014/main" id="{158B09E6-D2E1-0480-DACD-E64F02D5D5B8}"/>
              </a:ext>
            </a:extLst>
          </p:cNvPr>
          <p:cNvSpPr txBox="1"/>
          <p:nvPr/>
        </p:nvSpPr>
        <p:spPr>
          <a:xfrm>
            <a:off x="8061318"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43052E2-9442-4165-8146-52EADE380980}"/>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266E0B09-1570-99D2-3509-B18F04BC3A24}"/>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D38EA5E3-349E-C262-9A91-9C9D9E93CC51}"/>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91" name="テキスト ボックス 90">
            <a:extLst>
              <a:ext uri="{FF2B5EF4-FFF2-40B4-BE49-F238E27FC236}">
                <a16:creationId xmlns:a16="http://schemas.microsoft.com/office/drawing/2014/main" id="{A9069E98-0911-06D3-1349-CCA2EAD5BAAA}"/>
              </a:ext>
            </a:extLst>
          </p:cNvPr>
          <p:cNvSpPr txBox="1"/>
          <p:nvPr/>
        </p:nvSpPr>
        <p:spPr>
          <a:xfrm>
            <a:off x="6605804"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3" name="テキスト ボックス 92">
            <a:extLst>
              <a:ext uri="{FF2B5EF4-FFF2-40B4-BE49-F238E27FC236}">
                <a16:creationId xmlns:a16="http://schemas.microsoft.com/office/drawing/2014/main" id="{52021001-936A-2E95-1868-F47C9816453F}"/>
              </a:ext>
            </a:extLst>
          </p:cNvPr>
          <p:cNvSpPr txBox="1"/>
          <p:nvPr/>
        </p:nvSpPr>
        <p:spPr>
          <a:xfrm>
            <a:off x="9173889"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1309043-A9A5-BE94-0892-D7B1AF929983}"/>
              </a:ext>
            </a:extLst>
          </p:cNvPr>
          <p:cNvSpPr txBox="1"/>
          <p:nvPr/>
        </p:nvSpPr>
        <p:spPr>
          <a:xfrm>
            <a:off x="4109582"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0039EB09-4B45-F26C-03C8-1FA425517185}"/>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84C8E06E-4156-94B8-C495-F072EB3C72A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14E9D494-C51B-5F56-0B58-C3C17A3B139F}"/>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BB1BECA3-E86F-8EF1-0979-F3B1126652B4}"/>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EC8507E7-9DD0-750E-F206-E9A96306484B}"/>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8B710893-837E-F7F7-D75C-23B253A51F96}"/>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1B4570A0-E11E-7967-DFD6-D9FAFE19D642}"/>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B3976B02-B248-0C78-EB53-81ED060C6225}"/>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132" name="四角形: 角を丸くする 131">
            <a:extLst>
              <a:ext uri="{FF2B5EF4-FFF2-40B4-BE49-F238E27FC236}">
                <a16:creationId xmlns:a16="http://schemas.microsoft.com/office/drawing/2014/main" id="{0C893355-5D70-D416-8C11-D0EB83C42F25}"/>
              </a:ext>
            </a:extLst>
          </p:cNvPr>
          <p:cNvSpPr/>
          <p:nvPr/>
        </p:nvSpPr>
        <p:spPr>
          <a:xfrm>
            <a:off x="5801749"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32B2C2CC-914A-C773-257C-CEAECFA11A6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FD569A90-921C-2061-B2F7-0192C174C457}"/>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BA7A4B6B-3820-5D52-33BB-0BE5C69704C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F07D6224-ED48-DBB0-3388-D4EE8E7EA423}"/>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A7A08246-7925-D428-DF28-8552FF56A780}"/>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4C90A40D-29AD-C7A1-5FB7-A8CBADAC7C61}"/>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E4502DBB-5A5C-A5B9-A985-CAF9AB42DB5A}"/>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BBEA336D-F255-FCCD-E786-CBB1C2D00118}"/>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218" name="グループ化 217">
            <a:extLst>
              <a:ext uri="{FF2B5EF4-FFF2-40B4-BE49-F238E27FC236}">
                <a16:creationId xmlns:a16="http://schemas.microsoft.com/office/drawing/2014/main" id="{3FEEC3E2-FBFF-4F4E-DABD-1432D389EDD3}"/>
              </a:ext>
            </a:extLst>
          </p:cNvPr>
          <p:cNvGrpSpPr/>
          <p:nvPr/>
        </p:nvGrpSpPr>
        <p:grpSpPr>
          <a:xfrm>
            <a:off x="8284554" y="2042989"/>
            <a:ext cx="534204" cy="540320"/>
            <a:chOff x="7836685" y="2042989"/>
            <a:chExt cx="534204" cy="540320"/>
          </a:xfrm>
        </p:grpSpPr>
        <p:sp>
          <p:nvSpPr>
            <p:cNvPr id="165" name="四角形: 角を丸くする 164">
              <a:extLst>
                <a:ext uri="{FF2B5EF4-FFF2-40B4-BE49-F238E27FC236}">
                  <a16:creationId xmlns:a16="http://schemas.microsoft.com/office/drawing/2014/main" id="{5C508F35-4679-D836-9E1C-78D963A6DD7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6" name="グラフィックス 165" descr="ユーザー 単色塗りつぶし">
              <a:extLst>
                <a:ext uri="{FF2B5EF4-FFF2-40B4-BE49-F238E27FC236}">
                  <a16:creationId xmlns:a16="http://schemas.microsoft.com/office/drawing/2014/main" id="{85A58CE2-2235-32C9-7DAA-7FE5D5CB06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7" name="グループ化 166">
            <a:extLst>
              <a:ext uri="{FF2B5EF4-FFF2-40B4-BE49-F238E27FC236}">
                <a16:creationId xmlns:a16="http://schemas.microsoft.com/office/drawing/2014/main" id="{D229CFB5-876A-3817-588C-91CA88066A73}"/>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A435FEC5-56CE-4E27-E724-8D3A875A694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EF4B8B1A-526E-6390-E539-4294F5B8CB17}"/>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A82CFF21-28ED-DF74-B450-5DB313A6267A}"/>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E81521A8-C22A-29C7-312D-9F04DE2A42AD}"/>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983AA672-892E-7E9A-A5CA-BDACA4A6179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9C30CA4B-D06A-3932-5A0A-FB4C853AB8A0}"/>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89" name="テキスト ボックス 188">
            <a:extLst>
              <a:ext uri="{FF2B5EF4-FFF2-40B4-BE49-F238E27FC236}">
                <a16:creationId xmlns:a16="http://schemas.microsoft.com/office/drawing/2014/main" id="{7EFB64CF-8E6B-D5C3-1F04-63BEDEBDEE73}"/>
              </a:ext>
            </a:extLst>
          </p:cNvPr>
          <p:cNvSpPr txBox="1"/>
          <p:nvPr/>
        </p:nvSpPr>
        <p:spPr>
          <a:xfrm>
            <a:off x="3013396" y="3012968"/>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0" name="テキスト ボックス 189">
            <a:extLst>
              <a:ext uri="{FF2B5EF4-FFF2-40B4-BE49-F238E27FC236}">
                <a16:creationId xmlns:a16="http://schemas.microsoft.com/office/drawing/2014/main" id="{6FE386A9-31AC-2A5B-9627-7CD24FFC93DC}"/>
              </a:ext>
            </a:extLst>
          </p:cNvPr>
          <p:cNvSpPr txBox="1"/>
          <p:nvPr/>
        </p:nvSpPr>
        <p:spPr>
          <a:xfrm>
            <a:off x="4109582" y="3028357"/>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17" name="テキスト ボックス 216">
            <a:extLst>
              <a:ext uri="{FF2B5EF4-FFF2-40B4-BE49-F238E27FC236}">
                <a16:creationId xmlns:a16="http://schemas.microsoft.com/office/drawing/2014/main" id="{1B9ED40E-355A-E772-BE45-9DFA346C328D}"/>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E543B00B-12F2-D9A7-47C3-F3DD9570C161}"/>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80AC1E7D-3FCF-D052-21EC-785FBA39891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F4788F61-C227-5A90-09C4-83145BD2AD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E33E86C2-EA7A-6DEA-512E-A365DE07EB53}"/>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76DE104B-5B01-6A66-7C8B-98713C94178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F98C9878-6B2E-FD96-CA6A-C578C1A0C2A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E4A4C371-D4D2-E77F-F803-0A4DC902183C}"/>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A77249B7-DE7D-03BB-55E9-D94337CEB95C}"/>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7D8BDC34-6D3F-C65C-2319-7306047FD2FF}"/>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B1277039-9FF4-A2F4-C9C5-510CADCDCAE3}"/>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CC2AB29E-E901-D1E2-4665-7160A6C30DDA}"/>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CDED55A2-17FE-6762-F322-8C5CB9B8BAB6}"/>
              </a:ext>
            </a:extLst>
          </p:cNvPr>
          <p:cNvPicPr>
            <a:picLocks noChangeAspect="1"/>
          </p:cNvPicPr>
          <p:nvPr/>
        </p:nvPicPr>
        <p:blipFill>
          <a:blip r:embed="rId6">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AE45303D-AC8D-19A5-A6C8-9A7E545A287B}"/>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86E3816C-8F79-AFFE-2030-47FF2C2E9B29}"/>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AFD8FA35-5650-5F9C-3F22-1C49AA232CE8}"/>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ED266DA4-45E9-A1FA-0EF5-FF8F9322FD3F}"/>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63" name="グループ化 62">
            <a:extLst>
              <a:ext uri="{FF2B5EF4-FFF2-40B4-BE49-F238E27FC236}">
                <a16:creationId xmlns:a16="http://schemas.microsoft.com/office/drawing/2014/main" id="{E7DBACCC-8621-F676-ACDF-39062A9B3EF6}"/>
              </a:ext>
            </a:extLst>
          </p:cNvPr>
          <p:cNvGrpSpPr/>
          <p:nvPr/>
        </p:nvGrpSpPr>
        <p:grpSpPr>
          <a:xfrm>
            <a:off x="1177472" y="1526309"/>
            <a:ext cx="432931" cy="3699578"/>
            <a:chOff x="854693" y="1754152"/>
            <a:chExt cx="377796" cy="3228426"/>
          </a:xfrm>
        </p:grpSpPr>
        <p:grpSp>
          <p:nvGrpSpPr>
            <p:cNvPr id="13" name="グループ化 12">
              <a:extLst>
                <a:ext uri="{FF2B5EF4-FFF2-40B4-BE49-F238E27FC236}">
                  <a16:creationId xmlns:a16="http://schemas.microsoft.com/office/drawing/2014/main" id="{F61C6F9B-EA52-E7DF-04A5-0AB3F08B9A0B}"/>
                </a:ext>
              </a:extLst>
            </p:cNvPr>
            <p:cNvGrpSpPr/>
            <p:nvPr/>
          </p:nvGrpSpPr>
          <p:grpSpPr>
            <a:xfrm>
              <a:off x="854693" y="1754152"/>
              <a:ext cx="377796" cy="382121"/>
              <a:chOff x="7836685" y="2042989"/>
              <a:chExt cx="534204" cy="540320"/>
            </a:xfrm>
          </p:grpSpPr>
          <p:sp>
            <p:nvSpPr>
              <p:cNvPr id="14" name="四角形: 角を丸くする 13">
                <a:extLst>
                  <a:ext uri="{FF2B5EF4-FFF2-40B4-BE49-F238E27FC236}">
                    <a16:creationId xmlns:a16="http://schemas.microsoft.com/office/drawing/2014/main" id="{0221455B-BFBC-764E-3FE2-2DA0F29FD7DE}"/>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7DD4836A-DEE7-76B9-AE82-F4FCA961F2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B4F31350-E5C5-3BB0-867E-82C7AA2FF733}"/>
                </a:ext>
              </a:extLst>
            </p:cNvPr>
            <p:cNvGrpSpPr/>
            <p:nvPr/>
          </p:nvGrpSpPr>
          <p:grpSpPr>
            <a:xfrm>
              <a:off x="854693" y="2228536"/>
              <a:ext cx="377796" cy="382121"/>
              <a:chOff x="7836685" y="2042989"/>
              <a:chExt cx="534204" cy="540320"/>
            </a:xfrm>
          </p:grpSpPr>
          <p:sp>
            <p:nvSpPr>
              <p:cNvPr id="17" name="四角形: 角を丸くする 16">
                <a:extLst>
                  <a:ext uri="{FF2B5EF4-FFF2-40B4-BE49-F238E27FC236}">
                    <a16:creationId xmlns:a16="http://schemas.microsoft.com/office/drawing/2014/main" id="{E2EEA1B8-80AE-E2FB-F842-B0EA6957AC5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55F7D534-0F3B-FE3E-A2C8-12006B7065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1C8F79AB-D5CF-F00A-4AA3-447DA0D9A1BD}"/>
                </a:ext>
              </a:extLst>
            </p:cNvPr>
            <p:cNvGrpSpPr/>
            <p:nvPr/>
          </p:nvGrpSpPr>
          <p:grpSpPr>
            <a:xfrm>
              <a:off x="854693" y="2702920"/>
              <a:ext cx="377796" cy="382121"/>
              <a:chOff x="7836685" y="2042989"/>
              <a:chExt cx="534204" cy="540320"/>
            </a:xfrm>
          </p:grpSpPr>
          <p:sp>
            <p:nvSpPr>
              <p:cNvPr id="39" name="四角形: 角を丸くする 38">
                <a:extLst>
                  <a:ext uri="{FF2B5EF4-FFF2-40B4-BE49-F238E27FC236}">
                    <a16:creationId xmlns:a16="http://schemas.microsoft.com/office/drawing/2014/main" id="{0719047E-69C0-2B24-D5E8-15648C9862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569CBDE9-8A48-04C5-26D7-EE6589B29A0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0EBF880D-72CD-6B5A-47A0-54C7ADD83B21}"/>
                </a:ext>
              </a:extLst>
            </p:cNvPr>
            <p:cNvGrpSpPr/>
            <p:nvPr/>
          </p:nvGrpSpPr>
          <p:grpSpPr>
            <a:xfrm>
              <a:off x="854693" y="3177304"/>
              <a:ext cx="377796" cy="382121"/>
              <a:chOff x="7836685" y="2042989"/>
              <a:chExt cx="534204" cy="540320"/>
            </a:xfrm>
          </p:grpSpPr>
          <p:sp>
            <p:nvSpPr>
              <p:cNvPr id="45" name="四角形: 角を丸くする 44">
                <a:extLst>
                  <a:ext uri="{FF2B5EF4-FFF2-40B4-BE49-F238E27FC236}">
                    <a16:creationId xmlns:a16="http://schemas.microsoft.com/office/drawing/2014/main" id="{B7E76F58-2300-CB0F-9583-D9F61BFBF6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4B9A65DD-FE3D-62D0-E9AB-15887D3B244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C71C7477-439D-466F-80E5-A0262F4E5A36}"/>
                </a:ext>
              </a:extLst>
            </p:cNvPr>
            <p:cNvGrpSpPr/>
            <p:nvPr/>
          </p:nvGrpSpPr>
          <p:grpSpPr>
            <a:xfrm>
              <a:off x="854693" y="3651688"/>
              <a:ext cx="377796" cy="382121"/>
              <a:chOff x="7836685" y="2042989"/>
              <a:chExt cx="534204" cy="540320"/>
            </a:xfrm>
          </p:grpSpPr>
          <p:sp>
            <p:nvSpPr>
              <p:cNvPr id="54" name="四角形: 角を丸くする 53">
                <a:extLst>
                  <a:ext uri="{FF2B5EF4-FFF2-40B4-BE49-F238E27FC236}">
                    <a16:creationId xmlns:a16="http://schemas.microsoft.com/office/drawing/2014/main" id="{0AED752C-AA7E-E4A9-931E-B2AD3881E17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E99D303E-02CF-1962-7D7D-9CD79F43F04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75188358-16E2-DAA9-047D-AF3EF449B22C}"/>
                </a:ext>
              </a:extLst>
            </p:cNvPr>
            <p:cNvGrpSpPr/>
            <p:nvPr/>
          </p:nvGrpSpPr>
          <p:grpSpPr>
            <a:xfrm>
              <a:off x="854693" y="4126072"/>
              <a:ext cx="377796" cy="382121"/>
              <a:chOff x="7836685" y="2042989"/>
              <a:chExt cx="534204" cy="540320"/>
            </a:xfrm>
          </p:grpSpPr>
          <p:sp>
            <p:nvSpPr>
              <p:cNvPr id="57" name="四角形: 角を丸くする 56">
                <a:extLst>
                  <a:ext uri="{FF2B5EF4-FFF2-40B4-BE49-F238E27FC236}">
                    <a16:creationId xmlns:a16="http://schemas.microsoft.com/office/drawing/2014/main" id="{717BCB40-A71E-45DF-72BA-F9E1BAFE3FF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1FC95B3D-EF67-8241-C7F2-D7A76A7A41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09A828D5-F5D2-AD5B-ACED-30EE01CDECD5}"/>
                </a:ext>
              </a:extLst>
            </p:cNvPr>
            <p:cNvGrpSpPr/>
            <p:nvPr/>
          </p:nvGrpSpPr>
          <p:grpSpPr>
            <a:xfrm>
              <a:off x="854693" y="4600457"/>
              <a:ext cx="377796" cy="382121"/>
              <a:chOff x="7836685" y="2042989"/>
              <a:chExt cx="534204" cy="540320"/>
            </a:xfrm>
          </p:grpSpPr>
          <p:sp>
            <p:nvSpPr>
              <p:cNvPr id="61" name="四角形: 角を丸くする 60">
                <a:extLst>
                  <a:ext uri="{FF2B5EF4-FFF2-40B4-BE49-F238E27FC236}">
                    <a16:creationId xmlns:a16="http://schemas.microsoft.com/office/drawing/2014/main" id="{803880CD-42F5-D6D3-4174-709ECD2ADFE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759DCC34-A8E2-C275-97E3-069BE04B83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spTree>
    <p:extLst>
      <p:ext uri="{BB962C8B-B14F-4D97-AF65-F5344CB8AC3E}">
        <p14:creationId xmlns:p14="http://schemas.microsoft.com/office/powerpoint/2010/main" val="344043474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360F1ADE-0286-D2C0-1666-96F820D395E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7D4E710-2F8E-A69E-01EB-2C15B24F3684}"/>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63FB58CF-39ED-D3AC-7693-1360BC1F71F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4C2594D3-F2D2-4196-3591-1071BBB6F73E}"/>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四角形: 角を丸くする 12">
            <a:extLst>
              <a:ext uri="{FF2B5EF4-FFF2-40B4-BE49-F238E27FC236}">
                <a16:creationId xmlns:a16="http://schemas.microsoft.com/office/drawing/2014/main" id="{67B47026-068C-ACAB-3A45-CC4F4CC0FEE6}"/>
              </a:ext>
            </a:extLst>
          </p:cNvPr>
          <p:cNvSpPr/>
          <p:nvPr/>
        </p:nvSpPr>
        <p:spPr>
          <a:xfrm>
            <a:off x="2665682"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51AC6C0-F80D-FA6C-37CB-08B0A303BE7E}"/>
              </a:ext>
            </a:extLst>
          </p:cNvPr>
          <p:cNvSpPr/>
          <p:nvPr/>
        </p:nvSpPr>
        <p:spPr>
          <a:xfrm>
            <a:off x="5184670" y="2953512"/>
            <a:ext cx="1822662" cy="1080843"/>
          </a:xfrm>
          <a:prstGeom prst="roundRect">
            <a:avLst/>
          </a:prstGeom>
          <a:solidFill>
            <a:schemeClr val="tx1">
              <a:lumMod val="50000"/>
              <a:lumOff val="50000"/>
              <a:alpha val="90000"/>
            </a:schemeClr>
          </a:solidFill>
          <a:ln>
            <a:noFill/>
          </a:ln>
          <a:effectLst>
            <a:glow rad="88900">
              <a:schemeClr val="accent2">
                <a:satMod val="175000"/>
                <a:alpha val="85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9E1E6912-D8A1-5315-8C66-009FDC20146C}"/>
              </a:ext>
            </a:extLst>
          </p:cNvPr>
          <p:cNvSpPr/>
          <p:nvPr/>
        </p:nvSpPr>
        <p:spPr>
          <a:xfrm>
            <a:off x="7703657"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EC653F8B-4551-F474-BABB-1F818B0450F0}"/>
              </a:ext>
            </a:extLst>
          </p:cNvPr>
          <p:cNvSpPr/>
          <p:nvPr/>
        </p:nvSpPr>
        <p:spPr>
          <a:xfrm>
            <a:off x="2665938"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88F7ECFD-A12C-C921-3AB3-DC9F5FC2B84A}"/>
              </a:ext>
            </a:extLst>
          </p:cNvPr>
          <p:cNvSpPr/>
          <p:nvPr/>
        </p:nvSpPr>
        <p:spPr>
          <a:xfrm>
            <a:off x="5189223"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9D8C59BD-9AE3-46BC-47B7-E85DCC04ECA5}"/>
              </a:ext>
            </a:extLst>
          </p:cNvPr>
          <p:cNvSpPr/>
          <p:nvPr/>
        </p:nvSpPr>
        <p:spPr>
          <a:xfrm>
            <a:off x="7703657"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四角形: 角を丸くする 18">
            <a:extLst>
              <a:ext uri="{FF2B5EF4-FFF2-40B4-BE49-F238E27FC236}">
                <a16:creationId xmlns:a16="http://schemas.microsoft.com/office/drawing/2014/main" id="{A6880F12-19AA-F9C1-0166-E7EA5EBD186B}"/>
              </a:ext>
            </a:extLst>
          </p:cNvPr>
          <p:cNvSpPr/>
          <p:nvPr/>
        </p:nvSpPr>
        <p:spPr>
          <a:xfrm>
            <a:off x="2665682"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solidFill>
              <a:srgbClr val="FF00FF"/>
            </a:solidFill>
            <a:prstDash val="solid"/>
          </a:ln>
          <a:effectLst>
            <a:glow rad="63500">
              <a:srgbClr val="FF00FF">
                <a:alpha val="40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2470B261-2524-805C-864E-08EF1A52F781}"/>
              </a:ext>
            </a:extLst>
          </p:cNvPr>
          <p:cNvSpPr/>
          <p:nvPr/>
        </p:nvSpPr>
        <p:spPr>
          <a:xfrm>
            <a:off x="5184670"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7708349-E694-DC73-7C22-7326D75FFFA9}"/>
              </a:ext>
            </a:extLst>
          </p:cNvPr>
          <p:cNvSpPr/>
          <p:nvPr/>
        </p:nvSpPr>
        <p:spPr>
          <a:xfrm>
            <a:off x="7703657"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2EAF260E-4F05-2318-6A1E-C6F6C9466635}"/>
              </a:ext>
            </a:extLst>
          </p:cNvPr>
          <p:cNvSpPr txBox="1"/>
          <p:nvPr/>
        </p:nvSpPr>
        <p:spPr>
          <a:xfrm>
            <a:off x="5482743"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開放可能</a:t>
            </a:r>
          </a:p>
        </p:txBody>
      </p:sp>
      <p:sp>
        <p:nvSpPr>
          <p:cNvPr id="23" name="テキスト ボックス 22">
            <a:extLst>
              <a:ext uri="{FF2B5EF4-FFF2-40B4-BE49-F238E27FC236}">
                <a16:creationId xmlns:a16="http://schemas.microsoft.com/office/drawing/2014/main" id="{0C2409F2-CF8E-743E-8741-26C396A9FF7D}"/>
              </a:ext>
            </a:extLst>
          </p:cNvPr>
          <p:cNvSpPr txBox="1"/>
          <p:nvPr/>
        </p:nvSpPr>
        <p:spPr>
          <a:xfrm>
            <a:off x="8001730" y="3293878"/>
            <a:ext cx="1226516" cy="400110"/>
          </a:xfrm>
          <a:prstGeom prst="rect">
            <a:avLst/>
          </a:prstGeom>
          <a:noFill/>
        </p:spPr>
        <p:txBody>
          <a:bodyPr wrap="square">
            <a:spAutoFit/>
          </a:bodyPr>
          <a:lstStyle/>
          <a:p>
            <a:pPr algn="ctr"/>
            <a:r>
              <a:rPr kumimoji="1" lang="ja-JP" altLang="en-US" sz="2000">
                <a:solidFill>
                  <a:schemeClr val="accent6"/>
                </a:solidFill>
                <a:latin typeface="原稿用標準書体" panose="03000503000000000000" pitchFamily="66" charset="-128"/>
                <a:ea typeface="原稿用標準書体" panose="03000503000000000000" pitchFamily="66" charset="-128"/>
              </a:rPr>
              <a:t>開放</a:t>
            </a:r>
            <a:r>
              <a:rPr lang="ja-JP" altLang="en-US" sz="2000">
                <a:solidFill>
                  <a:schemeClr val="accent6"/>
                </a:solidFill>
                <a:latin typeface="原稿用標準書体" panose="03000503000000000000" pitchFamily="66" charset="-128"/>
                <a:ea typeface="原稿用標準書体" panose="03000503000000000000" pitchFamily="66" charset="-128"/>
              </a:rPr>
              <a:t>不可</a:t>
            </a:r>
            <a:endParaRPr kumimoji="1" lang="ja-JP" altLang="en-US" sz="2000">
              <a:solidFill>
                <a:schemeClr val="accent6"/>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BFE956E9-B55B-E216-9055-30E65418246D}"/>
              </a:ext>
            </a:extLst>
          </p:cNvPr>
          <p:cNvSpPr txBox="1"/>
          <p:nvPr/>
        </p:nvSpPr>
        <p:spPr>
          <a:xfrm>
            <a:off x="8001730" y="4642746"/>
            <a:ext cx="1226516" cy="400110"/>
          </a:xfrm>
          <a:prstGeom prst="rect">
            <a:avLst/>
          </a:prstGeom>
          <a:noFill/>
        </p:spPr>
        <p:txBody>
          <a:bodyPr wrap="square">
            <a:spAutoFit/>
          </a:bodyPr>
          <a:lstStyle/>
          <a:p>
            <a:pPr algn="ctr"/>
            <a:r>
              <a:rPr kumimoji="1" lang="ja-JP" altLang="en-US" sz="2000">
                <a:solidFill>
                  <a:schemeClr val="accent6"/>
                </a:solidFill>
                <a:latin typeface="原稿用標準書体" panose="03000503000000000000" pitchFamily="66" charset="-128"/>
                <a:ea typeface="原稿用標準書体" panose="03000503000000000000" pitchFamily="66" charset="-128"/>
              </a:rPr>
              <a:t>開放不可</a:t>
            </a:r>
          </a:p>
        </p:txBody>
      </p:sp>
      <p:sp>
        <p:nvSpPr>
          <p:cNvPr id="45" name="テキスト ボックス 44">
            <a:extLst>
              <a:ext uri="{FF2B5EF4-FFF2-40B4-BE49-F238E27FC236}">
                <a16:creationId xmlns:a16="http://schemas.microsoft.com/office/drawing/2014/main" id="{00B80F4B-7774-E396-2643-1D92520081FC}"/>
              </a:ext>
            </a:extLst>
          </p:cNvPr>
          <p:cNvSpPr txBox="1"/>
          <p:nvPr/>
        </p:nvSpPr>
        <p:spPr>
          <a:xfrm>
            <a:off x="3210507"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4D427B02-ECA0-7444-191A-5D7DA7E71C3A}"/>
              </a:ext>
            </a:extLst>
          </p:cNvPr>
          <p:cNvGrpSpPr/>
          <p:nvPr/>
        </p:nvGrpSpPr>
        <p:grpSpPr>
          <a:xfrm>
            <a:off x="3309911" y="4708440"/>
            <a:ext cx="534204" cy="540320"/>
            <a:chOff x="7836685" y="2042989"/>
            <a:chExt cx="534204" cy="540320"/>
          </a:xfrm>
        </p:grpSpPr>
        <p:sp>
          <p:nvSpPr>
            <p:cNvPr id="47" name="四角形: 角を丸くする 46">
              <a:extLst>
                <a:ext uri="{FF2B5EF4-FFF2-40B4-BE49-F238E27FC236}">
                  <a16:creationId xmlns:a16="http://schemas.microsoft.com/office/drawing/2014/main" id="{E35079D9-5B06-41A2-5296-6A8E16C53F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8" name="グラフィックス 47" descr="ユーザー 単色塗りつぶし">
              <a:extLst>
                <a:ext uri="{FF2B5EF4-FFF2-40B4-BE49-F238E27FC236}">
                  <a16:creationId xmlns:a16="http://schemas.microsoft.com/office/drawing/2014/main" id="{5C791900-7E09-C7B0-AA83-D3B534B896C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52" name="テキスト ボックス 51">
            <a:extLst>
              <a:ext uri="{FF2B5EF4-FFF2-40B4-BE49-F238E27FC236}">
                <a16:creationId xmlns:a16="http://schemas.microsoft.com/office/drawing/2014/main" id="{A1B425DB-B719-B58C-EA75-00EE65EDA2A3}"/>
              </a:ext>
            </a:extLst>
          </p:cNvPr>
          <p:cNvSpPr txBox="1"/>
          <p:nvPr/>
        </p:nvSpPr>
        <p:spPr>
          <a:xfrm>
            <a:off x="5729495"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89EC0C92-E3EE-7F65-D587-9FFBFD04178F}"/>
              </a:ext>
            </a:extLst>
          </p:cNvPr>
          <p:cNvSpPr/>
          <p:nvPr/>
        </p:nvSpPr>
        <p:spPr>
          <a:xfrm>
            <a:off x="5829411"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4" name="グループ化 53">
            <a:extLst>
              <a:ext uri="{FF2B5EF4-FFF2-40B4-BE49-F238E27FC236}">
                <a16:creationId xmlns:a16="http://schemas.microsoft.com/office/drawing/2014/main" id="{D91725F9-B281-D5BF-F5EA-9757B0630CE3}"/>
              </a:ext>
            </a:extLst>
          </p:cNvPr>
          <p:cNvGrpSpPr/>
          <p:nvPr/>
        </p:nvGrpSpPr>
        <p:grpSpPr>
          <a:xfrm>
            <a:off x="5639606" y="4857960"/>
            <a:ext cx="273288" cy="273288"/>
            <a:chOff x="5460401" y="4876340"/>
            <a:chExt cx="273288" cy="273288"/>
          </a:xfrm>
        </p:grpSpPr>
        <p:sp>
          <p:nvSpPr>
            <p:cNvPr id="55" name="楕円 54">
              <a:extLst>
                <a:ext uri="{FF2B5EF4-FFF2-40B4-BE49-F238E27FC236}">
                  <a16:creationId xmlns:a16="http://schemas.microsoft.com/office/drawing/2014/main" id="{4E0112EC-500B-43C8-A9EC-F490BBB38B43}"/>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矢印: 上 55">
              <a:extLst>
                <a:ext uri="{FF2B5EF4-FFF2-40B4-BE49-F238E27FC236}">
                  <a16:creationId xmlns:a16="http://schemas.microsoft.com/office/drawing/2014/main" id="{6459FF18-E369-75F6-A3C7-59373F3113D5}"/>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7" name="図 56">
            <a:extLst>
              <a:ext uri="{FF2B5EF4-FFF2-40B4-BE49-F238E27FC236}">
                <a16:creationId xmlns:a16="http://schemas.microsoft.com/office/drawing/2014/main" id="{6945FF7C-1EF6-CF17-B340-10D6243C435C}"/>
              </a:ext>
            </a:extLst>
          </p:cNvPr>
          <p:cNvPicPr>
            <a:picLocks noChangeAspect="1"/>
          </p:cNvPicPr>
          <p:nvPr/>
        </p:nvPicPr>
        <p:blipFill>
          <a:blip r:embed="rId13">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822037" y="4656531"/>
            <a:ext cx="578584" cy="578584"/>
          </a:xfrm>
          <a:prstGeom prst="rect">
            <a:avLst/>
          </a:prstGeom>
        </p:spPr>
      </p:pic>
      <p:sp>
        <p:nvSpPr>
          <p:cNvPr id="93" name="四角形: 上の 2 つの角を丸める 92">
            <a:extLst>
              <a:ext uri="{FF2B5EF4-FFF2-40B4-BE49-F238E27FC236}">
                <a16:creationId xmlns:a16="http://schemas.microsoft.com/office/drawing/2014/main" id="{F662CB90-1343-A5E0-95C8-B750CDB2B0B0}"/>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9D3CE9DE-F89F-A3F4-63C0-6B26B8158984}"/>
              </a:ext>
            </a:extLst>
          </p:cNvPr>
          <p:cNvSpPr txBox="1"/>
          <p:nvPr/>
        </p:nvSpPr>
        <p:spPr>
          <a:xfrm>
            <a:off x="2565527"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FACEC23-BA85-4799-AA1C-645FDFF7888B}"/>
              </a:ext>
            </a:extLst>
          </p:cNvPr>
          <p:cNvSpPr txBox="1"/>
          <p:nvPr/>
        </p:nvSpPr>
        <p:spPr>
          <a:xfrm>
            <a:off x="3661713"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6" name="四角形: 上の 2 つの角を丸める 95">
            <a:extLst>
              <a:ext uri="{FF2B5EF4-FFF2-40B4-BE49-F238E27FC236}">
                <a16:creationId xmlns:a16="http://schemas.microsoft.com/office/drawing/2014/main" id="{184FA3BD-180E-E07B-433C-B3EAA1293B94}"/>
              </a:ext>
            </a:extLst>
          </p:cNvPr>
          <p:cNvSpPr/>
          <p:nvPr/>
        </p:nvSpPr>
        <p:spPr>
          <a:xfrm>
            <a:off x="5175114"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6A6B9F7-2AED-68FA-3C58-80600EF487AD}"/>
              </a:ext>
            </a:extLst>
          </p:cNvPr>
          <p:cNvSpPr txBox="1"/>
          <p:nvPr/>
        </p:nvSpPr>
        <p:spPr>
          <a:xfrm>
            <a:off x="5070053"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8" name="テキスト ボックス 97">
            <a:extLst>
              <a:ext uri="{FF2B5EF4-FFF2-40B4-BE49-F238E27FC236}">
                <a16:creationId xmlns:a16="http://schemas.microsoft.com/office/drawing/2014/main" id="{B9335BDA-5190-4FB2-9FE5-EE9C667E8CE4}"/>
              </a:ext>
            </a:extLst>
          </p:cNvPr>
          <p:cNvSpPr txBox="1"/>
          <p:nvPr/>
        </p:nvSpPr>
        <p:spPr>
          <a:xfrm>
            <a:off x="6166239"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9" name="四角形: 上の 2 つの角を丸める 98">
            <a:extLst>
              <a:ext uri="{FF2B5EF4-FFF2-40B4-BE49-F238E27FC236}">
                <a16:creationId xmlns:a16="http://schemas.microsoft.com/office/drawing/2014/main" id="{BADBBC7B-7FA2-BE09-3F93-0BE1A8D2FA73}"/>
              </a:ext>
            </a:extLst>
          </p:cNvPr>
          <p:cNvSpPr/>
          <p:nvPr/>
        </p:nvSpPr>
        <p:spPr>
          <a:xfrm>
            <a:off x="7710310"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EC0B79EB-7D34-F42E-B3B6-030662FBCE5F}"/>
              </a:ext>
            </a:extLst>
          </p:cNvPr>
          <p:cNvSpPr txBox="1"/>
          <p:nvPr/>
        </p:nvSpPr>
        <p:spPr>
          <a:xfrm>
            <a:off x="7605249"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8E1CD697-5239-C419-1812-980691029F9A}"/>
              </a:ext>
            </a:extLst>
          </p:cNvPr>
          <p:cNvSpPr txBox="1"/>
          <p:nvPr/>
        </p:nvSpPr>
        <p:spPr>
          <a:xfrm>
            <a:off x="8701435"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四角形: 上の 2 つの角を丸める 101">
            <a:extLst>
              <a:ext uri="{FF2B5EF4-FFF2-40B4-BE49-F238E27FC236}">
                <a16:creationId xmlns:a16="http://schemas.microsoft.com/office/drawing/2014/main" id="{72812059-33DB-D637-D6F8-EB7721D7774C}"/>
              </a:ext>
            </a:extLst>
          </p:cNvPr>
          <p:cNvSpPr/>
          <p:nvPr/>
        </p:nvSpPr>
        <p:spPr>
          <a:xfrm>
            <a:off x="2665919"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852BC097-32DE-E29D-B295-FEF6DBE5CC6B}"/>
              </a:ext>
            </a:extLst>
          </p:cNvPr>
          <p:cNvSpPr txBox="1"/>
          <p:nvPr/>
        </p:nvSpPr>
        <p:spPr>
          <a:xfrm>
            <a:off x="2560858"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EE32B144-5EF9-F84C-A38C-599A7968E302}"/>
              </a:ext>
            </a:extLst>
          </p:cNvPr>
          <p:cNvSpPr txBox="1"/>
          <p:nvPr/>
        </p:nvSpPr>
        <p:spPr>
          <a:xfrm>
            <a:off x="3657044"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64" name="グループ化 63">
            <a:extLst>
              <a:ext uri="{FF2B5EF4-FFF2-40B4-BE49-F238E27FC236}">
                <a16:creationId xmlns:a16="http://schemas.microsoft.com/office/drawing/2014/main" id="{D99B223F-8C4F-843F-D3A2-F0CA0FABE509}"/>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18946BC9-332F-810C-8C24-C33CD9A9307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4B85BC08-6AC2-A0BB-0D50-E8D7A1B5EA2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1EB29A2C-246D-9189-E3D5-65E11994BABA}"/>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369E9494-AC02-B9B4-58C8-D76B949B1D7E}"/>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11EE0AFA-E623-DE3A-A495-F9906D696CC4}"/>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C79494FF-134A-2970-F38E-3645AF19540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FFB66C7D-5986-E42D-38C6-999B4A34D812}"/>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82" name="四角形: 角を丸くする 81">
            <a:extLst>
              <a:ext uri="{FF2B5EF4-FFF2-40B4-BE49-F238E27FC236}">
                <a16:creationId xmlns:a16="http://schemas.microsoft.com/office/drawing/2014/main" id="{36049248-3516-B607-3A2F-C340A1157403}"/>
              </a:ext>
            </a:extLst>
          </p:cNvPr>
          <p:cNvSpPr/>
          <p:nvPr/>
        </p:nvSpPr>
        <p:spPr>
          <a:xfrm>
            <a:off x="2665938" y="4656531"/>
            <a:ext cx="1822662" cy="519608"/>
          </a:xfrm>
          <a:prstGeom prst="roundRect">
            <a:avLst/>
          </a:prstGeom>
          <a:solidFill>
            <a:schemeClr val="tx1">
              <a:lumMod val="65000"/>
              <a:lumOff val="3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強化不可</a:t>
            </a:r>
          </a:p>
        </p:txBody>
      </p:sp>
      <p:sp>
        <p:nvSpPr>
          <p:cNvPr id="85" name="四角形: 角を丸くする 84">
            <a:extLst>
              <a:ext uri="{FF2B5EF4-FFF2-40B4-BE49-F238E27FC236}">
                <a16:creationId xmlns:a16="http://schemas.microsoft.com/office/drawing/2014/main" id="{4B630BBC-FE7D-16C8-D721-CC470B0EE961}"/>
              </a:ext>
            </a:extLst>
          </p:cNvPr>
          <p:cNvSpPr/>
          <p:nvPr/>
        </p:nvSpPr>
        <p:spPr>
          <a:xfrm>
            <a:off x="5189223" y="4656531"/>
            <a:ext cx="1822662" cy="519608"/>
          </a:xfrm>
          <a:prstGeom prst="roundRect">
            <a:avLst/>
          </a:prstGeom>
          <a:solidFill>
            <a:schemeClr val="tx1">
              <a:lumMod val="65000"/>
              <a:lumOff val="3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強化不可</a:t>
            </a:r>
          </a:p>
        </p:txBody>
      </p:sp>
      <p:sp>
        <p:nvSpPr>
          <p:cNvPr id="91" name="二等辺三角形 90">
            <a:extLst>
              <a:ext uri="{FF2B5EF4-FFF2-40B4-BE49-F238E27FC236}">
                <a16:creationId xmlns:a16="http://schemas.microsoft.com/office/drawing/2014/main" id="{67487DA4-A889-98B3-CCF2-D7A043E3ED37}"/>
              </a:ext>
            </a:extLst>
          </p:cNvPr>
          <p:cNvSpPr/>
          <p:nvPr/>
        </p:nvSpPr>
        <p:spPr>
          <a:xfrm rot="5400000">
            <a:off x="8200008" y="5717015"/>
            <a:ext cx="829961" cy="715484"/>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二等辺三角形 106">
            <a:extLst>
              <a:ext uri="{FF2B5EF4-FFF2-40B4-BE49-F238E27FC236}">
                <a16:creationId xmlns:a16="http://schemas.microsoft.com/office/drawing/2014/main" id="{01D25E27-FFF3-1DC3-A391-4C136B3336F3}"/>
              </a:ext>
            </a:extLst>
          </p:cNvPr>
          <p:cNvSpPr/>
          <p:nvPr/>
        </p:nvSpPr>
        <p:spPr>
          <a:xfrm rot="16200000" flipH="1">
            <a:off x="3162289" y="5717015"/>
            <a:ext cx="829961" cy="715484"/>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四角形: 角を丸くする 109">
            <a:extLst>
              <a:ext uri="{FF2B5EF4-FFF2-40B4-BE49-F238E27FC236}">
                <a16:creationId xmlns:a16="http://schemas.microsoft.com/office/drawing/2014/main" id="{401DAF7F-2826-788C-3A48-473182DDD024}"/>
              </a:ext>
            </a:extLst>
          </p:cNvPr>
          <p:cNvSpPr/>
          <p:nvPr/>
        </p:nvSpPr>
        <p:spPr>
          <a:xfrm>
            <a:off x="2672099" y="2063534"/>
            <a:ext cx="1822662" cy="519608"/>
          </a:xfrm>
          <a:prstGeom prst="roundRect">
            <a:avLst/>
          </a:prstGeom>
          <a:solidFill>
            <a:srgbClr val="FF00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選択中</a:t>
            </a:r>
          </a:p>
        </p:txBody>
      </p:sp>
      <p:sp>
        <p:nvSpPr>
          <p:cNvPr id="90" name="二等辺三角形 89">
            <a:extLst>
              <a:ext uri="{FF2B5EF4-FFF2-40B4-BE49-F238E27FC236}">
                <a16:creationId xmlns:a16="http://schemas.microsoft.com/office/drawing/2014/main" id="{D3F0A775-44AB-31D1-3735-AD27A16A128B}"/>
              </a:ext>
            </a:extLst>
          </p:cNvPr>
          <p:cNvSpPr/>
          <p:nvPr/>
        </p:nvSpPr>
        <p:spPr>
          <a:xfrm rot="5400000">
            <a:off x="2320434" y="2146938"/>
            <a:ext cx="631015" cy="352801"/>
          </a:xfrm>
          <a:prstGeom prst="triangle">
            <a:avLst/>
          </a:prstGeom>
          <a:solidFill>
            <a:srgbClr val="FF00FF"/>
          </a:solidFill>
          <a:ln w="12700">
            <a:solidFill>
              <a:schemeClr val="bg1">
                <a:lumMod val="95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1" name="グループ化 110">
            <a:extLst>
              <a:ext uri="{FF2B5EF4-FFF2-40B4-BE49-F238E27FC236}">
                <a16:creationId xmlns:a16="http://schemas.microsoft.com/office/drawing/2014/main" id="{8770B422-D132-CFDD-3053-C38FF408827E}"/>
              </a:ext>
            </a:extLst>
          </p:cNvPr>
          <p:cNvGrpSpPr/>
          <p:nvPr/>
        </p:nvGrpSpPr>
        <p:grpSpPr>
          <a:xfrm>
            <a:off x="4376612" y="5693247"/>
            <a:ext cx="3419665" cy="763021"/>
            <a:chOff x="1063284" y="2005017"/>
            <a:chExt cx="2372751" cy="1739673"/>
          </a:xfrm>
        </p:grpSpPr>
        <p:sp>
          <p:nvSpPr>
            <p:cNvPr id="112" name="四角形: 上の 2 つの角を丸める 111">
              <a:extLst>
                <a:ext uri="{FF2B5EF4-FFF2-40B4-BE49-F238E27FC236}">
                  <a16:creationId xmlns:a16="http://schemas.microsoft.com/office/drawing/2014/main" id="{195BB3C8-F747-8663-CFEE-07568508476B}"/>
                </a:ext>
              </a:extLst>
            </p:cNvPr>
            <p:cNvSpPr/>
            <p:nvPr/>
          </p:nvSpPr>
          <p:spPr>
            <a:xfrm>
              <a:off x="1063284" y="2005017"/>
              <a:ext cx="2372751" cy="844263"/>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3" name="四角形: 上の 2 つの角を丸める 112">
              <a:extLst>
                <a:ext uri="{FF2B5EF4-FFF2-40B4-BE49-F238E27FC236}">
                  <a16:creationId xmlns:a16="http://schemas.microsoft.com/office/drawing/2014/main" id="{DCAF028D-147D-D8C4-CA1A-112FFC2F261A}"/>
                </a:ext>
              </a:extLst>
            </p:cNvPr>
            <p:cNvSpPr/>
            <p:nvPr/>
          </p:nvSpPr>
          <p:spPr>
            <a:xfrm flipV="1">
              <a:off x="1063284" y="2900427"/>
              <a:ext cx="2372751" cy="844263"/>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3640451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5A88CD0C-452F-8420-6021-F1465F86D04D}"/>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092796C8-6F91-32DE-DE0D-C16C7D4F5307}"/>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458C2787-B669-9E23-61F5-99CC4E509FB6}"/>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5F1C88F1-D1A3-3006-80A5-2A6C9284D1B3}"/>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28DE592A-D429-71D4-04F3-ED3DE7B74FCB}"/>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4D2B2043-19BE-69F9-31EC-59567DF0E3ED}"/>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23BBC5FA-15A2-007E-53D4-4E3ED68F492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3CF88C24-42FD-2809-840B-017712B79B7C}"/>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EB833DB4-723F-E874-5F0C-1CBDD9DBF5D1}"/>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9DD214C3-E712-1270-6E08-E6FFA755B075}"/>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6B07777-B368-AF35-4A60-5A40A3A2C30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47C7FA2F-8CAE-2DF4-AEE0-77C64EA1CCA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2875045E-ABB0-5815-DED0-1638D61B74A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7847D979-139B-743F-FBF4-C9382EF83FC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553EA2EF-CB20-5758-2C85-893F3BFBFB7A}"/>
              </a:ext>
            </a:extLst>
          </p:cNvPr>
          <p:cNvSpPr/>
          <p:nvPr/>
        </p:nvSpPr>
        <p:spPr>
          <a:xfrm>
            <a:off x="3113551" y="2953512"/>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10271FD2-8D16-9A49-D43B-6475D3F64D59}"/>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2AF96246-5E2E-3F59-9A4A-8463E7FAB864}"/>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B6D8C347-FF0A-1BBE-EC10-E6369A18B4EC}"/>
              </a:ext>
            </a:extLst>
          </p:cNvPr>
          <p:cNvSpPr/>
          <p:nvPr/>
        </p:nvSpPr>
        <p:spPr>
          <a:xfrm>
            <a:off x="3113551"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33397CD3-2573-F827-BD20-F3B79B7CFB6E}"/>
              </a:ext>
            </a:extLst>
          </p:cNvPr>
          <p:cNvSpPr/>
          <p:nvPr/>
        </p:nvSpPr>
        <p:spPr>
          <a:xfrm>
            <a:off x="5632539"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83E1E8F-3934-6CBA-F370-92902E5DB673}"/>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3E6B94A-E093-2EA1-28A4-09FCAF8F75AE}"/>
              </a:ext>
            </a:extLst>
          </p:cNvPr>
          <p:cNvSpPr/>
          <p:nvPr/>
        </p:nvSpPr>
        <p:spPr>
          <a:xfrm>
            <a:off x="3113551"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31F2CB80-3033-E5CC-55EB-E7CE2DD06310}"/>
              </a:ext>
            </a:extLst>
          </p:cNvPr>
          <p:cNvSpPr/>
          <p:nvPr/>
        </p:nvSpPr>
        <p:spPr>
          <a:xfrm>
            <a:off x="5632539"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5676A93-B759-2BFF-E4B9-815CE0A61088}"/>
              </a:ext>
            </a:extLst>
          </p:cNvPr>
          <p:cNvSpPr/>
          <p:nvPr/>
        </p:nvSpPr>
        <p:spPr>
          <a:xfrm>
            <a:off x="8151526"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E34332DF-77C3-453E-D883-BC6EDEF3FA45}"/>
              </a:ext>
            </a:extLst>
          </p:cNvPr>
          <p:cNvGrpSpPr/>
          <p:nvPr/>
        </p:nvGrpSpPr>
        <p:grpSpPr>
          <a:xfrm>
            <a:off x="9645916" y="507963"/>
            <a:ext cx="1754702" cy="518838"/>
            <a:chOff x="8272011" y="573275"/>
            <a:chExt cx="1754702" cy="518838"/>
          </a:xfrm>
        </p:grpSpPr>
        <p:sp>
          <p:nvSpPr>
            <p:cNvPr id="38" name="矢印: 五方向 37">
              <a:extLst>
                <a:ext uri="{FF2B5EF4-FFF2-40B4-BE49-F238E27FC236}">
                  <a16:creationId xmlns:a16="http://schemas.microsoft.com/office/drawing/2014/main" id="{58C87D2A-98F3-1BD3-CE22-D68CFC4B4872}"/>
                </a:ext>
              </a:extLst>
            </p:cNvPr>
            <p:cNvSpPr/>
            <p:nvPr/>
          </p:nvSpPr>
          <p:spPr>
            <a:xfrm flipH="1">
              <a:off x="8272011" y="573275"/>
              <a:ext cx="1754702" cy="518838"/>
            </a:xfrm>
            <a:prstGeom prst="homePlate">
              <a:avLst/>
            </a:prstGeom>
            <a:solidFill>
              <a:schemeClr val="accent2">
                <a:lumMod val="60000"/>
                <a:lumOff val="40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6CBD0417-A596-4EC8-10D8-1C17802FCF6A}"/>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C02A09E3-5A0C-5098-6C85-2169B4930F4D}"/>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6C292767-674A-98F4-400E-A4F9D84E64A3}"/>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13CD773C-93EA-8DFA-5EBD-A44480ECA062}"/>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4F02355B-54B6-B8CF-7311-43538045EE54}"/>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6DABF6B1-CBA6-3352-A027-3A2A3FFE18CF}"/>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AE9BC49-CD16-C4AF-773B-21CAD73245D4}"/>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516F839D-F885-F1CF-ABB5-E395283581FC}"/>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873D6299-764E-77E0-DD5D-37CB8805EBA3}"/>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D73D8B06-8078-6EBF-06A8-EACF9E0A3EE1}"/>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C0654712-9BBF-9907-D90E-13D17CD5F03E}"/>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BB3CB9A8-7AC9-7208-D9FD-AEED270E7605}"/>
              </a:ext>
            </a:extLst>
          </p:cNvPr>
          <p:cNvSpPr txBox="1"/>
          <p:nvPr/>
        </p:nvSpPr>
        <p:spPr>
          <a:xfrm>
            <a:off x="3013396"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35B13EFD-95F5-0EAE-BEC6-0378BEE9A4DF}"/>
              </a:ext>
            </a:extLst>
          </p:cNvPr>
          <p:cNvSpPr txBox="1"/>
          <p:nvPr/>
        </p:nvSpPr>
        <p:spPr>
          <a:xfrm>
            <a:off x="5537357"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1" name="テキスト ボックス 80">
            <a:extLst>
              <a:ext uri="{FF2B5EF4-FFF2-40B4-BE49-F238E27FC236}">
                <a16:creationId xmlns:a16="http://schemas.microsoft.com/office/drawing/2014/main" id="{BEF77088-BCCC-9346-1707-F8AC8510CB9B}"/>
              </a:ext>
            </a:extLst>
          </p:cNvPr>
          <p:cNvSpPr txBox="1"/>
          <p:nvPr/>
        </p:nvSpPr>
        <p:spPr>
          <a:xfrm>
            <a:off x="8061318"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8A64E0E0-F0AC-D6B3-4F48-9AEB5729D692}"/>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39EB286F-154C-056E-6F5B-6EE5A405D164}"/>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64D7B054-1067-B3F6-1D3C-05593E83D225}"/>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91" name="テキスト ボックス 90">
            <a:extLst>
              <a:ext uri="{FF2B5EF4-FFF2-40B4-BE49-F238E27FC236}">
                <a16:creationId xmlns:a16="http://schemas.microsoft.com/office/drawing/2014/main" id="{3C4858A7-70C8-5282-81F3-189C6AE9F914}"/>
              </a:ext>
            </a:extLst>
          </p:cNvPr>
          <p:cNvSpPr txBox="1"/>
          <p:nvPr/>
        </p:nvSpPr>
        <p:spPr>
          <a:xfrm>
            <a:off x="6605804"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3" name="テキスト ボックス 92">
            <a:extLst>
              <a:ext uri="{FF2B5EF4-FFF2-40B4-BE49-F238E27FC236}">
                <a16:creationId xmlns:a16="http://schemas.microsoft.com/office/drawing/2014/main" id="{540D9550-FED1-CBB4-347B-D89F0DD69B3B}"/>
              </a:ext>
            </a:extLst>
          </p:cNvPr>
          <p:cNvSpPr txBox="1"/>
          <p:nvPr/>
        </p:nvSpPr>
        <p:spPr>
          <a:xfrm>
            <a:off x="9173889"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576127D1-600D-4F2A-A414-E464BF7C20F4}"/>
              </a:ext>
            </a:extLst>
          </p:cNvPr>
          <p:cNvSpPr txBox="1"/>
          <p:nvPr/>
        </p:nvSpPr>
        <p:spPr>
          <a:xfrm>
            <a:off x="4109582"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3765DDF1-2081-603C-6AD0-997217558186}"/>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2916A4E4-F488-26CB-7138-542805F21D1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887811EC-2622-02DC-2022-ECA650480083}"/>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7DB9D5B0-46CF-316C-FF52-09B6E6083AB0}"/>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A623F07D-9B97-66E9-57A6-49FDE1CD37CA}"/>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F7BB0CCB-A33A-F48D-130D-27C2D419E772}"/>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19028620-02D7-85FC-B918-F53F5E69F5EB}"/>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C04F4E67-1502-D722-5E7B-2E4A31D4238E}"/>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0" name="グループ化 129">
            <a:extLst>
              <a:ext uri="{FF2B5EF4-FFF2-40B4-BE49-F238E27FC236}">
                <a16:creationId xmlns:a16="http://schemas.microsoft.com/office/drawing/2014/main" id="{BC2BDA3A-13F3-1030-A265-4B1837D80A03}"/>
              </a:ext>
            </a:extLst>
          </p:cNvPr>
          <p:cNvGrpSpPr/>
          <p:nvPr/>
        </p:nvGrpSpPr>
        <p:grpSpPr>
          <a:xfrm>
            <a:off x="3108489" y="1988127"/>
            <a:ext cx="1658657" cy="595182"/>
            <a:chOff x="2660620" y="1988127"/>
            <a:chExt cx="1658657" cy="595182"/>
          </a:xfrm>
        </p:grpSpPr>
        <p:sp>
          <p:nvSpPr>
            <p:cNvPr id="96" name="四角形: 角を丸くする 95">
              <a:extLst>
                <a:ext uri="{FF2B5EF4-FFF2-40B4-BE49-F238E27FC236}">
                  <a16:creationId xmlns:a16="http://schemas.microsoft.com/office/drawing/2014/main" id="{DA3FFBCF-A73B-0DD5-52F5-182164DFD169}"/>
                </a:ext>
              </a:extLst>
            </p:cNvPr>
            <p:cNvSpPr/>
            <p:nvPr/>
          </p:nvSpPr>
          <p:spPr>
            <a:xfrm>
              <a:off x="2829831"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8" name="グラフィックス 97" descr="ユーザー 単色塗りつぶし">
              <a:extLst>
                <a:ext uri="{FF2B5EF4-FFF2-40B4-BE49-F238E27FC236}">
                  <a16:creationId xmlns:a16="http://schemas.microsoft.com/office/drawing/2014/main" id="{69D532BB-ABA3-283E-A912-24FF4E18D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29318" y="2049618"/>
              <a:ext cx="533691" cy="533691"/>
            </a:xfrm>
            <a:prstGeom prst="rect">
              <a:avLst/>
            </a:prstGeom>
          </p:spPr>
        </p:pic>
        <p:grpSp>
          <p:nvGrpSpPr>
            <p:cNvPr id="99" name="グループ化 98">
              <a:extLst>
                <a:ext uri="{FF2B5EF4-FFF2-40B4-BE49-F238E27FC236}">
                  <a16:creationId xmlns:a16="http://schemas.microsoft.com/office/drawing/2014/main" id="{49015279-09D6-5E9F-CCC8-5D50ABA1BC44}"/>
                </a:ext>
              </a:extLst>
            </p:cNvPr>
            <p:cNvGrpSpPr/>
            <p:nvPr/>
          </p:nvGrpSpPr>
          <p:grpSpPr>
            <a:xfrm>
              <a:off x="3494572"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53317879-4422-1ED4-73D2-AC92F0E214BA}"/>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D9922B80-1F82-4995-23BE-CBFFE1B316DC}"/>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7" name="テキスト ボックス 106">
              <a:extLst>
                <a:ext uri="{FF2B5EF4-FFF2-40B4-BE49-F238E27FC236}">
                  <a16:creationId xmlns:a16="http://schemas.microsoft.com/office/drawing/2014/main" id="{D60BF416-A224-59CF-E79F-4E155FAE0272}"/>
                </a:ext>
              </a:extLst>
            </p:cNvPr>
            <p:cNvSpPr txBox="1"/>
            <p:nvPr/>
          </p:nvSpPr>
          <p:spPr>
            <a:xfrm>
              <a:off x="3465891"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0" name="グループ化 109">
              <a:extLst>
                <a:ext uri="{FF2B5EF4-FFF2-40B4-BE49-F238E27FC236}">
                  <a16:creationId xmlns:a16="http://schemas.microsoft.com/office/drawing/2014/main" id="{97673D47-1717-98D0-7FD1-D5ED4A435AE7}"/>
                </a:ext>
              </a:extLst>
            </p:cNvPr>
            <p:cNvGrpSpPr/>
            <p:nvPr/>
          </p:nvGrpSpPr>
          <p:grpSpPr>
            <a:xfrm>
              <a:off x="4049520" y="2335873"/>
              <a:ext cx="206177" cy="206177"/>
              <a:chOff x="4178990" y="4732529"/>
              <a:chExt cx="914400" cy="914400"/>
            </a:xfrm>
          </p:grpSpPr>
          <p:sp>
            <p:nvSpPr>
              <p:cNvPr id="108" name="楕円 107">
                <a:extLst>
                  <a:ext uri="{FF2B5EF4-FFF2-40B4-BE49-F238E27FC236}">
                    <a16:creationId xmlns:a16="http://schemas.microsoft.com/office/drawing/2014/main" id="{59CD676C-4FE7-E513-1703-3272866253A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部分円 108">
                <a:extLst>
                  <a:ext uri="{FF2B5EF4-FFF2-40B4-BE49-F238E27FC236}">
                    <a16:creationId xmlns:a16="http://schemas.microsoft.com/office/drawing/2014/main" id="{71428B31-6E25-CE49-62B5-AE99AFA10D5E}"/>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14" name="吹き出し: 角を丸めた四角形 113">
              <a:extLst>
                <a:ext uri="{FF2B5EF4-FFF2-40B4-BE49-F238E27FC236}">
                  <a16:creationId xmlns:a16="http://schemas.microsoft.com/office/drawing/2014/main" id="{E67837CE-CC69-CF66-1CD7-7804C9945E9B}"/>
                </a:ext>
              </a:extLst>
            </p:cNvPr>
            <p:cNvSpPr/>
            <p:nvPr/>
          </p:nvSpPr>
          <p:spPr>
            <a:xfrm>
              <a:off x="2788607" y="2220991"/>
              <a:ext cx="620865" cy="261610"/>
            </a:xfrm>
            <a:prstGeom prst="wedgeRoundRectCallou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四角形: 上の 2 つの角を丸める 115">
              <a:extLst>
                <a:ext uri="{FF2B5EF4-FFF2-40B4-BE49-F238E27FC236}">
                  <a16:creationId xmlns:a16="http://schemas.microsoft.com/office/drawing/2014/main" id="{D115AD2A-FF9B-5B38-282B-F36385AB8115}"/>
                </a:ext>
              </a:extLst>
            </p:cNvPr>
            <p:cNvSpPr/>
            <p:nvPr/>
          </p:nvSpPr>
          <p:spPr>
            <a:xfrm>
              <a:off x="2794418" y="2013988"/>
              <a:ext cx="609242" cy="224910"/>
            </a:xfrm>
            <a:prstGeom prst="round2SameRect">
              <a:avLst>
                <a:gd name="adj1" fmla="val 12104"/>
                <a:gd name="adj2" fmla="val 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F1BECB55-97D3-228C-C102-3D604CC6FD7E}"/>
                </a:ext>
              </a:extLst>
            </p:cNvPr>
            <p:cNvSpPr txBox="1"/>
            <p:nvPr/>
          </p:nvSpPr>
          <p:spPr>
            <a:xfrm>
              <a:off x="2660620" y="1988127"/>
              <a:ext cx="876408"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チップ</a:t>
              </a:r>
              <a:endParaRPr kumimoji="1" lang="ja-JP" altLang="en-US" sz="1000">
                <a:solidFill>
                  <a:schemeClr val="accent6"/>
                </a:solidFill>
                <a:latin typeface="原稿用標準書体" panose="03000503000000000000" pitchFamily="66" charset="-128"/>
                <a:ea typeface="原稿用標準書体" panose="03000503000000000000" pitchFamily="66" charset="-128"/>
              </a:endParaRPr>
            </a:p>
          </p:txBody>
        </p:sp>
        <p:grpSp>
          <p:nvGrpSpPr>
            <p:cNvPr id="120" name="グループ化 119">
              <a:extLst>
                <a:ext uri="{FF2B5EF4-FFF2-40B4-BE49-F238E27FC236}">
                  <a16:creationId xmlns:a16="http://schemas.microsoft.com/office/drawing/2014/main" id="{84FB53AD-F0D0-2734-F0F8-A08CF48736FE}"/>
                </a:ext>
              </a:extLst>
            </p:cNvPr>
            <p:cNvGrpSpPr/>
            <p:nvPr/>
          </p:nvGrpSpPr>
          <p:grpSpPr>
            <a:xfrm>
              <a:off x="2881530" y="2287315"/>
              <a:ext cx="118016" cy="156327"/>
              <a:chOff x="8604191" y="699940"/>
              <a:chExt cx="211026" cy="279530"/>
            </a:xfrm>
          </p:grpSpPr>
          <p:grpSp>
            <p:nvGrpSpPr>
              <p:cNvPr id="121" name="グループ化 120">
                <a:extLst>
                  <a:ext uri="{FF2B5EF4-FFF2-40B4-BE49-F238E27FC236}">
                    <a16:creationId xmlns:a16="http://schemas.microsoft.com/office/drawing/2014/main" id="{07F1A85B-B70E-9F8F-E7A3-A8251EACAF47}"/>
                  </a:ext>
                </a:extLst>
              </p:cNvPr>
              <p:cNvGrpSpPr/>
              <p:nvPr/>
            </p:nvGrpSpPr>
            <p:grpSpPr>
              <a:xfrm>
                <a:off x="8604191" y="699940"/>
                <a:ext cx="211026" cy="279530"/>
                <a:chOff x="8604191" y="672399"/>
                <a:chExt cx="211026" cy="279530"/>
              </a:xfrm>
            </p:grpSpPr>
            <p:cxnSp>
              <p:nvCxnSpPr>
                <p:cNvPr id="124" name="コネクタ: カギ線 123">
                  <a:extLst>
                    <a:ext uri="{FF2B5EF4-FFF2-40B4-BE49-F238E27FC236}">
                      <a16:creationId xmlns:a16="http://schemas.microsoft.com/office/drawing/2014/main" id="{E3AA2255-66E0-10BC-54E8-A4F172F3E5EE}"/>
                    </a:ext>
                  </a:extLst>
                </p:cNvPr>
                <p:cNvCxnSpPr>
                  <a:cxnSpLocks/>
                </p:cNvCxnSpPr>
                <p:nvPr/>
              </p:nvCxnSpPr>
              <p:spPr>
                <a:xfrm rot="16200000" flipH="1">
                  <a:off x="8604191" y="740903"/>
                  <a:ext cx="211026" cy="211026"/>
                </a:xfrm>
                <a:prstGeom prst="bentConnector3">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5" name="直線コネクタ 124">
                  <a:extLst>
                    <a:ext uri="{FF2B5EF4-FFF2-40B4-BE49-F238E27FC236}">
                      <a16:creationId xmlns:a16="http://schemas.microsoft.com/office/drawing/2014/main" id="{24E22251-1545-0507-CC8B-20FF6561F918}"/>
                    </a:ext>
                  </a:extLst>
                </p:cNvPr>
                <p:cNvCxnSpPr>
                  <a:cxnSpLocks/>
                </p:cNvCxnSpPr>
                <p:nvPr/>
              </p:nvCxnSpPr>
              <p:spPr>
                <a:xfrm>
                  <a:off x="8706065" y="725136"/>
                  <a:ext cx="0" cy="22387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6" name="直線コネクタ 125">
                  <a:extLst>
                    <a:ext uri="{FF2B5EF4-FFF2-40B4-BE49-F238E27FC236}">
                      <a16:creationId xmlns:a16="http://schemas.microsoft.com/office/drawing/2014/main" id="{2B44E808-EA74-7D9C-4B96-91CFEF43E1D6}"/>
                    </a:ext>
                  </a:extLst>
                </p:cNvPr>
                <p:cNvCxnSpPr>
                  <a:cxnSpLocks/>
                </p:cNvCxnSpPr>
                <p:nvPr/>
              </p:nvCxnSpPr>
              <p:spPr>
                <a:xfrm>
                  <a:off x="8653289" y="672403"/>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7" name="直線コネクタ 126">
                  <a:extLst>
                    <a:ext uri="{FF2B5EF4-FFF2-40B4-BE49-F238E27FC236}">
                      <a16:creationId xmlns:a16="http://schemas.microsoft.com/office/drawing/2014/main" id="{600A1AFB-D344-8165-5E68-040C524DEAEE}"/>
                    </a:ext>
                  </a:extLst>
                </p:cNvPr>
                <p:cNvCxnSpPr>
                  <a:cxnSpLocks/>
                </p:cNvCxnSpPr>
                <p:nvPr/>
              </p:nvCxnSpPr>
              <p:spPr>
                <a:xfrm flipH="1">
                  <a:off x="8712819" y="672399"/>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22" name="直線コネクタ 121">
                <a:extLst>
                  <a:ext uri="{FF2B5EF4-FFF2-40B4-BE49-F238E27FC236}">
                    <a16:creationId xmlns:a16="http://schemas.microsoft.com/office/drawing/2014/main" id="{512DDD8A-3D96-B529-D7DE-E4A1126FE378}"/>
                  </a:ext>
                </a:extLst>
              </p:cNvPr>
              <p:cNvCxnSpPr>
                <a:cxnSpLocks/>
              </p:cNvCxnSpPr>
              <p:nvPr/>
            </p:nvCxnSpPr>
            <p:spPr>
              <a:xfrm flipH="1">
                <a:off x="8645440" y="81942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3" name="直線コネクタ 122">
                <a:extLst>
                  <a:ext uri="{FF2B5EF4-FFF2-40B4-BE49-F238E27FC236}">
                    <a16:creationId xmlns:a16="http://schemas.microsoft.com/office/drawing/2014/main" id="{82DADE92-9607-A774-6D4F-D05521F6FF7C}"/>
                  </a:ext>
                </a:extLst>
              </p:cNvPr>
              <p:cNvCxnSpPr>
                <a:cxnSpLocks/>
              </p:cNvCxnSpPr>
              <p:nvPr/>
            </p:nvCxnSpPr>
            <p:spPr>
              <a:xfrm flipH="1">
                <a:off x="8645440" y="92587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129" name="テキスト ボックス 128">
              <a:extLst>
                <a:ext uri="{FF2B5EF4-FFF2-40B4-BE49-F238E27FC236}">
                  <a16:creationId xmlns:a16="http://schemas.microsoft.com/office/drawing/2014/main" id="{BE953A4B-EB1B-5F8E-F092-5B9233A00C56}"/>
                </a:ext>
              </a:extLst>
            </p:cNvPr>
            <p:cNvSpPr txBox="1"/>
            <p:nvPr/>
          </p:nvSpPr>
          <p:spPr>
            <a:xfrm>
              <a:off x="2894376" y="2239587"/>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sp>
        <p:nvSpPr>
          <p:cNvPr id="132" name="四角形: 角を丸くする 131">
            <a:extLst>
              <a:ext uri="{FF2B5EF4-FFF2-40B4-BE49-F238E27FC236}">
                <a16:creationId xmlns:a16="http://schemas.microsoft.com/office/drawing/2014/main" id="{931CBEBC-7D51-F8E5-72EA-A7D9765DF845}"/>
              </a:ext>
            </a:extLst>
          </p:cNvPr>
          <p:cNvSpPr/>
          <p:nvPr/>
        </p:nvSpPr>
        <p:spPr>
          <a:xfrm>
            <a:off x="5801749"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6957D0C7-DA60-63C6-6506-D17AF697D4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DEB75D73-86A1-A0AB-991B-E2E25B75569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180E05A2-C3FA-1D96-5FA8-64528A9AEE82}"/>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B7417A2F-6906-1A27-BEFD-5E0F2A483DA9}"/>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4B23848-9AC6-EFB2-073E-A3CFF8E40EF6}"/>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A77A1C8D-EB94-3DBF-3C44-BF05EB314A03}"/>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DBF1C5D0-EEC2-0E36-8088-EEAC2FE8D394}"/>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AAC63262-553D-37B6-EEDE-79FF3F69440C}"/>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88" name="グループ化 187">
            <a:extLst>
              <a:ext uri="{FF2B5EF4-FFF2-40B4-BE49-F238E27FC236}">
                <a16:creationId xmlns:a16="http://schemas.microsoft.com/office/drawing/2014/main" id="{69EA017C-6AE9-4419-6F13-F106605EDC4C}"/>
              </a:ext>
            </a:extLst>
          </p:cNvPr>
          <p:cNvGrpSpPr/>
          <p:nvPr/>
        </p:nvGrpSpPr>
        <p:grpSpPr>
          <a:xfrm>
            <a:off x="5760525" y="2013988"/>
            <a:ext cx="664601" cy="468613"/>
            <a:chOff x="5312656" y="2013988"/>
            <a:chExt cx="664601" cy="468613"/>
          </a:xfrm>
        </p:grpSpPr>
        <p:sp>
          <p:nvSpPr>
            <p:cNvPr id="138" name="吹き出し: 角を丸めた四角形 137">
              <a:extLst>
                <a:ext uri="{FF2B5EF4-FFF2-40B4-BE49-F238E27FC236}">
                  <a16:creationId xmlns:a16="http://schemas.microsoft.com/office/drawing/2014/main" id="{732BFDFD-11D4-37EC-FBBB-4FD6CE9C322D}"/>
                </a:ext>
              </a:extLst>
            </p:cNvPr>
            <p:cNvSpPr/>
            <p:nvPr/>
          </p:nvSpPr>
          <p:spPr>
            <a:xfrm>
              <a:off x="5312656" y="2220991"/>
              <a:ext cx="620865" cy="261610"/>
            </a:xfrm>
            <a:prstGeom prst="wedgeRoundRectCallout">
              <a:avLst/>
            </a:prstGeom>
            <a:solidFill>
              <a:schemeClr val="accent6">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四角形: 上の 2 つの角を丸める 138">
              <a:extLst>
                <a:ext uri="{FF2B5EF4-FFF2-40B4-BE49-F238E27FC236}">
                  <a16:creationId xmlns:a16="http://schemas.microsoft.com/office/drawing/2014/main" id="{3F8ADD77-D974-B818-19AD-B30C327CC673}"/>
                </a:ext>
              </a:extLst>
            </p:cNvPr>
            <p:cNvSpPr/>
            <p:nvPr/>
          </p:nvSpPr>
          <p:spPr>
            <a:xfrm>
              <a:off x="5318467" y="2013988"/>
              <a:ext cx="609242" cy="224910"/>
            </a:xfrm>
            <a:prstGeom prst="round2SameRect">
              <a:avLst>
                <a:gd name="adj1" fmla="val 12104"/>
                <a:gd name="adj2" fmla="val 0"/>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2" name="テキスト ボックス 141">
              <a:extLst>
                <a:ext uri="{FF2B5EF4-FFF2-40B4-BE49-F238E27FC236}">
                  <a16:creationId xmlns:a16="http://schemas.microsoft.com/office/drawing/2014/main" id="{281B2245-74EC-6140-051A-B81258D2DA9D}"/>
                </a:ext>
              </a:extLst>
            </p:cNvPr>
            <p:cNvSpPr txBox="1"/>
            <p:nvPr/>
          </p:nvSpPr>
          <p:spPr>
            <a:xfrm>
              <a:off x="5418425" y="2239587"/>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pic>
          <p:nvPicPr>
            <p:cNvPr id="163" name="図 162">
              <a:extLst>
                <a:ext uri="{FF2B5EF4-FFF2-40B4-BE49-F238E27FC236}">
                  <a16:creationId xmlns:a16="http://schemas.microsoft.com/office/drawing/2014/main" id="{492F1200-BC2A-7377-8726-8312A33335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62379" y="2269824"/>
              <a:ext cx="191289" cy="189721"/>
            </a:xfrm>
            <a:prstGeom prst="rect">
              <a:avLst/>
            </a:prstGeom>
          </p:spPr>
        </p:pic>
      </p:grpSp>
      <p:grpSp>
        <p:nvGrpSpPr>
          <p:cNvPr id="218" name="グループ化 217">
            <a:extLst>
              <a:ext uri="{FF2B5EF4-FFF2-40B4-BE49-F238E27FC236}">
                <a16:creationId xmlns:a16="http://schemas.microsoft.com/office/drawing/2014/main" id="{12EE36D9-09FA-0CEE-81D0-23E0F5061DD6}"/>
              </a:ext>
            </a:extLst>
          </p:cNvPr>
          <p:cNvGrpSpPr/>
          <p:nvPr/>
        </p:nvGrpSpPr>
        <p:grpSpPr>
          <a:xfrm>
            <a:off x="8284554" y="2042989"/>
            <a:ext cx="534204" cy="540320"/>
            <a:chOff x="7836685" y="2042989"/>
            <a:chExt cx="534204" cy="540320"/>
          </a:xfrm>
        </p:grpSpPr>
        <p:sp>
          <p:nvSpPr>
            <p:cNvPr id="165" name="四角形: 角を丸くする 164">
              <a:extLst>
                <a:ext uri="{FF2B5EF4-FFF2-40B4-BE49-F238E27FC236}">
                  <a16:creationId xmlns:a16="http://schemas.microsoft.com/office/drawing/2014/main" id="{F43BAFAB-F4BC-93E8-8451-C7BD2200C25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6" name="グラフィックス 165" descr="ユーザー 単色塗りつぶし">
              <a:extLst>
                <a:ext uri="{FF2B5EF4-FFF2-40B4-BE49-F238E27FC236}">
                  <a16:creationId xmlns:a16="http://schemas.microsoft.com/office/drawing/2014/main" id="{96D807AB-80E7-C84A-CBF2-FEDDBC3912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7" name="グループ化 166">
            <a:extLst>
              <a:ext uri="{FF2B5EF4-FFF2-40B4-BE49-F238E27FC236}">
                <a16:creationId xmlns:a16="http://schemas.microsoft.com/office/drawing/2014/main" id="{13C1E99D-F3F6-F1A2-F287-FF4AE8AEBA2B}"/>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C44ACB92-E55A-C023-6FDA-3B16F884CCF0}"/>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9DE81B62-91A3-6B79-9649-0372F4453F6D}"/>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6A8651EF-4E76-1365-12BD-934C03923D11}"/>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DFDC7A9E-3F8C-BF53-0D98-DE8C5F435EFE}"/>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52DFA61B-8B73-81A3-6680-8B4B1D8C1DB4}"/>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026D9864-0277-32DD-55ED-AB968C036335}"/>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89" name="テキスト ボックス 188">
            <a:extLst>
              <a:ext uri="{FF2B5EF4-FFF2-40B4-BE49-F238E27FC236}">
                <a16:creationId xmlns:a16="http://schemas.microsoft.com/office/drawing/2014/main" id="{4D2F50C9-B2B3-A0CC-2ED2-2B9D99DF317B}"/>
              </a:ext>
            </a:extLst>
          </p:cNvPr>
          <p:cNvSpPr txBox="1"/>
          <p:nvPr/>
        </p:nvSpPr>
        <p:spPr>
          <a:xfrm>
            <a:off x="3013396" y="3012968"/>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0" name="テキスト ボックス 189">
            <a:extLst>
              <a:ext uri="{FF2B5EF4-FFF2-40B4-BE49-F238E27FC236}">
                <a16:creationId xmlns:a16="http://schemas.microsoft.com/office/drawing/2014/main" id="{4EF56D8E-CD5E-2B14-3387-6912E0BE62B3}"/>
              </a:ext>
            </a:extLst>
          </p:cNvPr>
          <p:cNvSpPr txBox="1"/>
          <p:nvPr/>
        </p:nvSpPr>
        <p:spPr>
          <a:xfrm>
            <a:off x="4109582" y="3028357"/>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2" name="四角形: 角を丸くする 191">
            <a:extLst>
              <a:ext uri="{FF2B5EF4-FFF2-40B4-BE49-F238E27FC236}">
                <a16:creationId xmlns:a16="http://schemas.microsoft.com/office/drawing/2014/main" id="{169E095E-A309-90A8-63FF-C1708F42DC5F}"/>
              </a:ext>
            </a:extLst>
          </p:cNvPr>
          <p:cNvSpPr/>
          <p:nvPr/>
        </p:nvSpPr>
        <p:spPr>
          <a:xfrm>
            <a:off x="3277700" y="3395310"/>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93" name="グラフィックス 192" descr="ユーザー 単色塗りつぶし">
            <a:extLst>
              <a:ext uri="{FF2B5EF4-FFF2-40B4-BE49-F238E27FC236}">
                <a16:creationId xmlns:a16="http://schemas.microsoft.com/office/drawing/2014/main" id="{1D7D5E1D-5616-2DFF-CA9B-65DD75B55A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77187" y="3401939"/>
            <a:ext cx="533691" cy="533691"/>
          </a:xfrm>
          <a:prstGeom prst="rect">
            <a:avLst/>
          </a:prstGeom>
        </p:spPr>
      </p:pic>
      <p:grpSp>
        <p:nvGrpSpPr>
          <p:cNvPr id="194" name="グループ化 193">
            <a:extLst>
              <a:ext uri="{FF2B5EF4-FFF2-40B4-BE49-F238E27FC236}">
                <a16:creationId xmlns:a16="http://schemas.microsoft.com/office/drawing/2014/main" id="{823682F9-7CF1-DDC3-9296-700F13CC3C2B}"/>
              </a:ext>
            </a:extLst>
          </p:cNvPr>
          <p:cNvGrpSpPr/>
          <p:nvPr/>
        </p:nvGrpSpPr>
        <p:grpSpPr>
          <a:xfrm>
            <a:off x="3942441" y="3394004"/>
            <a:ext cx="824705" cy="541625"/>
            <a:chOff x="1063284" y="1905266"/>
            <a:chExt cx="2372751" cy="1839424"/>
          </a:xfrm>
        </p:grpSpPr>
        <p:sp>
          <p:nvSpPr>
            <p:cNvPr id="212" name="四角形: 上の 2 つの角を丸める 211">
              <a:extLst>
                <a:ext uri="{FF2B5EF4-FFF2-40B4-BE49-F238E27FC236}">
                  <a16:creationId xmlns:a16="http://schemas.microsoft.com/office/drawing/2014/main" id="{A905AE0C-EA44-20A4-F251-89DF93F8A50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3" name="四角形: 上の 2 つの角を丸める 212">
              <a:extLst>
                <a:ext uri="{FF2B5EF4-FFF2-40B4-BE49-F238E27FC236}">
                  <a16:creationId xmlns:a16="http://schemas.microsoft.com/office/drawing/2014/main" id="{A0201047-781C-8024-9CA4-D7F48EAFBDDC}"/>
                </a:ext>
              </a:extLst>
            </p:cNvPr>
            <p:cNvSpPr/>
            <p:nvPr/>
          </p:nvSpPr>
          <p:spPr>
            <a:xfrm flipV="1">
              <a:off x="1063284" y="2749528"/>
              <a:ext cx="2372751" cy="995162"/>
            </a:xfrm>
            <a:prstGeom prst="round2SameRect">
              <a:avLst>
                <a:gd name="adj1" fmla="val 12104"/>
                <a:gd name="adj2" fmla="val 0"/>
              </a:avLst>
            </a:prstGeom>
            <a:gradFill>
              <a:gsLst>
                <a:gs pos="0">
                  <a:schemeClr val="accent2">
                    <a:lumMod val="40000"/>
                    <a:lumOff val="60000"/>
                  </a:schemeClr>
                </a:gs>
                <a:gs pos="86000">
                  <a:schemeClr val="accent6">
                    <a:lumMod val="40000"/>
                    <a:lumOff val="60000"/>
                  </a:schemeClr>
                </a:gs>
              </a:gsLst>
              <a:path path="circle">
                <a:fillToRect l="50000" t="130000" r="50000" b="-3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5" name="テキスト ボックス 194">
            <a:extLst>
              <a:ext uri="{FF2B5EF4-FFF2-40B4-BE49-F238E27FC236}">
                <a16:creationId xmlns:a16="http://schemas.microsoft.com/office/drawing/2014/main" id="{839089B5-DC14-FF4A-A8F4-41A97D8B68B6}"/>
              </a:ext>
            </a:extLst>
          </p:cNvPr>
          <p:cNvSpPr txBox="1"/>
          <p:nvPr/>
        </p:nvSpPr>
        <p:spPr>
          <a:xfrm>
            <a:off x="3880122" y="3377010"/>
            <a:ext cx="956893" cy="261610"/>
          </a:xfrm>
          <a:prstGeom prst="rect">
            <a:avLst/>
          </a:prstGeom>
          <a:noFill/>
        </p:spPr>
        <p:txBody>
          <a:bodyPr wrap="square">
            <a:spAutoFit/>
          </a:bodyPr>
          <a:lstStyle/>
          <a:p>
            <a:pPr algn="ctr"/>
            <a:r>
              <a:rPr lang="en-US" altLang="ja-JP" sz="1100">
                <a:solidFill>
                  <a:schemeClr val="accent2"/>
                </a:solidFill>
                <a:latin typeface="原稿用標準書体" panose="03000503000000000000" pitchFamily="66" charset="-128"/>
                <a:ea typeface="原稿用標準書体" panose="03000503000000000000" pitchFamily="66" charset="-128"/>
              </a:rPr>
              <a:t>BONUS</a:t>
            </a:r>
            <a:r>
              <a:rPr lang="ja-JP" altLang="en-US" sz="1100">
                <a:solidFill>
                  <a:schemeClr val="accent2"/>
                </a:solidFill>
                <a:latin typeface="原稿用標準書体" panose="03000503000000000000" pitchFamily="66" charset="-128"/>
                <a:ea typeface="原稿用標準書体" panose="03000503000000000000" pitchFamily="66" charset="-128"/>
              </a:rPr>
              <a:t>発生</a:t>
            </a:r>
            <a:endParaRPr kumimoji="1" lang="ja-JP" altLang="en-US" sz="1100">
              <a:solidFill>
                <a:schemeClr val="accent2"/>
              </a:solidFill>
              <a:latin typeface="原稿用標準書体" panose="03000503000000000000" pitchFamily="66" charset="-128"/>
              <a:ea typeface="原稿用標準書体" panose="03000503000000000000" pitchFamily="66" charset="-128"/>
            </a:endParaRPr>
          </a:p>
        </p:txBody>
      </p:sp>
      <p:sp>
        <p:nvSpPr>
          <p:cNvPr id="196" name="テキスト ボックス 195">
            <a:extLst>
              <a:ext uri="{FF2B5EF4-FFF2-40B4-BE49-F238E27FC236}">
                <a16:creationId xmlns:a16="http://schemas.microsoft.com/office/drawing/2014/main" id="{8C33688A-703C-684D-EF59-338A3F2B901D}"/>
              </a:ext>
            </a:extLst>
          </p:cNvPr>
          <p:cNvSpPr txBox="1"/>
          <p:nvPr/>
        </p:nvSpPr>
        <p:spPr>
          <a:xfrm>
            <a:off x="3913760" y="365010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延長中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5B0C55DE-67C4-85F2-8FBF-1140C2B339E5}"/>
              </a:ext>
            </a:extLst>
          </p:cNvPr>
          <p:cNvGrpSpPr/>
          <p:nvPr/>
        </p:nvGrpSpPr>
        <p:grpSpPr>
          <a:xfrm>
            <a:off x="4497389" y="3688194"/>
            <a:ext cx="206177" cy="206177"/>
            <a:chOff x="4178990" y="4732529"/>
            <a:chExt cx="914400" cy="914400"/>
          </a:xfrm>
        </p:grpSpPr>
        <p:sp>
          <p:nvSpPr>
            <p:cNvPr id="210" name="楕円 209">
              <a:extLst>
                <a:ext uri="{FF2B5EF4-FFF2-40B4-BE49-F238E27FC236}">
                  <a16:creationId xmlns:a16="http://schemas.microsoft.com/office/drawing/2014/main" id="{D350ECE1-C0D3-BBE8-AC61-05630182A7CF}"/>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1" name="部分円 210">
              <a:extLst>
                <a:ext uri="{FF2B5EF4-FFF2-40B4-BE49-F238E27FC236}">
                  <a16:creationId xmlns:a16="http://schemas.microsoft.com/office/drawing/2014/main" id="{0124E957-A599-D486-B7D0-248A431D297C}"/>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98" name="吹き出し: 角を丸めた四角形 197">
            <a:extLst>
              <a:ext uri="{FF2B5EF4-FFF2-40B4-BE49-F238E27FC236}">
                <a16:creationId xmlns:a16="http://schemas.microsoft.com/office/drawing/2014/main" id="{2DA16DDC-8AF5-EDE1-9363-2C15683B04F4}"/>
              </a:ext>
            </a:extLst>
          </p:cNvPr>
          <p:cNvSpPr/>
          <p:nvPr/>
        </p:nvSpPr>
        <p:spPr>
          <a:xfrm>
            <a:off x="3236476" y="3573312"/>
            <a:ext cx="620865" cy="261610"/>
          </a:xfrm>
          <a:prstGeom prst="wedgeRoundRectCallout">
            <a:avLst/>
          </a:prstGeom>
          <a:gradFill>
            <a:gsLst>
              <a:gs pos="0">
                <a:schemeClr val="accent2">
                  <a:lumMod val="20000"/>
                  <a:lumOff val="80000"/>
                </a:schemeClr>
              </a:gs>
              <a:gs pos="86000">
                <a:schemeClr val="accent6">
                  <a:lumMod val="40000"/>
                  <a:lumOff val="60000"/>
                </a:schemeClr>
              </a:gs>
            </a:gsLst>
            <a:path path="circle">
              <a:fillToRect l="50000" t="130000" r="50000" b="-3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9" name="四角形: 上の 2 つの角を丸める 198">
            <a:extLst>
              <a:ext uri="{FF2B5EF4-FFF2-40B4-BE49-F238E27FC236}">
                <a16:creationId xmlns:a16="http://schemas.microsoft.com/office/drawing/2014/main" id="{BC0DCE07-B7E7-F162-85D5-453FB1B8BD0B}"/>
              </a:ext>
            </a:extLst>
          </p:cNvPr>
          <p:cNvSpPr/>
          <p:nvPr/>
        </p:nvSpPr>
        <p:spPr>
          <a:xfrm>
            <a:off x="3242287" y="3366309"/>
            <a:ext cx="609242" cy="224910"/>
          </a:xfrm>
          <a:prstGeom prst="round2SameRect">
            <a:avLst>
              <a:gd name="adj1" fmla="val 12104"/>
              <a:gd name="adj2" fmla="val 0"/>
            </a:avLst>
          </a:prstGeom>
          <a:gradFill flip="none" rotWithShape="1">
            <a:gsLst>
              <a:gs pos="0">
                <a:schemeClr val="accent2"/>
              </a:gs>
              <a:gs pos="86000">
                <a:schemeClr val="accent6">
                  <a:lumMod val="6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0" name="テキスト ボックス 199">
            <a:extLst>
              <a:ext uri="{FF2B5EF4-FFF2-40B4-BE49-F238E27FC236}">
                <a16:creationId xmlns:a16="http://schemas.microsoft.com/office/drawing/2014/main" id="{DB7617AC-FB77-D19E-466E-F7B4C925BAA4}"/>
              </a:ext>
            </a:extLst>
          </p:cNvPr>
          <p:cNvSpPr txBox="1"/>
          <p:nvPr/>
        </p:nvSpPr>
        <p:spPr>
          <a:xfrm>
            <a:off x="3108489" y="3358859"/>
            <a:ext cx="876408" cy="246221"/>
          </a:xfrm>
          <a:prstGeom prst="rect">
            <a:avLst/>
          </a:prstGeom>
          <a:noFill/>
        </p:spPr>
        <p:txBody>
          <a:bodyPr wrap="square">
            <a:spAutoFit/>
          </a:bodyPr>
          <a:lstStyle/>
          <a:p>
            <a:pPr algn="ctr"/>
            <a: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t>BONUS</a:t>
            </a:r>
            <a:endPar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01" name="グループ化 200">
            <a:extLst>
              <a:ext uri="{FF2B5EF4-FFF2-40B4-BE49-F238E27FC236}">
                <a16:creationId xmlns:a16="http://schemas.microsoft.com/office/drawing/2014/main" id="{AF1038D5-E221-82F7-8C9F-AEDE2F12C974}"/>
              </a:ext>
            </a:extLst>
          </p:cNvPr>
          <p:cNvGrpSpPr/>
          <p:nvPr/>
        </p:nvGrpSpPr>
        <p:grpSpPr>
          <a:xfrm>
            <a:off x="3329399" y="3639636"/>
            <a:ext cx="118016" cy="156327"/>
            <a:chOff x="8604191" y="699940"/>
            <a:chExt cx="211026" cy="279530"/>
          </a:xfrm>
        </p:grpSpPr>
        <p:grpSp>
          <p:nvGrpSpPr>
            <p:cNvPr id="203" name="グループ化 202">
              <a:extLst>
                <a:ext uri="{FF2B5EF4-FFF2-40B4-BE49-F238E27FC236}">
                  <a16:creationId xmlns:a16="http://schemas.microsoft.com/office/drawing/2014/main" id="{FB784554-991B-DA1F-B4D3-7C64369DAAA9}"/>
                </a:ext>
              </a:extLst>
            </p:cNvPr>
            <p:cNvGrpSpPr/>
            <p:nvPr/>
          </p:nvGrpSpPr>
          <p:grpSpPr>
            <a:xfrm>
              <a:off x="8604191" y="699940"/>
              <a:ext cx="211026" cy="279530"/>
              <a:chOff x="8604191" y="672399"/>
              <a:chExt cx="211026" cy="279530"/>
            </a:xfrm>
          </p:grpSpPr>
          <p:cxnSp>
            <p:nvCxnSpPr>
              <p:cNvPr id="206" name="コネクタ: カギ線 205">
                <a:extLst>
                  <a:ext uri="{FF2B5EF4-FFF2-40B4-BE49-F238E27FC236}">
                    <a16:creationId xmlns:a16="http://schemas.microsoft.com/office/drawing/2014/main" id="{85D3CCBA-5B71-059E-8D52-5B02FA42DC93}"/>
                  </a:ext>
                </a:extLst>
              </p:cNvPr>
              <p:cNvCxnSpPr>
                <a:cxnSpLocks/>
              </p:cNvCxnSpPr>
              <p:nvPr/>
            </p:nvCxnSpPr>
            <p:spPr>
              <a:xfrm rot="16200000" flipH="1">
                <a:off x="8604191" y="740903"/>
                <a:ext cx="211026" cy="211026"/>
              </a:xfrm>
              <a:prstGeom prst="bentConnector3">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7" name="直線コネクタ 206">
                <a:extLst>
                  <a:ext uri="{FF2B5EF4-FFF2-40B4-BE49-F238E27FC236}">
                    <a16:creationId xmlns:a16="http://schemas.microsoft.com/office/drawing/2014/main" id="{A06534D5-D397-FB33-9787-4F7E1CECEB40}"/>
                  </a:ext>
                </a:extLst>
              </p:cNvPr>
              <p:cNvCxnSpPr>
                <a:cxnSpLocks/>
              </p:cNvCxnSpPr>
              <p:nvPr/>
            </p:nvCxnSpPr>
            <p:spPr>
              <a:xfrm>
                <a:off x="8706065" y="725136"/>
                <a:ext cx="0" cy="22387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8" name="直線コネクタ 207">
                <a:extLst>
                  <a:ext uri="{FF2B5EF4-FFF2-40B4-BE49-F238E27FC236}">
                    <a16:creationId xmlns:a16="http://schemas.microsoft.com/office/drawing/2014/main" id="{34334024-4B66-3B61-4465-CB55D56FC09F}"/>
                  </a:ext>
                </a:extLst>
              </p:cNvPr>
              <p:cNvCxnSpPr>
                <a:cxnSpLocks/>
              </p:cNvCxnSpPr>
              <p:nvPr/>
            </p:nvCxnSpPr>
            <p:spPr>
              <a:xfrm>
                <a:off x="8653289" y="672403"/>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9" name="直線コネクタ 208">
                <a:extLst>
                  <a:ext uri="{FF2B5EF4-FFF2-40B4-BE49-F238E27FC236}">
                    <a16:creationId xmlns:a16="http://schemas.microsoft.com/office/drawing/2014/main" id="{CF4F9DD7-A235-872D-A3D6-DBE8BB598935}"/>
                  </a:ext>
                </a:extLst>
              </p:cNvPr>
              <p:cNvCxnSpPr>
                <a:cxnSpLocks/>
              </p:cNvCxnSpPr>
              <p:nvPr/>
            </p:nvCxnSpPr>
            <p:spPr>
              <a:xfrm flipH="1">
                <a:off x="8712819" y="672399"/>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4" name="直線コネクタ 203">
              <a:extLst>
                <a:ext uri="{FF2B5EF4-FFF2-40B4-BE49-F238E27FC236}">
                  <a16:creationId xmlns:a16="http://schemas.microsoft.com/office/drawing/2014/main" id="{8C6F4564-6AAE-38C8-05B4-E02CD9B4AE8E}"/>
                </a:ext>
              </a:extLst>
            </p:cNvPr>
            <p:cNvCxnSpPr>
              <a:cxnSpLocks/>
            </p:cNvCxnSpPr>
            <p:nvPr/>
          </p:nvCxnSpPr>
          <p:spPr>
            <a:xfrm flipH="1">
              <a:off x="8645440" y="81942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5" name="直線コネクタ 204">
              <a:extLst>
                <a:ext uri="{FF2B5EF4-FFF2-40B4-BE49-F238E27FC236}">
                  <a16:creationId xmlns:a16="http://schemas.microsoft.com/office/drawing/2014/main" id="{8AC52AB3-7BAB-FA04-3A07-D610BACC26B4}"/>
                </a:ext>
              </a:extLst>
            </p:cNvPr>
            <p:cNvCxnSpPr>
              <a:cxnSpLocks/>
            </p:cNvCxnSpPr>
            <p:nvPr/>
          </p:nvCxnSpPr>
          <p:spPr>
            <a:xfrm flipH="1">
              <a:off x="8645440" y="92587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202" name="テキスト ボックス 201">
            <a:extLst>
              <a:ext uri="{FF2B5EF4-FFF2-40B4-BE49-F238E27FC236}">
                <a16:creationId xmlns:a16="http://schemas.microsoft.com/office/drawing/2014/main" id="{696A3788-0D68-EC54-A9C9-B2D163563F4C}"/>
              </a:ext>
            </a:extLst>
          </p:cNvPr>
          <p:cNvSpPr txBox="1"/>
          <p:nvPr/>
        </p:nvSpPr>
        <p:spPr>
          <a:xfrm>
            <a:off x="3342245" y="3591908"/>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sp>
        <p:nvSpPr>
          <p:cNvPr id="217" name="テキスト ボックス 216">
            <a:extLst>
              <a:ext uri="{FF2B5EF4-FFF2-40B4-BE49-F238E27FC236}">
                <a16:creationId xmlns:a16="http://schemas.microsoft.com/office/drawing/2014/main" id="{BD449624-514E-FB15-8CEB-42CA7D525CA3}"/>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7962679E-B2D0-52B6-21A3-869D8B58C9E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1480568E-53B1-6C80-5EE9-C0977D4D6A4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C00822F6-8E17-45AF-0041-2F9574D7D16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0F1E24D-4E5F-DEC1-F7B8-9ECFAD3AADE1}"/>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AC9CD448-587B-FEAC-0D74-CA2F6CA25011}"/>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EFE6C4E5-FB72-6FAA-6F1C-48F7012F45E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3E938DEB-59F3-26DE-DE01-919E7E8C260B}"/>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A2FC4F0A-35E0-976B-667C-7B59637AB4E9}"/>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47BB9631-8FF8-C5E6-245E-67A9BE299F2F}"/>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5F4DDA47-DA62-45D5-A318-F6EFC713BE78}"/>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DCBB490F-EB37-118C-8F7F-E1A2842A5F45}"/>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396B391F-F7B0-9DF4-4E66-56C9409EB7CA}"/>
              </a:ext>
            </a:extLst>
          </p:cNvPr>
          <p:cNvPicPr>
            <a:picLocks noChangeAspect="1"/>
          </p:cNvPicPr>
          <p:nvPr/>
        </p:nvPicPr>
        <p:blipFill>
          <a:blip r:embed="rId7">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FD3E832B-47F0-EB76-2955-68DA2662EF76}"/>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7059D80E-F290-B071-CF11-EFBDB35EB211}"/>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9B76D1E2-3EEF-A737-C01E-88FBE3AF56EB}"/>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C8E683A7-B2A9-6096-AE8F-BEB88E3AAD2B}"/>
              </a:ext>
            </a:extLst>
          </p:cNvPr>
          <p:cNvSpPr/>
          <p:nvPr/>
        </p:nvSpPr>
        <p:spPr>
          <a:xfrm>
            <a:off x="957524" y="1340441"/>
            <a:ext cx="872826" cy="4071314"/>
          </a:xfrm>
          <a:prstGeom prst="roundRect">
            <a:avLst>
              <a:gd name="adj" fmla="val 50000"/>
            </a:avLst>
          </a:prstGeom>
          <a:solidFill>
            <a:schemeClr val="accent2">
              <a:lumMod val="20000"/>
              <a:lumOff val="80000"/>
              <a:alpha val="7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63" name="グループ化 62">
            <a:extLst>
              <a:ext uri="{FF2B5EF4-FFF2-40B4-BE49-F238E27FC236}">
                <a16:creationId xmlns:a16="http://schemas.microsoft.com/office/drawing/2014/main" id="{36BC73B0-FCB6-D99E-E493-36DED1A80830}"/>
              </a:ext>
            </a:extLst>
          </p:cNvPr>
          <p:cNvGrpSpPr/>
          <p:nvPr/>
        </p:nvGrpSpPr>
        <p:grpSpPr>
          <a:xfrm>
            <a:off x="1177472" y="1526309"/>
            <a:ext cx="432931" cy="3699578"/>
            <a:chOff x="854693" y="1754152"/>
            <a:chExt cx="377796" cy="3228426"/>
          </a:xfrm>
        </p:grpSpPr>
        <p:grpSp>
          <p:nvGrpSpPr>
            <p:cNvPr id="13" name="グループ化 12">
              <a:extLst>
                <a:ext uri="{FF2B5EF4-FFF2-40B4-BE49-F238E27FC236}">
                  <a16:creationId xmlns:a16="http://schemas.microsoft.com/office/drawing/2014/main" id="{D4647DA9-B7A0-4997-6A83-4BA0038CA190}"/>
                </a:ext>
              </a:extLst>
            </p:cNvPr>
            <p:cNvGrpSpPr/>
            <p:nvPr/>
          </p:nvGrpSpPr>
          <p:grpSpPr>
            <a:xfrm>
              <a:off x="854693" y="1754152"/>
              <a:ext cx="377796" cy="382121"/>
              <a:chOff x="7836685" y="2042989"/>
              <a:chExt cx="534204" cy="540320"/>
            </a:xfrm>
          </p:grpSpPr>
          <p:sp>
            <p:nvSpPr>
              <p:cNvPr id="14" name="四角形: 角を丸くする 13">
                <a:extLst>
                  <a:ext uri="{FF2B5EF4-FFF2-40B4-BE49-F238E27FC236}">
                    <a16:creationId xmlns:a16="http://schemas.microsoft.com/office/drawing/2014/main" id="{BD827543-E9FB-615C-7A65-5206EB2B13F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4B2E6E19-DCEA-7B9A-8D71-1A9885AAB4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5BD608E5-5498-0966-8F72-1868E352158D}"/>
                </a:ext>
              </a:extLst>
            </p:cNvPr>
            <p:cNvGrpSpPr/>
            <p:nvPr/>
          </p:nvGrpSpPr>
          <p:grpSpPr>
            <a:xfrm>
              <a:off x="854693" y="2228536"/>
              <a:ext cx="377796" cy="382121"/>
              <a:chOff x="7836685" y="2042989"/>
              <a:chExt cx="534204" cy="540320"/>
            </a:xfrm>
          </p:grpSpPr>
          <p:sp>
            <p:nvSpPr>
              <p:cNvPr id="17" name="四角形: 角を丸くする 16">
                <a:extLst>
                  <a:ext uri="{FF2B5EF4-FFF2-40B4-BE49-F238E27FC236}">
                    <a16:creationId xmlns:a16="http://schemas.microsoft.com/office/drawing/2014/main" id="{13D99751-E85C-2D44-3597-8DE92B27C5E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160DAE2D-37BD-AF3A-6B68-B5CA253FF16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A2ED004C-DBFD-B3AA-B268-C3F3237887EF}"/>
                </a:ext>
              </a:extLst>
            </p:cNvPr>
            <p:cNvGrpSpPr/>
            <p:nvPr/>
          </p:nvGrpSpPr>
          <p:grpSpPr>
            <a:xfrm>
              <a:off x="854693" y="2702920"/>
              <a:ext cx="377796" cy="382121"/>
              <a:chOff x="7836685" y="2042989"/>
              <a:chExt cx="534204" cy="540320"/>
            </a:xfrm>
          </p:grpSpPr>
          <p:sp>
            <p:nvSpPr>
              <p:cNvPr id="39" name="四角形: 角を丸くする 38">
                <a:extLst>
                  <a:ext uri="{FF2B5EF4-FFF2-40B4-BE49-F238E27FC236}">
                    <a16:creationId xmlns:a16="http://schemas.microsoft.com/office/drawing/2014/main" id="{31D7B561-60B2-BEDA-8C84-625563AFDD1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ACF220C-1B5D-4194-24A9-3C40B93AF6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6EF98A07-C817-EF66-BCB0-0C0536CB3B58}"/>
                </a:ext>
              </a:extLst>
            </p:cNvPr>
            <p:cNvGrpSpPr/>
            <p:nvPr/>
          </p:nvGrpSpPr>
          <p:grpSpPr>
            <a:xfrm>
              <a:off x="854693" y="3177304"/>
              <a:ext cx="377796" cy="382121"/>
              <a:chOff x="7836685" y="2042989"/>
              <a:chExt cx="534204" cy="540320"/>
            </a:xfrm>
          </p:grpSpPr>
          <p:sp>
            <p:nvSpPr>
              <p:cNvPr id="45" name="四角形: 角を丸くする 44">
                <a:extLst>
                  <a:ext uri="{FF2B5EF4-FFF2-40B4-BE49-F238E27FC236}">
                    <a16:creationId xmlns:a16="http://schemas.microsoft.com/office/drawing/2014/main" id="{B3D614CB-2704-7BEC-CE84-B353944B528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D2244EF5-9978-674A-E506-BFE4F66868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6F1B038F-A356-719A-52E8-7E25B6EC037C}"/>
                </a:ext>
              </a:extLst>
            </p:cNvPr>
            <p:cNvGrpSpPr/>
            <p:nvPr/>
          </p:nvGrpSpPr>
          <p:grpSpPr>
            <a:xfrm>
              <a:off x="854693" y="3651688"/>
              <a:ext cx="377796" cy="382121"/>
              <a:chOff x="7836685" y="2042989"/>
              <a:chExt cx="534204" cy="540320"/>
            </a:xfrm>
          </p:grpSpPr>
          <p:sp>
            <p:nvSpPr>
              <p:cNvPr id="54" name="四角形: 角を丸くする 53">
                <a:extLst>
                  <a:ext uri="{FF2B5EF4-FFF2-40B4-BE49-F238E27FC236}">
                    <a16:creationId xmlns:a16="http://schemas.microsoft.com/office/drawing/2014/main" id="{4960D3E0-1B44-FB82-2833-BBD3E95D1C1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C1327A03-5603-C9E8-8352-16E4FBAC5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4313AF42-A909-8C8F-C92C-09FF3A10874A}"/>
                </a:ext>
              </a:extLst>
            </p:cNvPr>
            <p:cNvGrpSpPr/>
            <p:nvPr/>
          </p:nvGrpSpPr>
          <p:grpSpPr>
            <a:xfrm>
              <a:off x="854693" y="4126072"/>
              <a:ext cx="377796" cy="382121"/>
              <a:chOff x="7836685" y="2042989"/>
              <a:chExt cx="534204" cy="540320"/>
            </a:xfrm>
          </p:grpSpPr>
          <p:sp>
            <p:nvSpPr>
              <p:cNvPr id="57" name="四角形: 角を丸くする 56">
                <a:extLst>
                  <a:ext uri="{FF2B5EF4-FFF2-40B4-BE49-F238E27FC236}">
                    <a16:creationId xmlns:a16="http://schemas.microsoft.com/office/drawing/2014/main" id="{8520061B-349A-BF48-62A4-91B331FEDF9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E88FB374-C708-9B9A-B5DD-F5C3945A86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2EA3AF8F-61A7-1567-DEA1-12061828CB5A}"/>
                </a:ext>
              </a:extLst>
            </p:cNvPr>
            <p:cNvGrpSpPr/>
            <p:nvPr/>
          </p:nvGrpSpPr>
          <p:grpSpPr>
            <a:xfrm>
              <a:off x="854693" y="4600457"/>
              <a:ext cx="377796" cy="382121"/>
              <a:chOff x="7836685" y="2042989"/>
              <a:chExt cx="534204" cy="540320"/>
            </a:xfrm>
          </p:grpSpPr>
          <p:sp>
            <p:nvSpPr>
              <p:cNvPr id="61" name="四角形: 角を丸くする 60">
                <a:extLst>
                  <a:ext uri="{FF2B5EF4-FFF2-40B4-BE49-F238E27FC236}">
                    <a16:creationId xmlns:a16="http://schemas.microsoft.com/office/drawing/2014/main" id="{1371A883-9860-3EF1-8957-1FE15DF6862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7610841E-2FB3-99EF-F63C-82D36F5ED6C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spTree>
    <p:extLst>
      <p:ext uri="{BB962C8B-B14F-4D97-AF65-F5344CB8AC3E}">
        <p14:creationId xmlns:p14="http://schemas.microsoft.com/office/powerpoint/2010/main" val="2783262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88"/>
                                        </p:tgtEl>
                                        <p:attrNameLst>
                                          <p:attrName>style.visibility</p:attrName>
                                        </p:attrNameLst>
                                      </p:cBhvr>
                                      <p:to>
                                        <p:strVal val="visible"/>
                                      </p:to>
                                    </p:set>
                                    <p:animEffect transition="in" filter="fade">
                                      <p:cBhvr>
                                        <p:cTn id="7" dur="250"/>
                                        <p:tgtEl>
                                          <p:spTgt spid="188"/>
                                        </p:tgtEl>
                                      </p:cBhvr>
                                    </p:animEffect>
                                    <p:anim calcmode="lin" valueType="num">
                                      <p:cBhvr>
                                        <p:cTn id="8" dur="250" fill="hold"/>
                                        <p:tgtEl>
                                          <p:spTgt spid="188"/>
                                        </p:tgtEl>
                                        <p:attrNameLst>
                                          <p:attrName>ppt_x</p:attrName>
                                        </p:attrNameLst>
                                      </p:cBhvr>
                                      <p:tavLst>
                                        <p:tav tm="0">
                                          <p:val>
                                            <p:strVal val="#ppt_x"/>
                                          </p:val>
                                        </p:tav>
                                        <p:tav tm="100000">
                                          <p:val>
                                            <p:strVal val="#ppt_x"/>
                                          </p:val>
                                        </p:tav>
                                      </p:tavLst>
                                    </p:anim>
                                    <p:anim calcmode="lin" valueType="num">
                                      <p:cBhvr>
                                        <p:cTn id="9" dur="250" fill="hold"/>
                                        <p:tgtEl>
                                          <p:spTgt spid="18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2" presetClass="emph" presetSubtype="0" fill="hold" nodeType="clickEffect">
                                  <p:stCondLst>
                                    <p:cond delay="0"/>
                                  </p:stCondLst>
                                  <p:childTnLst>
                                    <p:animRot by="120000">
                                      <p:cBhvr>
                                        <p:cTn id="13" dur="100" fill="hold">
                                          <p:stCondLst>
                                            <p:cond delay="0"/>
                                          </p:stCondLst>
                                        </p:cTn>
                                        <p:tgtEl>
                                          <p:spTgt spid="188"/>
                                        </p:tgtEl>
                                        <p:attrNameLst>
                                          <p:attrName>r</p:attrName>
                                        </p:attrNameLst>
                                      </p:cBhvr>
                                    </p:animRot>
                                    <p:animRot by="-240000">
                                      <p:cBhvr>
                                        <p:cTn id="14" dur="200" fill="hold">
                                          <p:stCondLst>
                                            <p:cond delay="200"/>
                                          </p:stCondLst>
                                        </p:cTn>
                                        <p:tgtEl>
                                          <p:spTgt spid="188"/>
                                        </p:tgtEl>
                                        <p:attrNameLst>
                                          <p:attrName>r</p:attrName>
                                        </p:attrNameLst>
                                      </p:cBhvr>
                                    </p:animRot>
                                    <p:animRot by="240000">
                                      <p:cBhvr>
                                        <p:cTn id="15" dur="200" fill="hold">
                                          <p:stCondLst>
                                            <p:cond delay="400"/>
                                          </p:stCondLst>
                                        </p:cTn>
                                        <p:tgtEl>
                                          <p:spTgt spid="188"/>
                                        </p:tgtEl>
                                        <p:attrNameLst>
                                          <p:attrName>r</p:attrName>
                                        </p:attrNameLst>
                                      </p:cBhvr>
                                    </p:animRot>
                                    <p:animRot by="-240000">
                                      <p:cBhvr>
                                        <p:cTn id="16" dur="200" fill="hold">
                                          <p:stCondLst>
                                            <p:cond delay="600"/>
                                          </p:stCondLst>
                                        </p:cTn>
                                        <p:tgtEl>
                                          <p:spTgt spid="188"/>
                                        </p:tgtEl>
                                        <p:attrNameLst>
                                          <p:attrName>r</p:attrName>
                                        </p:attrNameLst>
                                      </p:cBhvr>
                                    </p:animRot>
                                    <p:animRot by="120000">
                                      <p:cBhvr>
                                        <p:cTn id="17" dur="200" fill="hold">
                                          <p:stCondLst>
                                            <p:cond delay="800"/>
                                          </p:stCondLst>
                                        </p:cTn>
                                        <p:tgtEl>
                                          <p:spTgt spid="188"/>
                                        </p:tgtEl>
                                        <p:attrNameLst>
                                          <p:attrName>r</p:attrName>
                                        </p:attrNameLst>
                                      </p:cBhvr>
                                    </p:animRot>
                                  </p:childTnLst>
                                </p:cTn>
                              </p:par>
                            </p:childTnLst>
                          </p:cTn>
                        </p:par>
                      </p:childTnLst>
                    </p:cTn>
                  </p:par>
                  <p:par>
                    <p:cTn id="18" fill="hold">
                      <p:stCondLst>
                        <p:cond delay="indefinite"/>
                      </p:stCondLst>
                      <p:childTnLst>
                        <p:par>
                          <p:cTn id="19" fill="hold">
                            <p:stCondLst>
                              <p:cond delay="0"/>
                            </p:stCondLst>
                            <p:childTnLst>
                              <p:par>
                                <p:cTn id="20" presetID="22" presetClass="exit" presetSubtype="4" fill="hold" nodeType="clickEffect">
                                  <p:stCondLst>
                                    <p:cond delay="500"/>
                                  </p:stCondLst>
                                  <p:childTnLst>
                                    <p:animEffect transition="out" filter="wipe(down)">
                                      <p:cBhvr>
                                        <p:cTn id="21" dur="250"/>
                                        <p:tgtEl>
                                          <p:spTgt spid="188"/>
                                        </p:tgtEl>
                                      </p:cBhvr>
                                    </p:animEffect>
                                    <p:set>
                                      <p:cBhvr>
                                        <p:cTn id="22" dur="1" fill="hold">
                                          <p:stCondLst>
                                            <p:cond delay="249"/>
                                          </p:stCondLst>
                                        </p:cTn>
                                        <p:tgtEl>
                                          <p:spTgt spid="18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5D0F5FA-3AFA-54AD-226A-CD5CF237963C}"/>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D22D20ED-963E-63AF-D5E6-28402169878F}"/>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C3929D48-FEBB-6544-7E8F-218E26897B8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062DE64-3C6B-0E5D-BF17-8E5ED381E6F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F025639C-7757-C624-6405-97F5FC884E03}"/>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B8E152BB-2ADE-21E9-6A00-262AF798DE2E}"/>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D41312DC-2646-D348-3287-C017F051B65B}"/>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B66D84B6-A882-39F5-0A7E-40712C6F7BB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B63B27A4-02BB-A9EF-A8B1-44116842D8F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8E5C009D-4294-BF07-85E7-59362943E98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43646B0D-2805-C720-5B62-9403858166B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205D685-6922-F5B5-BB42-8B86A32FD9C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AEC4A5E-B267-3D79-E4EA-B56683E0D02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61EB9F6-0344-0911-08EE-55C0BEA2BF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4380B68B-1B6F-9C3F-7B84-6005F8AC980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10BDF8B-BBFC-8110-FF79-E1ACE91827F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D6CA2502-11F5-E17F-3480-FB3D6B391ED3}"/>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942BC5D1-3B9E-5452-B7B1-F06A017A089F}"/>
              </a:ext>
            </a:extLst>
          </p:cNvPr>
          <p:cNvGrpSpPr/>
          <p:nvPr/>
        </p:nvGrpSpPr>
        <p:grpSpPr>
          <a:xfrm>
            <a:off x="4062697" y="1338943"/>
            <a:ext cx="4066606" cy="3678256"/>
            <a:chOff x="4062697" y="1228836"/>
            <a:chExt cx="4066606" cy="3678256"/>
          </a:xfrm>
        </p:grpSpPr>
        <p:grpSp>
          <p:nvGrpSpPr>
            <p:cNvPr id="45" name="グループ化 44">
              <a:extLst>
                <a:ext uri="{FF2B5EF4-FFF2-40B4-BE49-F238E27FC236}">
                  <a16:creationId xmlns:a16="http://schemas.microsoft.com/office/drawing/2014/main" id="{D768DBF0-AF0A-494B-B226-556DB4516D07}"/>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0C5E6EE1-AE35-059B-C22B-4A87A97CC348}"/>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4892938A-EE04-E248-FBA9-244759145EF0}"/>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6F679EFB-590E-A00C-BE9F-27C87206669F}"/>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7FAABC21-1301-C793-FFD8-0D3CFA8C3670}"/>
                  </a:ext>
                </a:extLst>
              </p:cNvPr>
              <p:cNvSpPr/>
              <p:nvPr/>
            </p:nvSpPr>
            <p:spPr>
              <a:xfrm>
                <a:off x="3917035" y="1105498"/>
                <a:ext cx="4066606" cy="914400"/>
              </a:xfrm>
              <a:prstGeom prst="hexagon">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D585FD6D-1187-509E-464A-62440AEE45B1}"/>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B32E41CA-8EA8-BBBA-2465-7D8AC59A193A}"/>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2C651EC6-7FC3-D91A-DAFD-E9A5890A7BB0}"/>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39CB0030-684C-465B-2344-87D10D9721EC}"/>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2" name="グループ化 1">
            <a:extLst>
              <a:ext uri="{FF2B5EF4-FFF2-40B4-BE49-F238E27FC236}">
                <a16:creationId xmlns:a16="http://schemas.microsoft.com/office/drawing/2014/main" id="{BC3331DE-998A-2FD7-154E-D399A2F28294}"/>
              </a:ext>
            </a:extLst>
          </p:cNvPr>
          <p:cNvGrpSpPr/>
          <p:nvPr/>
        </p:nvGrpSpPr>
        <p:grpSpPr>
          <a:xfrm>
            <a:off x="0" y="-1"/>
            <a:ext cx="12192000" cy="6858001"/>
            <a:chOff x="0" y="-1"/>
            <a:chExt cx="12192000" cy="6858001"/>
          </a:xfrm>
        </p:grpSpPr>
        <p:sp>
          <p:nvSpPr>
            <p:cNvPr id="71" name="正方形/長方形 70">
              <a:extLst>
                <a:ext uri="{FF2B5EF4-FFF2-40B4-BE49-F238E27FC236}">
                  <a16:creationId xmlns:a16="http://schemas.microsoft.com/office/drawing/2014/main" id="{F337426F-D9FC-0DE2-83F4-A78C10344C0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9" name="グループ化 68">
              <a:extLst>
                <a:ext uri="{FF2B5EF4-FFF2-40B4-BE49-F238E27FC236}">
                  <a16:creationId xmlns:a16="http://schemas.microsoft.com/office/drawing/2014/main" id="{FF0F0DB6-3C05-ECF1-2810-E2144FB41732}"/>
                </a:ext>
              </a:extLst>
            </p:cNvPr>
            <p:cNvGrpSpPr/>
            <p:nvPr/>
          </p:nvGrpSpPr>
          <p:grpSpPr>
            <a:xfrm>
              <a:off x="3159742" y="1823170"/>
              <a:ext cx="5872517" cy="3211661"/>
              <a:chOff x="3159742" y="1823170"/>
              <a:chExt cx="5872517" cy="3211661"/>
            </a:xfrm>
          </p:grpSpPr>
          <p:sp>
            <p:nvSpPr>
              <p:cNvPr id="14" name="四角形: 角を丸くする 13">
                <a:extLst>
                  <a:ext uri="{FF2B5EF4-FFF2-40B4-BE49-F238E27FC236}">
                    <a16:creationId xmlns:a16="http://schemas.microsoft.com/office/drawing/2014/main" id="{D5D542BA-8571-CE94-3001-950774CA8292}"/>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08B442E-4B31-821E-631B-6D75F9AE882F}"/>
                  </a:ext>
                </a:extLst>
              </p:cNvPr>
              <p:cNvSpPr txBox="1"/>
              <p:nvPr/>
            </p:nvSpPr>
            <p:spPr>
              <a:xfrm>
                <a:off x="3684928" y="2384084"/>
                <a:ext cx="482215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タイトルに</a:t>
                </a: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戻りますか？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8" name="四角形: 角を丸くする 17">
                <a:extLst>
                  <a:ext uri="{FF2B5EF4-FFF2-40B4-BE49-F238E27FC236}">
                    <a16:creationId xmlns:a16="http://schemas.microsoft.com/office/drawing/2014/main" id="{64F85765-1F77-BF4E-8E77-89DB21878CC7}"/>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20" name="四角形: 角を丸くする 19">
                <a:extLst>
                  <a:ext uri="{FF2B5EF4-FFF2-40B4-BE49-F238E27FC236}">
                    <a16:creationId xmlns:a16="http://schemas.microsoft.com/office/drawing/2014/main" id="{08177236-5102-3606-D4D4-2A583E765980}"/>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22" name="テキスト ボックス 21">
                <a:extLst>
                  <a:ext uri="{FF2B5EF4-FFF2-40B4-BE49-F238E27FC236}">
                    <a16:creationId xmlns:a16="http://schemas.microsoft.com/office/drawing/2014/main" id="{105187A8-3B4C-8208-B92F-7A53830150FA}"/>
                  </a:ext>
                </a:extLst>
              </p:cNvPr>
              <p:cNvSpPr txBox="1"/>
              <p:nvPr/>
            </p:nvSpPr>
            <p:spPr>
              <a:xfrm>
                <a:off x="3393978" y="3112065"/>
                <a:ext cx="540404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セーブしていないデータは消えてしまいます。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74622948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F8F70-6423-901C-4EDF-6CC24D77BB60}"/>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4E7B367C-434F-998D-25B9-25F094BD411F}"/>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2A1F2D42-8D63-716F-5052-92654019E248}"/>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9112D25-0B22-6E52-13C7-76A11871F9E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391F8C1-36C2-3CEC-CF15-9D33E3276520}"/>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8DE04533-B171-CD95-B10F-537F97DEC33A}"/>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C828C954-AAD3-30DC-4F05-46E9031EFCF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FE17BCB4-CCC8-97DD-1560-042AF1FA64D2}"/>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A492BBC-E613-0D32-3F5C-BB3F941A739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F43286E7-5ED8-87FC-994F-137DA07B9F92}"/>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B496B681-5557-8711-AFF2-C7F3BBFFD7AC}"/>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D97C91DD-28D1-0ED4-70B4-DB61261592C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F8B49E7D-7B70-B0D9-A089-15AFF71F7D3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C3EF84C-91B8-42B0-8871-B24565BD805A}"/>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443A0865-0903-051D-AF13-3AA92CBE29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6353B5D4-AA6F-AA71-BFFE-A6828730DB1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8AAA6AA-1141-1478-84D1-45BCBF9977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5BF82D9-4BB9-0D5E-3232-0C20E03323CA}"/>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864BDB69-6593-1768-6BEA-A1E28997B6D9}"/>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609E4796-995D-2089-460A-15390AFF0038}"/>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A63808C6-A267-B066-4AD2-8E0186DF7F90}"/>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D7791857-E257-D1C8-93BA-A1C5D4418033}"/>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3C0D1A82-A16E-5AB4-3D22-171723360FFB}"/>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3CCC8414-701A-BD20-0C91-3575B491B59D}"/>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408367DF-DB83-84FA-4AD5-48752D6A8A7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F9B2AF03-E51F-196D-BEBD-D4915E0BD962}"/>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09BEF062-DF0C-2C9D-698F-20BF37B0F729}"/>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C2CFC84B-048C-A5F4-A8D7-5E023CE7E6D5}"/>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FDCC0FDF-8C42-6B84-3D8F-FA59E578F1D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EE685F9-6B76-4B01-3120-ECD74FE4E9D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117A2BA-DC7E-9C03-8DEB-EDF5FA3288E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F1D143D4-0998-2DD3-5C03-7BE38EB024D9}"/>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4BF22D0F-8ED0-FE00-5B3D-C4F6195FEA53}"/>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A199A9E7-6A43-EB3D-15CC-CD38440BF957}"/>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F706E49-EA2D-20AB-F8B6-C2EEAE688AE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26EF97F1-F09B-9B34-59BD-4ECC36BF19EB}"/>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147066DB-C463-EBE3-6B74-4B9D2F07989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98E52650-2E70-D7AF-FE12-AAF3E804476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6598AB5C-32DA-5469-C212-223457B5CFD9}"/>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BDAD2164-7F77-7394-80C1-3A62A86FA66B}"/>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681B5428-6B3E-8CD0-69C4-2D53D9B193F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8C37EBB3-543B-FD39-5E23-1D7E53FF492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3C7A2719-E817-3F21-1129-931C45BF5D06}"/>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103850511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1D5CF-E973-CF9C-F8F2-94C91E934584}"/>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FD5EA335-41AD-4A00-71F9-1F9A517DBA3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E30545A-F077-DA48-FD81-19CEBDD0B8F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B121E4A7-A0B3-9D18-DADA-E87E746CD9BF}"/>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F5062AEE-33FC-FAC2-40B2-DCAE62A5F139}"/>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A8051B1B-702C-1C4D-C658-E04C2764A46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652D039-A6E9-9E0E-3554-A5158FE12E2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355BFF20-7B84-FA96-8BEC-42ACAC520FE8}"/>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A0855A1-A6E4-5699-A69F-37CB82457197}"/>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9BFE2B0A-D542-FD37-3FDE-F4DC2676D81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C878CE1-D5B3-9E23-4E71-50FADD674A0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D65733E-CBDA-9AE6-B2FD-90E40876D48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1D8F375-B0D2-4E1D-AFBF-F7101412E055}"/>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0FE92FE8-B78B-904D-8553-6F2BFC9737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65E1CA95-EB5F-01F1-3A34-981447F4D63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74B3015-2C3B-EB73-AEFB-C24272D2764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4C2B9DC-E89A-B944-9937-791BE17E8D28}"/>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F516C3F2-D060-B7D1-83DF-E3A16FD1EA07}"/>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9EB2B798-0080-4C4D-2479-2BAD20AEC6A2}"/>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8E115F9E-7AB2-4031-9FEC-A64292F4AAAB}"/>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C572870E-1E22-5297-0D38-99997B3399BB}"/>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30A4431-248D-5544-D2CA-36830021B84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5A328BF9-A79E-91C5-AA61-6FE444A099E0}"/>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CCA934F6-FDD9-FA70-0F7F-E64278AAC6B1}"/>
              </a:ext>
            </a:extLst>
          </p:cNvPr>
          <p:cNvSpPr/>
          <p:nvPr/>
        </p:nvSpPr>
        <p:spPr>
          <a:xfrm>
            <a:off x="4489817" y="230208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52C88E65-1101-B921-01F7-AF6FCCFCA537}"/>
              </a:ext>
            </a:extLst>
          </p:cNvPr>
          <p:cNvSpPr txBox="1"/>
          <p:nvPr/>
        </p:nvSpPr>
        <p:spPr>
          <a:xfrm>
            <a:off x="5436115" y="1655865"/>
            <a:ext cx="3570208"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進行中メインミッション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1" name="グループ化 50">
            <a:extLst>
              <a:ext uri="{FF2B5EF4-FFF2-40B4-BE49-F238E27FC236}">
                <a16:creationId xmlns:a16="http://schemas.microsoft.com/office/drawing/2014/main" id="{5889F6A2-F21E-A518-B03A-D9B1BA500280}"/>
              </a:ext>
            </a:extLst>
          </p:cNvPr>
          <p:cNvGrpSpPr/>
          <p:nvPr/>
        </p:nvGrpSpPr>
        <p:grpSpPr>
          <a:xfrm>
            <a:off x="8710851" y="3368966"/>
            <a:ext cx="1035934" cy="474368"/>
            <a:chOff x="6592795" y="2986404"/>
            <a:chExt cx="1035934" cy="474368"/>
          </a:xfrm>
        </p:grpSpPr>
        <p:sp>
          <p:nvSpPr>
            <p:cNvPr id="48" name="二等辺三角形 47">
              <a:extLst>
                <a:ext uri="{FF2B5EF4-FFF2-40B4-BE49-F238E27FC236}">
                  <a16:creationId xmlns:a16="http://schemas.microsoft.com/office/drawing/2014/main" id="{6BBCA933-1C01-F33E-0FFA-C43DFA061B69}"/>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ECC1D17B-43FE-A39D-FE56-143DE6FCFB99}"/>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4" name="テキスト ボックス 53">
            <a:extLst>
              <a:ext uri="{FF2B5EF4-FFF2-40B4-BE49-F238E27FC236}">
                <a16:creationId xmlns:a16="http://schemas.microsoft.com/office/drawing/2014/main" id="{577263E4-A362-D5C9-3907-71DFFF4D7F6D}"/>
              </a:ext>
            </a:extLst>
          </p:cNvPr>
          <p:cNvSpPr txBox="1"/>
          <p:nvPr/>
        </p:nvSpPr>
        <p:spPr>
          <a:xfrm>
            <a:off x="4832112" y="245832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テキスト ボックス 57">
            <a:extLst>
              <a:ext uri="{FF2B5EF4-FFF2-40B4-BE49-F238E27FC236}">
                <a16:creationId xmlns:a16="http://schemas.microsoft.com/office/drawing/2014/main" id="{23E0BCDD-886C-BDFB-1561-D22CC22AE5FF}"/>
              </a:ext>
            </a:extLst>
          </p:cNvPr>
          <p:cNvSpPr txBox="1"/>
          <p:nvPr/>
        </p:nvSpPr>
        <p:spPr>
          <a:xfrm>
            <a:off x="4832112" y="306797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grpSp>
        <p:nvGrpSpPr>
          <p:cNvPr id="67" name="グループ化 66">
            <a:extLst>
              <a:ext uri="{FF2B5EF4-FFF2-40B4-BE49-F238E27FC236}">
                <a16:creationId xmlns:a16="http://schemas.microsoft.com/office/drawing/2014/main" id="{6EB66948-BF81-8F20-4652-E925184DD856}"/>
              </a:ext>
            </a:extLst>
          </p:cNvPr>
          <p:cNvGrpSpPr/>
          <p:nvPr/>
        </p:nvGrpSpPr>
        <p:grpSpPr>
          <a:xfrm>
            <a:off x="5005082" y="4273145"/>
            <a:ext cx="4432274" cy="914400"/>
            <a:chOff x="5314511" y="4226490"/>
            <a:chExt cx="4432274" cy="914400"/>
          </a:xfrm>
        </p:grpSpPr>
        <p:sp>
          <p:nvSpPr>
            <p:cNvPr id="60" name="楕円 59">
              <a:extLst>
                <a:ext uri="{FF2B5EF4-FFF2-40B4-BE49-F238E27FC236}">
                  <a16:creationId xmlns:a16="http://schemas.microsoft.com/office/drawing/2014/main" id="{1E3FFB0B-DB60-00CE-E8FF-9B5EA46B52DF}"/>
                </a:ext>
              </a:extLst>
            </p:cNvPr>
            <p:cNvSpPr/>
            <p:nvPr/>
          </p:nvSpPr>
          <p:spPr>
            <a:xfrm>
              <a:off x="8832385" y="422649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C050A1B5-F3BF-8E3E-D291-D7B628E9146C}"/>
                </a:ext>
              </a:extLst>
            </p:cNvPr>
            <p:cNvSpPr txBox="1"/>
            <p:nvPr/>
          </p:nvSpPr>
          <p:spPr>
            <a:xfrm>
              <a:off x="5314511" y="4422080"/>
              <a:ext cx="3108543" cy="523220"/>
            </a:xfrm>
            <a:prstGeom prst="rect">
              <a:avLst/>
            </a:prstGeom>
            <a:noFill/>
          </p:spPr>
          <p:txBody>
            <a:bodyPr wrap="none" rtlCol="0">
              <a:spAutoFit/>
            </a:bodyPr>
            <a:lstStyle/>
            <a:p>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　</a:t>
              </a: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章のタイトル</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テキスト ボックス 68">
            <a:extLst>
              <a:ext uri="{FF2B5EF4-FFF2-40B4-BE49-F238E27FC236}">
                <a16:creationId xmlns:a16="http://schemas.microsoft.com/office/drawing/2014/main" id="{422DA5DA-528E-7DD1-7D31-7F97B7215A1F}"/>
              </a:ext>
            </a:extLst>
          </p:cNvPr>
          <p:cNvSpPr txBox="1"/>
          <p:nvPr/>
        </p:nvSpPr>
        <p:spPr>
          <a:xfrm>
            <a:off x="8526924" y="4412749"/>
            <a:ext cx="902811" cy="523220"/>
          </a:xfrm>
          <a:prstGeom prst="rect">
            <a:avLst/>
          </a:prstGeom>
          <a:noFill/>
        </p:spPr>
        <p:txBody>
          <a:bodyPr wrap="none" rtlCol="0">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Tree>
    <p:extLst>
      <p:ext uri="{BB962C8B-B14F-4D97-AF65-F5344CB8AC3E}">
        <p14:creationId xmlns:p14="http://schemas.microsoft.com/office/powerpoint/2010/main" val="279036002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A4DB7-15EF-70E7-4410-6CB2A415D27D}"/>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44C99BF3-3442-1642-F526-731183DB380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16CBE689-EE2B-604E-A38A-AC1F58C8944B}"/>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61CEE0ED-8E28-7552-8D85-44A8691D8E5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6E5D3CA-3B64-5947-7D5B-8B3DC02F1D69}"/>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8C47F531-3FBC-8E50-FCC3-04E06CFAD14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529023B-D464-F14C-01D7-2BEDBDC57F6A}"/>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3ACC891E-8B48-6816-86EE-20ACF284F0C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F58F6442-7262-578E-2D42-E41A48A20D3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2861AEF6-BA29-E08B-20AC-504FF43F853A}"/>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8015B0B-B041-C5C7-E3BA-5A9B7027C62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38B64EFD-795B-A2EB-23CD-429A75242676}"/>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2CEA8E2-6666-460F-2237-3CB0F5A059A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FE00D0FE-4131-A87C-7538-E0C464585C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DFAC3484-1077-6409-D1AF-ED3893DA5B9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8F247A7-B7A9-E658-C9B6-690B6DDAE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5881C05-3167-DC99-4011-721BB4BB18E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F5AA669-1C4F-3A97-4360-1FB638C270A8}"/>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BDBEA0AB-8D52-442C-4F82-698262398550}"/>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9A247EEB-24B2-2D73-9FE0-648A59A1AAE0}"/>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6BDA14BD-5FAC-DD6C-9DFA-81CB0EE9D0B4}"/>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EF60B242-1AF7-70E2-8E20-A68F179ED598}"/>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6940A47A-BFA8-3241-891C-5B632BF16B15}"/>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B4F2EDC-3D3F-7A96-3CD3-FC6C962B4CF2}"/>
              </a:ext>
            </a:extLst>
          </p:cNvPr>
          <p:cNvSpPr txBox="1"/>
          <p:nvPr/>
        </p:nvSpPr>
        <p:spPr>
          <a:xfrm>
            <a:off x="5487411" y="1472065"/>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E5D33729-9530-D277-EE46-06C0965558E5}"/>
              </a:ext>
            </a:extLst>
          </p:cNvPr>
          <p:cNvGrpSpPr/>
          <p:nvPr/>
        </p:nvGrpSpPr>
        <p:grpSpPr>
          <a:xfrm>
            <a:off x="4558118" y="2229140"/>
            <a:ext cx="5102512" cy="619528"/>
            <a:chOff x="4560112" y="2357800"/>
            <a:chExt cx="5102512" cy="619528"/>
          </a:xfrm>
        </p:grpSpPr>
        <p:sp>
          <p:nvSpPr>
            <p:cNvPr id="11" name="四角形: 角を丸くする 10">
              <a:extLst>
                <a:ext uri="{FF2B5EF4-FFF2-40B4-BE49-F238E27FC236}">
                  <a16:creationId xmlns:a16="http://schemas.microsoft.com/office/drawing/2014/main" id="{FA3BA6BC-BB59-19A8-A534-BC79B5B3261D}"/>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F2C8B4D1-CE5F-5295-81F7-83D922C877D1}"/>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09060CE0-F531-6452-C0A7-B7094DAADBAB}"/>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90CB34FE-1FEB-C781-C5DF-167F01E77EE3}"/>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F056FF9C-E8C7-4F4C-0F9C-90BFFB6D2441}"/>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64BFD419-2412-68EC-C03F-D4857CFE51E0}"/>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6AA2DE62-785F-D8C5-266F-6C72C008423E}"/>
              </a:ext>
            </a:extLst>
          </p:cNvPr>
          <p:cNvGrpSpPr/>
          <p:nvPr/>
        </p:nvGrpSpPr>
        <p:grpSpPr>
          <a:xfrm>
            <a:off x="9917113" y="2265322"/>
            <a:ext cx="236362" cy="2161157"/>
            <a:chOff x="11044871" y="4022147"/>
            <a:chExt cx="236362" cy="2031812"/>
          </a:xfrm>
        </p:grpSpPr>
        <p:sp>
          <p:nvSpPr>
            <p:cNvPr id="9" name="四角形: 角を丸くする 8">
              <a:extLst>
                <a:ext uri="{FF2B5EF4-FFF2-40B4-BE49-F238E27FC236}">
                  <a16:creationId xmlns:a16="http://schemas.microsoft.com/office/drawing/2014/main" id="{58A3A44F-6B8F-DAFD-A27E-6CDEC74FF48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F1725D42-0F71-8190-FAB8-91E679913530}"/>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E5334DC9-FF50-F136-D5BC-0DC6ED7B6B56}"/>
              </a:ext>
            </a:extLst>
          </p:cNvPr>
          <p:cNvGrpSpPr/>
          <p:nvPr/>
        </p:nvGrpSpPr>
        <p:grpSpPr>
          <a:xfrm>
            <a:off x="4558118" y="3036383"/>
            <a:ext cx="5102512" cy="619528"/>
            <a:chOff x="4560112" y="2357800"/>
            <a:chExt cx="5102512" cy="619528"/>
          </a:xfrm>
        </p:grpSpPr>
        <p:sp>
          <p:nvSpPr>
            <p:cNvPr id="14" name="四角形: 角を丸くする 13">
              <a:extLst>
                <a:ext uri="{FF2B5EF4-FFF2-40B4-BE49-F238E27FC236}">
                  <a16:creationId xmlns:a16="http://schemas.microsoft.com/office/drawing/2014/main" id="{35D9D5BC-E913-0AD3-186C-4174770FAB0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A6BDEBD-6C56-7857-6B97-BE81BA05885F}"/>
                </a:ext>
              </a:extLst>
            </p:cNvPr>
            <p:cNvGrpSpPr/>
            <p:nvPr/>
          </p:nvGrpSpPr>
          <p:grpSpPr>
            <a:xfrm>
              <a:off x="7856185" y="2477481"/>
              <a:ext cx="976199" cy="380166"/>
              <a:chOff x="6592795" y="2998878"/>
              <a:chExt cx="976199" cy="380166"/>
            </a:xfrm>
          </p:grpSpPr>
          <p:sp>
            <p:nvSpPr>
              <p:cNvPr id="21" name="二等辺三角形 20">
                <a:extLst>
                  <a:ext uri="{FF2B5EF4-FFF2-40B4-BE49-F238E27FC236}">
                    <a16:creationId xmlns:a16="http://schemas.microsoft.com/office/drawing/2014/main" id="{7354F729-E4B0-3F5C-FE91-4E38EF47D4A7}"/>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DB6BAD94-C541-95F3-44D5-AB0917D8340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テキスト ボックス 16">
              <a:extLst>
                <a:ext uri="{FF2B5EF4-FFF2-40B4-BE49-F238E27FC236}">
                  <a16:creationId xmlns:a16="http://schemas.microsoft.com/office/drawing/2014/main" id="{9E059F23-DD0A-5D84-5A62-9F84FCEB96A7}"/>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楕円 18">
              <a:extLst>
                <a:ext uri="{FF2B5EF4-FFF2-40B4-BE49-F238E27FC236}">
                  <a16:creationId xmlns:a16="http://schemas.microsoft.com/office/drawing/2014/main" id="{A83DBDED-6F97-893B-C735-B1B01343F786}"/>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0" name="グループ化 29">
            <a:extLst>
              <a:ext uri="{FF2B5EF4-FFF2-40B4-BE49-F238E27FC236}">
                <a16:creationId xmlns:a16="http://schemas.microsoft.com/office/drawing/2014/main" id="{FC8519FE-5A4E-69E7-852D-AA76214DE81F}"/>
              </a:ext>
            </a:extLst>
          </p:cNvPr>
          <p:cNvGrpSpPr/>
          <p:nvPr/>
        </p:nvGrpSpPr>
        <p:grpSpPr>
          <a:xfrm>
            <a:off x="4558118" y="3843626"/>
            <a:ext cx="5102512" cy="619528"/>
            <a:chOff x="4560112" y="2357800"/>
            <a:chExt cx="5102512" cy="619528"/>
          </a:xfrm>
        </p:grpSpPr>
        <p:sp>
          <p:nvSpPr>
            <p:cNvPr id="31" name="四角形: 角を丸くする 30">
              <a:extLst>
                <a:ext uri="{FF2B5EF4-FFF2-40B4-BE49-F238E27FC236}">
                  <a16:creationId xmlns:a16="http://schemas.microsoft.com/office/drawing/2014/main" id="{84DFE2FC-60FF-759D-AD12-3D0461AA708C}"/>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0A038E19-EFAA-A6C6-F809-D33D1CFF04E0}"/>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CAF6835A-CE3C-722E-43AE-B383FA87A613}"/>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7ABE91C8-5360-2B08-4C7E-0E62B7C0790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3A8D6DA4-B793-5143-6CBE-4BC8564DE681}"/>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F7A86227-6EE7-B1DF-16A5-8F91636CF11A}"/>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502A31F8-F470-0DB4-7343-7340B5DF959E}"/>
              </a:ext>
            </a:extLst>
          </p:cNvPr>
          <p:cNvGrpSpPr/>
          <p:nvPr/>
        </p:nvGrpSpPr>
        <p:grpSpPr>
          <a:xfrm>
            <a:off x="4560112" y="4475160"/>
            <a:ext cx="5102512" cy="612948"/>
            <a:chOff x="4560112" y="4475160"/>
            <a:chExt cx="5102512" cy="612948"/>
          </a:xfrm>
        </p:grpSpPr>
        <p:sp>
          <p:nvSpPr>
            <p:cNvPr id="68" name="四角形: 角を丸くする 67">
              <a:extLst>
                <a:ext uri="{FF2B5EF4-FFF2-40B4-BE49-F238E27FC236}">
                  <a16:creationId xmlns:a16="http://schemas.microsoft.com/office/drawing/2014/main" id="{EEC2CF88-3AEE-C8E9-022D-7D47DFD6B93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20AAF6AF-094D-7C81-548D-550AB7B1873C}"/>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9DD11D5C-5234-5561-1CFB-024CBFCB007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E5F5A70C-5FA2-B81B-F940-5F6B810AD96C}"/>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5C4EE430-5A64-4AF4-B76A-78F99155F170}"/>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楕円 86">
              <a:extLst>
                <a:ext uri="{FF2B5EF4-FFF2-40B4-BE49-F238E27FC236}">
                  <a16:creationId xmlns:a16="http://schemas.microsoft.com/office/drawing/2014/main" id="{9120A376-2401-26EB-F5D0-B5EE84D0024F}"/>
                </a:ext>
              </a:extLst>
            </p:cNvPr>
            <p:cNvSpPr/>
            <p:nvPr/>
          </p:nvSpPr>
          <p:spPr>
            <a:xfrm>
              <a:off x="8875497" y="452386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FCF01D4C-DB93-1BDB-55A8-E2E63E4F759D}"/>
                </a:ext>
              </a:extLst>
            </p:cNvPr>
            <p:cNvSpPr txBox="1"/>
            <p:nvPr/>
          </p:nvSpPr>
          <p:spPr>
            <a:xfrm>
              <a:off x="8767983" y="461030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grpSp>
    </p:spTree>
    <p:extLst>
      <p:ext uri="{BB962C8B-B14F-4D97-AF65-F5344CB8AC3E}">
        <p14:creationId xmlns:p14="http://schemas.microsoft.com/office/powerpoint/2010/main" val="1771001947"/>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B6333-BD57-7CA9-29CD-9E0812492AC6}"/>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7CB3FFF6-0589-4FB9-A079-648087E2207F}"/>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9DA6A04A-BF13-316B-4A49-418F404CBE3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5C70554-EC64-57BB-2486-FE0C206DB24A}"/>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9773A02-CA3A-1F8B-2399-B965A7E1BE7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95CDC47D-A71E-2F5D-CBD8-97E4A2E1DD93}"/>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6C0706E7-A150-2DD3-401B-179BD6DC591E}"/>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8787031-E61B-05BC-9643-E79FBEAA33B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FA0CC3C-C609-CBEA-B983-50750AFA9F4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099942D3-3028-A70E-DC84-67B9BFA9FF9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2AD636F8-BCED-D717-749C-D937CCF119D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B1E4094-807A-C379-586B-A874A4588A12}"/>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E6DB3C7-9451-16CE-F0FB-6E0C2CE7299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4D3A0959-7177-0128-AA33-0433BAB318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5EE67C2-67DA-68E9-65A2-983712A8B17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4E96524-3F7E-C538-DB9D-C70D4D9E499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7167731-BD1E-716B-D063-193E21B994DA}"/>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B7095EDD-10D4-339C-881F-0078AFED6C62}"/>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00EDD867-6244-6E19-2AE3-EE158A140F76}"/>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9A244AA3-A843-B1FC-7CF0-2243B33DD5B1}"/>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4B5EF2D1-A336-324B-0CB0-ABDE5E721955}"/>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9648FB60-E96D-4DE6-FC47-4725ECD09DA8}"/>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1D4F08BD-ED8F-EB07-C21D-65A67EB6E624}"/>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3312EC4-8564-D466-9C64-5EC36BB01042}"/>
              </a:ext>
            </a:extLst>
          </p:cNvPr>
          <p:cNvSpPr txBox="1"/>
          <p:nvPr/>
        </p:nvSpPr>
        <p:spPr>
          <a:xfrm>
            <a:off x="5487411" y="1472065"/>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53DFE282-CB9B-7B62-6F07-C1EB327EE4BF}"/>
              </a:ext>
            </a:extLst>
          </p:cNvPr>
          <p:cNvGrpSpPr/>
          <p:nvPr/>
        </p:nvGrpSpPr>
        <p:grpSpPr>
          <a:xfrm>
            <a:off x="4558118" y="2229140"/>
            <a:ext cx="5102512" cy="619528"/>
            <a:chOff x="4560112" y="2357800"/>
            <a:chExt cx="5102512" cy="619528"/>
          </a:xfrm>
        </p:grpSpPr>
        <p:sp>
          <p:nvSpPr>
            <p:cNvPr id="11" name="四角形: 角を丸くする 10">
              <a:extLst>
                <a:ext uri="{FF2B5EF4-FFF2-40B4-BE49-F238E27FC236}">
                  <a16:creationId xmlns:a16="http://schemas.microsoft.com/office/drawing/2014/main" id="{9C0801C7-1C17-9369-75BE-9367D257610F}"/>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FB98B960-3B06-BBE8-4556-CDD3395E0ED4}"/>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54EEEA3B-A0BB-F980-CAE9-9B75FD0F0AB2}"/>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5AF32777-A80F-02FE-1E72-D311B5003FA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DD4B12F8-246A-85B7-6407-69B9866512CD}"/>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B8521586-D80D-5D07-7F9C-5B1477BBA925}"/>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EF63A32C-2D4D-6867-7B4A-C1B68E964A40}"/>
              </a:ext>
            </a:extLst>
          </p:cNvPr>
          <p:cNvGrpSpPr/>
          <p:nvPr/>
        </p:nvGrpSpPr>
        <p:grpSpPr>
          <a:xfrm>
            <a:off x="9917113" y="2265322"/>
            <a:ext cx="236362" cy="2161157"/>
            <a:chOff x="11044871" y="4022147"/>
            <a:chExt cx="236362" cy="2031812"/>
          </a:xfrm>
        </p:grpSpPr>
        <p:sp>
          <p:nvSpPr>
            <p:cNvPr id="9" name="四角形: 角を丸くする 8">
              <a:extLst>
                <a:ext uri="{FF2B5EF4-FFF2-40B4-BE49-F238E27FC236}">
                  <a16:creationId xmlns:a16="http://schemas.microsoft.com/office/drawing/2014/main" id="{3C82A83A-E599-C4F9-1D31-9588702C5BDC}"/>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A7E85AD5-8E4F-CC73-FA8C-D6015C758F08}"/>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4" name="四角形: 角を丸くする 13">
            <a:extLst>
              <a:ext uri="{FF2B5EF4-FFF2-40B4-BE49-F238E27FC236}">
                <a16:creationId xmlns:a16="http://schemas.microsoft.com/office/drawing/2014/main" id="{D22BF539-0F5A-0A43-1565-0E44A111161F}"/>
              </a:ext>
            </a:extLst>
          </p:cNvPr>
          <p:cNvSpPr/>
          <p:nvPr/>
        </p:nvSpPr>
        <p:spPr>
          <a:xfrm>
            <a:off x="4558118" y="3036383"/>
            <a:ext cx="5102512" cy="619528"/>
          </a:xfrm>
          <a:prstGeom prst="roundRect">
            <a:avLst>
              <a:gd name="adj" fmla="val 9765"/>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263F38D9-D088-3BF5-7BE2-3083803B8D45}"/>
              </a:ext>
            </a:extLst>
          </p:cNvPr>
          <p:cNvSpPr txBox="1"/>
          <p:nvPr/>
        </p:nvSpPr>
        <p:spPr>
          <a:xfrm>
            <a:off x="4756598" y="3146092"/>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0" name="グループ化 29">
            <a:extLst>
              <a:ext uri="{FF2B5EF4-FFF2-40B4-BE49-F238E27FC236}">
                <a16:creationId xmlns:a16="http://schemas.microsoft.com/office/drawing/2014/main" id="{25F8DC20-224A-9CA6-F342-1609403F8A39}"/>
              </a:ext>
            </a:extLst>
          </p:cNvPr>
          <p:cNvGrpSpPr/>
          <p:nvPr/>
        </p:nvGrpSpPr>
        <p:grpSpPr>
          <a:xfrm>
            <a:off x="4558118" y="3843626"/>
            <a:ext cx="5102512" cy="619528"/>
            <a:chOff x="4560112" y="2357800"/>
            <a:chExt cx="5102512" cy="619528"/>
          </a:xfrm>
        </p:grpSpPr>
        <p:sp>
          <p:nvSpPr>
            <p:cNvPr id="31" name="四角形: 角を丸くする 30">
              <a:extLst>
                <a:ext uri="{FF2B5EF4-FFF2-40B4-BE49-F238E27FC236}">
                  <a16:creationId xmlns:a16="http://schemas.microsoft.com/office/drawing/2014/main" id="{3591AD4B-3E52-8AF2-4297-C1F4103666DD}"/>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D4944609-DB2E-7F1E-2B3E-C3D8DB936EF7}"/>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A625F233-C22F-5858-91FD-8B5FA06701C7}"/>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3EF015F7-DC15-D9EE-BFC4-642CBA284A4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CCE3EC19-4E4C-6071-2D01-E93E1D81A440}"/>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EF485A9A-4C8E-51BF-43FA-04178F01C5E6}"/>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96096524-D5A0-87E0-5614-944F24A3561A}"/>
              </a:ext>
            </a:extLst>
          </p:cNvPr>
          <p:cNvGrpSpPr/>
          <p:nvPr/>
        </p:nvGrpSpPr>
        <p:grpSpPr>
          <a:xfrm>
            <a:off x="4560112" y="4475160"/>
            <a:ext cx="5102512" cy="612948"/>
            <a:chOff x="4560112" y="4475160"/>
            <a:chExt cx="5102512" cy="612948"/>
          </a:xfrm>
        </p:grpSpPr>
        <p:sp>
          <p:nvSpPr>
            <p:cNvPr id="68" name="四角形: 角を丸くする 67">
              <a:extLst>
                <a:ext uri="{FF2B5EF4-FFF2-40B4-BE49-F238E27FC236}">
                  <a16:creationId xmlns:a16="http://schemas.microsoft.com/office/drawing/2014/main" id="{BE68231B-B3E7-FF5F-D3C2-124B8F15C3D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694D42EC-2FEC-505D-2FFE-07387EA736F0}"/>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3E10297B-7956-9C21-E275-497AA6D1F7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E392D5AA-82A8-8E65-54B3-62A64D657BC9}"/>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439FE4BA-82E2-9EA5-3ED7-5039E17492C0}"/>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10/05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0" name="楕円 39">
            <a:extLst>
              <a:ext uri="{FF2B5EF4-FFF2-40B4-BE49-F238E27FC236}">
                <a16:creationId xmlns:a16="http://schemas.microsoft.com/office/drawing/2014/main" id="{21BE0B6D-0FB8-FAEE-C621-CEF718F6B40A}"/>
              </a:ext>
            </a:extLst>
          </p:cNvPr>
          <p:cNvSpPr/>
          <p:nvPr/>
        </p:nvSpPr>
        <p:spPr>
          <a:xfrm>
            <a:off x="8903162" y="4528462"/>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129743C7-E9A2-790C-0073-E3645B55F751}"/>
              </a:ext>
            </a:extLst>
          </p:cNvPr>
          <p:cNvSpPr txBox="1"/>
          <p:nvPr/>
        </p:nvSpPr>
        <p:spPr>
          <a:xfrm>
            <a:off x="8705880" y="4614902"/>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grpSp>
        <p:nvGrpSpPr>
          <p:cNvPr id="44" name="グループ化 43">
            <a:extLst>
              <a:ext uri="{FF2B5EF4-FFF2-40B4-BE49-F238E27FC236}">
                <a16:creationId xmlns:a16="http://schemas.microsoft.com/office/drawing/2014/main" id="{B6D50400-CD44-3F94-9629-2C1FEE8C4ABD}"/>
              </a:ext>
            </a:extLst>
          </p:cNvPr>
          <p:cNvGrpSpPr/>
          <p:nvPr/>
        </p:nvGrpSpPr>
        <p:grpSpPr>
          <a:xfrm>
            <a:off x="9043933" y="3121128"/>
            <a:ext cx="445516" cy="445516"/>
            <a:chOff x="8484520" y="3671796"/>
            <a:chExt cx="730638" cy="730638"/>
          </a:xfrm>
        </p:grpSpPr>
        <p:sp>
          <p:nvSpPr>
            <p:cNvPr id="45" name="楕円 44">
              <a:extLst>
                <a:ext uri="{FF2B5EF4-FFF2-40B4-BE49-F238E27FC236}">
                  <a16:creationId xmlns:a16="http://schemas.microsoft.com/office/drawing/2014/main" id="{B23C1020-7676-006F-E34E-CD43E9350E04}"/>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図 45">
              <a:extLst>
                <a:ext uri="{FF2B5EF4-FFF2-40B4-BE49-F238E27FC236}">
                  <a16:creationId xmlns:a16="http://schemas.microsoft.com/office/drawing/2014/main" id="{67950E1B-0454-E6B2-6E74-01628C1DE7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260043302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DC324-DE13-B53E-5827-7AA40748B825}"/>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C5C6A5C3-EEBE-6D02-0D5B-1EDCE3A300C5}"/>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2FDD9B2-0354-10CE-4654-6DA97762BA0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27D38EED-A7BB-0D8F-EBE2-1BF175B18E42}"/>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A80BEAC7-17E6-8557-E5D5-20DF59B9DA8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58387CDC-7B5B-70B0-C6BC-888647A4606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2569956-5B02-3854-6070-21E7EDD9C7A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55A5B20-0FE7-FD72-BE57-D6219E62C1FC}"/>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36167F6A-B60B-4EA9-E200-2F83E5F0551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5B8D462-B2D7-45CA-DD68-4F9FCB4EC03C}"/>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2BF60610-AB89-384B-B4C3-EAADE568649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9E599D14-0FC6-D9FF-0C3B-BD4BA677DD1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ADD48C7F-3752-1286-19C0-86C0CE3DA47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9865410-4E37-E933-6FFD-E171EA4A2A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0047A68-D123-15E8-ED77-8500764B826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E53252A1-A469-756C-4D18-47492C2C0A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ECA3B6E-CAED-76E8-B9AD-BEF032FA6002}"/>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719E7C99-F476-BF17-BDAA-330D43A4D835}"/>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F675D931-AF41-F2C8-24DE-E8FB5573A253}"/>
              </a:ext>
            </a:extLst>
          </p:cNvPr>
          <p:cNvSpPr/>
          <p:nvPr/>
        </p:nvSpPr>
        <p:spPr>
          <a:xfrm>
            <a:off x="2051021" y="3014639"/>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5EB33DF0-06E1-01FF-6F87-67E389F7F5D3}"/>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6" name="フリーフォーム: 図形 5">
            <a:extLst>
              <a:ext uri="{FF2B5EF4-FFF2-40B4-BE49-F238E27FC236}">
                <a16:creationId xmlns:a16="http://schemas.microsoft.com/office/drawing/2014/main" id="{548D194F-3E47-F57B-8D3B-8C7638005ECA}"/>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94D67B33-25F6-5DDB-9665-111BBD67A3A9}"/>
              </a:ext>
            </a:extLst>
          </p:cNvPr>
          <p:cNvSpPr/>
          <p:nvPr/>
        </p:nvSpPr>
        <p:spPr>
          <a:xfrm>
            <a:off x="3287031" y="4166488"/>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EBB95EEA-09B6-771B-06D0-0604B7AC9173}"/>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BF6102A2-59B1-4D6D-FD08-389D0CC90FC9}"/>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2096EB98-9D7C-B357-E5CC-7788A192807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6" name="四角形: 角を丸くする 35">
            <a:extLst>
              <a:ext uri="{FF2B5EF4-FFF2-40B4-BE49-F238E27FC236}">
                <a16:creationId xmlns:a16="http://schemas.microsoft.com/office/drawing/2014/main" id="{B96C50AB-AC85-208B-AEE0-A46EC8CBCE15}"/>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361740B5-07DC-F228-949F-C6176AA7DA6F}"/>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0C00B23C-CC9A-2B90-F675-313296EB6DD7}"/>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657F4A3A-FB5E-0602-F0BB-6912646FDAF4}"/>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B11B7278-545E-AB1A-6743-2108922D9ECE}"/>
              </a:ext>
            </a:extLst>
          </p:cNvPr>
          <p:cNvSpPr txBox="1"/>
          <p:nvPr/>
        </p:nvSpPr>
        <p:spPr>
          <a:xfrm>
            <a:off x="5579712" y="1944640"/>
            <a:ext cx="2929007" cy="369332"/>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リミットクエスト</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直近</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30</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件</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52830F7C-B4D8-A614-2644-D8CE9DC646C3}"/>
              </a:ext>
            </a:extLst>
          </p:cNvPr>
          <p:cNvSpPr txBox="1"/>
          <p:nvPr/>
        </p:nvSpPr>
        <p:spPr>
          <a:xfrm>
            <a:off x="643892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53B1EFF9-3F93-6740-A2CA-BA0E0B60B1A0}"/>
              </a:ext>
            </a:extLst>
          </p:cNvPr>
          <p:cNvSpPr txBox="1"/>
          <p:nvPr/>
        </p:nvSpPr>
        <p:spPr>
          <a:xfrm>
            <a:off x="6438921" y="3304229"/>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37CB17EB-4FFA-8F84-AC00-EC28FBD8C35B}"/>
              </a:ext>
            </a:extLst>
          </p:cNvPr>
          <p:cNvSpPr txBox="1"/>
          <p:nvPr/>
        </p:nvSpPr>
        <p:spPr>
          <a:xfrm>
            <a:off x="6438921" y="3969968"/>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6" name="テキスト ボックス 55">
            <a:extLst>
              <a:ext uri="{FF2B5EF4-FFF2-40B4-BE49-F238E27FC236}">
                <a16:creationId xmlns:a16="http://schemas.microsoft.com/office/drawing/2014/main" id="{B22C94C5-05D7-034F-E898-2D08EAEE78DB}"/>
              </a:ext>
            </a:extLst>
          </p:cNvPr>
          <p:cNvSpPr txBox="1"/>
          <p:nvPr/>
        </p:nvSpPr>
        <p:spPr>
          <a:xfrm>
            <a:off x="6438921" y="4635707"/>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7F29C901-22B8-07DE-BD1E-009C9F769FD6}"/>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34" name="四角形: 角を丸くする 33">
            <a:extLst>
              <a:ext uri="{FF2B5EF4-FFF2-40B4-BE49-F238E27FC236}">
                <a16:creationId xmlns:a16="http://schemas.microsoft.com/office/drawing/2014/main" id="{7421CA6E-186E-DEB0-4DAC-5732212DE00C}"/>
              </a:ext>
            </a:extLst>
          </p:cNvPr>
          <p:cNvSpPr/>
          <p:nvPr/>
        </p:nvSpPr>
        <p:spPr>
          <a:xfrm flipH="1">
            <a:off x="4492959" y="1813012"/>
            <a:ext cx="5102512" cy="612948"/>
          </a:xfrm>
          <a:prstGeom prst="roundRect">
            <a:avLst>
              <a:gd name="adj" fmla="val 9765"/>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7980809-DA5A-A9BB-669C-2698B4D6C2BF}"/>
              </a:ext>
            </a:extLst>
          </p:cNvPr>
          <p:cNvSpPr txBox="1"/>
          <p:nvPr/>
        </p:nvSpPr>
        <p:spPr>
          <a:xfrm>
            <a:off x="6143968" y="1934820"/>
            <a:ext cx="1800493" cy="369332"/>
          </a:xfrm>
          <a:prstGeom prst="rect">
            <a:avLst/>
          </a:prstGeom>
          <a:noFill/>
        </p:spPr>
        <p:txBody>
          <a:bodyPr wrap="none" rtlCol="0">
            <a:spAutoFit/>
          </a:bodyP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76917572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C5291-4AD7-3FDA-C18C-0B7F51FA69B5}"/>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44923FA8-1E00-2292-1746-4ACE46450A0A}"/>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A6634FBA-FB1E-8C85-2934-896EEFB8F8F4}"/>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47393874-B499-1E4C-85DE-D09762E7A33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4DA49F2-58FA-55ED-63B5-ACFE2222DEE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1EF1C9C6-C9E6-BE03-095F-8BB35DC858F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1C4CFB0-AD6E-94D6-8D65-1BBF0764FF8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B06AD854-746F-7D4F-3C06-23315658B832}"/>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F4079D4D-E42A-3A75-C6F8-427C695AA34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2168B8C-F17A-0B97-37B0-CA5B357ABB7C}"/>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F730CCF0-1132-6496-B9D2-522985B0D46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772BB65-0E6B-14AF-4898-B1E4237AF44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9F74AE0-755E-3CD4-6448-47F2DE0D3D5C}"/>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B5DA442E-50E2-3202-16E7-CAF3423731C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5C4E2973-28CF-7353-713F-E57CB15F0D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8DFC3995-886A-BD2B-FC1B-82F689CC20A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3B58C96-633D-ED6D-4B32-2874D87E0A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244C97A-25B6-3A9C-20E8-D82861BC3AEE}"/>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20156102-2E7E-30EB-B716-B6EF656D8FB2}"/>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7F31984E-1CF8-EDDB-8B0B-E9DA1772503D}"/>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00F76E56-E9D2-2C62-A875-89F8C8854A31}"/>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2DED6C24-79AD-7A1A-DB91-97A47117384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2282D6D4-E239-A847-3057-5340FBA56CB1}"/>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084496CA-4FC8-FD08-7297-BCB681A16848}"/>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2F102FF2-AE04-525B-A792-C3C03B77FF6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6DEEB885-5EEE-DC69-5775-3B6248CF285F}"/>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D2B8513A-3E1D-C63B-BB13-F852E6DB6EA7}"/>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0A4E394C-93BB-5114-F779-153AD2EEC9AF}"/>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9A79A7A5-4864-8E18-97F7-26EA35D9E289}"/>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98E1574-E5DE-E1B8-1BDB-67DF381F6C9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1F32A766-CBD2-9F5D-509A-60C36987A60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504B547F-7DCF-7A5F-7326-FA02A4230E9D}"/>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E3C9E983-1A55-F10A-9FEA-0E890EB42ACD}"/>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C7CD7E36-156B-7729-7B0A-5299748F086D}"/>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F251E45B-80D3-3BD8-B7F7-3B4CC2A105E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DBDA6AB3-4F30-2C6A-6972-D55CF51D14ED}"/>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6979F50E-8F54-3848-8029-DC2200EC827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3018C20B-8C2C-5314-6AF9-197A2E900324}"/>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E109DAE7-88F3-02C7-6688-006C40F55B08}"/>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71BDF837-8DF4-BF07-85A4-B5C10F5E5991}"/>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9F95338A-ECDD-05B5-506A-38B202B6997D}"/>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CE3D3227-1464-1436-B79C-4385996CF9C3}"/>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42DF1297-BA63-D4EC-F736-3739974ECE3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20859EB2-4F0B-9541-B055-37424E50B9F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932BBF53-877A-D1BB-7006-6B65953BE9D3}"/>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DED3EA79-8C8A-170E-77CA-8F58FEDC17BE}"/>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20" name="四角形: 角を丸くする 19">
            <a:extLst>
              <a:ext uri="{FF2B5EF4-FFF2-40B4-BE49-F238E27FC236}">
                <a16:creationId xmlns:a16="http://schemas.microsoft.com/office/drawing/2014/main" id="{1AC58180-DE8C-4257-02AE-22B359FFB5C3}"/>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4635C94F-E349-F0D1-58B5-B7497120E0D1}"/>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正方形/長方形 28">
            <a:extLst>
              <a:ext uri="{FF2B5EF4-FFF2-40B4-BE49-F238E27FC236}">
                <a16:creationId xmlns:a16="http://schemas.microsoft.com/office/drawing/2014/main" id="{32557064-2C31-F0E6-3735-77D415A0370E}"/>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0BC10371-41C7-97FF-17F0-58D0644000FE}"/>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48" name="四角形: 角を丸くする 47">
            <a:extLst>
              <a:ext uri="{FF2B5EF4-FFF2-40B4-BE49-F238E27FC236}">
                <a16:creationId xmlns:a16="http://schemas.microsoft.com/office/drawing/2014/main" id="{E1FD7257-7BA9-AE20-8F1C-0156A609054A}"/>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8D8113C0-EFC4-E523-95F3-3DD08BF4072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50" name="テキスト ボックス 49">
            <a:extLst>
              <a:ext uri="{FF2B5EF4-FFF2-40B4-BE49-F238E27FC236}">
                <a16:creationId xmlns:a16="http://schemas.microsoft.com/office/drawing/2014/main" id="{7190DBD3-B8AE-14C2-E466-A594BC83756F}"/>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94274206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D888E-91D6-7FA4-348B-EB9FAF223366}"/>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AE68406-F461-E8C0-AAD9-CABE8355B8A3}"/>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7382FCA1-5CDA-7C7B-A431-0A4DE74E04A9}"/>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0541A8EC-9C22-C3D0-F0AA-4927E2E2A6E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FB77D97-F65C-8C8B-F90C-7111EDC348E4}"/>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2E40266F-257D-2177-DCA7-41603154A91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CCE3DB3-D698-997D-167B-57250872C0E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E785F72-00ED-FD5F-C44D-92DDF8F3C4B4}"/>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2CB67402-D726-F81B-2A1D-F4306EF4B793}"/>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C4394E6-456E-F39A-28F8-C47B1E1702A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B499FE5-32FE-D4D2-160E-B38336FCBAA8}"/>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17BA422F-DD1D-68FA-D9CB-F72F1897409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F062D4A-FF43-DCEA-4D8E-E7F551FB9C8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157DEB7-5625-7CDF-E4A1-950E280B9CC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F920598-34AA-19AB-C61B-6C70168EDB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B66E8EF6-1085-5103-A152-F3CF9308207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5E51D44C-77E4-4231-1A77-6DEB38E501F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87CA843-12DA-A18A-3F6A-360BB13D1DC5}"/>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B57547F-5249-0FF1-133E-51993C7BEB73}"/>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81294882-3131-9847-E0EA-5C00E635E0BE}"/>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881D1677-B556-6405-93B9-BE108F5392EB}"/>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88941A85-FDAE-4C29-FF38-38ED915C658B}"/>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0C7790A6-E6D9-14BE-DEA7-E6A4F6E6AC10}"/>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C49FA0FB-5A36-5514-F210-9EBB31EF4F9C}"/>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126DBFCB-D3E6-FABC-5EE1-3D084F10B92D}"/>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01E3411A-572D-1E3C-D730-2ECBC421DDA6}"/>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06BDA4A8-CDEE-E6A4-D331-E143E312E450}"/>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BE985170-C093-773B-864E-B2818E3479F6}"/>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E3500925-A716-6045-9FC5-E8E5BC389F7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2B96F8D7-11B3-E201-3851-244146AA8AD8}"/>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4025A83-77B6-64DE-4634-982D13CA8855}"/>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0C3969E4-134F-4268-E6F9-C73D34DB555E}"/>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11A7FB72-2E59-2847-F052-117F248E1D3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8297C946-B646-274E-77F8-748037CFB550}"/>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ED3F7BE9-4C16-8953-8880-837B115265F0}"/>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123FAC24-C0D8-65AF-B957-8A57FE803C29}"/>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1D60BCE2-BF60-DF91-59C6-839C6127439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F41E6FC1-0792-C7E2-AED0-62EE5F99007B}"/>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CA152341-83E2-C37C-141D-D0BF254277C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6616DB5C-2E45-10BC-2E27-44562D24856A}"/>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8854A73B-2140-A5FA-A86A-09DC857444D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11C478B-0413-6309-0468-D673A8B2AD21}"/>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EA8C04E-B92C-D723-00E3-7DDC911CEF9F}"/>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9A371575-C90C-908A-047B-A31A54CBD90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FF5283E0-744E-E9D4-9229-A5E09647FDC1}"/>
              </a:ext>
            </a:extLst>
          </p:cNvPr>
          <p:cNvSpPr/>
          <p:nvPr/>
        </p:nvSpPr>
        <p:spPr>
          <a:xfrm>
            <a:off x="3165404"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84CE638B-D160-47AB-0529-90490D568FA8}"/>
              </a:ext>
            </a:extLst>
          </p:cNvPr>
          <p:cNvGrpSpPr/>
          <p:nvPr/>
        </p:nvGrpSpPr>
        <p:grpSpPr>
          <a:xfrm>
            <a:off x="3670723" y="1670876"/>
            <a:ext cx="1826142" cy="1351818"/>
            <a:chOff x="3904632" y="1697199"/>
            <a:chExt cx="1826142" cy="1351818"/>
          </a:xfrm>
        </p:grpSpPr>
        <p:sp>
          <p:nvSpPr>
            <p:cNvPr id="20" name="四角形: 角を丸くする 19">
              <a:extLst>
                <a:ext uri="{FF2B5EF4-FFF2-40B4-BE49-F238E27FC236}">
                  <a16:creationId xmlns:a16="http://schemas.microsoft.com/office/drawing/2014/main" id="{99B58C81-C5E2-CE54-0FF3-A406C9A37AE6}"/>
                </a:ext>
              </a:extLst>
            </p:cNvPr>
            <p:cNvSpPr/>
            <p:nvPr/>
          </p:nvSpPr>
          <p:spPr>
            <a:xfrm>
              <a:off x="4320199"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2AC775E4-222F-28CA-74E0-2CBD61EAED38}"/>
                </a:ext>
              </a:extLst>
            </p:cNvPr>
            <p:cNvSpPr txBox="1"/>
            <p:nvPr/>
          </p:nvSpPr>
          <p:spPr>
            <a:xfrm>
              <a:off x="3904632" y="2710463"/>
              <a:ext cx="1826142"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使用：アイテム名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正方形/長方形 28">
            <a:extLst>
              <a:ext uri="{FF2B5EF4-FFF2-40B4-BE49-F238E27FC236}">
                <a16:creationId xmlns:a16="http://schemas.microsoft.com/office/drawing/2014/main" id="{B46A6AE2-AC02-483D-EBCB-A36B3D361F83}"/>
              </a:ext>
            </a:extLst>
          </p:cNvPr>
          <p:cNvSpPr/>
          <p:nvPr/>
        </p:nvSpPr>
        <p:spPr>
          <a:xfrm>
            <a:off x="3159740" y="3069961"/>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C16A03F9-7DDD-1DAE-1181-59EC71AC527C}"/>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grpSp>
        <p:nvGrpSpPr>
          <p:cNvPr id="2" name="グループ化 1">
            <a:extLst>
              <a:ext uri="{FF2B5EF4-FFF2-40B4-BE49-F238E27FC236}">
                <a16:creationId xmlns:a16="http://schemas.microsoft.com/office/drawing/2014/main" id="{CE1EE387-3442-60A4-C8E1-06C96EFF9DC0}"/>
              </a:ext>
            </a:extLst>
          </p:cNvPr>
          <p:cNvGrpSpPr/>
          <p:nvPr/>
        </p:nvGrpSpPr>
        <p:grpSpPr>
          <a:xfrm>
            <a:off x="5054106" y="3796899"/>
            <a:ext cx="2095112" cy="348144"/>
            <a:chOff x="5068663" y="3796899"/>
            <a:chExt cx="2095112" cy="348144"/>
          </a:xfrm>
        </p:grpSpPr>
        <p:sp>
          <p:nvSpPr>
            <p:cNvPr id="48" name="四角形: 角を丸くする 47">
              <a:extLst>
                <a:ext uri="{FF2B5EF4-FFF2-40B4-BE49-F238E27FC236}">
                  <a16:creationId xmlns:a16="http://schemas.microsoft.com/office/drawing/2014/main" id="{3E4348D8-8C3D-B9F6-45C1-603101AA72F4}"/>
                </a:ext>
              </a:extLst>
            </p:cNvPr>
            <p:cNvSpPr/>
            <p:nvPr/>
          </p:nvSpPr>
          <p:spPr>
            <a:xfrm>
              <a:off x="5239260" y="3796899"/>
              <a:ext cx="698274" cy="348144"/>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FA4DC23-774E-758D-4BFF-B65607135F9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50" name="テキスト ボックス 49">
              <a:extLst>
                <a:ext uri="{FF2B5EF4-FFF2-40B4-BE49-F238E27FC236}">
                  <a16:creationId xmlns:a16="http://schemas.microsoft.com/office/drawing/2014/main" id="{BCF9DD08-5722-6DE1-1373-4677C1D5CF0C}"/>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 name="四角形: 角を丸くする 3">
            <a:extLst>
              <a:ext uri="{FF2B5EF4-FFF2-40B4-BE49-F238E27FC236}">
                <a16:creationId xmlns:a16="http://schemas.microsoft.com/office/drawing/2014/main" id="{7D2F9C3F-9036-598F-928E-36243A49E84B}"/>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D9613E06-2550-0E79-ACB4-203A321A96A4}"/>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C80BE30D-E08D-92E9-7214-B817A46F6E26}"/>
              </a:ext>
            </a:extLst>
          </p:cNvPr>
          <p:cNvGrpSpPr/>
          <p:nvPr/>
        </p:nvGrpSpPr>
        <p:grpSpPr>
          <a:xfrm>
            <a:off x="6706460" y="1670876"/>
            <a:ext cx="1826142" cy="1351818"/>
            <a:chOff x="6462548" y="1701571"/>
            <a:chExt cx="1826142" cy="1351818"/>
          </a:xfrm>
        </p:grpSpPr>
        <p:sp>
          <p:nvSpPr>
            <p:cNvPr id="12" name="四角形: 角を丸くする 11">
              <a:extLst>
                <a:ext uri="{FF2B5EF4-FFF2-40B4-BE49-F238E27FC236}">
                  <a16:creationId xmlns:a16="http://schemas.microsoft.com/office/drawing/2014/main" id="{EBA6EB57-AD01-7AB0-58FF-B5FDBAD9627A}"/>
                </a:ext>
              </a:extLst>
            </p:cNvPr>
            <p:cNvSpPr/>
            <p:nvPr/>
          </p:nvSpPr>
          <p:spPr>
            <a:xfrm>
              <a:off x="6878114" y="1701571"/>
              <a:ext cx="995005" cy="978183"/>
            </a:xfrm>
            <a:prstGeom prst="roundRect">
              <a:avLst>
                <a:gd name="adj" fmla="val 9765"/>
              </a:avLst>
            </a:prstGeom>
            <a:solidFill>
              <a:schemeClr val="bg1">
                <a:lumMod val="95000"/>
              </a:schemeClr>
            </a:solidFill>
            <a:ln>
              <a:solidFill>
                <a:srgbClr val="FFA4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327E9AE0-F9E5-CCD3-8C13-7383611E460B}"/>
                </a:ext>
              </a:extLst>
            </p:cNvPr>
            <p:cNvSpPr txBox="1"/>
            <p:nvPr/>
          </p:nvSpPr>
          <p:spPr>
            <a:xfrm>
              <a:off x="6462548" y="2714835"/>
              <a:ext cx="1826142" cy="338554"/>
            </a:xfrm>
            <a:prstGeom prst="rect">
              <a:avLst/>
            </a:prstGeom>
            <a:noFill/>
          </p:spPr>
          <p:txBody>
            <a:bodyPr wrap="none" rtlCol="0">
              <a:spAutoFit/>
            </a:bodyPr>
            <a:lstStyle/>
            <a:p>
              <a:pPr algn="ctr"/>
              <a:r>
                <a:rPr lang="ja-JP" altLang="en-US" sz="16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獲得：アイテム名</a:t>
              </a:r>
              <a:endParaRPr kumimoji="1" lang="ja-JP" altLang="en-US" sz="1600" dirty="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cxnSp>
        <p:nvCxnSpPr>
          <p:cNvPr id="21" name="直線矢印コネクタ 20">
            <a:extLst>
              <a:ext uri="{FF2B5EF4-FFF2-40B4-BE49-F238E27FC236}">
                <a16:creationId xmlns:a16="http://schemas.microsoft.com/office/drawing/2014/main" id="{11EC8C3F-CE8B-19CD-7C5D-945D5994DAA9}"/>
              </a:ext>
            </a:extLst>
          </p:cNvPr>
          <p:cNvCxnSpPr>
            <a:cxnSpLocks/>
          </p:cNvCxnSpPr>
          <p:nvPr/>
        </p:nvCxnSpPr>
        <p:spPr>
          <a:xfrm>
            <a:off x="5081295" y="2187961"/>
            <a:ext cx="2040731" cy="0"/>
          </a:xfrm>
          <a:prstGeom prst="straightConnector1">
            <a:avLst/>
          </a:prstGeom>
          <a:ln w="88900">
            <a:solidFill>
              <a:srgbClr val="FFA4F3"/>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30" name="四角形: 角を丸くする 29">
            <a:extLst>
              <a:ext uri="{FF2B5EF4-FFF2-40B4-BE49-F238E27FC236}">
                <a16:creationId xmlns:a16="http://schemas.microsoft.com/office/drawing/2014/main" id="{A579B6F5-67E9-E25C-4153-D7E89005A829}"/>
              </a:ext>
            </a:extLst>
          </p:cNvPr>
          <p:cNvSpPr/>
          <p:nvPr/>
        </p:nvSpPr>
        <p:spPr>
          <a:xfrm>
            <a:off x="5644462" y="2010040"/>
            <a:ext cx="914400" cy="34580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49" name="グループ化 48">
            <a:extLst>
              <a:ext uri="{FF2B5EF4-FFF2-40B4-BE49-F238E27FC236}">
                <a16:creationId xmlns:a16="http://schemas.microsoft.com/office/drawing/2014/main" id="{9013F07B-C673-6CF0-7AD3-38D045C36A6F}"/>
              </a:ext>
            </a:extLst>
          </p:cNvPr>
          <p:cNvGrpSpPr/>
          <p:nvPr/>
        </p:nvGrpSpPr>
        <p:grpSpPr>
          <a:xfrm>
            <a:off x="5642008" y="1587072"/>
            <a:ext cx="359461" cy="400110"/>
            <a:chOff x="5734884" y="2400336"/>
            <a:chExt cx="359461" cy="400110"/>
          </a:xfrm>
        </p:grpSpPr>
        <p:sp>
          <p:nvSpPr>
            <p:cNvPr id="45" name="四角形: 角を丸くする 44">
              <a:extLst>
                <a:ext uri="{FF2B5EF4-FFF2-40B4-BE49-F238E27FC236}">
                  <a16:creationId xmlns:a16="http://schemas.microsoft.com/office/drawing/2014/main" id="{D8B6C787-CF2D-FECD-DBBE-5A2C22AFC394}"/>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6EF3133-007B-0F4F-3F7B-5ACE80E8DED4}"/>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51" name="グループ化 50">
            <a:extLst>
              <a:ext uri="{FF2B5EF4-FFF2-40B4-BE49-F238E27FC236}">
                <a16:creationId xmlns:a16="http://schemas.microsoft.com/office/drawing/2014/main" id="{3D3706BE-C154-5710-FC16-C53D4C08A46D}"/>
              </a:ext>
            </a:extLst>
          </p:cNvPr>
          <p:cNvGrpSpPr/>
          <p:nvPr/>
        </p:nvGrpSpPr>
        <p:grpSpPr>
          <a:xfrm>
            <a:off x="5642008" y="2298957"/>
            <a:ext cx="359461" cy="400110"/>
            <a:chOff x="5734884" y="2400336"/>
            <a:chExt cx="359461" cy="400110"/>
          </a:xfrm>
        </p:grpSpPr>
        <p:sp>
          <p:nvSpPr>
            <p:cNvPr id="52" name="四角形: 角を丸くする 51">
              <a:extLst>
                <a:ext uri="{FF2B5EF4-FFF2-40B4-BE49-F238E27FC236}">
                  <a16:creationId xmlns:a16="http://schemas.microsoft.com/office/drawing/2014/main" id="{B631D727-4E72-41B6-83CA-90F80E83642F}"/>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9" name="テキスト ボックス 68">
              <a:extLst>
                <a:ext uri="{FF2B5EF4-FFF2-40B4-BE49-F238E27FC236}">
                  <a16:creationId xmlns:a16="http://schemas.microsoft.com/office/drawing/2014/main" id="{688D4975-D819-D995-79DD-C539D63F63F8}"/>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71" name="グループ化 70">
            <a:extLst>
              <a:ext uri="{FF2B5EF4-FFF2-40B4-BE49-F238E27FC236}">
                <a16:creationId xmlns:a16="http://schemas.microsoft.com/office/drawing/2014/main" id="{0A9EC4D2-E48E-42D6-E65E-774B84A506E8}"/>
              </a:ext>
            </a:extLst>
          </p:cNvPr>
          <p:cNvGrpSpPr/>
          <p:nvPr/>
        </p:nvGrpSpPr>
        <p:grpSpPr>
          <a:xfrm>
            <a:off x="5992152" y="2396515"/>
            <a:ext cx="623899" cy="275840"/>
            <a:chOff x="5682203" y="2494036"/>
            <a:chExt cx="574678" cy="275840"/>
          </a:xfrm>
        </p:grpSpPr>
        <p:sp>
          <p:nvSpPr>
            <p:cNvPr id="75" name="四角形: 角を丸くする 74">
              <a:extLst>
                <a:ext uri="{FF2B5EF4-FFF2-40B4-BE49-F238E27FC236}">
                  <a16:creationId xmlns:a16="http://schemas.microsoft.com/office/drawing/2014/main" id="{64E8AB46-C770-6E25-EADB-361D855910E8}"/>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D9EB7CB6-FE7E-473D-DE4C-9CA4B4D132B1}"/>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MIN</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7" name="グループ化 76">
            <a:extLst>
              <a:ext uri="{FF2B5EF4-FFF2-40B4-BE49-F238E27FC236}">
                <a16:creationId xmlns:a16="http://schemas.microsoft.com/office/drawing/2014/main" id="{D29E4A5E-F37E-C3E7-0230-CE6E4976DFF6}"/>
              </a:ext>
            </a:extLst>
          </p:cNvPr>
          <p:cNvGrpSpPr/>
          <p:nvPr/>
        </p:nvGrpSpPr>
        <p:grpSpPr>
          <a:xfrm>
            <a:off x="5992152" y="1680719"/>
            <a:ext cx="623899" cy="275840"/>
            <a:chOff x="5682203" y="2494036"/>
            <a:chExt cx="574678" cy="275840"/>
          </a:xfrm>
        </p:grpSpPr>
        <p:sp>
          <p:nvSpPr>
            <p:cNvPr id="78" name="四角形: 角を丸くする 77">
              <a:extLst>
                <a:ext uri="{FF2B5EF4-FFF2-40B4-BE49-F238E27FC236}">
                  <a16:creationId xmlns:a16="http://schemas.microsoft.com/office/drawing/2014/main" id="{1B41E348-C752-B05B-2B09-7B51DA731F86}"/>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BDD25AB8-91C9-F53F-4D33-320F0117FCDC}"/>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19363111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1FE2AD6-672D-CB6C-E94F-5154FACB4791}"/>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7F2FDA9-7F3A-E880-FE97-47EAC289EC4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D2CC4084-ECEB-11CE-48D9-2E609B9F711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CD665728-166B-49F4-759C-1194BB7A02A6}"/>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31154C03-8668-7512-3355-09257DA216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83F1170-5E79-8F55-4E7D-B2638F74BD6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DA23E6A-E06B-A2E3-82B6-FDC40450411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85FBED1B-F6F7-E577-4D3F-778D98BFE5D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BA9A8836-2209-508D-FE2A-ACBBAFA0C2E0}"/>
              </a:ext>
            </a:extLst>
          </p:cNvPr>
          <p:cNvSpPr/>
          <p:nvPr/>
        </p:nvSpPr>
        <p:spPr>
          <a:xfrm>
            <a:off x="1698342" y="1342769"/>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315B0D47-C0ED-595E-871E-51BEFECD3530}"/>
              </a:ext>
            </a:extLst>
          </p:cNvPr>
          <p:cNvSpPr/>
          <p:nvPr/>
        </p:nvSpPr>
        <p:spPr>
          <a:xfrm>
            <a:off x="6352916" y="4531914"/>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0006D0F8-0869-82DF-B17B-4FC8F3C0CEC5}"/>
              </a:ext>
            </a:extLst>
          </p:cNvPr>
          <p:cNvSpPr/>
          <p:nvPr/>
        </p:nvSpPr>
        <p:spPr>
          <a:xfrm>
            <a:off x="3520077" y="4531914"/>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9DFC212C-2875-A281-397A-DA12317487E7}"/>
              </a:ext>
            </a:extLst>
          </p:cNvPr>
          <p:cNvSpPr txBox="1"/>
          <p:nvPr/>
        </p:nvSpPr>
        <p:spPr>
          <a:xfrm>
            <a:off x="4925648" y="1469349"/>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2BB379D8-ACFC-BFFB-9CBF-634B97DC4A56}"/>
              </a:ext>
            </a:extLst>
          </p:cNvPr>
          <p:cNvCxnSpPr>
            <a:cxnSpLocks/>
          </p:cNvCxnSpPr>
          <p:nvPr/>
        </p:nvCxnSpPr>
        <p:spPr>
          <a:xfrm>
            <a:off x="4363451" y="1967086"/>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C663CB25-105A-19F0-BD75-C215CDFF0903}"/>
              </a:ext>
            </a:extLst>
          </p:cNvPr>
          <p:cNvSpPr/>
          <p:nvPr/>
        </p:nvSpPr>
        <p:spPr>
          <a:xfrm rot="16200000">
            <a:off x="197929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6C76D2FD-855A-04F8-73AC-962F62A837F9}"/>
              </a:ext>
            </a:extLst>
          </p:cNvPr>
          <p:cNvSpPr/>
          <p:nvPr/>
        </p:nvSpPr>
        <p:spPr>
          <a:xfrm rot="5400000" flipH="1">
            <a:off x="925876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1DF223B6-BA07-82AC-D975-D4B743309C0B}"/>
              </a:ext>
            </a:extLst>
          </p:cNvPr>
          <p:cNvSpPr txBox="1"/>
          <p:nvPr/>
        </p:nvSpPr>
        <p:spPr>
          <a:xfrm>
            <a:off x="4454661" y="3013501"/>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12" name="四角形: 角を丸くする 11">
            <a:extLst>
              <a:ext uri="{FF2B5EF4-FFF2-40B4-BE49-F238E27FC236}">
                <a16:creationId xmlns:a16="http://schemas.microsoft.com/office/drawing/2014/main" id="{F06C8971-7DEF-DCF7-2354-206E292E47C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四角形: 角を丸くする 13">
            <a:extLst>
              <a:ext uri="{FF2B5EF4-FFF2-40B4-BE49-F238E27FC236}">
                <a16:creationId xmlns:a16="http://schemas.microsoft.com/office/drawing/2014/main" id="{EE937D5F-83FC-2746-1591-77C82E63D632}"/>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A128D4C2-2125-A759-7F91-F33EE3A12F4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416A519F-1EC9-E939-55CA-82AE2A5DFFC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80401382-BD63-C32C-2F27-533B9E394C0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0F2EE69-37BF-9C69-E9BF-D3B51A8F98F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0" name="テキスト ボックス 39">
            <a:extLst>
              <a:ext uri="{FF2B5EF4-FFF2-40B4-BE49-F238E27FC236}">
                <a16:creationId xmlns:a16="http://schemas.microsoft.com/office/drawing/2014/main" id="{85135F8A-145D-6E67-C967-EABD1898870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2" name="テキスト ボックス 41">
            <a:extLst>
              <a:ext uri="{FF2B5EF4-FFF2-40B4-BE49-F238E27FC236}">
                <a16:creationId xmlns:a16="http://schemas.microsoft.com/office/drawing/2014/main" id="{8AF01F8D-AECA-4819-5E60-72656DCBF37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03D98D94-690C-7C97-0DB5-349D1D8EB813}"/>
              </a:ext>
            </a:extLst>
          </p:cNvPr>
          <p:cNvGrpSpPr/>
          <p:nvPr/>
        </p:nvGrpSpPr>
        <p:grpSpPr>
          <a:xfrm>
            <a:off x="0" y="-1"/>
            <a:ext cx="12192000" cy="6858001"/>
            <a:chOff x="0" y="-1"/>
            <a:chExt cx="12192000" cy="6858001"/>
          </a:xfrm>
        </p:grpSpPr>
        <p:sp>
          <p:nvSpPr>
            <p:cNvPr id="2" name="正方形/長方形 1">
              <a:extLst>
                <a:ext uri="{FF2B5EF4-FFF2-40B4-BE49-F238E27FC236}">
                  <a16:creationId xmlns:a16="http://schemas.microsoft.com/office/drawing/2014/main" id="{B67FBE87-118F-CDAF-DA68-A106E55B6E1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78FBF925-3685-81AF-CB10-FB250D50B5E5}"/>
                </a:ext>
              </a:extLst>
            </p:cNvPr>
            <p:cNvGrpSpPr/>
            <p:nvPr/>
          </p:nvGrpSpPr>
          <p:grpSpPr>
            <a:xfrm>
              <a:off x="3159742" y="1823170"/>
              <a:ext cx="5872517" cy="3211661"/>
              <a:chOff x="3159742" y="1823170"/>
              <a:chExt cx="5872517" cy="3211661"/>
            </a:xfrm>
          </p:grpSpPr>
          <p:sp>
            <p:nvSpPr>
              <p:cNvPr id="4" name="四角形: 角を丸くする 3">
                <a:extLst>
                  <a:ext uri="{FF2B5EF4-FFF2-40B4-BE49-F238E27FC236}">
                    <a16:creationId xmlns:a16="http://schemas.microsoft.com/office/drawing/2014/main" id="{A5535A29-944F-77D6-195E-442304C296D3}"/>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5EDE36B2-1419-AD67-2C23-C35700446853}"/>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086681A3-710D-1471-8C67-2EBFFDDE57AA}"/>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0" name="テキスト ボックス 9">
                <a:extLst>
                  <a:ext uri="{FF2B5EF4-FFF2-40B4-BE49-F238E27FC236}">
                    <a16:creationId xmlns:a16="http://schemas.microsoft.com/office/drawing/2014/main" id="{CC74B06F-085A-CA16-FCEA-90729D3CFC09}"/>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29270145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50FB7E0-E8AF-8139-0CAA-A75F300BCA55}"/>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C94822F2-4223-40AE-E01C-F5BE34FF23F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902BDE97-B4AE-E806-650D-FA341B3880F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77BE2E9-2153-F82A-39AA-30FDF37D6C3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7CDC4E36-50CE-1626-A4BE-2251A9D86A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BE28A5A-FCA4-257A-D315-E3BF172513A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C07908C8-C6A7-FC40-66F7-1408ED67383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60F03934-69BB-2A36-14EB-710B01B136F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A2C771E9-7321-9824-475D-B0DC5E8A9BCC}"/>
              </a:ext>
            </a:extLst>
          </p:cNvPr>
          <p:cNvSpPr/>
          <p:nvPr/>
        </p:nvSpPr>
        <p:spPr>
          <a:xfrm>
            <a:off x="1698342" y="1342769"/>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93BE7E80-F93B-8E57-8EE9-B9E5894EBEB0}"/>
              </a:ext>
            </a:extLst>
          </p:cNvPr>
          <p:cNvSpPr/>
          <p:nvPr/>
        </p:nvSpPr>
        <p:spPr>
          <a:xfrm>
            <a:off x="6352916" y="4531914"/>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E29FCD43-B8B6-FD1A-036A-753B63DC1CE4}"/>
              </a:ext>
            </a:extLst>
          </p:cNvPr>
          <p:cNvSpPr/>
          <p:nvPr/>
        </p:nvSpPr>
        <p:spPr>
          <a:xfrm>
            <a:off x="3520077" y="4531914"/>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89E17D40-DB2F-C343-518F-1ECF283E3031}"/>
              </a:ext>
            </a:extLst>
          </p:cNvPr>
          <p:cNvSpPr txBox="1"/>
          <p:nvPr/>
        </p:nvSpPr>
        <p:spPr>
          <a:xfrm>
            <a:off x="4925648" y="1469349"/>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BEBA3739-CC0F-83AA-3829-E51B2310E5C1}"/>
              </a:ext>
            </a:extLst>
          </p:cNvPr>
          <p:cNvCxnSpPr>
            <a:cxnSpLocks/>
          </p:cNvCxnSpPr>
          <p:nvPr/>
        </p:nvCxnSpPr>
        <p:spPr>
          <a:xfrm>
            <a:off x="4363451" y="1967086"/>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73A26182-B175-0EB5-7268-8E1A27B2BBB7}"/>
              </a:ext>
            </a:extLst>
          </p:cNvPr>
          <p:cNvSpPr/>
          <p:nvPr/>
        </p:nvSpPr>
        <p:spPr>
          <a:xfrm rot="16200000">
            <a:off x="197929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5D058439-1A73-A990-01CD-283FF30CD762}"/>
              </a:ext>
            </a:extLst>
          </p:cNvPr>
          <p:cNvSpPr/>
          <p:nvPr/>
        </p:nvSpPr>
        <p:spPr>
          <a:xfrm rot="5400000" flipH="1">
            <a:off x="925876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E306EFCC-EF10-1CEC-8F5D-952571AF46BF}"/>
              </a:ext>
            </a:extLst>
          </p:cNvPr>
          <p:cNvSpPr txBox="1"/>
          <p:nvPr/>
        </p:nvSpPr>
        <p:spPr>
          <a:xfrm>
            <a:off x="4454661" y="3013501"/>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12" name="四角形: 角を丸くする 11">
            <a:extLst>
              <a:ext uri="{FF2B5EF4-FFF2-40B4-BE49-F238E27FC236}">
                <a16:creationId xmlns:a16="http://schemas.microsoft.com/office/drawing/2014/main" id="{1EBAD95F-8989-6A5D-D6AE-7994D02B930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四角形: 角を丸くする 13">
            <a:extLst>
              <a:ext uri="{FF2B5EF4-FFF2-40B4-BE49-F238E27FC236}">
                <a16:creationId xmlns:a16="http://schemas.microsoft.com/office/drawing/2014/main" id="{0C6C049D-1CAB-EDDF-780A-D374D7F84A3A}"/>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067F5854-8461-DA36-65EB-2E422358A69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2E92F625-C1AA-9728-A27F-8A6FF532857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3D22C0EB-CC65-0CF7-0304-C38807DDF90C}"/>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7BD8B0B7-D89E-E612-B7C6-CBBB7FC44D2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0" name="テキスト ボックス 39">
            <a:extLst>
              <a:ext uri="{FF2B5EF4-FFF2-40B4-BE49-F238E27FC236}">
                <a16:creationId xmlns:a16="http://schemas.microsoft.com/office/drawing/2014/main" id="{824FEEEC-B3F2-17F6-3A68-58ED8DF5673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2" name="テキスト ボックス 41">
            <a:extLst>
              <a:ext uri="{FF2B5EF4-FFF2-40B4-BE49-F238E27FC236}">
                <a16:creationId xmlns:a16="http://schemas.microsoft.com/office/drawing/2014/main" id="{6E51D66E-F928-E9FC-B2E3-AEEE5D4BC5B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2D2CFACD-2D63-482F-1E63-4BF5F01211DA}"/>
              </a:ext>
            </a:extLst>
          </p:cNvPr>
          <p:cNvGrpSpPr/>
          <p:nvPr/>
        </p:nvGrpSpPr>
        <p:grpSpPr>
          <a:xfrm>
            <a:off x="0" y="-1"/>
            <a:ext cx="12192000" cy="6858001"/>
            <a:chOff x="0" y="-1"/>
            <a:chExt cx="12192000" cy="6858001"/>
          </a:xfrm>
        </p:grpSpPr>
        <p:grpSp>
          <p:nvGrpSpPr>
            <p:cNvPr id="3" name="グループ化 2">
              <a:extLst>
                <a:ext uri="{FF2B5EF4-FFF2-40B4-BE49-F238E27FC236}">
                  <a16:creationId xmlns:a16="http://schemas.microsoft.com/office/drawing/2014/main" id="{3F8D0AD6-A564-A6A5-D41E-2D337157AAB9}"/>
                </a:ext>
              </a:extLst>
            </p:cNvPr>
            <p:cNvGrpSpPr/>
            <p:nvPr/>
          </p:nvGrpSpPr>
          <p:grpSpPr>
            <a:xfrm>
              <a:off x="0" y="-1"/>
              <a:ext cx="12192000" cy="6858001"/>
              <a:chOff x="0" y="-1"/>
              <a:chExt cx="12192000" cy="6858001"/>
            </a:xfrm>
          </p:grpSpPr>
          <p:sp>
            <p:nvSpPr>
              <p:cNvPr id="2" name="正方形/長方形 1">
                <a:extLst>
                  <a:ext uri="{FF2B5EF4-FFF2-40B4-BE49-F238E27FC236}">
                    <a16:creationId xmlns:a16="http://schemas.microsoft.com/office/drawing/2014/main" id="{25D7A26F-292A-D91B-9F9C-7C2C2D5238D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72EE237B-521D-7A54-6AC7-2E4A9E71D55B}"/>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 name="四角形: 角を丸くする 5">
              <a:extLst>
                <a:ext uri="{FF2B5EF4-FFF2-40B4-BE49-F238E27FC236}">
                  <a16:creationId xmlns:a16="http://schemas.microsoft.com/office/drawing/2014/main" id="{F3147F5F-ADBF-4FED-AB6F-EBBCBC1D2512}"/>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戻す</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FAE1FD9E-0E0E-750E-CC49-6456882660E6}"/>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戻さない</a:t>
              </a:r>
              <a:endParaRPr kumimoji="1" lang="ja-JP" altLang="en-US" sz="2400" dirty="0">
                <a:latin typeface="和音 Joyo R" panose="00000500000000000000" pitchFamily="50" charset="-128"/>
                <a:ea typeface="和音 Joyo R" panose="00000500000000000000" pitchFamily="50" charset="-128"/>
              </a:endParaRPr>
            </a:p>
          </p:txBody>
        </p:sp>
        <p:sp>
          <p:nvSpPr>
            <p:cNvPr id="10" name="テキスト ボックス 9">
              <a:extLst>
                <a:ext uri="{FF2B5EF4-FFF2-40B4-BE49-F238E27FC236}">
                  <a16:creationId xmlns:a16="http://schemas.microsoft.com/office/drawing/2014/main" id="{70F4C3D5-2613-F095-6226-8CB5D8C86A28}"/>
                </a:ext>
              </a:extLst>
            </p:cNvPr>
            <p:cNvSpPr txBox="1"/>
            <p:nvPr/>
          </p:nvSpPr>
          <p:spPr>
            <a:xfrm>
              <a:off x="3474132" y="2409602"/>
              <a:ext cx="524374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73747465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989D2B22-1983-9F0C-359F-B8650EF97D07}"/>
            </a:ext>
          </a:extLst>
        </p:cNvPr>
        <p:cNvGrpSpPr/>
        <p:nvPr/>
      </p:nvGrpSpPr>
      <p:grpSpPr>
        <a:xfrm>
          <a:off x="0" y="0"/>
          <a:ext cx="0" cy="0"/>
          <a:chOff x="0" y="0"/>
          <a:chExt cx="0" cy="0"/>
        </a:xfrm>
      </p:grpSpPr>
      <p:sp>
        <p:nvSpPr>
          <p:cNvPr id="19" name="正方形/長方形 18">
            <a:extLst>
              <a:ext uri="{FF2B5EF4-FFF2-40B4-BE49-F238E27FC236}">
                <a16:creationId xmlns:a16="http://schemas.microsoft.com/office/drawing/2014/main" id="{A1872B98-630B-6BB2-15AD-D84AB78FD417}"/>
              </a:ext>
            </a:extLst>
          </p:cNvPr>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C6DD284A-BFA7-14A4-7BAB-778A97BC7802}"/>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4A9C6347-FD04-5E79-D0C0-BADEC2C3BCD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0D59D948-8577-3336-D265-AAD8C6CE5BA1}"/>
                </a:ext>
              </a:extLst>
            </p:cNvPr>
            <p:cNvSpPr/>
            <p:nvPr/>
          </p:nvSpPr>
          <p:spPr>
            <a:xfrm>
              <a:off x="807409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93D527CC-F586-3DD4-F70D-5941E55624B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5C279ACA-9C41-9A9F-F32D-EF97A8914C3A}"/>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D10ED75-D494-3BCC-FC84-8AF0D02D87E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7F46B7D5-8B4D-B08F-A22E-6822AD9D9FE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5C61D102-67A5-54F4-9280-CB27E95CF5C6}"/>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1BD84E28-6845-7B85-363D-2D3C44D1EA7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 name="グループ化 10">
            <a:extLst>
              <a:ext uri="{FF2B5EF4-FFF2-40B4-BE49-F238E27FC236}">
                <a16:creationId xmlns:a16="http://schemas.microsoft.com/office/drawing/2014/main" id="{AA199141-2B81-FDD7-223F-FFBCCE124254}"/>
              </a:ext>
            </a:extLst>
          </p:cNvPr>
          <p:cNvGrpSpPr/>
          <p:nvPr/>
        </p:nvGrpSpPr>
        <p:grpSpPr>
          <a:xfrm>
            <a:off x="163586" y="134635"/>
            <a:ext cx="3123445" cy="1396119"/>
            <a:chOff x="163586" y="134635"/>
            <a:chExt cx="3123445" cy="1396119"/>
          </a:xfrm>
        </p:grpSpPr>
        <p:sp>
          <p:nvSpPr>
            <p:cNvPr id="12" name="四角形: 角を丸くする 11">
              <a:extLst>
                <a:ext uri="{FF2B5EF4-FFF2-40B4-BE49-F238E27FC236}">
                  <a16:creationId xmlns:a16="http://schemas.microsoft.com/office/drawing/2014/main" id="{AEBCA165-C68F-8940-6ECC-DF4DE9AE6C3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3" name="テキスト ボックス 12">
              <a:extLst>
                <a:ext uri="{FF2B5EF4-FFF2-40B4-BE49-F238E27FC236}">
                  <a16:creationId xmlns:a16="http://schemas.microsoft.com/office/drawing/2014/main" id="{B175D0CD-4F58-F75D-EDD0-B1EF7BC23F3A}"/>
                </a:ext>
              </a:extLst>
            </p:cNvPr>
            <p:cNvSpPr txBox="1"/>
            <p:nvPr/>
          </p:nvSpPr>
          <p:spPr>
            <a:xfrm>
              <a:off x="2009315" y="641390"/>
              <a:ext cx="697627"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 name="グループ化 13">
              <a:extLst>
                <a:ext uri="{FF2B5EF4-FFF2-40B4-BE49-F238E27FC236}">
                  <a16:creationId xmlns:a16="http://schemas.microsoft.com/office/drawing/2014/main" id="{ACD3CC11-3C7D-9376-1F0E-1793E1B502CB}"/>
                </a:ext>
              </a:extLst>
            </p:cNvPr>
            <p:cNvGrpSpPr/>
            <p:nvPr/>
          </p:nvGrpSpPr>
          <p:grpSpPr>
            <a:xfrm>
              <a:off x="163586" y="134635"/>
              <a:ext cx="1975684" cy="1396119"/>
              <a:chOff x="163586" y="134635"/>
              <a:chExt cx="1975684" cy="1396119"/>
            </a:xfrm>
          </p:grpSpPr>
          <p:grpSp>
            <p:nvGrpSpPr>
              <p:cNvPr id="15" name="グループ化 14">
                <a:extLst>
                  <a:ext uri="{FF2B5EF4-FFF2-40B4-BE49-F238E27FC236}">
                    <a16:creationId xmlns:a16="http://schemas.microsoft.com/office/drawing/2014/main" id="{59FCF335-41C4-4053-104D-21AA980CBDE1}"/>
                  </a:ext>
                </a:extLst>
              </p:cNvPr>
              <p:cNvGrpSpPr/>
              <p:nvPr/>
            </p:nvGrpSpPr>
            <p:grpSpPr>
              <a:xfrm>
                <a:off x="163586" y="134635"/>
                <a:ext cx="1975684" cy="1396119"/>
                <a:chOff x="163586" y="134635"/>
                <a:chExt cx="1975684" cy="1396119"/>
              </a:xfrm>
            </p:grpSpPr>
            <p:pic>
              <p:nvPicPr>
                <p:cNvPr id="17" name="図 16">
                  <a:extLst>
                    <a:ext uri="{FF2B5EF4-FFF2-40B4-BE49-F238E27FC236}">
                      <a16:creationId xmlns:a16="http://schemas.microsoft.com/office/drawing/2014/main" id="{7759B601-E27F-7580-73C0-7ACEE15914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8" name="楕円 17">
                  <a:extLst>
                    <a:ext uri="{FF2B5EF4-FFF2-40B4-BE49-F238E27FC236}">
                      <a16:creationId xmlns:a16="http://schemas.microsoft.com/office/drawing/2014/main" id="{6C01840F-442D-B4B5-1191-1468DB8F405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6" name="図 15">
                <a:extLst>
                  <a:ext uri="{FF2B5EF4-FFF2-40B4-BE49-F238E27FC236}">
                    <a16:creationId xmlns:a16="http://schemas.microsoft.com/office/drawing/2014/main" id="{1CED942E-FD12-58BE-B8FA-14A9325A97B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1" name="フローチャート: 手作業 20">
            <a:extLst>
              <a:ext uri="{FF2B5EF4-FFF2-40B4-BE49-F238E27FC236}">
                <a16:creationId xmlns:a16="http://schemas.microsoft.com/office/drawing/2014/main" id="{194331A0-4BBC-967B-840D-67C8DAD0544D}"/>
              </a:ext>
            </a:extLst>
          </p:cNvPr>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7B50156-69B0-7535-CCC3-C805BD6848EA}"/>
              </a:ext>
            </a:extLst>
          </p:cNvPr>
          <p:cNvSpPr/>
          <p:nvPr/>
        </p:nvSpPr>
        <p:spPr>
          <a:xfrm>
            <a:off x="2665682"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3399ADD7-662A-4AA2-4D59-0E01A65B82D2}"/>
              </a:ext>
            </a:extLst>
          </p:cNvPr>
          <p:cNvSpPr/>
          <p:nvPr/>
        </p:nvSpPr>
        <p:spPr>
          <a:xfrm>
            <a:off x="5184670"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5472D4D1-7594-211A-4819-339D48EEF12F}"/>
              </a:ext>
            </a:extLst>
          </p:cNvPr>
          <p:cNvSpPr/>
          <p:nvPr/>
        </p:nvSpPr>
        <p:spPr>
          <a:xfrm>
            <a:off x="7703657"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3217DC46-2834-3A31-824A-4D364D79974A}"/>
              </a:ext>
            </a:extLst>
          </p:cNvPr>
          <p:cNvSpPr/>
          <p:nvPr/>
        </p:nvSpPr>
        <p:spPr>
          <a:xfrm>
            <a:off x="2665682"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22008465-41D1-FAEA-4F97-886CBC5DAC1C}"/>
              </a:ext>
            </a:extLst>
          </p:cNvPr>
          <p:cNvSpPr/>
          <p:nvPr/>
        </p:nvSpPr>
        <p:spPr>
          <a:xfrm>
            <a:off x="5184670"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4FD9FC4-377F-C21F-B012-6F8AD283155B}"/>
              </a:ext>
            </a:extLst>
          </p:cNvPr>
          <p:cNvSpPr/>
          <p:nvPr/>
        </p:nvSpPr>
        <p:spPr>
          <a:xfrm>
            <a:off x="7703657"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987863AC-9C3C-700A-F86A-AA9972A7D12A}"/>
              </a:ext>
            </a:extLst>
          </p:cNvPr>
          <p:cNvSpPr/>
          <p:nvPr/>
        </p:nvSpPr>
        <p:spPr>
          <a:xfrm>
            <a:off x="2665682"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A61E7447-2639-7F02-2BCE-68E8C799D0CF}"/>
              </a:ext>
            </a:extLst>
          </p:cNvPr>
          <p:cNvSpPr/>
          <p:nvPr/>
        </p:nvSpPr>
        <p:spPr>
          <a:xfrm>
            <a:off x="5184670"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B292414E-7E16-3631-2A65-A782A3D6CA33}"/>
              </a:ext>
            </a:extLst>
          </p:cNvPr>
          <p:cNvSpPr/>
          <p:nvPr/>
        </p:nvSpPr>
        <p:spPr>
          <a:xfrm>
            <a:off x="7703657"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矢印: 五方向 39">
            <a:extLst>
              <a:ext uri="{FF2B5EF4-FFF2-40B4-BE49-F238E27FC236}">
                <a16:creationId xmlns:a16="http://schemas.microsoft.com/office/drawing/2014/main" id="{A9552B67-5472-7978-AD93-6784E01DDF96}"/>
              </a:ext>
            </a:extLst>
          </p:cNvPr>
          <p:cNvSpPr/>
          <p:nvPr/>
        </p:nvSpPr>
        <p:spPr>
          <a:xfrm flipH="1">
            <a:off x="9924408" y="339870"/>
            <a:ext cx="1430887" cy="484632"/>
          </a:xfrm>
          <a:prstGeom prst="homePlate">
            <a:avLst>
              <a:gd name="adj" fmla="val 90770"/>
            </a:avLst>
          </a:prstGeom>
          <a:solidFill>
            <a:schemeClr val="accent2">
              <a:lumMod val="20000"/>
              <a:lumOff val="80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矢印: 五方向 44">
            <a:extLst>
              <a:ext uri="{FF2B5EF4-FFF2-40B4-BE49-F238E27FC236}">
                <a16:creationId xmlns:a16="http://schemas.microsoft.com/office/drawing/2014/main" id="{B1097F0F-F6C1-4134-9BD8-071C58CFB150}"/>
              </a:ext>
            </a:extLst>
          </p:cNvPr>
          <p:cNvSpPr/>
          <p:nvPr/>
        </p:nvSpPr>
        <p:spPr>
          <a:xfrm flipH="1">
            <a:off x="9924408" y="822896"/>
            <a:ext cx="1430887" cy="484632"/>
          </a:xfrm>
          <a:prstGeom prst="homePlate">
            <a:avLst>
              <a:gd name="adj" fmla="val 90770"/>
            </a:avLst>
          </a:prstGeom>
          <a:solidFill>
            <a:schemeClr val="accent6">
              <a:lumMod val="20000"/>
              <a:lumOff val="80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6AED56ED-F6DC-9F73-EBD9-C42CFA325A45}"/>
              </a:ext>
            </a:extLst>
          </p:cNvPr>
          <p:cNvGrpSpPr/>
          <p:nvPr/>
        </p:nvGrpSpPr>
        <p:grpSpPr>
          <a:xfrm>
            <a:off x="8243385" y="573275"/>
            <a:ext cx="2174188" cy="518838"/>
            <a:chOff x="8243385" y="573275"/>
            <a:chExt cx="2174188" cy="518838"/>
          </a:xfrm>
        </p:grpSpPr>
        <p:sp>
          <p:nvSpPr>
            <p:cNvPr id="38" name="フローチャート: 準備 37">
              <a:extLst>
                <a:ext uri="{FF2B5EF4-FFF2-40B4-BE49-F238E27FC236}">
                  <a16:creationId xmlns:a16="http://schemas.microsoft.com/office/drawing/2014/main" id="{D136B718-65A2-B66F-8DEB-0835FC358FC4}"/>
                </a:ext>
              </a:extLst>
            </p:cNvPr>
            <p:cNvSpPr/>
            <p:nvPr/>
          </p:nvSpPr>
          <p:spPr>
            <a:xfrm>
              <a:off x="8243385" y="573275"/>
              <a:ext cx="2174188" cy="518838"/>
            </a:xfrm>
            <a:prstGeom prst="flowChartPreparation">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8B599F34-2D2C-8D31-B9CE-1FD6A328AC28}"/>
                </a:ext>
              </a:extLst>
            </p:cNvPr>
            <p:cNvSpPr txBox="1"/>
            <p:nvPr/>
          </p:nvSpPr>
          <p:spPr>
            <a:xfrm>
              <a:off x="8503958"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067324329"/>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85AD6128-C897-4278-FC85-C1DCB3A59D4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3B0A260D-A37B-93A5-9E2B-B4E799C55583}"/>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858C143C-9A81-DBB9-0942-A2ED0500405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27DB4DEA-0DA1-A163-1B46-576FDCC8A4A2}"/>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9F725E99-89D9-5D55-EDDD-753818485E90}"/>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58397514-BC21-759E-AE1F-02CB1E2EA140}"/>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424D7208-A3B3-526F-893B-CEA50DF69A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972FFCF-01D9-32A8-91C1-CF7951959C3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E5CC710-BA18-2C62-41D6-AFBF34F996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67E7E82B-FB5F-E750-5201-8E6C34B77376}"/>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91C0FE00-93EE-24D2-0097-9DD441BDFAFB}"/>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4A6C1114-F6F2-7095-1AE7-9DAC62A11EF2}"/>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D878850A-588D-5C5F-A18E-853229FF7934}"/>
                </a:ext>
              </a:extLst>
            </p:cNvPr>
            <p:cNvSpPr/>
            <p:nvPr/>
          </p:nvSpPr>
          <p:spPr>
            <a:xfrm>
              <a:off x="8388644"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立ち絵</a:t>
              </a: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B841968E-32CF-88A4-710C-8D950B2E3DA7}"/>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7343EDCD-0EF9-045D-EE2A-DE3574100377}"/>
              </a:ext>
            </a:extLst>
          </p:cNvPr>
          <p:cNvSpPr/>
          <p:nvPr/>
        </p:nvSpPr>
        <p:spPr>
          <a:xfrm>
            <a:off x="2123496"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DF0DBD9A-6F08-1D39-7CFC-3F4A66B99F93}"/>
              </a:ext>
            </a:extLst>
          </p:cNvPr>
          <p:cNvSpPr/>
          <p:nvPr/>
        </p:nvSpPr>
        <p:spPr>
          <a:xfrm>
            <a:off x="498805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8E9C660C-3BC8-BC9B-E3C8-B98CB6A545A7}"/>
              </a:ext>
            </a:extLst>
          </p:cNvPr>
          <p:cNvSpPr/>
          <p:nvPr/>
        </p:nvSpPr>
        <p:spPr>
          <a:xfrm>
            <a:off x="785261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F32E525F-F40A-8C1F-A597-800B2332DF7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7539" y="2721006"/>
            <a:ext cx="2215887" cy="3128570"/>
          </a:xfrm>
          <a:prstGeom prst="rect">
            <a:avLst/>
          </a:prstGeom>
        </p:spPr>
      </p:pic>
      <p:pic>
        <p:nvPicPr>
          <p:cNvPr id="15" name="図 14">
            <a:extLst>
              <a:ext uri="{FF2B5EF4-FFF2-40B4-BE49-F238E27FC236}">
                <a16:creationId xmlns:a16="http://schemas.microsoft.com/office/drawing/2014/main" id="{EBB6D302-D75C-D604-75ED-29620EB5876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23495" y="2722525"/>
            <a:ext cx="2215887" cy="3128571"/>
          </a:xfrm>
          <a:prstGeom prst="rect">
            <a:avLst/>
          </a:prstGeom>
        </p:spPr>
      </p:pic>
      <p:pic>
        <p:nvPicPr>
          <p:cNvPr id="27" name="図 26">
            <a:extLst>
              <a:ext uri="{FF2B5EF4-FFF2-40B4-BE49-F238E27FC236}">
                <a16:creationId xmlns:a16="http://schemas.microsoft.com/office/drawing/2014/main" id="{2CAE0C4B-9D01-2409-70AC-21D1C9C57E7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51583" y="2725563"/>
            <a:ext cx="2211584" cy="3122495"/>
          </a:xfrm>
          <a:prstGeom prst="rect">
            <a:avLst/>
          </a:prstGeom>
        </p:spPr>
      </p:pic>
    </p:spTree>
    <p:extLst>
      <p:ext uri="{BB962C8B-B14F-4D97-AF65-F5344CB8AC3E}">
        <p14:creationId xmlns:p14="http://schemas.microsoft.com/office/powerpoint/2010/main" val="238648332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0317DFF-EAA1-2A5F-8196-B8090C60BB60}"/>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FC73D483-81CA-D285-6226-0DE900BBEF6A}"/>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2E4F1034-92DB-E87F-36B4-02CC71ECEF4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9568F80A-AAFB-E406-D514-51AE2DD9882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840D3FE2-C52B-3442-A168-3DDF4DD5C8A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41B32B2-524B-E2CA-8606-A8B324F17024}"/>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2BF6ED3-00D5-02F0-D255-ACC8EFA3E65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04056D3C-9004-93C0-7316-4AF11BDE99E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404C1F2D-AA66-6C37-FF49-FCA65795ED3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EB04A2FC-FDD8-959B-854B-D90DCFE46F6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40124FC2-180B-D4DF-D519-4B8899373DC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372E9B58-B313-9FCB-0194-57A618B64E9F}"/>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4EF2AFC-F213-6FE1-2021-2BA12159F5F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22CDB921-DE92-75FD-E415-D6233C4342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BA28A474-1B18-13F8-2FFC-8CECB392D3B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6F504FF-31C3-B0CC-F493-60F11452B4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A6F1F372-44C6-A41F-FFFE-E3AF234C5AB9}"/>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8498A320-9B8F-85B2-30A7-79EFE551EE20}"/>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3EB2CC9D-5FBB-4E2A-4FF5-36A0AB0637E5}"/>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8720877-3201-15AD-FC04-59B1930F6783}"/>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D4787C0B-ED1D-DACA-0CC3-C8B24E2F7E58}"/>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70AA1CB7-683B-808D-D49C-94DF9BB8E850}"/>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5058F80A-57BB-FE5A-24F6-4274F59A1140}"/>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8A918436-8EF5-5AE2-0F47-9843B61036DC}"/>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7A8226C4-BB1F-5043-746E-AF6440ED2A94}"/>
              </a:ext>
            </a:extLst>
          </p:cNvPr>
          <p:cNvSpPr txBox="1"/>
          <p:nvPr/>
        </p:nvSpPr>
        <p:spPr>
          <a:xfrm>
            <a:off x="5282226" y="1655865"/>
            <a:ext cx="3877985" cy="461665"/>
          </a:xfrm>
          <a:prstGeom prst="rect">
            <a:avLst/>
          </a:prstGeom>
          <a:noFill/>
        </p:spPr>
        <p:txBody>
          <a:bodyPr wrap="none" rtlCol="0">
            <a:spAutoFit/>
          </a:bodyPr>
          <a:lstStyle/>
          <a:p>
            <a:pPr algn="ctr"/>
            <a:r>
              <a:rPr lang="ja-JP" altLang="en-US" sz="24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リミットミッション制限中</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F0E7BF5B-03DD-BC71-75A0-8B9739722B49}"/>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6E89616F-6F17-939A-C324-A50EB0D83E72}"/>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1A3F3B71-E62D-ECD1-9843-14719AEDB903}"/>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61BCBD5A-511A-C090-581D-4FAA35382214}"/>
              </a:ext>
            </a:extLst>
          </p:cNvPr>
          <p:cNvSpPr txBox="1"/>
          <p:nvPr/>
        </p:nvSpPr>
        <p:spPr>
          <a:xfrm>
            <a:off x="4832112" y="2514594"/>
            <a:ext cx="2236510"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次の章に進もう！</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5EC2C519-90C2-9AE5-789D-57ADC1939DC9}"/>
              </a:ext>
            </a:extLst>
          </p:cNvPr>
          <p:cNvSpPr txBox="1"/>
          <p:nvPr/>
        </p:nvSpPr>
        <p:spPr>
          <a:xfrm>
            <a:off x="4832112" y="3124247"/>
            <a:ext cx="3467616" cy="584775"/>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現在の章で受注可能な</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リミットミッションはありません。</a:t>
            </a:r>
          </a:p>
        </p:txBody>
      </p:sp>
      <p:sp>
        <p:nvSpPr>
          <p:cNvPr id="68" name="四角形: 角を丸くする 67">
            <a:extLst>
              <a:ext uri="{FF2B5EF4-FFF2-40B4-BE49-F238E27FC236}">
                <a16:creationId xmlns:a16="http://schemas.microsoft.com/office/drawing/2014/main" id="{EB24DB7D-A039-737E-3BD8-702325E641BA}"/>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2AA92390-7D97-D66B-A4A5-633C76D73C79}"/>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48E03B20-60D9-9C77-0D7F-1DFACC4DAA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D7398F54-3B4F-E50A-016A-3FB3778DF9F2}"/>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53B64201-AB1B-4490-CB15-1C8313E3824F}"/>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0002</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楕円 8">
            <a:extLst>
              <a:ext uri="{FF2B5EF4-FFF2-40B4-BE49-F238E27FC236}">
                <a16:creationId xmlns:a16="http://schemas.microsoft.com/office/drawing/2014/main" id="{8C2DF8B3-9EF3-162F-A15C-67795DB1D802}"/>
              </a:ext>
            </a:extLst>
          </p:cNvPr>
          <p:cNvSpPr/>
          <p:nvPr/>
        </p:nvSpPr>
        <p:spPr>
          <a:xfrm>
            <a:off x="8949017" y="445953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A8DC265A-9242-2D7F-A206-52737C0D9174}"/>
              </a:ext>
            </a:extLst>
          </p:cNvPr>
          <p:cNvSpPr txBox="1"/>
          <p:nvPr/>
        </p:nvSpPr>
        <p:spPr>
          <a:xfrm>
            <a:off x="8841503" y="454597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spTree>
    <p:extLst>
      <p:ext uri="{BB962C8B-B14F-4D97-AF65-F5344CB8AC3E}">
        <p14:creationId xmlns:p14="http://schemas.microsoft.com/office/powerpoint/2010/main" val="4238303726"/>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27ACDB0-78F3-44EB-05A3-C9ACBC452968}"/>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83C5772D-6D1D-6DFF-AE05-B1EEF328B2C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ABF59E8C-9AA8-752F-AA32-20270C74052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7E8BE00B-5A57-A1D4-33B8-1F4662A786ED}"/>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E3DCF51D-BB46-9ADE-8C4F-4034C3F2457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0B389D71-0BC4-16A0-DF8D-C3E287709E99}"/>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4AC862F0-06D5-7C0F-66B7-2CAA78492150}"/>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7BA8586D-7658-44E3-A068-4B4D1143A7C5}"/>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DE2594D2-6E3B-8648-527C-2795E508E986}"/>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2410D433-A7EA-6DB1-5AA8-98A86408201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38C99D39-6597-47A3-498C-860927B93701}"/>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50334CD-9920-89EB-FEB1-4BF34F54C8D8}"/>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E12C372A-0CDE-891F-5EA0-A551F76D16E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BFEF400-9D1F-79D0-788C-FF02EEF5D9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7FE22135-50F2-DD1B-3D6E-F934E260CD8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01786D8-EDD7-F197-38E3-99549198991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B31BA474-1ED6-8C02-204E-D1FD022900E4}"/>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B7FAFA56-2316-B9F7-9DB0-A38EAF2CD6D9}"/>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D567F7B1-9262-46BD-C63E-5A9A29A8F828}"/>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193AF6A2-EE69-8B5A-B013-900A9B720005}"/>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8429A99F-374E-BC1F-18C2-1460E1B6874B}"/>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33DEB9C4-54F5-0177-A2BB-B8829669CD53}"/>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7CE63528-AC54-0D91-C8D4-531ED0DDF7E8}"/>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55375FC-46B5-2F72-11B6-2CFEB4CB7A2D}"/>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6A7FE29B-3256-874D-54D0-5207CF1F62E2}"/>
              </a:ext>
            </a:extLst>
          </p:cNvPr>
          <p:cNvSpPr txBox="1"/>
          <p:nvPr/>
        </p:nvSpPr>
        <p:spPr>
          <a:xfrm>
            <a:off x="5282225" y="1655865"/>
            <a:ext cx="3877986"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7D330F6D-A969-BBFE-40BB-B7AB96A01F51}"/>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C7B73F6B-18FA-B848-F17C-EB7BCFB2E94E}"/>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8C77D031-2409-D3C5-164E-4DC11E5D6C1C}"/>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3D64CD0C-6AAC-6034-9C76-B0EE92124A3D}"/>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BC23C522-B854-0FC4-104C-FC40576E55A0}"/>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DBCAA216-6758-2C19-925C-0C25A6E0548D}"/>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7350C498-EB9C-6E61-2AFD-9514555E38DC}"/>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2" name="楕円 71">
            <a:extLst>
              <a:ext uri="{FF2B5EF4-FFF2-40B4-BE49-F238E27FC236}">
                <a16:creationId xmlns:a16="http://schemas.microsoft.com/office/drawing/2014/main" id="{30125527-21A7-B3C4-BA6C-358FBBB0F040}"/>
              </a:ext>
            </a:extLst>
          </p:cNvPr>
          <p:cNvSpPr/>
          <p:nvPr/>
        </p:nvSpPr>
        <p:spPr>
          <a:xfrm>
            <a:off x="8953707" y="4459537"/>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24DB21A-C2A9-01F0-0C61-FC3C48719CCB}"/>
              </a:ext>
            </a:extLst>
          </p:cNvPr>
          <p:cNvSpPr txBox="1"/>
          <p:nvPr/>
        </p:nvSpPr>
        <p:spPr>
          <a:xfrm>
            <a:off x="8756425" y="4545977"/>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76" name="図 75">
            <a:extLst>
              <a:ext uri="{FF2B5EF4-FFF2-40B4-BE49-F238E27FC236}">
                <a16:creationId xmlns:a16="http://schemas.microsoft.com/office/drawing/2014/main" id="{B311C060-A3B0-82D9-A8CA-BCD533B2C6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50675804-E9CD-BBF1-9509-EFD173EBB973}"/>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788FE555-8234-CC1D-0EBA-79A4425B6620}"/>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81" name="グループ化 80">
            <a:extLst>
              <a:ext uri="{FF2B5EF4-FFF2-40B4-BE49-F238E27FC236}">
                <a16:creationId xmlns:a16="http://schemas.microsoft.com/office/drawing/2014/main" id="{4E2861A6-147E-1383-39E1-8E69536DC4BC}"/>
              </a:ext>
            </a:extLst>
          </p:cNvPr>
          <p:cNvGrpSpPr/>
          <p:nvPr/>
        </p:nvGrpSpPr>
        <p:grpSpPr>
          <a:xfrm>
            <a:off x="9169994" y="2509725"/>
            <a:ext cx="519521" cy="519521"/>
            <a:chOff x="8484520" y="3671796"/>
            <a:chExt cx="730638" cy="730638"/>
          </a:xfrm>
        </p:grpSpPr>
        <p:sp>
          <p:nvSpPr>
            <p:cNvPr id="82" name="楕円 81">
              <a:extLst>
                <a:ext uri="{FF2B5EF4-FFF2-40B4-BE49-F238E27FC236}">
                  <a16:creationId xmlns:a16="http://schemas.microsoft.com/office/drawing/2014/main" id="{1CE1D155-8B3F-F82B-0812-16C377F99C42}"/>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3" name="図 82">
              <a:extLst>
                <a:ext uri="{FF2B5EF4-FFF2-40B4-BE49-F238E27FC236}">
                  <a16:creationId xmlns:a16="http://schemas.microsoft.com/office/drawing/2014/main" id="{37B70FDF-8ED3-8FBF-20C1-6CF206C6F17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282303544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B7157325-3303-C70F-2A77-6024881BBA14}"/>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80F3705-F827-3E47-0CFD-3C6AA44C6A85}"/>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36C19F16-549C-891E-EA0F-0214D175D50C}"/>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3741A128-5609-72B5-F194-6CDCDD52DABC}"/>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8E40D8FF-8130-C842-955E-EAAB1F9AD6B6}"/>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0E9172E0-2FA3-1120-A37B-71DC88FFEC5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5B480644-CAC7-34DE-153F-777734DB3BB9}"/>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99453454-8C65-A1B2-AE15-C37247E2670B}"/>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17C0D45C-B515-897C-BCF7-C15B4537B2A6}"/>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BD402825-4EF4-3257-0771-6565F3CB33A0}"/>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3ADFB17F-81D0-0290-62A5-D0C860FE54C8}"/>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F85CA85F-8290-CA11-44BF-91873D8E9B72}"/>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E8DE3DE4-8E5D-42DB-4070-4833F830C00D}"/>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AC2D7461-10D7-1E16-A7F9-4E8EAB2D60B1}"/>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EE83FF91-53C3-563A-C705-EC5E8F4D0233}"/>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7E97DDD5-AC96-1179-F9BE-CA554B8DB805}"/>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6C85C145-146A-CD80-499F-680A99367E5C}"/>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6FFFF961-3985-76EE-2C3F-D7CBF42FCCCF}"/>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27DA555A-F6F4-E40D-938E-445956463B3E}"/>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D6C5AACD-896A-9D64-CC5B-21ABC31FD47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DE22D0DB-F650-909E-3CB1-DCEB52A1A789}"/>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242EE88-A4CD-F8FA-CA6C-BE89D9C7EDA3}"/>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DE71F177-22A6-3D3C-0160-9CD62A3354FC}"/>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E5C4719D-CF58-F638-91F0-A6DA31455327}"/>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BF21F11E-ABFA-6B09-5224-5E6901CC10B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C4AC91F6-6FA8-6F33-3918-F0057672FEC8}"/>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BB104D36-D661-4CD6-05D5-85A2A804775B}"/>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D363B747-A3DF-6D11-3EED-5C6553AF036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57B57283-7F8C-1D16-46AD-B77ACB23A3D4}"/>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92D8A2DD-63A2-3FE9-E5B6-7B9115B6CEE5}"/>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CF48DE83-8F79-A507-A811-F9EBC428CC47}"/>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F7D9DD4E-58DD-C88B-9738-41F4D0AC2A96}"/>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DD9EAC13-E9FF-38DE-E2DB-9EECF2809E24}"/>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4CA70A2E-EE7E-A673-6A61-032A53092F11}"/>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0E9DCAC5-0138-BFFE-76B3-91CD18A3CE5F}"/>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8EE8D484-A84E-22D9-3CA7-B672A9F7C84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E26A8F2A-6223-5687-E451-0317B088F663}"/>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21B7E62B-A28A-836A-9B04-D23B4CE08964}"/>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1FE3F649-76D2-EA41-8764-22D582427F3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6E55565A-1D7F-82F6-C224-7E8C5A7E0AB2}"/>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59E84A73-5C6D-E044-891F-6D8EC656C42D}"/>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3C17B5B8-AE50-8B69-4A90-79D11977A6B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492D8388-671A-5B14-75BC-1CC47DC46944}"/>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3443FFA0-E668-D642-FBAB-21C3446C95F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35341021-88E9-A3E1-5789-D741725A04E6}"/>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96031E53-7269-4EEA-EAEF-3436D911FA57}"/>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379E9F68-38A6-1432-BF10-71FA436A2F25}"/>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F6BD9B46-EB2C-EB44-AC2D-2A6B8181DE3F}"/>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23271D89-E4D8-0D34-ADD4-4749EE0A506C}"/>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255716FE-69DD-CF52-E902-6A022514BA69}"/>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769A3823-01E4-F9DE-5D48-787484F1660C}"/>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6238FCB1-0941-5D26-7401-1556DF2E2AC2}"/>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85A43BA6-15CE-DD36-319C-43245B9116EB}"/>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20404652-37D5-AEA0-DEE0-CCC05B3D2DA1}"/>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9475AE44-5371-9BB5-E610-B0DCC8A060FF}"/>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BAA78584-2DA0-CE49-B76C-8C48B4D1CA94}"/>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2E4EF600-4B79-64D2-18EB-7A09EE96A92B}"/>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F919C13D-0768-AFE6-C795-D6571A383892}"/>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6FFA720D-2008-6BFA-50D0-3018D9B9F3EC}"/>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324FF122-9489-98F9-718E-EFDC83B457EB}"/>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E3979A13-965D-B102-6345-0E55CD59F727}"/>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1E96645F-9855-5C75-DDBF-204D1C6E21BA}"/>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4112D6B8-0502-3324-F3A9-DD9B2D2BEE0F}"/>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24BDB9FC-DA50-8092-D68B-FCCAFBFC87BE}"/>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D6D85D5-1979-BF73-754C-F431B41E06F5}"/>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05E2F0C1-9415-B1BE-EE69-018E714F0F2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18AADAAF-E55B-E28C-9E86-F1C3A961E09D}"/>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07CDC6DC-873B-0B9D-724C-81689C40428E}"/>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50F1D726-3EE5-4B63-4CD0-3D6CAFA7CDB4}"/>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DE234832-AA62-541F-7CCC-65DA7A5C368C}"/>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3F544414-6C12-555F-4186-77A3EC389C25}"/>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D82BB834-E5E5-C8D2-D03B-866DFA767B56}"/>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E01E2B71-FF97-C80F-6D79-654F2EEF000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0AEA5ED3-A60B-B288-9255-D9836FD47B3F}"/>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6B94E6F9-F4D8-E7B4-70D4-492C71DCE8AC}"/>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3F7C7F95-3C87-9EE3-0102-6F8AA18B1471}"/>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186D971A-49BB-5A1C-083D-34ECC58F6E2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DDC9C430-DF94-E8C9-FF74-55F12F7002DE}"/>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9DEFF790-F918-00F6-6F89-04B16D321711}"/>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5C64597D-24D2-89FA-B757-FE5618FF98CF}"/>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2A385B6B-F389-7DD7-095C-9F537AC345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84082BAD-003C-AEAB-0E85-89805D72371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8F92F1C9-DAF4-AA50-A3C7-774E8E45E5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6BBA063D-0588-D90F-8B21-EA8FCF37AF41}"/>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B8E1ACB6-D109-5306-BD9B-1ABDC1426A58}"/>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EA191E4-749F-026B-8747-B09C56C5B7FD}"/>
              </a:ext>
            </a:extLst>
          </p:cNvPr>
          <p:cNvSpPr txBox="1"/>
          <p:nvPr/>
        </p:nvSpPr>
        <p:spPr>
          <a:xfrm>
            <a:off x="4949692" y="2631564"/>
            <a:ext cx="2292615"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セーブ中</a:t>
            </a:r>
            <a: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t>…</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nvGrpSpPr>
          <p:cNvPr id="90" name="グループ化 89">
            <a:extLst>
              <a:ext uri="{FF2B5EF4-FFF2-40B4-BE49-F238E27FC236}">
                <a16:creationId xmlns:a16="http://schemas.microsoft.com/office/drawing/2014/main" id="{F6302BEC-B060-9ED1-C4ED-6EA3CF5A3A83}"/>
              </a:ext>
            </a:extLst>
          </p:cNvPr>
          <p:cNvGrpSpPr/>
          <p:nvPr/>
        </p:nvGrpSpPr>
        <p:grpSpPr>
          <a:xfrm>
            <a:off x="2976842" y="3671796"/>
            <a:ext cx="6238316" cy="730638"/>
            <a:chOff x="3038013" y="3671796"/>
            <a:chExt cx="6238316" cy="730638"/>
          </a:xfrm>
        </p:grpSpPr>
        <p:sp>
          <p:nvSpPr>
            <p:cNvPr id="58" name="楕円 57">
              <a:extLst>
                <a:ext uri="{FF2B5EF4-FFF2-40B4-BE49-F238E27FC236}">
                  <a16:creationId xmlns:a16="http://schemas.microsoft.com/office/drawing/2014/main" id="{B035E8C0-BF5A-5D4D-FADB-DDA01680D8B7}"/>
                </a:ext>
              </a:extLst>
            </p:cNvPr>
            <p:cNvSpPr/>
            <p:nvPr/>
          </p:nvSpPr>
          <p:spPr>
            <a:xfrm>
              <a:off x="3038013"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A46CB546-241E-03D9-37F9-A7D9E86877D3}"/>
                </a:ext>
              </a:extLst>
            </p:cNvPr>
            <p:cNvSpPr/>
            <p:nvPr/>
          </p:nvSpPr>
          <p:spPr>
            <a:xfrm>
              <a:off x="4139549"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4818C696-0C4D-B473-4701-A6C914D4B2EA}"/>
                </a:ext>
              </a:extLst>
            </p:cNvPr>
            <p:cNvSpPr/>
            <p:nvPr/>
          </p:nvSpPr>
          <p:spPr>
            <a:xfrm>
              <a:off x="634262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E59FE20B-DAAE-DE5E-9EB3-BCEE6A70BDF3}"/>
                </a:ext>
              </a:extLst>
            </p:cNvPr>
            <p:cNvSpPr/>
            <p:nvPr/>
          </p:nvSpPr>
          <p:spPr>
            <a:xfrm>
              <a:off x="854569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E9B76170-CBCF-8B86-7C6D-44F201AECBC4}"/>
                </a:ext>
              </a:extLst>
            </p:cNvPr>
            <p:cNvSpPr/>
            <p:nvPr/>
          </p:nvSpPr>
          <p:spPr>
            <a:xfrm>
              <a:off x="7444157"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3C9B427C-D94B-0356-BEF3-91E489F70113}"/>
                </a:ext>
              </a:extLst>
            </p:cNvPr>
            <p:cNvSpPr/>
            <p:nvPr/>
          </p:nvSpPr>
          <p:spPr>
            <a:xfrm>
              <a:off x="5241085"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71407653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7D5AD0B8-ACA4-1361-B0DC-AAC5E9E1784F}"/>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C0859B0-12BD-F10A-1102-850E9D9482D6}"/>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54792F3B-3E85-DC2D-872F-347037D15812}"/>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56E21A57-6815-19AC-2C97-559EBB1C9577}"/>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B8876D4D-696C-D7F4-F0E4-6136D2518FE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ACF675C7-2AEB-1C16-8A96-E3B52060237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DD5D64F9-5382-2738-4882-23A9271454A5}"/>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21E76642-487D-E23E-2CCB-CCC08387DF9A}"/>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EC43A5ED-A1AC-3CA6-5363-D893AFCE8042}"/>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E7F3ED31-8F10-FC73-FE1B-55D229814230}"/>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A05AC18A-A0CC-0254-D05E-0ED49B66CAF1}"/>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806AD27C-3436-CCE2-E069-9DDD7D0B01C9}"/>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298272F4-0797-F809-B0D8-F2FF96FE17E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C5D70CDB-1A72-95E0-4EEF-8FF240944AD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9E082849-8330-ABC0-AE9D-84533DE45044}"/>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2F2A6140-6349-F553-BEAA-4B5F2D3253CA}"/>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65ADA10D-009F-FCE3-9419-E30BE1C2B982}"/>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F358E0F7-8B9F-A2F2-0967-28D9C1F0FCD7}"/>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CDC85156-7E71-3EDE-29AB-897F318CCA50}"/>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02F9A995-3942-CF9E-A68B-2C589CE16D81}"/>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ACA36425-6D4F-F805-EFC3-DC6FF59BA6EE}"/>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4338D4E-3697-EE85-479A-2650EA3763CD}"/>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8EEFA4D6-A62F-02CC-3EDC-EFFE1A7788B0}"/>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DF63AE2D-AB19-704D-2210-D87DC9A6A2D5}"/>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4B400952-5C0D-280A-4C40-D5386680FD6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772BF25D-5EED-1E44-4BED-3CCBEC6FE65E}"/>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CB68D1A0-53F4-B389-20F8-649EBB9D06EB}"/>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78EA584A-A0E8-6B42-7630-D0C2590B8B08}"/>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8BB559FB-CEDF-226E-A106-EB3407CCBE7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F31DB74C-4743-BA35-1779-3F1DF37DFA26}"/>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95EB7E33-AD0A-F6D4-7C4E-A9D973E0DA18}"/>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31BA8EE8-F556-68E2-83CD-7E3E09FD1E2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BF119B66-CBA0-437E-0BB0-1E918230E619}"/>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FBDC407F-F8DB-FA77-CF5F-E8CE91E1157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5C8C7171-C98D-F0F5-159D-3CC7ED1BA987}"/>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ED468C72-EA72-D965-5189-5647B5440DD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B4757F03-CFA6-2CB6-32F9-B69C2D58B347}"/>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F196210B-6836-F35A-F3A6-98003AA8EDB7}"/>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B2679E3-61E0-8CFE-3963-77F0746EDAD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15DF4D9D-981D-7EDC-BB0D-40BB92868CE5}"/>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483B7ED1-2F0F-6B93-F0A1-0BA8957705E0}"/>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A7162570-317C-47FC-AD11-4BD24CB27CF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309017DA-86B6-96BB-CABB-BBAAFE8CF299}"/>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66F86480-A6BB-A158-F205-F9BE20F8AC73}"/>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A13993BF-0919-8184-2CE8-66D637117C5C}"/>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B01CB37A-BA87-EDDD-D1A2-F73A2381F174}"/>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37DC2004-C2B7-3723-998B-E1CDB864C440}"/>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38E05021-9DF9-260A-15B7-5FD55DDDEDD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79771CE7-E888-8714-22F8-B1C24260C14C}"/>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B5EB2715-690A-3D17-E37B-38E8D07E6D8B}"/>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3914BF5B-B8BE-E717-4BAA-16DF334A45D7}"/>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FF12F8E6-C848-2922-74D6-7766312BDB7B}"/>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B4BF7EEF-B05C-C75E-CC1D-661D10F905C0}"/>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41F223D2-C76B-D5ED-F6AE-C03EA4DAB658}"/>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50C90996-D929-4217-8FD7-8CEC1988ED35}"/>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8869FC59-66DA-5369-ACF1-307C217F1491}"/>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5ED3D2DB-E666-5895-1BEF-2B4411C6632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BB9100AE-9AAF-9863-323B-0580B6B95DC4}"/>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C3617391-009F-4E97-2DE8-6BAE6F4BDD3B}"/>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3ABA0CBA-02A9-2820-17E5-36645BE68B84}"/>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594E435B-5415-DA26-BD98-83135B283309}"/>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351A879A-8BD8-7006-1A54-714BFC3E615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3584E037-A5FD-9EE3-BFC6-7E852CC14FE5}"/>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D0B8CAF-C4EA-4873-F314-BB9A242D3D06}"/>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35D0E5E-70DA-8E3D-EE8E-18FA7DD5E7B3}"/>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D5C01FF1-574B-F9C4-4974-CBFEA421D14A}"/>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6DF364A5-7C08-E9A8-EDF1-03CCC85E22B8}"/>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C16ACE33-B770-6C3D-264C-A7081FF6DC77}"/>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DCA99C42-6E0C-750A-3BA4-52D602C61C13}"/>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EB87716E-E8F2-9B9E-3DA2-D741A8A493B5}"/>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BCEF8351-9204-9728-6CC5-FC8CB403FE94}"/>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E4179902-491F-188C-CB57-3C8B57E1F321}"/>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BB60C897-C097-9ACD-FEE8-A0A46FAFFD76}"/>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3258504-6621-CFCB-85BB-E406FA4CC870}"/>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D4C14C25-13BF-0169-3214-DE713E88B58C}"/>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A24F5662-953F-332A-24E3-F57950679147}"/>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4A4EA7AA-10BE-B9E2-BD41-59DA64146B67}"/>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A637C07A-BD90-BE05-3923-EF4D65D84C3D}"/>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0D3A74C1-E19E-4708-70E8-24CB4D2E8D98}"/>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18C08A11-20D7-0E13-49A4-F2874673557C}"/>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A24E585-4E84-AF72-9B52-6939F0F96A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57F1D19D-B0CD-8C04-473B-28E30F76F2C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ACFB843C-469E-43BD-9E8D-E8B0AEC0B0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721476DE-D045-6E60-5966-D59A97827DC6}"/>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0A89A930-F290-FD69-1D62-B0537DCE9B6A}"/>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C4C9B74C-E9C8-5462-72AD-8E0DB66AF581}"/>
              </a:ext>
            </a:extLst>
          </p:cNvPr>
          <p:cNvSpPr txBox="1"/>
          <p:nvPr/>
        </p:nvSpPr>
        <p:spPr>
          <a:xfrm>
            <a:off x="4949692" y="2631564"/>
            <a:ext cx="2292615"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セーブ中</a:t>
            </a:r>
            <a: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t>…</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nvGrpSpPr>
          <p:cNvPr id="90" name="グループ化 89">
            <a:extLst>
              <a:ext uri="{FF2B5EF4-FFF2-40B4-BE49-F238E27FC236}">
                <a16:creationId xmlns:a16="http://schemas.microsoft.com/office/drawing/2014/main" id="{CF6CB101-DBD2-FB37-1ABB-721331333BA3}"/>
              </a:ext>
            </a:extLst>
          </p:cNvPr>
          <p:cNvGrpSpPr/>
          <p:nvPr/>
        </p:nvGrpSpPr>
        <p:grpSpPr>
          <a:xfrm flipH="1">
            <a:off x="2976842" y="3671796"/>
            <a:ext cx="6238316" cy="730638"/>
            <a:chOff x="3038013" y="3671796"/>
            <a:chExt cx="6238316" cy="730638"/>
          </a:xfrm>
        </p:grpSpPr>
        <p:sp>
          <p:nvSpPr>
            <p:cNvPr id="58" name="楕円 57">
              <a:extLst>
                <a:ext uri="{FF2B5EF4-FFF2-40B4-BE49-F238E27FC236}">
                  <a16:creationId xmlns:a16="http://schemas.microsoft.com/office/drawing/2014/main" id="{1B4E854D-4AA9-F956-6FBC-BCE3F2EE363C}"/>
                </a:ext>
              </a:extLst>
            </p:cNvPr>
            <p:cNvSpPr/>
            <p:nvPr/>
          </p:nvSpPr>
          <p:spPr>
            <a:xfrm>
              <a:off x="3038013"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291130BB-76FC-CDFB-049F-B7FCDD258EDB}"/>
                </a:ext>
              </a:extLst>
            </p:cNvPr>
            <p:cNvSpPr/>
            <p:nvPr/>
          </p:nvSpPr>
          <p:spPr>
            <a:xfrm>
              <a:off x="4139549"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40C34AE4-C954-B3DA-F8DD-2482B70A0091}"/>
                </a:ext>
              </a:extLst>
            </p:cNvPr>
            <p:cNvSpPr/>
            <p:nvPr/>
          </p:nvSpPr>
          <p:spPr>
            <a:xfrm>
              <a:off x="634262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27AF4ECB-584E-F6BB-CA20-48EEC680E945}"/>
                </a:ext>
              </a:extLst>
            </p:cNvPr>
            <p:cNvSpPr/>
            <p:nvPr/>
          </p:nvSpPr>
          <p:spPr>
            <a:xfrm>
              <a:off x="854569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A9CA3986-5BE5-151D-C2C0-BCB65F444D9A}"/>
                </a:ext>
              </a:extLst>
            </p:cNvPr>
            <p:cNvSpPr/>
            <p:nvPr/>
          </p:nvSpPr>
          <p:spPr>
            <a:xfrm>
              <a:off x="7444157"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D4F00375-3B07-92F6-0D40-EB83BE8BE2A4}"/>
                </a:ext>
              </a:extLst>
            </p:cNvPr>
            <p:cNvSpPr/>
            <p:nvPr/>
          </p:nvSpPr>
          <p:spPr>
            <a:xfrm>
              <a:off x="5241085"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99189121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4B7ACB1F-1385-CFFD-1417-5B760D35F251}"/>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6CF1CF8B-3646-900D-7F0B-6F7766B5FF38}"/>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68D66C1F-AF66-4A9A-5644-DD0533E13E61}"/>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551FC606-6A21-81E1-581A-99A8E83E1EDA}"/>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D5DE2EBD-F5B7-37F9-05D2-E78F8191C7A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1D1D607F-B9CF-B859-CD37-854D4C36CC7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8FA19217-8645-FF11-D120-8B3F69A6294D}"/>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1EEC4344-A541-637C-3CDF-89509995AD40}"/>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9D32C97-E079-BAC4-9936-2C889380704A}"/>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D71DDFA-D1D9-5C70-23E2-14A71F8A96A5}"/>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906F579C-8ABF-C3DB-D5B3-EC9855633174}"/>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C31C60E3-8978-5966-75C5-D2C509D9318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8AE7FC9C-EF62-7E01-1313-976095DF1996}"/>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71896F07-41D4-D0A7-C56D-C3E9172A2F6C}"/>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49D5C996-3964-912B-C61A-53051A6A8849}"/>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6DA78BC9-5A47-F96C-D7F7-8E0D357F196E}"/>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1E0DB3F3-CDC1-140A-41B7-CBED6C6DF55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F8E8FB5A-57C7-4E96-509E-09AD5B98AD51}"/>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529AAB53-CE79-C471-7581-D3E0FD2E55BC}"/>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3047954C-B98D-36BA-A986-7A2AA181C754}"/>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5BD5E68C-2F34-AB54-BAE6-03D06CB053D2}"/>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F16ABB2-91DA-03AB-D2C9-C6CFDF3FFE56}"/>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0E94CB91-0B0C-1A4C-7EC3-D1D395B4EE8E}"/>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C517354C-2FC2-F7EA-ED87-1F31E6369F8B}"/>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5A007C19-68E5-3D26-16FD-767527129315}"/>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BACA05D0-7967-52D9-9FCF-D57452FE19D9}"/>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55FF203F-6418-30BE-F9D1-37234A5FDE8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9FA72F24-4D46-C663-A73C-8C853AEB06E2}"/>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D3244AE5-367B-0E6E-EC11-1D5B05E942A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512AAB61-E160-6272-6202-EA441006E03B}"/>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8B1CE105-0AF6-A39C-5B36-93177FA1EF12}"/>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DD520A49-1043-E71F-3757-A6A2EAE7128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78F2797C-CD67-FACF-F09C-FB2538461EE0}"/>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5B9463A2-5E4C-4A1C-BBB4-CC32B4CAFEC2}"/>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CCE02E96-8737-BCEC-DE1A-6A6BB218E578}"/>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5D594129-387B-CEF0-6A87-B10926E41015}"/>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69FCCF2B-D68A-9F79-B592-64029DEA3393}"/>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F0FB00CD-1AB1-02CA-33F8-75A771CE7B89}"/>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78ABF7DD-49AF-8A0B-0E67-426560AA16AE}"/>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591F25C2-4682-9474-023D-1BFDE5CB344F}"/>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EFCE1260-B5E5-101B-0F5E-AAB5E2E1F217}"/>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50FDA497-9AE5-D9AE-2900-43E8052AE258}"/>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21A60E77-FE63-E1C8-2B89-4D90D528D095}"/>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FDA9C2E1-FC01-144B-AB3E-5C3D31DC4E66}"/>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FA807835-842A-5BBC-45E1-341AE0BCD51F}"/>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5C3691C6-8B0C-58E4-5EBD-80E47E4DC75B}"/>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EFECC05B-4DD2-2F06-B62A-8AFB7F245351}"/>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4C92A642-AA8C-284B-F8C0-C7B34BEA91F9}"/>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2DB9F603-A2F7-D876-8723-B427040473F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11279A21-4C47-916E-A857-30CC448A67EA}"/>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A8BC1B72-F9B5-F9BB-FED4-79125CA921E1}"/>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2B124F99-1CEC-EC44-CE06-C1B18BFBA1CF}"/>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094B28E0-B430-F019-2669-15E71A88A86B}"/>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71773484-69B7-47AD-F2F7-E21125A3525C}"/>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ED5A41C1-A1FA-E2BC-64B8-20D0A226775B}"/>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7B832D6D-3BC8-9B7F-59BF-322D6098A484}"/>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CBEA49A9-CD29-31D9-DEE6-7DB6067ADC38}"/>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A5B2C171-BEA4-C51B-C5F6-6C5734A008DB}"/>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9BB9A2E8-83E6-46FC-2E07-671FE1E08147}"/>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23D02E32-0B5C-E532-E345-3DC20DE52A5C}"/>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68ADC160-68C9-2CA5-E7F6-BC4F811372F5}"/>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4AAE94B7-7783-24F9-4359-EC2583204FA6}"/>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CFC25A76-D60C-1F17-73DB-5BAF11BB04CF}"/>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6EA30F7-E76E-53D5-9374-9FC1250818ED}"/>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A2BEE03D-1F8C-4DE8-BAF8-ADEB108C0EFF}"/>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D0AEF958-28F2-DC71-34B1-73B412E76EDC}"/>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2E1B503B-1CD0-BE70-CC17-668803C53DDE}"/>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B3BBCA9C-1985-9E60-ECC5-B373B528291C}"/>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ADE6314E-70A6-298A-B54E-1FC10E9B23F8}"/>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AF9D5BE3-6567-2EE1-93A5-4DA9A285E9A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7F1B24D0-B613-08BD-BD1E-2101F11340AD}"/>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9402F6C3-D14E-8414-2018-1D83F38E6512}"/>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B394E507-1E21-CB5E-EC4B-FFF0CA1BED10}"/>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89BE372-8D11-5602-B456-F643A8DEC00F}"/>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3B421AA0-D0A7-5529-2F2E-4625B2780460}"/>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78A51B7A-2B27-2A9A-7740-06D25817A07E}"/>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D3828958-233B-D573-38CF-32C396EACD43}"/>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24724C9E-A885-7EBB-48D4-8C3FC6DADC13}"/>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981540C6-F780-9EC1-D2D1-911B05AEA3B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86AFB798-42A7-EC7C-44FB-3D5CFF0D844C}"/>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6383728B-62B8-C9F7-CE9A-9DD7618C2A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6EC001F6-3A02-18BF-BAC0-033FEE8B17D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C7CEDD4E-531E-FF17-04AF-145FA4BB404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9BD57DB2-3264-502A-5E46-A7DA96FF37D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3E7E99A0-D787-2321-264D-78572E086CDA}"/>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E8E5C413-77D3-3CBC-0059-9B0B674F6BDB}"/>
              </a:ext>
            </a:extLst>
          </p:cNvPr>
          <p:cNvSpPr txBox="1"/>
          <p:nvPr/>
        </p:nvSpPr>
        <p:spPr>
          <a:xfrm>
            <a:off x="4738898" y="2631564"/>
            <a:ext cx="2714206" cy="584775"/>
          </a:xfrm>
          <a:prstGeom prst="rect">
            <a:avLst/>
          </a:prstGeom>
          <a:solidFill>
            <a:srgbClr val="FFA4F3"/>
          </a:solid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セーブ完了！</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58" name="楕円 57">
            <a:extLst>
              <a:ext uri="{FF2B5EF4-FFF2-40B4-BE49-F238E27FC236}">
                <a16:creationId xmlns:a16="http://schemas.microsoft.com/office/drawing/2014/main" id="{616E77AB-664A-5832-7E49-A914EC0C39A6}"/>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80780CD2-3EED-6E73-28CC-86931084BE9C}"/>
              </a:ext>
            </a:extLst>
          </p:cNvPr>
          <p:cNvSpPr/>
          <p:nvPr/>
        </p:nvSpPr>
        <p:spPr>
          <a:xfrm flipH="1">
            <a:off x="7382984"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2BB90F6E-FE6F-F7D6-DF13-52F629042F34}"/>
              </a:ext>
            </a:extLst>
          </p:cNvPr>
          <p:cNvSpPr/>
          <p:nvPr/>
        </p:nvSpPr>
        <p:spPr>
          <a:xfrm flipH="1">
            <a:off x="5179912"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68A67979-BC97-2B60-D694-D72AF5947589}"/>
              </a:ext>
            </a:extLst>
          </p:cNvPr>
          <p:cNvSpPr/>
          <p:nvPr/>
        </p:nvSpPr>
        <p:spPr>
          <a:xfrm flipH="1">
            <a:off x="2976842"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5A5880C5-76DE-4F7C-6652-A2A624B3BA14}"/>
              </a:ext>
            </a:extLst>
          </p:cNvPr>
          <p:cNvSpPr/>
          <p:nvPr/>
        </p:nvSpPr>
        <p:spPr>
          <a:xfrm flipH="1">
            <a:off x="4078376"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F70558F0-84AF-B403-4C5C-168B25877EAA}"/>
              </a:ext>
            </a:extLst>
          </p:cNvPr>
          <p:cNvSpPr/>
          <p:nvPr/>
        </p:nvSpPr>
        <p:spPr>
          <a:xfrm flipH="1">
            <a:off x="6281448"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5" name="図 44">
            <a:extLst>
              <a:ext uri="{FF2B5EF4-FFF2-40B4-BE49-F238E27FC236}">
                <a16:creationId xmlns:a16="http://schemas.microsoft.com/office/drawing/2014/main" id="{C242D8FE-10E3-1CF3-574B-5A4EDD5883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85404" y="3867826"/>
            <a:ext cx="502997" cy="377248"/>
          </a:xfrm>
          <a:prstGeom prst="rect">
            <a:avLst/>
          </a:prstGeom>
        </p:spPr>
      </p:pic>
      <p:pic>
        <p:nvPicPr>
          <p:cNvPr id="56" name="図 55">
            <a:extLst>
              <a:ext uri="{FF2B5EF4-FFF2-40B4-BE49-F238E27FC236}">
                <a16:creationId xmlns:a16="http://schemas.microsoft.com/office/drawing/2014/main" id="{BF4ECB37-6B12-C70F-7197-CC4BC200D0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9043" y="3867826"/>
            <a:ext cx="502997" cy="377248"/>
          </a:xfrm>
          <a:prstGeom prst="rect">
            <a:avLst/>
          </a:prstGeom>
        </p:spPr>
      </p:pic>
      <p:pic>
        <p:nvPicPr>
          <p:cNvPr id="94" name="図 93">
            <a:extLst>
              <a:ext uri="{FF2B5EF4-FFF2-40B4-BE49-F238E27FC236}">
                <a16:creationId xmlns:a16="http://schemas.microsoft.com/office/drawing/2014/main" id="{3C0357F4-FEC5-D8F0-40E9-91DAB44B38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92682" y="3867826"/>
            <a:ext cx="502997" cy="377248"/>
          </a:xfrm>
          <a:prstGeom prst="rect">
            <a:avLst/>
          </a:prstGeom>
        </p:spPr>
      </p:pic>
      <p:pic>
        <p:nvPicPr>
          <p:cNvPr id="95" name="図 94">
            <a:extLst>
              <a:ext uri="{FF2B5EF4-FFF2-40B4-BE49-F238E27FC236}">
                <a16:creationId xmlns:a16="http://schemas.microsoft.com/office/drawing/2014/main" id="{C6A2B2D2-8161-DAEB-0D76-729C100E80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96321" y="3867826"/>
            <a:ext cx="502997" cy="377248"/>
          </a:xfrm>
          <a:prstGeom prst="rect">
            <a:avLst/>
          </a:prstGeom>
        </p:spPr>
      </p:pic>
      <p:pic>
        <p:nvPicPr>
          <p:cNvPr id="97" name="図 96">
            <a:extLst>
              <a:ext uri="{FF2B5EF4-FFF2-40B4-BE49-F238E27FC236}">
                <a16:creationId xmlns:a16="http://schemas.microsoft.com/office/drawing/2014/main" id="{85ADF9A4-F333-08B8-7761-2CE889E322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99960" y="3867826"/>
            <a:ext cx="502997" cy="377248"/>
          </a:xfrm>
          <a:prstGeom prst="rect">
            <a:avLst/>
          </a:prstGeom>
        </p:spPr>
      </p:pic>
      <p:pic>
        <p:nvPicPr>
          <p:cNvPr id="98" name="図 97">
            <a:extLst>
              <a:ext uri="{FF2B5EF4-FFF2-40B4-BE49-F238E27FC236}">
                <a16:creationId xmlns:a16="http://schemas.microsoft.com/office/drawing/2014/main" id="{CC3C04C0-74D9-6520-560A-27B2651DE86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spTree>
    <p:extLst>
      <p:ext uri="{BB962C8B-B14F-4D97-AF65-F5344CB8AC3E}">
        <p14:creationId xmlns:p14="http://schemas.microsoft.com/office/powerpoint/2010/main" val="3037976446"/>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2252F3E-3CC7-DFEE-A3AB-FA1B6DC86E6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03E1796B-4301-86C7-DAF7-161C0F7825AE}"/>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A92762AC-91FB-937F-20ED-89E44A0AC16D}"/>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4C644660-4E94-3E6B-42DB-7F9A34BEA8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C2A66C40-6724-2CC8-D166-B71E91C52E2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09AE625C-B029-1CA6-F931-60AA5B69B99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19216D89-39C3-B8A5-BF95-E530BBA4F4E7}"/>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89C67AC6-7EF1-72B6-3485-92E58B61EB04}"/>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24AB210C-AA9F-E18E-B754-330AC62CFCFC}"/>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58CE00CE-062F-C5FF-BBAA-7B65293937E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BF6AE42C-0BC4-FD02-819B-C33238F5A785}"/>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8591476C-84A9-00CF-F98D-B81A6B58BD8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648F18B0-01E1-9262-58B1-421C9867F9E8}"/>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AA996E09-EFB7-AB22-DB27-794D8777A79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9861E2EC-7C7C-BB99-32AC-86863734D03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12E0CE62-997A-AEDB-C805-0FC3CE06C6FC}"/>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74E1242D-AC32-4AE7-65DE-8FF0578344D6}"/>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7AF9F8C7-564E-C398-3855-BFCC41A3BED4}"/>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C761E974-E25B-BA82-469F-B6DB6CA5B380}"/>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96AA6D7B-805C-DF73-0E00-5DDE843B33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6E9F89CC-3293-2D93-51EB-EA43F8ECC72C}"/>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B6565501-A76D-BC5D-BFE7-070E258F8327}"/>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487B6B16-5A86-C5AE-1389-7F75F87A7071}"/>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E4C19674-B6F2-2A3E-811D-6C562828BF57}"/>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3EE487BC-4953-C6C9-35A1-D136B7ACE781}"/>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35E661F9-F3F5-EE3E-0696-A9635CAB4DE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64717787-AA62-4485-1BCC-91D6DB39D4BE}"/>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826362D7-6398-0604-CDB1-0078EA177FBB}"/>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9E9C4A51-1426-18D6-1A93-ED607B12B73D}"/>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FB0C6AF8-2F67-E686-9AA5-4CAC58FE9476}"/>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D51DA4FE-8408-9660-274E-032BA31222C8}"/>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8AA82451-4306-9C50-7697-5A7AF30595C5}"/>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22326DBB-8CFE-81C9-6B31-660D4E3B97C5}"/>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57BBD68-3784-40FD-555D-F4C6DB4C528D}"/>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DF14748-A2AC-F26C-73AD-5BC3806FA413}"/>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EF816D81-CE6E-DF2A-652A-1D321FFB21DB}"/>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06FEA224-DF6D-C99B-3A05-3E0BDFC8FDD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D650EC0E-FD6B-50DA-74DA-8C7DB572885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303A4BF8-F34B-1958-D581-D390AF530D10}"/>
              </a:ext>
            </a:extLst>
          </p:cNvPr>
          <p:cNvSpPr/>
          <p:nvPr/>
        </p:nvSpPr>
        <p:spPr>
          <a:xfrm>
            <a:off x="803196" y="395136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97A3111-BDD1-4BBC-E52F-8707E6FC29D1}"/>
              </a:ext>
            </a:extLst>
          </p:cNvPr>
          <p:cNvSpPr txBox="1"/>
          <p:nvPr/>
        </p:nvSpPr>
        <p:spPr>
          <a:xfrm>
            <a:off x="1943254" y="438922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正方形/長方形 7">
            <a:extLst>
              <a:ext uri="{FF2B5EF4-FFF2-40B4-BE49-F238E27FC236}">
                <a16:creationId xmlns:a16="http://schemas.microsoft.com/office/drawing/2014/main" id="{0D1BEF97-9B6F-B1A7-62A3-E8FABBC6E4B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FFA4ACCE-E81A-F9BB-081B-9DC2BAAEDD35}"/>
              </a:ext>
            </a:extLst>
          </p:cNvPr>
          <p:cNvSpPr/>
          <p:nvPr/>
        </p:nvSpPr>
        <p:spPr>
          <a:xfrm>
            <a:off x="3159739" y="1782567"/>
            <a:ext cx="5872517" cy="354569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F079D174-8D7B-7F5A-BBFA-6A0DDCB8FFAF}"/>
              </a:ext>
            </a:extLst>
          </p:cNvPr>
          <p:cNvSpPr txBox="1"/>
          <p:nvPr/>
        </p:nvSpPr>
        <p:spPr>
          <a:xfrm>
            <a:off x="3591946" y="2085607"/>
            <a:ext cx="5008102" cy="1077218"/>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‘キャラ名‘のエロシーンが</a:t>
            </a:r>
            <a:b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b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解放されていません。</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8" name="四角形: 角を丸くする 27">
            <a:extLst>
              <a:ext uri="{FF2B5EF4-FFF2-40B4-BE49-F238E27FC236}">
                <a16:creationId xmlns:a16="http://schemas.microsoft.com/office/drawing/2014/main" id="{1F7171A7-2513-0557-4A23-402D0B242831}"/>
              </a:ext>
            </a:extLst>
          </p:cNvPr>
          <p:cNvSpPr/>
          <p:nvPr/>
        </p:nvSpPr>
        <p:spPr>
          <a:xfrm>
            <a:off x="5026885" y="4334824"/>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30" name="正方形/長方形 29">
            <a:extLst>
              <a:ext uri="{FF2B5EF4-FFF2-40B4-BE49-F238E27FC236}">
                <a16:creationId xmlns:a16="http://schemas.microsoft.com/office/drawing/2014/main" id="{9B29A39A-D789-C8E2-093B-489107F40237}"/>
              </a:ext>
            </a:extLst>
          </p:cNvPr>
          <p:cNvSpPr/>
          <p:nvPr/>
        </p:nvSpPr>
        <p:spPr>
          <a:xfrm>
            <a:off x="3167720" y="3419970"/>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445F6DF-6CF8-8DA3-6610-7D3D0C8DBFDC}"/>
              </a:ext>
            </a:extLst>
          </p:cNvPr>
          <p:cNvSpPr txBox="1"/>
          <p:nvPr/>
        </p:nvSpPr>
        <p:spPr>
          <a:xfrm>
            <a:off x="3393982" y="3535848"/>
            <a:ext cx="5404043" cy="369332"/>
          </a:xfrm>
          <a:prstGeom prst="rect">
            <a:avLst/>
          </a:prstGeom>
          <a:noFill/>
        </p:spPr>
        <p:txBody>
          <a:bodyPr wrap="none" rtlCol="0">
            <a:spAutoFit/>
          </a:bodyPr>
          <a:lstStyle/>
          <a:p>
            <a:pPr algn="ctr"/>
            <a:r>
              <a:rPr kumimoji="1" lang="en-US" altLang="ja-JP" b="1">
                <a:solidFill>
                  <a:srgbClr val="FF00FF"/>
                </a:solidFill>
                <a:latin typeface="和音 Joyo R" panose="00000500000000000000" pitchFamily="50" charset="-128"/>
                <a:ea typeface="和音 Joyo R" panose="00000500000000000000" pitchFamily="50" charset="-128"/>
              </a:rPr>
              <a:t>※</a:t>
            </a:r>
            <a:r>
              <a:rPr lang="ja-JP" altLang="en-US" b="1">
                <a:solidFill>
                  <a:srgbClr val="FF00FF"/>
                </a:solidFill>
                <a:latin typeface="和音 Joyo R" panose="00000500000000000000" pitchFamily="50" charset="-128"/>
                <a:ea typeface="和音 Joyo R" panose="00000500000000000000" pitchFamily="50" charset="-128"/>
              </a:rPr>
              <a:t>ストーリーゲートを進めて才能開花すると</a:t>
            </a:r>
            <a:r>
              <a:rPr lang="en-US" altLang="ja-JP" b="1">
                <a:solidFill>
                  <a:srgbClr val="FF00FF"/>
                </a:solidFill>
                <a:latin typeface="和音 Joyo R" panose="00000500000000000000" pitchFamily="50" charset="-128"/>
                <a:ea typeface="和音 Joyo R" panose="00000500000000000000" pitchFamily="50" charset="-128"/>
              </a:rPr>
              <a:t>…</a:t>
            </a:r>
            <a:r>
              <a:rPr lang="ja-JP" altLang="en-US" b="1">
                <a:solidFill>
                  <a:srgbClr val="FF00FF"/>
                </a:solidFill>
                <a:latin typeface="和音 Joyo R" panose="00000500000000000000" pitchFamily="50" charset="-128"/>
                <a:ea typeface="和音 Joyo R" panose="00000500000000000000" pitchFamily="50" charset="-128"/>
              </a:rPr>
              <a:t>？</a:t>
            </a:r>
            <a:endParaRPr kumimoji="1" lang="ja-JP" altLang="en-US" sz="24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313994977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D0663E2-E62B-EAFB-75E6-B25A2B7D8B1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6E973CA9-2829-D7CB-20A0-62302B16C6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8" name="正方形/長方形 7">
            <a:extLst>
              <a:ext uri="{FF2B5EF4-FFF2-40B4-BE49-F238E27FC236}">
                <a16:creationId xmlns:a16="http://schemas.microsoft.com/office/drawing/2014/main" id="{25854298-1B55-4245-A969-6D81A6967C7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0CB458A3-5011-34A2-757C-2EA98B2B7AC7}"/>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C2AD2E95-6690-2B5B-2217-4A87A61ED32A}"/>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74EAF85E-2AA9-B896-C894-AECD9A479329}"/>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D9CCED6D-7120-95D4-166A-1D903330CFB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162EF642-7FEB-AE79-AC6A-AE5A9F11923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09C73EBF-2D10-A7B5-AC12-61FAAE611CDA}"/>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238C9B93-6AB8-85FC-C438-F99F269A7357}"/>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ADEB62F6-DDE0-C80F-4108-6F7B52FFFF41}"/>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3A12131F-6D64-F495-E29A-9EF494E3AB6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2CE479EA-EC39-7D25-F524-86E19D37A2F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2AB01980-D5B7-113D-88C7-92ECDA1C534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C85CF844-43FB-213F-64B0-52C1CFB1561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25133767-A32A-E6E6-4B2A-DECDEBC6640B}"/>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BCB90BF5-8F03-E6EE-5147-ED6B29E8C4AA}"/>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EA63BB64-7775-22DD-D037-F83C046A5100}"/>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CA8D1243-BEEC-4AF3-BA09-E34F7BE9E04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7999DCB1-700C-65C6-7B15-77B6577B41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BB60481C-690D-5112-3F40-6B79C1FA1F5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81E75675-E5C2-1F5D-EADF-4A0E34A51DE7}"/>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FD6ACCB7-B2B1-40F7-E977-B108EA25026E}"/>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FAAF0102-60B3-01E7-4EFA-AB64146320AC}"/>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102A881A-F274-F4AD-D2A2-C68162D57E69}"/>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確定</a:t>
              </a:r>
            </a:p>
          </p:txBody>
        </p:sp>
      </p:grpSp>
      <p:sp>
        <p:nvSpPr>
          <p:cNvPr id="16" name="四角形: 角を丸くする 15">
            <a:extLst>
              <a:ext uri="{FF2B5EF4-FFF2-40B4-BE49-F238E27FC236}">
                <a16:creationId xmlns:a16="http://schemas.microsoft.com/office/drawing/2014/main" id="{AB0AD2AC-F7A8-5B74-2D38-54C741073B65}"/>
              </a:ext>
            </a:extLst>
          </p:cNvPr>
          <p:cNvSpPr/>
          <p:nvPr/>
        </p:nvSpPr>
        <p:spPr>
          <a:xfrm>
            <a:off x="4426603"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206B9A53-3FF8-94BB-B793-A03A81C23C11}"/>
              </a:ext>
            </a:extLst>
          </p:cNvPr>
          <p:cNvSpPr/>
          <p:nvPr/>
        </p:nvSpPr>
        <p:spPr>
          <a:xfrm>
            <a:off x="4425824"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28" name="四角形: 角を丸くする 27">
            <a:extLst>
              <a:ext uri="{FF2B5EF4-FFF2-40B4-BE49-F238E27FC236}">
                <a16:creationId xmlns:a16="http://schemas.microsoft.com/office/drawing/2014/main" id="{DEF7C625-BA1F-105C-A678-B1A47F13BA3C}"/>
              </a:ext>
            </a:extLst>
          </p:cNvPr>
          <p:cNvSpPr/>
          <p:nvPr/>
        </p:nvSpPr>
        <p:spPr>
          <a:xfrm>
            <a:off x="6448687"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292DA248-DCCB-B090-B06B-D6B016B225F4}"/>
              </a:ext>
            </a:extLst>
          </p:cNvPr>
          <p:cNvSpPr/>
          <p:nvPr/>
        </p:nvSpPr>
        <p:spPr>
          <a:xfrm>
            <a:off x="6447908"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2" name="四角形: 角を丸くする 31">
            <a:extLst>
              <a:ext uri="{FF2B5EF4-FFF2-40B4-BE49-F238E27FC236}">
                <a16:creationId xmlns:a16="http://schemas.microsoft.com/office/drawing/2014/main" id="{0A503FA4-2B76-D0E0-1CFC-EBF398F2E12B}"/>
              </a:ext>
            </a:extLst>
          </p:cNvPr>
          <p:cNvSpPr/>
          <p:nvPr/>
        </p:nvSpPr>
        <p:spPr>
          <a:xfrm>
            <a:off x="8470771"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4" name="四角形: 角を丸くする 33">
            <a:extLst>
              <a:ext uri="{FF2B5EF4-FFF2-40B4-BE49-F238E27FC236}">
                <a16:creationId xmlns:a16="http://schemas.microsoft.com/office/drawing/2014/main" id="{A929D8B5-DB07-DCC1-9A1E-9A8ADB4B8282}"/>
              </a:ext>
            </a:extLst>
          </p:cNvPr>
          <p:cNvSpPr/>
          <p:nvPr/>
        </p:nvSpPr>
        <p:spPr>
          <a:xfrm>
            <a:off x="8469992"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7" name="テキスト ボックス 36">
            <a:extLst>
              <a:ext uri="{FF2B5EF4-FFF2-40B4-BE49-F238E27FC236}">
                <a16:creationId xmlns:a16="http://schemas.microsoft.com/office/drawing/2014/main" id="{D30883FB-D047-7D67-833B-402C21695419}"/>
              </a:ext>
            </a:extLst>
          </p:cNvPr>
          <p:cNvSpPr txBox="1"/>
          <p:nvPr/>
        </p:nvSpPr>
        <p:spPr>
          <a:xfrm>
            <a:off x="5016653" y="1720585"/>
            <a:ext cx="364202" cy="523220"/>
          </a:xfrm>
          <a:prstGeom prst="rect">
            <a:avLst/>
          </a:prstGeom>
          <a:noFill/>
        </p:spPr>
        <p:txBody>
          <a:bodyPr wrap="none" rtlCol="0">
            <a:spAutoFit/>
          </a:bodyPr>
          <a:lstStyle/>
          <a:p>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55CF59E-F278-8306-4D21-F64AB868B469}"/>
              </a:ext>
            </a:extLst>
          </p:cNvPr>
          <p:cNvSpPr txBox="1"/>
          <p:nvPr/>
        </p:nvSpPr>
        <p:spPr>
          <a:xfrm>
            <a:off x="7038737"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4" name="テキスト ボックス 43">
            <a:extLst>
              <a:ext uri="{FF2B5EF4-FFF2-40B4-BE49-F238E27FC236}">
                <a16:creationId xmlns:a16="http://schemas.microsoft.com/office/drawing/2014/main" id="{BD9C9292-D7AD-7344-49DA-45410B3A3E63}"/>
              </a:ext>
            </a:extLst>
          </p:cNvPr>
          <p:cNvSpPr txBox="1"/>
          <p:nvPr/>
        </p:nvSpPr>
        <p:spPr>
          <a:xfrm>
            <a:off x="9060821"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6" name="四角形: 角を丸くする 45">
            <a:extLst>
              <a:ext uri="{FF2B5EF4-FFF2-40B4-BE49-F238E27FC236}">
                <a16:creationId xmlns:a16="http://schemas.microsoft.com/office/drawing/2014/main" id="{B62B0BE3-3B77-97F2-B2FE-0439A6F7D131}"/>
              </a:ext>
            </a:extLst>
          </p:cNvPr>
          <p:cNvSpPr/>
          <p:nvPr/>
        </p:nvSpPr>
        <p:spPr>
          <a:xfrm>
            <a:off x="4387749" y="2407725"/>
            <a:ext cx="1624487" cy="2467543"/>
          </a:xfrm>
          <a:prstGeom prst="roundRect">
            <a:avLst>
              <a:gd name="adj" fmla="val 500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7A65CE76-9576-B976-3905-35DA97478204}"/>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412961631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7E0E18E9-BE21-0155-F5FD-33A5AF18550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B450B94E-B905-11CD-0990-C91AF1C1D7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10" name="四角形: 角を丸くする 9">
            <a:extLst>
              <a:ext uri="{FF2B5EF4-FFF2-40B4-BE49-F238E27FC236}">
                <a16:creationId xmlns:a16="http://schemas.microsoft.com/office/drawing/2014/main" id="{0332439B-2494-6348-CC11-7F16E5F779B3}"/>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7F5E37C5-5517-4231-417B-DDA72A837E5D}"/>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CB934CCD-2BA4-4E4E-E265-9E0157047345}"/>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FA3A6721-CD51-73C6-E61F-574A615ABDC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33D19E93-50F8-EEEB-DA51-9E9060B8FC36}"/>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58C7324E-786F-8648-C4FC-1878203BD6F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581C74FE-90B6-69D7-F1A2-A172C5A5E80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1766B44D-E39B-5880-6068-86954839B14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6A9A4709-91B6-EC7D-C994-9ED26C4ECBB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3071171E-7197-9693-5F3B-9963BFF522A3}"/>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19A5CD44-4615-ECC2-13C3-9C49414D5A5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CFF153C9-1965-A00E-FB1F-4432EF5CC08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78858E69-279D-7176-6BA8-6D1202B155F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EF84F96F-D04E-3D2D-9D62-0264F64031DA}"/>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CCCE0D6B-0823-8012-67F0-C813EE22DA71}"/>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1342843A-DDCD-DEBB-0ADB-AA62A37257A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FAEA11DE-1D80-6B93-6996-FDE97EF7202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43B64052-D485-4287-920C-F3C2FA9E7E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D0D68382-1DA6-0A1C-9F22-B6B57B4C6324}"/>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E190E877-EDBA-669E-0BB1-6F2EBBE1FB6C}"/>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41A94E3D-EBAF-D931-C1D7-A843B8793B74}"/>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D222A8B3-28E4-EA05-CEAC-6FFAD42F8884}"/>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確定</a:t>
              </a:r>
            </a:p>
          </p:txBody>
        </p:sp>
      </p:grpSp>
      <p:sp>
        <p:nvSpPr>
          <p:cNvPr id="16" name="四角形: 角を丸くする 15">
            <a:extLst>
              <a:ext uri="{FF2B5EF4-FFF2-40B4-BE49-F238E27FC236}">
                <a16:creationId xmlns:a16="http://schemas.microsoft.com/office/drawing/2014/main" id="{02DD7D34-4AAA-3C64-E053-6938CFA82049}"/>
              </a:ext>
            </a:extLst>
          </p:cNvPr>
          <p:cNvSpPr/>
          <p:nvPr/>
        </p:nvSpPr>
        <p:spPr>
          <a:xfrm>
            <a:off x="4426603"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AAA54897-3C81-AE1B-6AF7-ACC614500A3B}"/>
              </a:ext>
            </a:extLst>
          </p:cNvPr>
          <p:cNvSpPr/>
          <p:nvPr/>
        </p:nvSpPr>
        <p:spPr>
          <a:xfrm>
            <a:off x="4425824"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28" name="四角形: 角を丸くする 27">
            <a:extLst>
              <a:ext uri="{FF2B5EF4-FFF2-40B4-BE49-F238E27FC236}">
                <a16:creationId xmlns:a16="http://schemas.microsoft.com/office/drawing/2014/main" id="{98FF77C8-E1CD-3891-F0B7-24D5684A2799}"/>
              </a:ext>
            </a:extLst>
          </p:cNvPr>
          <p:cNvSpPr/>
          <p:nvPr/>
        </p:nvSpPr>
        <p:spPr>
          <a:xfrm>
            <a:off x="6448687"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3765E0BB-FE1C-84A7-AB28-3FC88EAC8AAA}"/>
              </a:ext>
            </a:extLst>
          </p:cNvPr>
          <p:cNvSpPr/>
          <p:nvPr/>
        </p:nvSpPr>
        <p:spPr>
          <a:xfrm>
            <a:off x="6447908"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2" name="四角形: 角を丸くする 31">
            <a:extLst>
              <a:ext uri="{FF2B5EF4-FFF2-40B4-BE49-F238E27FC236}">
                <a16:creationId xmlns:a16="http://schemas.microsoft.com/office/drawing/2014/main" id="{B8050F02-D3D1-40D2-733B-0414B82C431C}"/>
              </a:ext>
            </a:extLst>
          </p:cNvPr>
          <p:cNvSpPr/>
          <p:nvPr/>
        </p:nvSpPr>
        <p:spPr>
          <a:xfrm>
            <a:off x="8470771"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4" name="四角形: 角を丸くする 33">
            <a:extLst>
              <a:ext uri="{FF2B5EF4-FFF2-40B4-BE49-F238E27FC236}">
                <a16:creationId xmlns:a16="http://schemas.microsoft.com/office/drawing/2014/main" id="{7806CB43-E68E-5316-22FE-0D011F97D5D9}"/>
              </a:ext>
            </a:extLst>
          </p:cNvPr>
          <p:cNvSpPr/>
          <p:nvPr/>
        </p:nvSpPr>
        <p:spPr>
          <a:xfrm>
            <a:off x="8469992"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7" name="テキスト ボックス 36">
            <a:extLst>
              <a:ext uri="{FF2B5EF4-FFF2-40B4-BE49-F238E27FC236}">
                <a16:creationId xmlns:a16="http://schemas.microsoft.com/office/drawing/2014/main" id="{C19050A9-3ABE-5151-2861-09A0DEB7552C}"/>
              </a:ext>
            </a:extLst>
          </p:cNvPr>
          <p:cNvSpPr txBox="1"/>
          <p:nvPr/>
        </p:nvSpPr>
        <p:spPr>
          <a:xfrm>
            <a:off x="5016653" y="1720585"/>
            <a:ext cx="364202" cy="523220"/>
          </a:xfrm>
          <a:prstGeom prst="rect">
            <a:avLst/>
          </a:prstGeom>
          <a:noFill/>
        </p:spPr>
        <p:txBody>
          <a:bodyPr wrap="none" rtlCol="0">
            <a:spAutoFit/>
          </a:bodyPr>
          <a:lstStyle/>
          <a:p>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FFAF106F-8B6E-CBF4-F5AA-37DB285A1EEA}"/>
              </a:ext>
            </a:extLst>
          </p:cNvPr>
          <p:cNvSpPr txBox="1"/>
          <p:nvPr/>
        </p:nvSpPr>
        <p:spPr>
          <a:xfrm>
            <a:off x="7038737"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4" name="テキスト ボックス 43">
            <a:extLst>
              <a:ext uri="{FF2B5EF4-FFF2-40B4-BE49-F238E27FC236}">
                <a16:creationId xmlns:a16="http://schemas.microsoft.com/office/drawing/2014/main" id="{70640C47-E203-5B80-A0F5-1462B21BA370}"/>
              </a:ext>
            </a:extLst>
          </p:cNvPr>
          <p:cNvSpPr txBox="1"/>
          <p:nvPr/>
        </p:nvSpPr>
        <p:spPr>
          <a:xfrm>
            <a:off x="9060821"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6" name="四角形: 角を丸くする 45">
            <a:extLst>
              <a:ext uri="{FF2B5EF4-FFF2-40B4-BE49-F238E27FC236}">
                <a16:creationId xmlns:a16="http://schemas.microsoft.com/office/drawing/2014/main" id="{D46354C9-C074-34C8-3168-7AE05A6E2D86}"/>
              </a:ext>
            </a:extLst>
          </p:cNvPr>
          <p:cNvSpPr/>
          <p:nvPr/>
        </p:nvSpPr>
        <p:spPr>
          <a:xfrm>
            <a:off x="4387749" y="2407725"/>
            <a:ext cx="1624487" cy="2467543"/>
          </a:xfrm>
          <a:prstGeom prst="roundRect">
            <a:avLst>
              <a:gd name="adj" fmla="val 500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098DC781-CE44-5EBA-4F2E-669CC285E209}"/>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正方形/長方形 7">
            <a:extLst>
              <a:ext uri="{FF2B5EF4-FFF2-40B4-BE49-F238E27FC236}">
                <a16:creationId xmlns:a16="http://schemas.microsoft.com/office/drawing/2014/main" id="{8D433718-1F2D-D934-3D4B-853888DB18E3}"/>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72B5880B-A392-F955-BF0D-3944CC2135A2}"/>
              </a:ext>
            </a:extLst>
          </p:cNvPr>
          <p:cNvGrpSpPr/>
          <p:nvPr/>
        </p:nvGrpSpPr>
        <p:grpSpPr>
          <a:xfrm>
            <a:off x="3159742" y="1823170"/>
            <a:ext cx="5872517" cy="3211661"/>
            <a:chOff x="3159742" y="1823170"/>
            <a:chExt cx="5872517" cy="3211661"/>
          </a:xfrm>
        </p:grpSpPr>
        <p:sp>
          <p:nvSpPr>
            <p:cNvPr id="6" name="四角形: 角を丸くする 5">
              <a:extLst>
                <a:ext uri="{FF2B5EF4-FFF2-40B4-BE49-F238E27FC236}">
                  <a16:creationId xmlns:a16="http://schemas.microsoft.com/office/drawing/2014/main" id="{B0492599-027A-99B0-10AF-4BC8FE8E9264}"/>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F20F5E95-51AD-061A-8FA9-2C901F4FF7C5}"/>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11" name="四角形: 角を丸くする 10">
              <a:extLst>
                <a:ext uri="{FF2B5EF4-FFF2-40B4-BE49-F238E27FC236}">
                  <a16:creationId xmlns:a16="http://schemas.microsoft.com/office/drawing/2014/main" id="{6B6A54D8-D7E3-C3BF-1212-64B585D1E86B}"/>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32FE977F-D8B9-BF9E-A5D3-23F966CD457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83580795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0FDA3C42-7B9E-0F56-F367-422CBBCD686F}"/>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7207621C-82F3-B546-448E-AA5F2E27D7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8" name="正方形/長方形 7">
            <a:extLst>
              <a:ext uri="{FF2B5EF4-FFF2-40B4-BE49-F238E27FC236}">
                <a16:creationId xmlns:a16="http://schemas.microsoft.com/office/drawing/2014/main" id="{06EA066E-A27D-954C-40B6-E5A9DB2BA63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52BBE151-6C7B-4DE0-0777-349E67913D83}"/>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58168044-D63F-C4D9-9921-9DB8CCB1DEE7}"/>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AF89F36E-E055-D70E-C89B-C415EC758430}"/>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26581930-ABA0-E025-612C-EB14AB37A52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EAC987AD-824D-7CA2-51D3-317BE2D3494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6726EB42-6AF0-5D91-E45A-2C17F3CC2DC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AE93F198-9717-3D9A-343F-32C631407ED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2530E72A-08F0-BA81-D684-0CC9501A104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5302A49-8C6B-8437-D416-88871C0C8F1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DC184C2C-F75E-AC45-C577-DE8C31BD70D2}"/>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BD2A4050-DCEB-46B3-05CD-0288C2A5AD0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E145F2AF-A6FC-4C9E-3C50-A944DDBD249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5C6F8347-92F2-FDAB-2873-EBD680EB99E7}"/>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5BF29584-8AFE-6C8B-B295-00480F776281}"/>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5F515F47-4F14-EA67-D0BE-794373B58E73}"/>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645EB96F-1C40-ADCD-2DAB-14001F5611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EE5373F7-7E33-841D-F6B9-3623B47CAD2E}"/>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E8DFC0E7-0ED9-C605-761F-91F3FD340B5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C407F7C9-6A9C-0810-C37A-9DB4698E9661}"/>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780F7161-0D9B-EAF5-88CF-A767CB628BB3}"/>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BBF6616A-8607-77D6-E25F-CFD875060E8E}"/>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FFCD0C8C-02C3-DABB-B0CD-11D3707BC403}"/>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変更</a:t>
              </a: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EDDEBFA2-26C5-B9A6-29E3-D6B4C121BC42}"/>
              </a:ext>
            </a:extLst>
          </p:cNvPr>
          <p:cNvGrpSpPr/>
          <p:nvPr/>
        </p:nvGrpSpPr>
        <p:grpSpPr>
          <a:xfrm>
            <a:off x="6448289" y="1720585"/>
            <a:ext cx="1545860" cy="3114084"/>
            <a:chOff x="4591244" y="1720585"/>
            <a:chExt cx="1545860" cy="3114084"/>
          </a:xfrm>
        </p:grpSpPr>
        <p:grpSp>
          <p:nvGrpSpPr>
            <p:cNvPr id="24" name="グループ化 23">
              <a:extLst>
                <a:ext uri="{FF2B5EF4-FFF2-40B4-BE49-F238E27FC236}">
                  <a16:creationId xmlns:a16="http://schemas.microsoft.com/office/drawing/2014/main" id="{687CFAF5-CC6E-A071-851C-9EA153A31E54}"/>
                </a:ext>
              </a:extLst>
            </p:cNvPr>
            <p:cNvGrpSpPr/>
            <p:nvPr/>
          </p:nvGrpSpPr>
          <p:grpSpPr>
            <a:xfrm>
              <a:off x="4591244" y="2442261"/>
              <a:ext cx="1545860" cy="2392408"/>
              <a:chOff x="4530846" y="2193464"/>
              <a:chExt cx="1545860" cy="2392408"/>
            </a:xfrm>
          </p:grpSpPr>
          <p:sp>
            <p:nvSpPr>
              <p:cNvPr id="16" name="四角形: 角を丸くする 15">
                <a:extLst>
                  <a:ext uri="{FF2B5EF4-FFF2-40B4-BE49-F238E27FC236}">
                    <a16:creationId xmlns:a16="http://schemas.microsoft.com/office/drawing/2014/main" id="{4738F6BE-6AC3-E581-3C29-EF8EEDDE4AF2}"/>
                  </a:ext>
                </a:extLst>
              </p:cNvPr>
              <p:cNvSpPr/>
              <p:nvPr/>
            </p:nvSpPr>
            <p:spPr>
              <a:xfrm>
                <a:off x="4531625" y="2193464"/>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70FA1136-D861-BBA0-6C97-E9C8A4CED809}"/>
                  </a:ext>
                </a:extLst>
              </p:cNvPr>
              <p:cNvSpPr/>
              <p:nvPr/>
            </p:nvSpPr>
            <p:spPr>
              <a:xfrm>
                <a:off x="4530846" y="3850034"/>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grpSp>
        <p:sp>
          <p:nvSpPr>
            <p:cNvPr id="11" name="テキスト ボックス 10">
              <a:extLst>
                <a:ext uri="{FF2B5EF4-FFF2-40B4-BE49-F238E27FC236}">
                  <a16:creationId xmlns:a16="http://schemas.microsoft.com/office/drawing/2014/main" id="{3AE37DDD-4DF4-B68C-F84B-12462ADD6B76}"/>
                </a:ext>
              </a:extLst>
            </p:cNvPr>
            <p:cNvSpPr txBox="1"/>
            <p:nvPr/>
          </p:nvSpPr>
          <p:spPr>
            <a:xfrm>
              <a:off x="4733232" y="1720585"/>
              <a:ext cx="1261885" cy="523220"/>
            </a:xfrm>
            <a:prstGeom prst="rect">
              <a:avLst/>
            </a:prstGeom>
            <a:noFill/>
          </p:spPr>
          <p:txBody>
            <a:bodyPr wrap="none" rtlCol="0">
              <a:spAutoFit/>
            </a:bodyPr>
            <a:lstStyle/>
            <a:p>
              <a:pPr algn="ctr"/>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Slot:1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AA4119B2-A979-93C0-C2BD-6F0AA46D8D7E}"/>
              </a:ext>
            </a:extLst>
          </p:cNvPr>
          <p:cNvGrpSpPr/>
          <p:nvPr/>
        </p:nvGrpSpPr>
        <p:grpSpPr>
          <a:xfrm>
            <a:off x="5124118" y="2453358"/>
            <a:ext cx="4169035" cy="1601583"/>
            <a:chOff x="5135789" y="2453358"/>
            <a:chExt cx="4169035" cy="1601583"/>
          </a:xfrm>
        </p:grpSpPr>
        <p:pic>
          <p:nvPicPr>
            <p:cNvPr id="15" name="図 14">
              <a:extLst>
                <a:ext uri="{FF2B5EF4-FFF2-40B4-BE49-F238E27FC236}">
                  <a16:creationId xmlns:a16="http://schemas.microsoft.com/office/drawing/2014/main" id="{AF5C6F42-9038-03EE-855F-4D93F2C1FC3A}"/>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20" name="図 19">
              <a:extLst>
                <a:ext uri="{FF2B5EF4-FFF2-40B4-BE49-F238E27FC236}">
                  <a16:creationId xmlns:a16="http://schemas.microsoft.com/office/drawing/2014/main" id="{BAD1F54F-5C20-DCFF-E328-8F553D6DE858}"/>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22" name="四角形: 角を丸くする 21">
            <a:extLst>
              <a:ext uri="{FF2B5EF4-FFF2-40B4-BE49-F238E27FC236}">
                <a16:creationId xmlns:a16="http://schemas.microsoft.com/office/drawing/2014/main" id="{6D3DE8F2-42BF-534E-29C3-EA4FB29B1711}"/>
              </a:ext>
            </a:extLst>
          </p:cNvPr>
          <p:cNvSpPr/>
          <p:nvPr/>
        </p:nvSpPr>
        <p:spPr>
          <a:xfrm>
            <a:off x="4357482"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A3D9B839-0ACA-D778-B634-14EFB7DE78FA}"/>
              </a:ext>
            </a:extLst>
          </p:cNvPr>
          <p:cNvGrpSpPr/>
          <p:nvPr/>
        </p:nvGrpSpPr>
        <p:grpSpPr>
          <a:xfrm>
            <a:off x="5124118" y="3665958"/>
            <a:ext cx="4169035" cy="1601583"/>
            <a:chOff x="5135789" y="2453358"/>
            <a:chExt cx="4169035" cy="1601583"/>
          </a:xfrm>
        </p:grpSpPr>
        <p:pic>
          <p:nvPicPr>
            <p:cNvPr id="40" name="図 39">
              <a:extLst>
                <a:ext uri="{FF2B5EF4-FFF2-40B4-BE49-F238E27FC236}">
                  <a16:creationId xmlns:a16="http://schemas.microsoft.com/office/drawing/2014/main" id="{E885E8F7-9F1B-CD08-5098-DEEC67DDC3C0}"/>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42" name="図 41">
              <a:extLst>
                <a:ext uri="{FF2B5EF4-FFF2-40B4-BE49-F238E27FC236}">
                  <a16:creationId xmlns:a16="http://schemas.microsoft.com/office/drawing/2014/main" id="{EAB31E8D-09A4-7D25-EDA2-D03ED8D59B21}"/>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45" name="四角形: 角を丸くする 44">
            <a:extLst>
              <a:ext uri="{FF2B5EF4-FFF2-40B4-BE49-F238E27FC236}">
                <a16:creationId xmlns:a16="http://schemas.microsoft.com/office/drawing/2014/main" id="{7C5B1307-893A-A8FA-5763-5386E572272A}"/>
              </a:ext>
            </a:extLst>
          </p:cNvPr>
          <p:cNvSpPr/>
          <p:nvPr/>
        </p:nvSpPr>
        <p:spPr>
          <a:xfrm>
            <a:off x="9047191"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EC1922A9-0AC9-0043-5987-C41023C6ED08}"/>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64AAC2A8-262F-2501-17B8-AEE86A739911}"/>
              </a:ext>
            </a:extLst>
          </p:cNvPr>
          <p:cNvSpPr/>
          <p:nvPr/>
        </p:nvSpPr>
        <p:spPr>
          <a:xfrm>
            <a:off x="9047191"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58" name="四角形: 角を丸くする 57">
            <a:extLst>
              <a:ext uri="{FF2B5EF4-FFF2-40B4-BE49-F238E27FC236}">
                <a16:creationId xmlns:a16="http://schemas.microsoft.com/office/drawing/2014/main" id="{D3B7772A-952D-1142-0D60-B2C5A8E17731}"/>
              </a:ext>
            </a:extLst>
          </p:cNvPr>
          <p:cNvSpPr/>
          <p:nvPr/>
        </p:nvSpPr>
        <p:spPr>
          <a:xfrm>
            <a:off x="4357482"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6" name="四角形: 角を丸くする 5">
            <a:extLst>
              <a:ext uri="{FF2B5EF4-FFF2-40B4-BE49-F238E27FC236}">
                <a16:creationId xmlns:a16="http://schemas.microsoft.com/office/drawing/2014/main" id="{CD377CAC-127C-862D-43E0-8AFC43E5F91F}"/>
              </a:ext>
            </a:extLst>
          </p:cNvPr>
          <p:cNvSpPr/>
          <p:nvPr/>
        </p:nvSpPr>
        <p:spPr>
          <a:xfrm>
            <a:off x="8607373" y="1621531"/>
            <a:ext cx="1545081" cy="622274"/>
          </a:xfrm>
          <a:prstGeom prst="roundRect">
            <a:avLst>
              <a:gd name="adj" fmla="val 5007"/>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リセット</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28199729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14C2123-9480-96EC-3E8A-763F8EF68501}"/>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3A994EF0-F98E-4FCB-4C6F-8121235C4B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10" name="四角形: 角を丸くする 9">
            <a:extLst>
              <a:ext uri="{FF2B5EF4-FFF2-40B4-BE49-F238E27FC236}">
                <a16:creationId xmlns:a16="http://schemas.microsoft.com/office/drawing/2014/main" id="{3FEE31CF-4C36-074E-BCD8-39011ABE21E7}"/>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E21D4007-3E5F-BEF3-7E34-CE6F063280B3}"/>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DEDDAB9F-47DF-727B-A937-079178759AF8}"/>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2D02E70A-1AF0-3682-E3A9-50FEBCDBB49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F402720C-C7FF-9B23-B36D-7BF2F927E58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E2A7C184-7DA7-3FA0-CA6E-196EBB5DE51E}"/>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8B591929-6C1F-6193-7F7E-EC7926606E08}"/>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3B9A408B-2F67-A46D-5E56-67D1440B76F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DD2666D-A78F-DCB3-F090-8403762C70A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3DB38F20-13DB-95A8-D553-32A332FF718F}"/>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2C2AC22C-FC5A-61BC-3E04-F6CBCEB349D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B39F31A1-33BA-1D3F-C298-9202C4A5D1E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15B62C8D-69F9-45B7-64D5-0F53E1A8D492}"/>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88FA2BC7-FA95-A274-4DCF-3BAC913E1987}"/>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28E39E0F-9FE5-BC2B-963D-81CC5350045D}"/>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93A985E2-0D16-F5CD-3777-EDCBD658833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57309677-6DD7-2B22-3BB9-DFC744775C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0E2D3452-23D5-C92F-2BBB-8C5B5F06407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30838280-8A80-2961-DA69-A2A7B8FD029E}"/>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E798F4B5-4EFC-A620-774B-0EDF7BAEB95B}"/>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A1133DB6-7BE6-D191-AC82-CF5B0FEEEC14}"/>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9A88C479-2918-6782-93C3-ED1E48AB9EF6}"/>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変更</a:t>
              </a: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6322B773-3A34-7DE5-95A6-5129AFFA76F7}"/>
              </a:ext>
            </a:extLst>
          </p:cNvPr>
          <p:cNvGrpSpPr/>
          <p:nvPr/>
        </p:nvGrpSpPr>
        <p:grpSpPr>
          <a:xfrm>
            <a:off x="6448289" y="1720585"/>
            <a:ext cx="1545860" cy="3114084"/>
            <a:chOff x="4591244" y="1720585"/>
            <a:chExt cx="1545860" cy="3114084"/>
          </a:xfrm>
        </p:grpSpPr>
        <p:grpSp>
          <p:nvGrpSpPr>
            <p:cNvPr id="24" name="グループ化 23">
              <a:extLst>
                <a:ext uri="{FF2B5EF4-FFF2-40B4-BE49-F238E27FC236}">
                  <a16:creationId xmlns:a16="http://schemas.microsoft.com/office/drawing/2014/main" id="{0001A354-A76C-3D22-DBA5-23459727450E}"/>
                </a:ext>
              </a:extLst>
            </p:cNvPr>
            <p:cNvGrpSpPr/>
            <p:nvPr/>
          </p:nvGrpSpPr>
          <p:grpSpPr>
            <a:xfrm>
              <a:off x="4591244" y="2442261"/>
              <a:ext cx="1545860" cy="2392408"/>
              <a:chOff x="4530846" y="2193464"/>
              <a:chExt cx="1545860" cy="2392408"/>
            </a:xfrm>
          </p:grpSpPr>
          <p:sp>
            <p:nvSpPr>
              <p:cNvPr id="16" name="四角形: 角を丸くする 15">
                <a:extLst>
                  <a:ext uri="{FF2B5EF4-FFF2-40B4-BE49-F238E27FC236}">
                    <a16:creationId xmlns:a16="http://schemas.microsoft.com/office/drawing/2014/main" id="{AA6D2737-4833-075D-BD52-B71827BC38E4}"/>
                  </a:ext>
                </a:extLst>
              </p:cNvPr>
              <p:cNvSpPr/>
              <p:nvPr/>
            </p:nvSpPr>
            <p:spPr>
              <a:xfrm>
                <a:off x="4531625" y="2193464"/>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85747702-AE36-539F-5680-419E62352227}"/>
                  </a:ext>
                </a:extLst>
              </p:cNvPr>
              <p:cNvSpPr/>
              <p:nvPr/>
            </p:nvSpPr>
            <p:spPr>
              <a:xfrm>
                <a:off x="4530846" y="3850034"/>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grpSp>
        <p:sp>
          <p:nvSpPr>
            <p:cNvPr id="11" name="テキスト ボックス 10">
              <a:extLst>
                <a:ext uri="{FF2B5EF4-FFF2-40B4-BE49-F238E27FC236}">
                  <a16:creationId xmlns:a16="http://schemas.microsoft.com/office/drawing/2014/main" id="{EA09A86A-1075-F5CC-CAED-1BE24177C7C4}"/>
                </a:ext>
              </a:extLst>
            </p:cNvPr>
            <p:cNvSpPr txBox="1"/>
            <p:nvPr/>
          </p:nvSpPr>
          <p:spPr>
            <a:xfrm>
              <a:off x="4733232" y="1720585"/>
              <a:ext cx="1261885" cy="523220"/>
            </a:xfrm>
            <a:prstGeom prst="rect">
              <a:avLst/>
            </a:prstGeom>
            <a:noFill/>
          </p:spPr>
          <p:txBody>
            <a:bodyPr wrap="none" rtlCol="0">
              <a:spAutoFit/>
            </a:bodyPr>
            <a:lstStyle/>
            <a:p>
              <a:pPr algn="ctr"/>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Slot:1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1CEAEBD9-77BF-48F7-6DB6-A7904C37C937}"/>
              </a:ext>
            </a:extLst>
          </p:cNvPr>
          <p:cNvGrpSpPr/>
          <p:nvPr/>
        </p:nvGrpSpPr>
        <p:grpSpPr>
          <a:xfrm>
            <a:off x="5124118" y="2453358"/>
            <a:ext cx="4169035" cy="1601583"/>
            <a:chOff x="5135789" y="2453358"/>
            <a:chExt cx="4169035" cy="1601583"/>
          </a:xfrm>
        </p:grpSpPr>
        <p:pic>
          <p:nvPicPr>
            <p:cNvPr id="15" name="図 14">
              <a:extLst>
                <a:ext uri="{FF2B5EF4-FFF2-40B4-BE49-F238E27FC236}">
                  <a16:creationId xmlns:a16="http://schemas.microsoft.com/office/drawing/2014/main" id="{0D0AB710-F105-4F04-9AB2-08F2ACCB9F6F}"/>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20" name="図 19">
              <a:extLst>
                <a:ext uri="{FF2B5EF4-FFF2-40B4-BE49-F238E27FC236}">
                  <a16:creationId xmlns:a16="http://schemas.microsoft.com/office/drawing/2014/main" id="{6003CBE8-6709-985E-A245-76C815DBDAE1}"/>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22" name="四角形: 角を丸くする 21">
            <a:extLst>
              <a:ext uri="{FF2B5EF4-FFF2-40B4-BE49-F238E27FC236}">
                <a16:creationId xmlns:a16="http://schemas.microsoft.com/office/drawing/2014/main" id="{A73D2568-B8EE-A325-287D-B94AADB17CA5}"/>
              </a:ext>
            </a:extLst>
          </p:cNvPr>
          <p:cNvSpPr/>
          <p:nvPr/>
        </p:nvSpPr>
        <p:spPr>
          <a:xfrm>
            <a:off x="4357482"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B67A9EEE-0FDE-C6F1-FF48-810B97D587B8}"/>
              </a:ext>
            </a:extLst>
          </p:cNvPr>
          <p:cNvGrpSpPr/>
          <p:nvPr/>
        </p:nvGrpSpPr>
        <p:grpSpPr>
          <a:xfrm>
            <a:off x="5124118" y="3665958"/>
            <a:ext cx="4169035" cy="1601583"/>
            <a:chOff x="5135789" y="2453358"/>
            <a:chExt cx="4169035" cy="1601583"/>
          </a:xfrm>
        </p:grpSpPr>
        <p:pic>
          <p:nvPicPr>
            <p:cNvPr id="40" name="図 39">
              <a:extLst>
                <a:ext uri="{FF2B5EF4-FFF2-40B4-BE49-F238E27FC236}">
                  <a16:creationId xmlns:a16="http://schemas.microsoft.com/office/drawing/2014/main" id="{3F771629-55E6-BB0A-C7D5-F0D53FD490F8}"/>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42" name="図 41">
              <a:extLst>
                <a:ext uri="{FF2B5EF4-FFF2-40B4-BE49-F238E27FC236}">
                  <a16:creationId xmlns:a16="http://schemas.microsoft.com/office/drawing/2014/main" id="{AE8C5375-C239-AE30-5A03-085E364B1605}"/>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45" name="四角形: 角を丸くする 44">
            <a:extLst>
              <a:ext uri="{FF2B5EF4-FFF2-40B4-BE49-F238E27FC236}">
                <a16:creationId xmlns:a16="http://schemas.microsoft.com/office/drawing/2014/main" id="{0CB2784C-AFD5-4DA9-8EE6-064831875456}"/>
              </a:ext>
            </a:extLst>
          </p:cNvPr>
          <p:cNvSpPr/>
          <p:nvPr/>
        </p:nvSpPr>
        <p:spPr>
          <a:xfrm>
            <a:off x="9047191"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B36E0127-9F2C-BE40-14CA-467C882FF04F}"/>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7D5C4C75-6319-E1B4-9315-CDA0C541CF76}"/>
              </a:ext>
            </a:extLst>
          </p:cNvPr>
          <p:cNvSpPr/>
          <p:nvPr/>
        </p:nvSpPr>
        <p:spPr>
          <a:xfrm>
            <a:off x="9047191"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58" name="四角形: 角を丸くする 57">
            <a:extLst>
              <a:ext uri="{FF2B5EF4-FFF2-40B4-BE49-F238E27FC236}">
                <a16:creationId xmlns:a16="http://schemas.microsoft.com/office/drawing/2014/main" id="{F30C57B5-4D4A-A1D6-0B7D-A0ACB3B6C425}"/>
              </a:ext>
            </a:extLst>
          </p:cNvPr>
          <p:cNvSpPr/>
          <p:nvPr/>
        </p:nvSpPr>
        <p:spPr>
          <a:xfrm>
            <a:off x="4357482"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8" name="正方形/長方形 7">
            <a:extLst>
              <a:ext uri="{FF2B5EF4-FFF2-40B4-BE49-F238E27FC236}">
                <a16:creationId xmlns:a16="http://schemas.microsoft.com/office/drawing/2014/main" id="{50770805-9DD1-5C33-37A5-0F1B2BE24A7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12122C1C-AECC-3457-2782-177A87341A20}"/>
              </a:ext>
            </a:extLst>
          </p:cNvPr>
          <p:cNvGrpSpPr/>
          <p:nvPr/>
        </p:nvGrpSpPr>
        <p:grpSpPr>
          <a:xfrm>
            <a:off x="3159742" y="1823170"/>
            <a:ext cx="5872517" cy="3211661"/>
            <a:chOff x="3159742" y="1823170"/>
            <a:chExt cx="5872517" cy="3211661"/>
          </a:xfrm>
        </p:grpSpPr>
        <p:sp>
          <p:nvSpPr>
            <p:cNvPr id="6" name="四角形: 角を丸くする 5">
              <a:extLst>
                <a:ext uri="{FF2B5EF4-FFF2-40B4-BE49-F238E27FC236}">
                  <a16:creationId xmlns:a16="http://schemas.microsoft.com/office/drawing/2014/main" id="{F11497E7-B68E-1C2B-4585-EA06B97518E4}"/>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A5775497-D059-2624-6B45-A9A9A8195DFE}"/>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13" name="四角形: 角を丸くする 12">
              <a:extLst>
                <a:ext uri="{FF2B5EF4-FFF2-40B4-BE49-F238E27FC236}">
                  <a16:creationId xmlns:a16="http://schemas.microsoft.com/office/drawing/2014/main" id="{F8615CAA-AF88-6F5F-451F-02BDB0E29F66}"/>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7" name="テキスト ボックス 16">
              <a:extLst>
                <a:ext uri="{FF2B5EF4-FFF2-40B4-BE49-F238E27FC236}">
                  <a16:creationId xmlns:a16="http://schemas.microsoft.com/office/drawing/2014/main" id="{2982AB5B-2604-7AB5-2DC0-164EB5643DF7}"/>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20671408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6F71E5B-3675-28FC-AE45-2E7F1F5B9888}"/>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81516356-A8CE-7392-521F-A16B551C1D45}"/>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50E50FDF-2656-6005-676E-ECCC27822FC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CAD694F9-0DDC-1B58-4085-98404685ED23}"/>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157859F1-138A-5824-49B9-DA13D67AB50D}"/>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4887B773-D5A8-AA8F-47E2-D895B68E0F2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88D84AC3-4AB5-FADF-E3B5-4BC9419D496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C9F0C54-1AC6-A100-D487-A9D39E06B7A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390823B1-8537-5B47-F401-639F0F019B2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0BAF98C-4F8E-39CD-4D53-0805062F4D4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1A8AABC2-87D8-8626-53AE-012C0053BDA1}"/>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64A6B21-A933-73A2-D010-D784ECE94A3D}"/>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4F617642-C45F-7B24-7C04-9FEAFED6074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88D7518-4DEA-417D-6C6C-69377500A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2320BA3-8E0C-DF6C-58DA-D7F15AB39A9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F28756D4-B7B9-1251-5324-134CE1AF839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AEE6B39-6C1A-F571-2D56-7F9EC317A6EF}"/>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825D2DC0-35AA-4E6C-5983-11BD45607662}"/>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E54F092D-2F61-00B5-F6F3-64E255D302BD}"/>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406D6069-EE79-5E25-68FD-FAFB90AFE3D1}"/>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1D15AFC8-8872-0910-E479-38CDBAF39A61}"/>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6816E500-FECB-73C8-871F-A45F44E3A50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11BEE2E8-A517-1BCE-8AB6-16C001B11864}"/>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1BB7332-6BC8-C38F-2BDF-D8AD7E760781}"/>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1294978C-BE0A-1CDB-1870-D99C4178BD67}"/>
              </a:ext>
            </a:extLst>
          </p:cNvPr>
          <p:cNvSpPr txBox="1"/>
          <p:nvPr/>
        </p:nvSpPr>
        <p:spPr>
          <a:xfrm>
            <a:off x="5282225" y="1655865"/>
            <a:ext cx="3877986"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D9CBC867-1B7F-84C5-53AF-F06A58D80376}"/>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31A24D3A-BE32-40CF-E8EF-7E9A8F635EB7}"/>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E894E2B4-3DE7-F842-4B35-A0B04A694C7B}"/>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1F13FFCC-B24E-FC0F-E2EC-A620B4B64815}"/>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31E4FD7B-78A7-C17B-68B5-3A6D2B7B2A60}"/>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FD6E3071-2997-A84C-5165-7CA267DB9300}"/>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EAA94211-437C-C02E-DCFB-BEB9B721125E}"/>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2" name="楕円 71">
            <a:extLst>
              <a:ext uri="{FF2B5EF4-FFF2-40B4-BE49-F238E27FC236}">
                <a16:creationId xmlns:a16="http://schemas.microsoft.com/office/drawing/2014/main" id="{9CD59A1D-7EC6-5939-63B5-2485BBD49967}"/>
              </a:ext>
            </a:extLst>
          </p:cNvPr>
          <p:cNvSpPr/>
          <p:nvPr/>
        </p:nvSpPr>
        <p:spPr>
          <a:xfrm>
            <a:off x="8953707" y="4459537"/>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76952112-CCCB-ABE1-335C-0CB481EB6F24}"/>
              </a:ext>
            </a:extLst>
          </p:cNvPr>
          <p:cNvSpPr txBox="1"/>
          <p:nvPr/>
        </p:nvSpPr>
        <p:spPr>
          <a:xfrm>
            <a:off x="8756425" y="4545977"/>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76" name="図 75">
            <a:extLst>
              <a:ext uri="{FF2B5EF4-FFF2-40B4-BE49-F238E27FC236}">
                <a16:creationId xmlns:a16="http://schemas.microsoft.com/office/drawing/2014/main" id="{BD8E2CEE-8B38-B8BB-381B-0454DD2B955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B8EF3890-0B24-A6A3-2073-F3489B60640C}"/>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E912BCDC-15AB-876F-1D35-708CA97AA089}"/>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ED594AAD-821A-F392-6677-032E35249695}"/>
              </a:ext>
            </a:extLst>
          </p:cNvPr>
          <p:cNvSpPr/>
          <p:nvPr/>
        </p:nvSpPr>
        <p:spPr>
          <a:xfrm flipH="1">
            <a:off x="9169994" y="2509725"/>
            <a:ext cx="519521" cy="519521"/>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020464BA-3E7D-368D-7FF2-ECDA474518BE}"/>
              </a:ext>
            </a:extLst>
          </p:cNvPr>
          <p:cNvSpPr txBox="1"/>
          <p:nvPr/>
        </p:nvSpPr>
        <p:spPr>
          <a:xfrm>
            <a:off x="7057260" y="2594975"/>
            <a:ext cx="1620957" cy="338554"/>
          </a:xfrm>
          <a:prstGeom prst="rect">
            <a:avLst/>
          </a:prstGeom>
          <a:noFill/>
        </p:spPr>
        <p:txBody>
          <a:bodyPr wrap="none" rtlCol="0">
            <a:spAutoFit/>
          </a:bodyPr>
          <a:lstStyle/>
          <a:p>
            <a:pPr algn="ctr"/>
            <a:r>
              <a:rPr lang="ja-JP" altLang="en-US" sz="16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タイムオーバー</a:t>
            </a:r>
            <a:endParaRPr kumimoji="1" lang="ja-JP" altLang="en-US"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809DE0E5-0941-CD64-D5BF-065BD90D5511}"/>
              </a:ext>
            </a:extLst>
          </p:cNvPr>
          <p:cNvPicPr>
            <a:picLocks noChangeAspect="1"/>
          </p:cNvPicPr>
          <p:nvPr/>
        </p:nvPicPr>
        <p:blipFill>
          <a:blip r:embed="rId6">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9266256" y="2605987"/>
            <a:ext cx="326997" cy="326997"/>
          </a:xfrm>
          <a:prstGeom prst="rect">
            <a:avLst/>
          </a:prstGeom>
        </p:spPr>
      </p:pic>
    </p:spTree>
    <p:extLst>
      <p:ext uri="{BB962C8B-B14F-4D97-AF65-F5344CB8AC3E}">
        <p14:creationId xmlns:p14="http://schemas.microsoft.com/office/powerpoint/2010/main" val="190580437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8404807-C228-54F5-8F3C-B426187E8373}"/>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700B8A3F-7C62-E2D4-A90A-AD35B6BE27C2}"/>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06AB3677-E3B0-900A-1ED8-D0F928165FF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9C9B8236-6A4D-26CB-3D2B-A9980A6A8A9F}"/>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D4B9DF9F-EB90-7D1E-2EB2-F97DEBBBC49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935ABF41-1EEF-E94A-4873-7086B0980A0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3CA88CCD-BE35-0D46-C966-796077A1A0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50C2AE6-F8A2-8706-26B7-23E8929D914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D28BAC5A-475C-F889-8E34-7AC8101CFB00}"/>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4F64976C-76C7-E861-AB2E-F058AB6ABDAE}"/>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654E5AA-1601-919D-F60C-6BAEDC9DA35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C08618C-DC22-D8C4-6316-D5761681377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7CF85DD-1AAF-07FE-F5C3-772596410562}"/>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9FEFB82D-395D-3D30-7011-C313F01BAD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6C8BD5F-2B48-3ACB-CD4A-01617327A8F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2DA22C2B-A5C3-BF3C-2D78-6EFDE17DC0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204E1A4-FCA3-43B6-E88C-26DD2592C9F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07FCC29-86BE-4C84-A272-F243E732F1AF}"/>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E0F90952-02FE-1F83-3334-DA99E14EE599}"/>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D884968C-AFB8-C1FC-D9F8-B4CAF6581575}"/>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A72794C3-9A99-5049-664B-182592AA9092}"/>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A23C5454-1099-3D52-8E2B-1904C41D49FE}"/>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42B2CDF9-C3BF-7C09-9026-9D34BD4C7F98}"/>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7053AABF-C1D7-57FE-226D-998F5B01ED1C}"/>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36A3197-8C8E-E675-FB8C-5858F38F7B95}"/>
              </a:ext>
            </a:extLst>
          </p:cNvPr>
          <p:cNvSpPr txBox="1"/>
          <p:nvPr/>
        </p:nvSpPr>
        <p:spPr>
          <a:xfrm>
            <a:off x="5513059" y="1655865"/>
            <a:ext cx="3416320"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186F71B2-2CFF-16E9-F42F-4EA3062DAC0A}"/>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83DB93CF-7E06-8A3B-4B66-A372D6CCF6B2}"/>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C728B0F6-428B-1FDB-5221-535CD0F237EA}"/>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9683E64F-2FD1-B3FC-451B-5AA53A01117A}"/>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BE926E92-6B82-F351-FE23-A3402BF65A16}"/>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2963EA9F-50D8-3D0F-7E93-69F697F0FD3F}"/>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8814ECE3-00FE-0D64-4C66-BE2968D33E52}"/>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49AD523C-DB6D-F9CC-8C68-EACD4A9266E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A7DC410F-D9CB-2DDA-619B-5647297EE4AB}"/>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9EB77568-717F-AC16-AFD3-CF234F91E12B}"/>
              </a:ext>
            </a:extLst>
          </p:cNvPr>
          <p:cNvSpPr txBox="1"/>
          <p:nvPr/>
        </p:nvSpPr>
        <p:spPr>
          <a:xfrm>
            <a:off x="4874614" y="448647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38184F92-151A-3289-C822-12F4683030CB}"/>
              </a:ext>
            </a:extLst>
          </p:cNvPr>
          <p:cNvSpPr/>
          <p:nvPr/>
        </p:nvSpPr>
        <p:spPr>
          <a:xfrm flipH="1">
            <a:off x="9169994" y="2509725"/>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楕円 86">
            <a:extLst>
              <a:ext uri="{FF2B5EF4-FFF2-40B4-BE49-F238E27FC236}">
                <a16:creationId xmlns:a16="http://schemas.microsoft.com/office/drawing/2014/main" id="{72D45E37-166C-C61A-5700-C5B63E234093}"/>
              </a:ext>
            </a:extLst>
          </p:cNvPr>
          <p:cNvSpPr/>
          <p:nvPr/>
        </p:nvSpPr>
        <p:spPr>
          <a:xfrm>
            <a:off x="8949017" y="445953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830AB8C5-CEF4-7A54-D98D-4D37912751ED}"/>
              </a:ext>
            </a:extLst>
          </p:cNvPr>
          <p:cNvSpPr txBox="1"/>
          <p:nvPr/>
        </p:nvSpPr>
        <p:spPr>
          <a:xfrm>
            <a:off x="8841503" y="454597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spTree>
    <p:extLst>
      <p:ext uri="{BB962C8B-B14F-4D97-AF65-F5344CB8AC3E}">
        <p14:creationId xmlns:p14="http://schemas.microsoft.com/office/powerpoint/2010/main" val="221926841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518D955-9EEE-C258-9653-F5A3E804E685}"/>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D8588C14-7DE8-A61E-7005-B1CA8128F160}"/>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E66A42A1-2D85-CB22-56D7-B4C32053CEC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D3F34384-AE5F-8716-0D13-3FF8EA23C36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82B7669-232E-0AD1-182C-3A245601EE7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54BC65D2-CDAA-C01E-95C3-79C4846FDCD3}"/>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E6DDCDD-9070-0F2B-95B9-E374B345844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5D5A46CD-846F-05BF-C097-0A5A7A72610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8BF9ED8-BD07-EB8E-0886-67FB64A467B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03D566C5-35CE-2C42-883B-E41B6AC17070}"/>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0DA10372-CBB6-2BCD-019D-C5CF5A55ACA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A2896644-5D94-8A2B-760C-93239CF9F4D6}"/>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BA8F67CA-2ED0-385F-D695-799B3FC64F7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484F7FF-CBB4-FBBF-EA95-ABB4B22535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FFB5D08-F6FC-99DE-8516-5E3B4D6EDBB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DD85A119-58B3-72E1-AFDB-78999C1234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E8EB1BC2-9B5B-3F36-5FDB-423C2590576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CD5114F8-6584-E254-9E24-5065F7B75D67}"/>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7D92A6C1-9875-E5DD-64A9-2A962A60AC40}"/>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5EB0BBF-8652-9605-3C45-DBD2E423AD8D}"/>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EAC76BA6-D777-1B58-3A4B-B832BE8EF3BE}"/>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5A59FAE-8126-C473-8A0E-16CFD2A3CAB6}"/>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DA566246-C054-1F07-5CC7-4B7F3C61B05B}"/>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E455F38E-409B-A319-6EFD-D61263F4CAC2}"/>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20EF8D41-69AE-B685-6A9D-1C6999365900}"/>
                </a:ext>
              </a:extLst>
            </p:cNvPr>
            <p:cNvSpPr/>
            <p:nvPr/>
          </p:nvSpPr>
          <p:spPr>
            <a:xfrm>
              <a:off x="11044871" y="4022147"/>
              <a:ext cx="236362" cy="2031812"/>
            </a:xfrm>
            <a:prstGeom prst="roundRect">
              <a:avLst/>
            </a:prstGeom>
            <a:no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7E714A1A-4A78-FA6B-1402-32D523F0B64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2D77A83-33C4-C54A-BE7D-C3E396D20DE6}"/>
              </a:ext>
            </a:extLst>
          </p:cNvPr>
          <p:cNvSpPr/>
          <p:nvPr/>
        </p:nvSpPr>
        <p:spPr>
          <a:xfrm>
            <a:off x="4492959" y="1813012"/>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315E1F8-BCC4-E49C-58EE-3FAA84796F5F}"/>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52D2258-1A26-8241-B82E-3C356E819506}"/>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F2D380F5-5070-A3D9-D8D9-E53BD52CB76A}"/>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CB06717A-6561-7CF2-8BB0-A095A6D67C41}"/>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4F800DE6-21EE-4847-9ADD-FAFB665CC88E}"/>
              </a:ext>
            </a:extLst>
          </p:cNvPr>
          <p:cNvSpPr txBox="1"/>
          <p:nvPr/>
        </p:nvSpPr>
        <p:spPr>
          <a:xfrm>
            <a:off x="7026903" y="1987533"/>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楕円 13">
            <a:extLst>
              <a:ext uri="{FF2B5EF4-FFF2-40B4-BE49-F238E27FC236}">
                <a16:creationId xmlns:a16="http://schemas.microsoft.com/office/drawing/2014/main" id="{57FD60BB-787D-54F2-EAE7-66F247AF7E62}"/>
              </a:ext>
            </a:extLst>
          </p:cNvPr>
          <p:cNvSpPr/>
          <p:nvPr/>
        </p:nvSpPr>
        <p:spPr>
          <a:xfrm>
            <a:off x="8813034" y="1861719"/>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5C10099B-051F-5464-DDB6-24FEA307A196}"/>
              </a:ext>
            </a:extLst>
          </p:cNvPr>
          <p:cNvSpPr txBox="1"/>
          <p:nvPr/>
        </p:nvSpPr>
        <p:spPr>
          <a:xfrm>
            <a:off x="8705520" y="1948159"/>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pic>
        <p:nvPicPr>
          <p:cNvPr id="13" name="図 12">
            <a:extLst>
              <a:ext uri="{FF2B5EF4-FFF2-40B4-BE49-F238E27FC236}">
                <a16:creationId xmlns:a16="http://schemas.microsoft.com/office/drawing/2014/main" id="{1BD67EB6-F129-EA77-BFF7-5AE7599B132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36619" y="1855848"/>
            <a:ext cx="532696" cy="518967"/>
          </a:xfrm>
          <a:prstGeom prst="rect">
            <a:avLst/>
          </a:prstGeom>
        </p:spPr>
      </p:pic>
      <p:sp>
        <p:nvSpPr>
          <p:cNvPr id="17" name="テキスト ボックス 16">
            <a:extLst>
              <a:ext uri="{FF2B5EF4-FFF2-40B4-BE49-F238E27FC236}">
                <a16:creationId xmlns:a16="http://schemas.microsoft.com/office/drawing/2014/main" id="{B08555E4-B8C8-48E4-D879-727CAE040B73}"/>
              </a:ext>
            </a:extLst>
          </p:cNvPr>
          <p:cNvSpPr txBox="1"/>
          <p:nvPr/>
        </p:nvSpPr>
        <p:spPr>
          <a:xfrm>
            <a:off x="7927828" y="1972144"/>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87BA5055-9568-6030-2E4B-8F81F2850111}"/>
              </a:ext>
            </a:extLst>
          </p:cNvPr>
          <p:cNvSpPr txBox="1"/>
          <p:nvPr/>
        </p:nvSpPr>
        <p:spPr>
          <a:xfrm>
            <a:off x="4733941" y="1888654"/>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00000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8" name="グループ化 47">
            <a:extLst>
              <a:ext uri="{FF2B5EF4-FFF2-40B4-BE49-F238E27FC236}">
                <a16:creationId xmlns:a16="http://schemas.microsoft.com/office/drawing/2014/main" id="{FA7C7B17-3658-3001-1B0E-D6BEF2F825C3}"/>
              </a:ext>
            </a:extLst>
          </p:cNvPr>
          <p:cNvGrpSpPr/>
          <p:nvPr/>
        </p:nvGrpSpPr>
        <p:grpSpPr>
          <a:xfrm>
            <a:off x="4832112" y="2544439"/>
            <a:ext cx="4497794" cy="519521"/>
            <a:chOff x="4832112" y="2544439"/>
            <a:chExt cx="4497794" cy="519521"/>
          </a:xfrm>
        </p:grpSpPr>
        <p:sp>
          <p:nvSpPr>
            <p:cNvPr id="21" name="テキスト ボックス 20">
              <a:extLst>
                <a:ext uri="{FF2B5EF4-FFF2-40B4-BE49-F238E27FC236}">
                  <a16:creationId xmlns:a16="http://schemas.microsoft.com/office/drawing/2014/main" id="{1A85FA74-DC9F-DE99-48B2-F40773100999}"/>
                </a:ext>
              </a:extLst>
            </p:cNvPr>
            <p:cNvSpPr txBox="1"/>
            <p:nvPr/>
          </p:nvSpPr>
          <p:spPr>
            <a:xfrm>
              <a:off x="4832112" y="2638490"/>
              <a:ext cx="1620957"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1" name="グループ化 30">
              <a:extLst>
                <a:ext uri="{FF2B5EF4-FFF2-40B4-BE49-F238E27FC236}">
                  <a16:creationId xmlns:a16="http://schemas.microsoft.com/office/drawing/2014/main" id="{4693AD44-17AF-F4D7-C11C-11889C798A07}"/>
                </a:ext>
              </a:extLst>
            </p:cNvPr>
            <p:cNvGrpSpPr/>
            <p:nvPr/>
          </p:nvGrpSpPr>
          <p:grpSpPr>
            <a:xfrm>
              <a:off x="8810385" y="2544439"/>
              <a:ext cx="519521" cy="519521"/>
              <a:chOff x="8484520" y="3671796"/>
              <a:chExt cx="730638" cy="730638"/>
            </a:xfrm>
          </p:grpSpPr>
          <p:sp>
            <p:nvSpPr>
              <p:cNvPr id="23" name="楕円 22">
                <a:extLst>
                  <a:ext uri="{FF2B5EF4-FFF2-40B4-BE49-F238E27FC236}">
                    <a16:creationId xmlns:a16="http://schemas.microsoft.com/office/drawing/2014/main" id="{1DB86C5A-A880-B292-0F86-5834FD534B20}"/>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0" name="図 29">
                <a:extLst>
                  <a:ext uri="{FF2B5EF4-FFF2-40B4-BE49-F238E27FC236}">
                    <a16:creationId xmlns:a16="http://schemas.microsoft.com/office/drawing/2014/main" id="{5607C5BB-72B8-D8AA-89E3-0233CABAA9C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
          <p:nvSpPr>
            <p:cNvPr id="33" name="テキスト ボックス 32">
              <a:extLst>
                <a:ext uri="{FF2B5EF4-FFF2-40B4-BE49-F238E27FC236}">
                  <a16:creationId xmlns:a16="http://schemas.microsoft.com/office/drawing/2014/main" id="{16F1CC38-EEEC-5FD0-E872-73F27DDE0C23}"/>
                </a:ext>
              </a:extLst>
            </p:cNvPr>
            <p:cNvSpPr txBox="1"/>
            <p:nvPr/>
          </p:nvSpPr>
          <p:spPr>
            <a:xfrm>
              <a:off x="696908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ーー：ーー</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39FC5390-F25C-CD66-90CE-42CA0DA9FFE5}"/>
              </a:ext>
            </a:extLst>
          </p:cNvPr>
          <p:cNvGrpSpPr/>
          <p:nvPr/>
        </p:nvGrpSpPr>
        <p:grpSpPr>
          <a:xfrm>
            <a:off x="4832112" y="3210178"/>
            <a:ext cx="4497794" cy="519521"/>
            <a:chOff x="4832112" y="3206727"/>
            <a:chExt cx="4497794" cy="519521"/>
          </a:xfrm>
        </p:grpSpPr>
        <p:sp>
          <p:nvSpPr>
            <p:cNvPr id="35" name="テキスト ボックス 34">
              <a:extLst>
                <a:ext uri="{FF2B5EF4-FFF2-40B4-BE49-F238E27FC236}">
                  <a16:creationId xmlns:a16="http://schemas.microsoft.com/office/drawing/2014/main" id="{B8D97B18-1C8F-0C1A-1476-F688C7E88359}"/>
                </a:ext>
              </a:extLst>
            </p:cNvPr>
            <p:cNvSpPr txBox="1"/>
            <p:nvPr/>
          </p:nvSpPr>
          <p:spPr>
            <a:xfrm>
              <a:off x="4832112" y="3300778"/>
              <a:ext cx="1928733"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a:t>
              </a:r>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楕円 40">
              <a:extLst>
                <a:ext uri="{FF2B5EF4-FFF2-40B4-BE49-F238E27FC236}">
                  <a16:creationId xmlns:a16="http://schemas.microsoft.com/office/drawing/2014/main" id="{66A65FDB-443A-FCF5-CA91-C76A8903921E}"/>
                </a:ext>
              </a:extLst>
            </p:cNvPr>
            <p:cNvSpPr/>
            <p:nvPr/>
          </p:nvSpPr>
          <p:spPr>
            <a:xfrm flipH="1">
              <a:off x="8810385" y="3206727"/>
              <a:ext cx="519521" cy="519521"/>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CCF354B9-F585-02E3-25EC-8918E9A7AE19}"/>
                </a:ext>
              </a:extLst>
            </p:cNvPr>
            <p:cNvSpPr txBox="1"/>
            <p:nvPr/>
          </p:nvSpPr>
          <p:spPr>
            <a:xfrm>
              <a:off x="6841294" y="3332943"/>
              <a:ext cx="1441420" cy="307777"/>
            </a:xfrm>
            <a:prstGeom prst="rect">
              <a:avLst/>
            </a:prstGeom>
            <a:noFill/>
          </p:spPr>
          <p:txBody>
            <a:bodyPr wrap="none" rtlCol="0">
              <a:spAutoFit/>
            </a:bodyPr>
            <a:lstStyle/>
            <a:p>
              <a:pPr algn="ctr"/>
              <a:r>
                <a:rPr kumimoji="1" lang="ja-JP" altLang="en-US" sz="14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タイムオーバー</a:t>
              </a:r>
              <a:endParaRPr kumimoji="1" lang="ja-JP" altLang="en-US" sz="1600"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74953161-928E-F188-5E7E-5672FCD5B727}"/>
              </a:ext>
            </a:extLst>
          </p:cNvPr>
          <p:cNvGrpSpPr/>
          <p:nvPr/>
        </p:nvGrpSpPr>
        <p:grpSpPr>
          <a:xfrm>
            <a:off x="4832112" y="3875917"/>
            <a:ext cx="4497794" cy="519521"/>
            <a:chOff x="4832112" y="3206727"/>
            <a:chExt cx="4497794" cy="519521"/>
          </a:xfrm>
        </p:grpSpPr>
        <p:sp>
          <p:nvSpPr>
            <p:cNvPr id="50" name="テキスト ボックス 49">
              <a:extLst>
                <a:ext uri="{FF2B5EF4-FFF2-40B4-BE49-F238E27FC236}">
                  <a16:creationId xmlns:a16="http://schemas.microsoft.com/office/drawing/2014/main" id="{3B0E6964-5578-7F0E-BBA4-FA94A97A06CE}"/>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楕円 50">
              <a:extLst>
                <a:ext uri="{FF2B5EF4-FFF2-40B4-BE49-F238E27FC236}">
                  <a16:creationId xmlns:a16="http://schemas.microsoft.com/office/drawing/2014/main" id="{962261C0-00E2-A115-05FC-67B1B58F7843}"/>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9860F2A2-199C-1CA5-6E2E-2AF984BBCBE2}"/>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F2E15C3A-B2C1-3D2A-905E-5019C22E851F}"/>
              </a:ext>
            </a:extLst>
          </p:cNvPr>
          <p:cNvGrpSpPr/>
          <p:nvPr/>
        </p:nvGrpSpPr>
        <p:grpSpPr>
          <a:xfrm>
            <a:off x="4832112" y="4541656"/>
            <a:ext cx="4497794" cy="519521"/>
            <a:chOff x="4832112" y="3206727"/>
            <a:chExt cx="4497794" cy="519521"/>
          </a:xfrm>
        </p:grpSpPr>
        <p:sp>
          <p:nvSpPr>
            <p:cNvPr id="56" name="テキスト ボックス 55">
              <a:extLst>
                <a:ext uri="{FF2B5EF4-FFF2-40B4-BE49-F238E27FC236}">
                  <a16:creationId xmlns:a16="http://schemas.microsoft.com/office/drawing/2014/main" id="{03A2A046-082D-E7E9-BB06-F0758C5F3FFF}"/>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楕円 57">
              <a:extLst>
                <a:ext uri="{FF2B5EF4-FFF2-40B4-BE49-F238E27FC236}">
                  <a16:creationId xmlns:a16="http://schemas.microsoft.com/office/drawing/2014/main" id="{DCB2A550-64A7-4C67-6B2B-9CEF335690BF}"/>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1FD93546-8395-C33B-2A3D-C63BB3169519}"/>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5" name="図 14">
            <a:extLst>
              <a:ext uri="{FF2B5EF4-FFF2-40B4-BE49-F238E27FC236}">
                <a16:creationId xmlns:a16="http://schemas.microsoft.com/office/drawing/2014/main" id="{2DFA6E4B-4466-B3CC-5152-44DB82335904}"/>
              </a:ext>
            </a:extLst>
          </p:cNvPr>
          <p:cNvPicPr>
            <a:picLocks noChangeAspect="1"/>
          </p:cNvPicPr>
          <p:nvPr/>
        </p:nvPicPr>
        <p:blipFill>
          <a:blip r:embed="rId7">
            <a:lum bright="70000" contrast="-70000"/>
            <a:extLst>
              <a:ext uri="{28A0092B-C50C-407E-A947-70E740481C1C}">
                <a14:useLocalDpi xmlns:a14="http://schemas.microsoft.com/office/drawing/2010/main" val="0"/>
              </a:ext>
            </a:extLst>
          </a:blip>
          <a:stretch>
            <a:fillRect/>
          </a:stretch>
        </p:blipFill>
        <p:spPr>
          <a:xfrm>
            <a:off x="8888486" y="3290707"/>
            <a:ext cx="361199" cy="361199"/>
          </a:xfrm>
          <a:prstGeom prst="rect">
            <a:avLst/>
          </a:prstGeom>
        </p:spPr>
      </p:pic>
    </p:spTree>
    <p:extLst>
      <p:ext uri="{BB962C8B-B14F-4D97-AF65-F5344CB8AC3E}">
        <p14:creationId xmlns:p14="http://schemas.microsoft.com/office/powerpoint/2010/main" val="218451664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60E5AA97-1A21-BD03-2DF7-F00505D73FB4}"/>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28FF9B7C-2CEA-97D0-E714-36E1E8DEBE11}"/>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9C9A4C61-C561-042A-DC9C-B579F76DF103}"/>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B62DE60-CDC8-BDB9-2C3C-D30E55E68983}"/>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73B5E569-8FE2-DC5A-A14E-2C8909F143E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03E18939-9E99-A3A4-3388-70421268CF8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9B51C69B-5508-B56A-13E6-D326EEE239C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14FC0F6-EA49-1914-60D9-337BFFA0111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40E2F084-520F-9ED6-5C1C-263DB081C86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8AD70C4-B0CE-A8D7-2671-316A3668166A}"/>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D2430A5E-AA4B-B307-9094-29453FEBE95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2CF6C539-280D-4D22-E423-9D05C673F534}"/>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A82642F-7D3A-2FAA-56A1-17C5BF94B852}"/>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FCD2380-6174-7A4F-70C4-665F3ED9C9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746F216-84E5-C13A-9511-0AF07AF8E3C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ED658C33-6DDD-8416-28D5-84253E6BC72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CC539DE6-97FC-30AE-D1D9-56DC3AAB587E}"/>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9BBDE55E-FF94-8B79-8B8A-C85869AF6108}"/>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B3187A83-F28D-F731-B2B3-161BC992BD32}"/>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3FA1C48D-27EA-FB5D-7F4B-3C7CE96B85E8}"/>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7F1C77EE-7F47-430A-341B-C6A383E91E19}"/>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C0834FB4-97B8-E93C-4B0C-AE5F0D10B344}"/>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6DF1C1F2-A85B-5CE3-A390-0280A94C6437}"/>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C5BE7C8C-6946-BA27-21C9-571E7BE605AC}"/>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587507BD-0656-9B78-A9BE-A8260E7109E0}"/>
                </a:ext>
              </a:extLst>
            </p:cNvPr>
            <p:cNvSpPr/>
            <p:nvPr/>
          </p:nvSpPr>
          <p:spPr>
            <a:xfrm>
              <a:off x="11044871" y="4022147"/>
              <a:ext cx="236362" cy="2031812"/>
            </a:xfrm>
            <a:prstGeom prst="roundRect">
              <a:avLst/>
            </a:prstGeom>
            <a:no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7E2FFA6B-0565-E605-A642-F2A0E347447F}"/>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72F8C594-2A30-FA00-A1F5-C4F211D4CC66}"/>
              </a:ext>
            </a:extLst>
          </p:cNvPr>
          <p:cNvSpPr/>
          <p:nvPr/>
        </p:nvSpPr>
        <p:spPr>
          <a:xfrm>
            <a:off x="4492959" y="1813012"/>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302270E0-32AD-0D12-A793-C049F997B353}"/>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99467F94-0837-BA11-689D-5948337241DF}"/>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2E51106A-A9D2-2248-1C1E-7DF995213D96}"/>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D159535A-3F98-204C-E16C-DD60A0C2DD3D}"/>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DDD0F74D-B31A-4ABE-0F2D-9B356EA076C6}"/>
              </a:ext>
            </a:extLst>
          </p:cNvPr>
          <p:cNvSpPr txBox="1"/>
          <p:nvPr/>
        </p:nvSpPr>
        <p:spPr>
          <a:xfrm>
            <a:off x="7026903" y="1987533"/>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楕円 13">
            <a:extLst>
              <a:ext uri="{FF2B5EF4-FFF2-40B4-BE49-F238E27FC236}">
                <a16:creationId xmlns:a16="http://schemas.microsoft.com/office/drawing/2014/main" id="{756F2EC2-3E14-D66C-D973-8A99067F9CD8}"/>
              </a:ext>
            </a:extLst>
          </p:cNvPr>
          <p:cNvSpPr/>
          <p:nvPr/>
        </p:nvSpPr>
        <p:spPr>
          <a:xfrm>
            <a:off x="8813034" y="1861719"/>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C4C63CD1-C10A-E827-5572-1BE106FA54B0}"/>
              </a:ext>
            </a:extLst>
          </p:cNvPr>
          <p:cNvSpPr txBox="1"/>
          <p:nvPr/>
        </p:nvSpPr>
        <p:spPr>
          <a:xfrm>
            <a:off x="8615752" y="1948159"/>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13" name="図 12">
            <a:extLst>
              <a:ext uri="{FF2B5EF4-FFF2-40B4-BE49-F238E27FC236}">
                <a16:creationId xmlns:a16="http://schemas.microsoft.com/office/drawing/2014/main" id="{FAEB0F83-18EA-17AC-A15E-077BF41CEEF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36619" y="1855848"/>
            <a:ext cx="532696" cy="518967"/>
          </a:xfrm>
          <a:prstGeom prst="rect">
            <a:avLst/>
          </a:prstGeom>
        </p:spPr>
      </p:pic>
      <p:sp>
        <p:nvSpPr>
          <p:cNvPr id="17" name="テキスト ボックス 16">
            <a:extLst>
              <a:ext uri="{FF2B5EF4-FFF2-40B4-BE49-F238E27FC236}">
                <a16:creationId xmlns:a16="http://schemas.microsoft.com/office/drawing/2014/main" id="{9FA6C481-139E-58FD-15CD-BC02DE7324E1}"/>
              </a:ext>
            </a:extLst>
          </p:cNvPr>
          <p:cNvSpPr txBox="1"/>
          <p:nvPr/>
        </p:nvSpPr>
        <p:spPr>
          <a:xfrm>
            <a:off x="7927828" y="1972144"/>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45D90872-FEB9-C8DC-9C70-FA97837A3D93}"/>
              </a:ext>
            </a:extLst>
          </p:cNvPr>
          <p:cNvSpPr txBox="1"/>
          <p:nvPr/>
        </p:nvSpPr>
        <p:spPr>
          <a:xfrm>
            <a:off x="4733941" y="1888654"/>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032DF762-5DC2-1FDA-FD20-DE5F1353AD85}"/>
              </a:ext>
            </a:extLst>
          </p:cNvPr>
          <p:cNvSpPr txBox="1"/>
          <p:nvPr/>
        </p:nvSpPr>
        <p:spPr>
          <a:xfrm>
            <a:off x="4832112" y="2638490"/>
            <a:ext cx="1620957"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1" name="グループ化 30">
            <a:extLst>
              <a:ext uri="{FF2B5EF4-FFF2-40B4-BE49-F238E27FC236}">
                <a16:creationId xmlns:a16="http://schemas.microsoft.com/office/drawing/2014/main" id="{6E45B19B-A258-AD92-45D9-68F10A747ED8}"/>
              </a:ext>
            </a:extLst>
          </p:cNvPr>
          <p:cNvGrpSpPr/>
          <p:nvPr/>
        </p:nvGrpSpPr>
        <p:grpSpPr>
          <a:xfrm>
            <a:off x="8810385" y="2544439"/>
            <a:ext cx="519521" cy="519521"/>
            <a:chOff x="8484520" y="3671796"/>
            <a:chExt cx="730638" cy="730638"/>
          </a:xfrm>
        </p:grpSpPr>
        <p:sp>
          <p:nvSpPr>
            <p:cNvPr id="23" name="楕円 22">
              <a:extLst>
                <a:ext uri="{FF2B5EF4-FFF2-40B4-BE49-F238E27FC236}">
                  <a16:creationId xmlns:a16="http://schemas.microsoft.com/office/drawing/2014/main" id="{6423DEC9-4F2A-49CA-7BBE-92EE7FD06AC3}"/>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0" name="図 29">
              <a:extLst>
                <a:ext uri="{FF2B5EF4-FFF2-40B4-BE49-F238E27FC236}">
                  <a16:creationId xmlns:a16="http://schemas.microsoft.com/office/drawing/2014/main" id="{1590932E-D94B-48F7-5CB8-77CC28A00E4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
        <p:nvSpPr>
          <p:cNvPr id="33" name="テキスト ボックス 32">
            <a:extLst>
              <a:ext uri="{FF2B5EF4-FFF2-40B4-BE49-F238E27FC236}">
                <a16:creationId xmlns:a16="http://schemas.microsoft.com/office/drawing/2014/main" id="{FC674A76-E73B-26EA-A65B-C03975DAFF5E}"/>
              </a:ext>
            </a:extLst>
          </p:cNvPr>
          <p:cNvSpPr txBox="1"/>
          <p:nvPr/>
        </p:nvSpPr>
        <p:spPr>
          <a:xfrm>
            <a:off x="696908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ーー：ーー</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7" name="グループ化 46">
            <a:extLst>
              <a:ext uri="{FF2B5EF4-FFF2-40B4-BE49-F238E27FC236}">
                <a16:creationId xmlns:a16="http://schemas.microsoft.com/office/drawing/2014/main" id="{0EA4F00C-33F3-30EB-FC3B-F51EA6BE0F1A}"/>
              </a:ext>
            </a:extLst>
          </p:cNvPr>
          <p:cNvGrpSpPr/>
          <p:nvPr/>
        </p:nvGrpSpPr>
        <p:grpSpPr>
          <a:xfrm>
            <a:off x="4832112" y="3210178"/>
            <a:ext cx="4497794" cy="519521"/>
            <a:chOff x="4832112" y="3206727"/>
            <a:chExt cx="4497794" cy="519521"/>
          </a:xfrm>
        </p:grpSpPr>
        <p:sp>
          <p:nvSpPr>
            <p:cNvPr id="35" name="テキスト ボックス 34">
              <a:extLst>
                <a:ext uri="{FF2B5EF4-FFF2-40B4-BE49-F238E27FC236}">
                  <a16:creationId xmlns:a16="http://schemas.microsoft.com/office/drawing/2014/main" id="{CD0FF93A-5ED3-7E70-890B-2FE8A116E314}"/>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楕円 40">
              <a:extLst>
                <a:ext uri="{FF2B5EF4-FFF2-40B4-BE49-F238E27FC236}">
                  <a16:creationId xmlns:a16="http://schemas.microsoft.com/office/drawing/2014/main" id="{D31375BF-DFFF-8FFB-951B-DC8558653F58}"/>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E1AE6389-1188-779E-A8EB-EEBAB70FAC2B}"/>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EE1698AE-CFD4-8EEB-E0B8-5E874A75AE31}"/>
              </a:ext>
            </a:extLst>
          </p:cNvPr>
          <p:cNvGrpSpPr/>
          <p:nvPr/>
        </p:nvGrpSpPr>
        <p:grpSpPr>
          <a:xfrm>
            <a:off x="4832112" y="3875917"/>
            <a:ext cx="4497794" cy="519521"/>
            <a:chOff x="4832112" y="3206727"/>
            <a:chExt cx="4497794" cy="519521"/>
          </a:xfrm>
        </p:grpSpPr>
        <p:sp>
          <p:nvSpPr>
            <p:cNvPr id="50" name="テキスト ボックス 49">
              <a:extLst>
                <a:ext uri="{FF2B5EF4-FFF2-40B4-BE49-F238E27FC236}">
                  <a16:creationId xmlns:a16="http://schemas.microsoft.com/office/drawing/2014/main" id="{791FB1C2-36F9-92D2-A150-2CD2D0E1B4A1}"/>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楕円 50">
              <a:extLst>
                <a:ext uri="{FF2B5EF4-FFF2-40B4-BE49-F238E27FC236}">
                  <a16:creationId xmlns:a16="http://schemas.microsoft.com/office/drawing/2014/main" id="{5B3DE5AD-EBC8-7B7A-719F-111E710DEDB3}"/>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EFD80D3C-6416-D1CC-2656-63DF305A0D5F}"/>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D86B4ED1-6D1E-4C54-C7BE-206308612D97}"/>
              </a:ext>
            </a:extLst>
          </p:cNvPr>
          <p:cNvGrpSpPr/>
          <p:nvPr/>
        </p:nvGrpSpPr>
        <p:grpSpPr>
          <a:xfrm>
            <a:off x="4832112" y="4541656"/>
            <a:ext cx="4497794" cy="519521"/>
            <a:chOff x="4832112" y="3206727"/>
            <a:chExt cx="4497794" cy="519521"/>
          </a:xfrm>
        </p:grpSpPr>
        <p:sp>
          <p:nvSpPr>
            <p:cNvPr id="56" name="テキスト ボックス 55">
              <a:extLst>
                <a:ext uri="{FF2B5EF4-FFF2-40B4-BE49-F238E27FC236}">
                  <a16:creationId xmlns:a16="http://schemas.microsoft.com/office/drawing/2014/main" id="{1812981B-F971-4705-43E8-2C39968F1802}"/>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楕円 57">
              <a:extLst>
                <a:ext uri="{FF2B5EF4-FFF2-40B4-BE49-F238E27FC236}">
                  <a16:creationId xmlns:a16="http://schemas.microsoft.com/office/drawing/2014/main" id="{B4978ABD-E957-E2DA-0426-0AA75ABFACF7}"/>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A9C84614-7A94-A741-3EDB-E41F0D56DC29}"/>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3297074119"/>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8AE05-8A6B-3496-B1C8-90872DB47689}"/>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D5B13785-2D83-3320-8999-951F58FB0012}"/>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CF9D3215-912B-D755-5630-83C33D2CDBF2}"/>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70B938DB-CE0D-7CA8-627B-C6B6CF0E1741}"/>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3FD1F77-913C-B5A8-F0A2-36AA27B4C3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EAE171BF-EE89-43F5-0061-722B7C4A3BC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0CC22BD7-8F02-0E98-9377-5BEAA1407053}"/>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grpSp>
        <p:nvGrpSpPr>
          <p:cNvPr id="36" name="グループ化 35">
            <a:extLst>
              <a:ext uri="{FF2B5EF4-FFF2-40B4-BE49-F238E27FC236}">
                <a16:creationId xmlns:a16="http://schemas.microsoft.com/office/drawing/2014/main" id="{A0888100-6877-E492-2A8B-49432517934B}"/>
              </a:ext>
            </a:extLst>
          </p:cNvPr>
          <p:cNvGrpSpPr/>
          <p:nvPr/>
        </p:nvGrpSpPr>
        <p:grpSpPr>
          <a:xfrm>
            <a:off x="7981009"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3CB778C6-C411-3AE4-6997-2D15280C8527}"/>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抱かせろ</a:t>
              </a:r>
            </a:p>
          </p:txBody>
        </p:sp>
        <p:sp>
          <p:nvSpPr>
            <p:cNvPr id="38" name="吹き出し: 角を丸めた四角形 37">
              <a:extLst>
                <a:ext uri="{FF2B5EF4-FFF2-40B4-BE49-F238E27FC236}">
                  <a16:creationId xmlns:a16="http://schemas.microsoft.com/office/drawing/2014/main" id="{89C2702E-CBEF-21DC-72F6-6DA61EDBA4A2}"/>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02流線形 Bold" pitchFamily="2" charset="-128"/>
                  <a:ea typeface="02流線形 Bold" pitchFamily="2" charset="-128"/>
                </a:rPr>
                <a:t>ばーか</a:t>
              </a:r>
              <a:endParaRPr kumimoji="1" lang="ja-JP" altLang="en-US" dirty="0">
                <a:solidFill>
                  <a:schemeClr val="tx1">
                    <a:lumMod val="85000"/>
                    <a:lumOff val="15000"/>
                  </a:schemeClr>
                </a:solidFill>
                <a:latin typeface="02流線形 Bold" pitchFamily="2" charset="-128"/>
                <a:ea typeface="02流線形 Bold" pitchFamily="2" charset="-128"/>
              </a:endParaRPr>
            </a:p>
          </p:txBody>
        </p:sp>
        <p:sp>
          <p:nvSpPr>
            <p:cNvPr id="39" name="吹き出し: 角を丸めた四角形 38">
              <a:extLst>
                <a:ext uri="{FF2B5EF4-FFF2-40B4-BE49-F238E27FC236}">
                  <a16:creationId xmlns:a16="http://schemas.microsoft.com/office/drawing/2014/main" id="{163DBDF0-7FCE-29A9-0A1B-AE713D5760C6}"/>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いい天気ですね</a:t>
              </a:r>
            </a:p>
          </p:txBody>
        </p:sp>
      </p:grpSp>
      <p:sp>
        <p:nvSpPr>
          <p:cNvPr id="40" name="吹き出し: 角を丸めた四角形 39">
            <a:extLst>
              <a:ext uri="{FF2B5EF4-FFF2-40B4-BE49-F238E27FC236}">
                <a16:creationId xmlns:a16="http://schemas.microsoft.com/office/drawing/2014/main" id="{2729A833-7562-86B9-389E-5E0C853D5D63}"/>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ねぇ</a:t>
            </a:r>
          </a:p>
        </p:txBody>
      </p:sp>
      <p:sp>
        <p:nvSpPr>
          <p:cNvPr id="41" name="吹き出し: 角を丸めた四角形 40">
            <a:extLst>
              <a:ext uri="{FF2B5EF4-FFF2-40B4-BE49-F238E27FC236}">
                <a16:creationId xmlns:a16="http://schemas.microsoft.com/office/drawing/2014/main" id="{34DF23E6-D9A3-40E3-491E-9EE909B87283}"/>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ん？</a:t>
            </a:r>
          </a:p>
        </p:txBody>
      </p:sp>
      <p:sp>
        <p:nvSpPr>
          <p:cNvPr id="42" name="吹き出し: 角を丸めた四角形 41">
            <a:extLst>
              <a:ext uri="{FF2B5EF4-FFF2-40B4-BE49-F238E27FC236}">
                <a16:creationId xmlns:a16="http://schemas.microsoft.com/office/drawing/2014/main" id="{E88C8E53-60EB-CDC3-4071-080425DC4526}"/>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話そーよ</a:t>
            </a:r>
          </a:p>
        </p:txBody>
      </p:sp>
      <p:sp>
        <p:nvSpPr>
          <p:cNvPr id="46" name="楕円 45">
            <a:extLst>
              <a:ext uri="{FF2B5EF4-FFF2-40B4-BE49-F238E27FC236}">
                <a16:creationId xmlns:a16="http://schemas.microsoft.com/office/drawing/2014/main" id="{FB088C1F-6DE2-E359-B09A-22333621DF1E}"/>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7" name="楕円 46">
            <a:extLst>
              <a:ext uri="{FF2B5EF4-FFF2-40B4-BE49-F238E27FC236}">
                <a16:creationId xmlns:a16="http://schemas.microsoft.com/office/drawing/2014/main" id="{142B62E9-01BE-F0B6-F66A-D473C0F2734E}"/>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8" name="楕円 47">
            <a:extLst>
              <a:ext uri="{FF2B5EF4-FFF2-40B4-BE49-F238E27FC236}">
                <a16:creationId xmlns:a16="http://schemas.microsoft.com/office/drawing/2014/main" id="{ADED115D-6018-669D-C690-526DC32F19B6}"/>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9" name="楕円 48">
            <a:extLst>
              <a:ext uri="{FF2B5EF4-FFF2-40B4-BE49-F238E27FC236}">
                <a16:creationId xmlns:a16="http://schemas.microsoft.com/office/drawing/2014/main" id="{D45AD083-2B1E-DB42-946F-66DEBC6105F8}"/>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418275293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B76CE-E0CB-96C2-968F-19AE05AF41CF}"/>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6A75F619-B3C1-4037-8C51-C7A8657D97EA}"/>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D0D0EA20-86D8-AAA9-70D8-613FF470BE83}"/>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a:extLst>
              <a:ext uri="{FF2B5EF4-FFF2-40B4-BE49-F238E27FC236}">
                <a16:creationId xmlns:a16="http://schemas.microsoft.com/office/drawing/2014/main" id="{03510F12-E7D3-809F-A80A-5C856EA7FCBE}"/>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E77BD1AF-6321-A06C-8E8D-8AB626B8AA4A}"/>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0B03A7D4-DE14-4912-2013-3F75F27E38B5}"/>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717DCE21-5B4C-8F69-5045-8482C0F739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8F29158C-9D47-8513-35A6-0E58C60DC8A5}"/>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79FFEE96-2F43-24C5-9743-17CA04DE824E}"/>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sp>
        <p:nvSpPr>
          <p:cNvPr id="37" name="吹き出し: 角を丸めた四角形 36">
            <a:extLst>
              <a:ext uri="{FF2B5EF4-FFF2-40B4-BE49-F238E27FC236}">
                <a16:creationId xmlns:a16="http://schemas.microsoft.com/office/drawing/2014/main" id="{D6B6E9B8-CBAA-34A0-0FF9-EB506C4DF79E}"/>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いい天気ですね</a:t>
            </a:r>
          </a:p>
        </p:txBody>
      </p:sp>
      <p:sp>
        <p:nvSpPr>
          <p:cNvPr id="42" name="吹き出し: 角を丸めた四角形 41">
            <a:extLst>
              <a:ext uri="{FF2B5EF4-FFF2-40B4-BE49-F238E27FC236}">
                <a16:creationId xmlns:a16="http://schemas.microsoft.com/office/drawing/2014/main" id="{B3EBF59F-FA4A-133C-2C3C-05D5B5ACB78F}"/>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FF037801-13A1-2130-3004-3300FCEAE140}"/>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AEEBF686-0686-9CCB-F0C7-515CDCB88289}"/>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9B747349-8A32-BEE7-4011-2A9854A150FD}"/>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5D9178A8-5A6D-F92A-BAF7-00AFC6A69203}"/>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そうですね</a:t>
            </a:r>
          </a:p>
        </p:txBody>
      </p:sp>
      <p:sp>
        <p:nvSpPr>
          <p:cNvPr id="6" name="楕円 5">
            <a:extLst>
              <a:ext uri="{FF2B5EF4-FFF2-40B4-BE49-F238E27FC236}">
                <a16:creationId xmlns:a16="http://schemas.microsoft.com/office/drawing/2014/main" id="{F21952E4-6465-5D37-49CB-81BDBEFB3CEE}"/>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405AAA54-EA4F-4324-24CD-CBCC6B7CCDD7}"/>
              </a:ext>
            </a:extLst>
          </p:cNvPr>
          <p:cNvSpPr txBox="1"/>
          <p:nvPr/>
        </p:nvSpPr>
        <p:spPr>
          <a:xfrm>
            <a:off x="8177122" y="3250891"/>
            <a:ext cx="2339102"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イベント失敗</a:t>
            </a:r>
          </a:p>
        </p:txBody>
      </p:sp>
      <p:pic>
        <p:nvPicPr>
          <p:cNvPr id="17" name="図 16">
            <a:extLst>
              <a:ext uri="{FF2B5EF4-FFF2-40B4-BE49-F238E27FC236}">
                <a16:creationId xmlns:a16="http://schemas.microsoft.com/office/drawing/2014/main" id="{3E7BBED5-1D06-6885-F60C-F92556ABF5A9}"/>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sp>
        <p:nvSpPr>
          <p:cNvPr id="22" name="テキスト ボックス 21">
            <a:extLst>
              <a:ext uri="{FF2B5EF4-FFF2-40B4-BE49-F238E27FC236}">
                <a16:creationId xmlns:a16="http://schemas.microsoft.com/office/drawing/2014/main" id="{6C5249C2-D4E9-54BB-4B6E-A6555BD8B482}"/>
              </a:ext>
            </a:extLst>
          </p:cNvPr>
          <p:cNvSpPr txBox="1"/>
          <p:nvPr/>
        </p:nvSpPr>
        <p:spPr>
          <a:xfrm>
            <a:off x="8835554" y="4577852"/>
            <a:ext cx="2492991"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何も起こらなかった</a:t>
            </a:r>
            <a:r>
              <a:rPr lang="en-US" altLang="ja-JP" b="1" dirty="0">
                <a:solidFill>
                  <a:schemeClr val="tx1">
                    <a:lumMod val="85000"/>
                    <a:lumOff val="15000"/>
                  </a:schemeClr>
                </a:solidFill>
                <a:latin typeface="02流線形 Bold" pitchFamily="2" charset="-128"/>
                <a:ea typeface="02流線形 Bold" pitchFamily="2" charset="-128"/>
              </a:rPr>
              <a:t>…</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spTree>
    <p:extLst>
      <p:ext uri="{BB962C8B-B14F-4D97-AF65-F5344CB8AC3E}">
        <p14:creationId xmlns:p14="http://schemas.microsoft.com/office/powerpoint/2010/main" val="417948096"/>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9E44E-6AF5-6120-5540-B224B04DD805}"/>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451F4016-E540-A599-3297-1FF436F24DD8}"/>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139A9486-AAEA-8FD7-5485-D9486C18036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E846672C-7658-0BE3-51CD-C6D59A1BB621}"/>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3E521E48-CF90-704F-1759-07F0B86F7888}"/>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150ECDE6-51A8-3144-2399-69F417325BBD}"/>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71CE22BA-0229-8297-0F82-5C475C862BEF}"/>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585F68FE-F6AF-697E-6444-E854EAB111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FA4F9E1B-C03C-F265-147B-571309C5E5F0}"/>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5F909BFF-3EBE-4FC8-9C3B-A95704374029}"/>
              </a:ext>
            </a:extLst>
          </p:cNvPr>
          <p:cNvGrpSpPr/>
          <p:nvPr/>
        </p:nvGrpSpPr>
        <p:grpSpPr>
          <a:xfrm>
            <a:off x="884329" y="2228755"/>
            <a:ext cx="5080838" cy="3303240"/>
            <a:chOff x="884329" y="2228755"/>
            <a:chExt cx="5080838" cy="3303240"/>
          </a:xfrm>
        </p:grpSpPr>
        <p:grpSp>
          <p:nvGrpSpPr>
            <p:cNvPr id="25" name="グループ化 24">
              <a:extLst>
                <a:ext uri="{FF2B5EF4-FFF2-40B4-BE49-F238E27FC236}">
                  <a16:creationId xmlns:a16="http://schemas.microsoft.com/office/drawing/2014/main" id="{605460A2-A0F1-8C65-7C4D-D535F587A7D4}"/>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3670D7B3-0C84-BDBA-B2A5-C52846F4D072}"/>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987DB89B-C05B-7503-3849-A87E86E7CFF5}"/>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96064C3A-252A-6F52-B803-754674107DB8}"/>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A1528D08-B186-CC15-809D-509628305F67}"/>
                </a:ext>
              </a:extLst>
            </p:cNvPr>
            <p:cNvSpPr txBox="1"/>
            <p:nvPr/>
          </p:nvSpPr>
          <p:spPr>
            <a:xfrm>
              <a:off x="2337251" y="2603910"/>
              <a:ext cx="3627916"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生存者</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人以下</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2" name="テキスト ボックス 21">
              <a:extLst>
                <a:ext uri="{FF2B5EF4-FFF2-40B4-BE49-F238E27FC236}">
                  <a16:creationId xmlns:a16="http://schemas.microsoft.com/office/drawing/2014/main" id="{C923CA37-CFA0-F3AA-110B-A15F092E5F6B}"/>
                </a:ext>
              </a:extLst>
            </p:cNvPr>
            <p:cNvSpPr txBox="1"/>
            <p:nvPr/>
          </p:nvSpPr>
          <p:spPr>
            <a:xfrm>
              <a:off x="2236294" y="3660847"/>
              <a:ext cx="3262432"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半数以上</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4794197E-5A7F-E9EE-E09C-572D0C38FB8F}"/>
                </a:ext>
              </a:extLst>
            </p:cNvPr>
            <p:cNvSpPr txBox="1"/>
            <p:nvPr/>
          </p:nvSpPr>
          <p:spPr>
            <a:xfrm>
              <a:off x="2106912" y="4541918"/>
              <a:ext cx="2236510"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全員</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grpSp>
      <p:grpSp>
        <p:nvGrpSpPr>
          <p:cNvPr id="26" name="グループ化 25">
            <a:extLst>
              <a:ext uri="{FF2B5EF4-FFF2-40B4-BE49-F238E27FC236}">
                <a16:creationId xmlns:a16="http://schemas.microsoft.com/office/drawing/2014/main" id="{04166664-5642-2BB2-B1A4-A5DBA7D96F03}"/>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4CD822E8-4200-31AF-2581-F82AF0EBB889}"/>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6C84188F-E77F-CE36-AE90-70906C5BF46A}"/>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24EC476-98D6-6012-6122-9DDEA52C892D}"/>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105729221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C5B3B-CA96-F61D-A63A-7FD76C91795F}"/>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972F020B-2072-53CC-B68F-0F278229F670}"/>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C07A1A0D-D68F-665F-99D3-2C612584E49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4" name="テキスト ボックス 3">
            <a:extLst>
              <a:ext uri="{FF2B5EF4-FFF2-40B4-BE49-F238E27FC236}">
                <a16:creationId xmlns:a16="http://schemas.microsoft.com/office/drawing/2014/main" id="{192903B9-8515-995F-026A-DE212DE98FDF}"/>
              </a:ext>
            </a:extLst>
          </p:cNvPr>
          <p:cNvSpPr txBox="1"/>
          <p:nvPr/>
        </p:nvSpPr>
        <p:spPr>
          <a:xfrm>
            <a:off x="708084" y="2227049"/>
            <a:ext cx="1107997" cy="1200329"/>
          </a:xfrm>
          <a:prstGeom prst="rect">
            <a:avLst/>
          </a:prstGeom>
          <a:noFill/>
        </p:spPr>
        <p:txBody>
          <a:bodyPr wrap="none" rtlCol="0">
            <a:spAutoFit/>
          </a:bodyPr>
          <a:lstStyle/>
          <a:p>
            <a:pPr algn="ctr"/>
            <a:r>
              <a:rPr lang="ja-JP" altLang="en-US" sz="7200" b="1" dirty="0">
                <a:solidFill>
                  <a:schemeClr val="bg1">
                    <a:lumMod val="95000"/>
                  </a:schemeClr>
                </a:solidFill>
                <a:latin typeface="02流線形 Bold" pitchFamily="2" charset="-128"/>
                <a:ea typeface="02流線形 Bold" pitchFamily="2" charset="-128"/>
              </a:rPr>
              <a:t>★</a:t>
            </a:r>
            <a:endParaRPr kumimoji="1" lang="ja-JP" altLang="en-US" sz="72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416D78D2-DDF2-2ECC-FF79-E3FC8F0CCA37}"/>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F26343CC-011A-EAF8-6192-891B78040021}"/>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0" name="テキスト ボックス 9">
            <a:extLst>
              <a:ext uri="{FF2B5EF4-FFF2-40B4-BE49-F238E27FC236}">
                <a16:creationId xmlns:a16="http://schemas.microsoft.com/office/drawing/2014/main" id="{1E5A02F7-5157-C415-83AE-28D7BFA1283F}"/>
              </a:ext>
            </a:extLst>
          </p:cNvPr>
          <p:cNvSpPr txBox="1"/>
          <p:nvPr/>
        </p:nvSpPr>
        <p:spPr>
          <a:xfrm rot="2859386">
            <a:off x="836699" y="3785074"/>
            <a:ext cx="1654620"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1</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F258E34A-28C6-CBE4-49C6-DC922B35C946}"/>
              </a:ext>
            </a:extLst>
          </p:cNvPr>
          <p:cNvSpPr txBox="1"/>
          <p:nvPr/>
        </p:nvSpPr>
        <p:spPr>
          <a:xfrm>
            <a:off x="8388197" y="231938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03589303-3AAA-B4BB-7EB2-D55BAF4CDC2C}"/>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58360AD9-B4B8-4D6E-C538-EEAD52CD8E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EDB0BC84-BED9-731F-D081-6E64046DBE47}"/>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
        <p:nvSpPr>
          <p:cNvPr id="18" name="テキスト ボックス 17">
            <a:extLst>
              <a:ext uri="{FF2B5EF4-FFF2-40B4-BE49-F238E27FC236}">
                <a16:creationId xmlns:a16="http://schemas.microsoft.com/office/drawing/2014/main" id="{EBFE1DDD-F26A-2B5E-4EC1-BE4D0D0E1A69}"/>
              </a:ext>
            </a:extLst>
          </p:cNvPr>
          <p:cNvSpPr txBox="1"/>
          <p:nvPr/>
        </p:nvSpPr>
        <p:spPr>
          <a:xfrm>
            <a:off x="6041485" y="2227049"/>
            <a:ext cx="877163" cy="923330"/>
          </a:xfrm>
          <a:prstGeom prst="rect">
            <a:avLst/>
          </a:prstGeom>
          <a:noFill/>
        </p:spPr>
        <p:txBody>
          <a:bodyPr wrap="none" rtlCol="0">
            <a:spAutoFit/>
          </a:bodyPr>
          <a:lstStyle/>
          <a:p>
            <a:pPr algn="ctr"/>
            <a:r>
              <a:rPr lang="ja-JP" altLang="en-US" sz="5400" b="1" dirty="0">
                <a:solidFill>
                  <a:schemeClr val="bg1">
                    <a:lumMod val="95000"/>
                  </a:schemeClr>
                </a:solidFill>
                <a:latin typeface="02流線形 Bold" pitchFamily="2" charset="-128"/>
                <a:ea typeface="02流線形 Bold" pitchFamily="2" charset="-128"/>
              </a:rPr>
              <a:t>★</a:t>
            </a:r>
            <a:endParaRPr kumimoji="1" lang="ja-JP" altLang="en-US" sz="5400" b="1" dirty="0">
              <a:solidFill>
                <a:schemeClr val="bg1">
                  <a:lumMod val="95000"/>
                </a:schemeClr>
              </a:solidFill>
              <a:latin typeface="02流線形 Bold" pitchFamily="2" charset="-128"/>
              <a:ea typeface="02流線形 Bold" pitchFamily="2" charset="-128"/>
            </a:endParaRPr>
          </a:p>
        </p:txBody>
      </p:sp>
      <p:sp>
        <p:nvSpPr>
          <p:cNvPr id="20" name="テキスト ボックス 19">
            <a:extLst>
              <a:ext uri="{FF2B5EF4-FFF2-40B4-BE49-F238E27FC236}">
                <a16:creationId xmlns:a16="http://schemas.microsoft.com/office/drawing/2014/main" id="{EDCAFB58-24F3-BF70-9A05-1B88F449E54D}"/>
              </a:ext>
            </a:extLst>
          </p:cNvPr>
          <p:cNvSpPr txBox="1"/>
          <p:nvPr/>
        </p:nvSpPr>
        <p:spPr>
          <a:xfrm>
            <a:off x="6825607" y="2227049"/>
            <a:ext cx="877163" cy="923330"/>
          </a:xfrm>
          <a:prstGeom prst="rect">
            <a:avLst/>
          </a:prstGeom>
          <a:noFill/>
        </p:spPr>
        <p:txBody>
          <a:bodyPr wrap="none" rtlCol="0">
            <a:spAutoFit/>
          </a:bodyPr>
          <a:lstStyle/>
          <a:p>
            <a:pPr algn="ctr"/>
            <a:r>
              <a:rPr kumimoji="1" lang="ja-JP" altLang="en-US" sz="5400" b="1" dirty="0">
                <a:solidFill>
                  <a:schemeClr val="bg1">
                    <a:lumMod val="95000"/>
                  </a:schemeClr>
                </a:solidFill>
                <a:latin typeface="02流線形 Bold" pitchFamily="2" charset="-128"/>
                <a:ea typeface="02流線形 Bold" pitchFamily="2" charset="-128"/>
              </a:rPr>
              <a:t>☆</a:t>
            </a:r>
          </a:p>
        </p:txBody>
      </p:sp>
      <p:sp>
        <p:nvSpPr>
          <p:cNvPr id="21" name="テキスト ボックス 20">
            <a:extLst>
              <a:ext uri="{FF2B5EF4-FFF2-40B4-BE49-F238E27FC236}">
                <a16:creationId xmlns:a16="http://schemas.microsoft.com/office/drawing/2014/main" id="{A0AEDDB4-90B6-DCA9-1767-465221139208}"/>
              </a:ext>
            </a:extLst>
          </p:cNvPr>
          <p:cNvSpPr txBox="1"/>
          <p:nvPr/>
        </p:nvSpPr>
        <p:spPr>
          <a:xfrm>
            <a:off x="7609729" y="2227049"/>
            <a:ext cx="877163" cy="923330"/>
          </a:xfrm>
          <a:prstGeom prst="rect">
            <a:avLst/>
          </a:prstGeom>
          <a:noFill/>
        </p:spPr>
        <p:txBody>
          <a:bodyPr wrap="none" rtlCol="0">
            <a:spAutoFit/>
          </a:bodyPr>
          <a:lstStyle/>
          <a:p>
            <a:pPr algn="ctr"/>
            <a:r>
              <a:rPr kumimoji="1" lang="ja-JP" altLang="en-US" sz="5400" b="1" dirty="0">
                <a:solidFill>
                  <a:schemeClr val="bg1">
                    <a:lumMod val="95000"/>
                  </a:schemeClr>
                </a:solidFill>
                <a:latin typeface="02流線形 Bold" pitchFamily="2" charset="-128"/>
                <a:ea typeface="02流線形 Bold" pitchFamily="2" charset="-128"/>
              </a:rPr>
              <a:t>☆</a:t>
            </a:r>
          </a:p>
        </p:txBody>
      </p:sp>
      <p:sp>
        <p:nvSpPr>
          <p:cNvPr id="3" name="テキスト ボックス 2">
            <a:extLst>
              <a:ext uri="{FF2B5EF4-FFF2-40B4-BE49-F238E27FC236}">
                <a16:creationId xmlns:a16="http://schemas.microsoft.com/office/drawing/2014/main" id="{11171BAF-3D90-B0D1-AD39-A33913D6E3F8}"/>
              </a:ext>
            </a:extLst>
          </p:cNvPr>
          <p:cNvSpPr txBox="1"/>
          <p:nvPr/>
        </p:nvSpPr>
        <p:spPr>
          <a:xfrm>
            <a:off x="1905672" y="2233897"/>
            <a:ext cx="1107997" cy="1200329"/>
          </a:xfrm>
          <a:prstGeom prst="rect">
            <a:avLst/>
          </a:prstGeom>
          <a:noFill/>
        </p:spPr>
        <p:txBody>
          <a:bodyPr wrap="none" rtlCol="0">
            <a:spAutoFit/>
          </a:bodyPr>
          <a:lstStyle/>
          <a:p>
            <a:pPr algn="ctr"/>
            <a:r>
              <a:rPr kumimoji="1" lang="ja-JP" altLang="en-US" sz="7200" b="1" dirty="0">
                <a:solidFill>
                  <a:schemeClr val="bg1">
                    <a:lumMod val="95000"/>
                  </a:schemeClr>
                </a:solidFill>
                <a:latin typeface="02流線形 Bold" pitchFamily="2" charset="-128"/>
                <a:ea typeface="02流線形 Bold" pitchFamily="2" charset="-128"/>
              </a:rPr>
              <a:t>☆</a:t>
            </a:r>
          </a:p>
        </p:txBody>
      </p:sp>
      <p:sp>
        <p:nvSpPr>
          <p:cNvPr id="5" name="テキスト ボックス 4">
            <a:extLst>
              <a:ext uri="{FF2B5EF4-FFF2-40B4-BE49-F238E27FC236}">
                <a16:creationId xmlns:a16="http://schemas.microsoft.com/office/drawing/2014/main" id="{1154F2D8-5DF5-1DD5-8A1F-1F581B3F04A3}"/>
              </a:ext>
            </a:extLst>
          </p:cNvPr>
          <p:cNvSpPr txBox="1"/>
          <p:nvPr/>
        </p:nvSpPr>
        <p:spPr>
          <a:xfrm>
            <a:off x="3103261" y="2233897"/>
            <a:ext cx="1107997" cy="1200329"/>
          </a:xfrm>
          <a:prstGeom prst="rect">
            <a:avLst/>
          </a:prstGeom>
          <a:noFill/>
        </p:spPr>
        <p:txBody>
          <a:bodyPr wrap="none" rtlCol="0">
            <a:spAutoFit/>
          </a:bodyPr>
          <a:lstStyle/>
          <a:p>
            <a:pPr algn="ctr"/>
            <a:r>
              <a:rPr kumimoji="1" lang="ja-JP" altLang="en-US" sz="7200" b="1" dirty="0">
                <a:solidFill>
                  <a:schemeClr val="bg1">
                    <a:lumMod val="95000"/>
                  </a:schemeClr>
                </a:solidFill>
                <a:latin typeface="02流線形 Bold" pitchFamily="2" charset="-128"/>
                <a:ea typeface="02流線形 Bold" pitchFamily="2" charset="-128"/>
              </a:rPr>
              <a:t>☆</a:t>
            </a:r>
          </a:p>
        </p:txBody>
      </p:sp>
      <p:sp>
        <p:nvSpPr>
          <p:cNvPr id="11" name="テキスト ボックス 10">
            <a:extLst>
              <a:ext uri="{FF2B5EF4-FFF2-40B4-BE49-F238E27FC236}">
                <a16:creationId xmlns:a16="http://schemas.microsoft.com/office/drawing/2014/main" id="{44755C2B-E748-0DC6-7D91-4B374FEFC908}"/>
              </a:ext>
            </a:extLst>
          </p:cNvPr>
          <p:cNvSpPr txBox="1"/>
          <p:nvPr/>
        </p:nvSpPr>
        <p:spPr>
          <a:xfrm rot="2859386">
            <a:off x="2040957" y="3785074"/>
            <a:ext cx="1720343"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2</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
        <p:nvSpPr>
          <p:cNvPr id="17" name="テキスト ボックス 16">
            <a:extLst>
              <a:ext uri="{FF2B5EF4-FFF2-40B4-BE49-F238E27FC236}">
                <a16:creationId xmlns:a16="http://schemas.microsoft.com/office/drawing/2014/main" id="{B2D24856-1AEC-FCF2-E65F-4082BF2F5D04}"/>
              </a:ext>
            </a:extLst>
          </p:cNvPr>
          <p:cNvSpPr txBox="1"/>
          <p:nvPr/>
        </p:nvSpPr>
        <p:spPr>
          <a:xfrm rot="2859386">
            <a:off x="3236304" y="3785074"/>
            <a:ext cx="1720343"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3</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Tree>
    <p:extLst>
      <p:ext uri="{BB962C8B-B14F-4D97-AF65-F5344CB8AC3E}">
        <p14:creationId xmlns:p14="http://schemas.microsoft.com/office/powerpoint/2010/main" val="401039934"/>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633A0240-DC04-6BB1-3B3E-A27ED46A4D0D}"/>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4B2F369B-D86D-F4EB-A2D7-A41DDD5643F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4A85716A-7E4A-2B95-EAEB-059FA460D64E}"/>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CC940934-07C5-2767-DEA7-2406F5D05A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61CE3C34-DB0A-A83B-AB85-6A140129EFB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50DF75CB-D0D8-A1E0-56F7-342EF7BCFB46}"/>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BA3CA173-94D4-9543-5EC5-87194A45462A}"/>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21D0A42D-4E4B-F281-254C-3198703B7227}"/>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DD028F07-A7F0-4E67-3F41-E0090A15856A}"/>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AA4DE695-92EB-677B-1195-1569C18DD51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15986874-A05B-0347-31FD-EE2D730E17A8}"/>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087634A6-F979-8C36-4BD0-C767D6A9E748}"/>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01F5A46B-0083-8D75-53D6-64248553A6F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35A675DB-F251-4426-7207-1368C766A7F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3795A0C7-6E1A-91C3-0F36-9FD8343F325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8321E2F0-50DF-1646-CC14-134D7A572DD9}"/>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58EE2A5-0362-E703-963A-14320724C449}"/>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CA7E12E0-7802-1070-910D-5FA21C2684C7}"/>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D826B757-7B79-A019-C0FC-D812FB8957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BC74DD4F-F534-2596-5EED-E2EBDB3A0887}"/>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2ECDF44B-EC0B-24BE-D291-630D35704EDE}"/>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310BE6EB-7D5F-AF05-55D4-3D638F59DF50}"/>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067F9196-AEED-471F-88B4-86456A80A9B8}"/>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D5B11F54-55D5-6E6F-FFE1-1687598DC77C}"/>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F6EAE941-1162-C7D1-A5AC-73643C3F8BB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74312699-6930-5091-EF41-74D88F7C134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5B89A098-34B5-C761-D6C4-3FEDD671D8F5}"/>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139B5F44-19D0-A03C-4B8A-4D86C3625988}"/>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8A5E8D3-7F1D-7093-1AD4-3302880139F4}"/>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C45AB907-4467-8090-19BC-8C591BF108A6}"/>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FE8F1951-B99D-5D07-85CC-2EC6E5C45A53}"/>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B2796C37-A646-6026-4F20-739683735281}"/>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B56B1B27-D590-1D05-2002-0D59964F6534}"/>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49320B98-A060-F87B-24CE-F759719D2AC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AFA8DECF-5DEE-944F-A11F-F608C24E146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0DCBD2C3-3215-A8DE-61D0-FCEE3E3D8C3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4E86D449-4EDA-33E4-BF70-33728FD56AA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9B4DB79F-37FF-54DD-EBB3-6F01B3FD1F68}"/>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C9BDB59C-F0E8-B8F9-E3DF-C8EB660DAC7C}"/>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F1EA57EB-1678-53CF-0E8E-D7C352863E8E}"/>
              </a:ext>
            </a:extLst>
          </p:cNvPr>
          <p:cNvPicPr>
            <a:picLocks noChangeAspect="1"/>
          </p:cNvPicPr>
          <p:nvPr/>
        </p:nvPicPr>
        <p:blipFill>
          <a:blip r:embed="rId10">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E8302E72-A356-E5A2-40D8-3DB017ACC6EF}"/>
              </a:ext>
            </a:extLst>
          </p:cNvPr>
          <p:cNvPicPr>
            <a:picLocks noChangeAspect="1"/>
          </p:cNvPicPr>
          <p:nvPr/>
        </p:nvPicPr>
        <p:blipFill>
          <a:blip r:embed="rId10">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spTree>
    <p:extLst>
      <p:ext uri="{BB962C8B-B14F-4D97-AF65-F5344CB8AC3E}">
        <p14:creationId xmlns:p14="http://schemas.microsoft.com/office/powerpoint/2010/main" val="121300252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A03F133-0CB1-0264-4D64-654FC86EF751}"/>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5CD91381-61D2-EA94-6D84-4AC7289E7A88}"/>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A9E432F1-C166-E39A-0E58-AC5084B6BA1E}"/>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C8D2FC93-2675-C427-B952-230A8DC195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194D3BAD-03D6-C8AD-2BAA-73C18786559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FAEE29F2-3DA7-AB71-F60F-E17BD393A22D}"/>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2E5E63CF-081D-1FDF-12A4-35299EDDCEAC}"/>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35599C44-7F9E-56DA-9969-B74FC597F4B0}"/>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CECB676E-A3A3-6843-B683-DC13209FB203}"/>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C41186FD-5650-22F8-CB05-050CD9C9179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E5F9BC6C-8783-6385-CC2C-416B5AED743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4C8D2F56-7EC0-6C4E-9E51-558D71A56FE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229DB889-11F3-A43D-4A05-8B2A6A6EDC6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34A08E01-18A3-272E-6853-0E88FF23FD8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FEEAA996-DB03-F1B5-8A9D-3320B2AD26A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79BCDDAC-BF5A-7C10-3865-024FE8A5F267}"/>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0993EF74-E032-8EB4-5150-ABD2F6ED780C}"/>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A7DF9EEE-7923-B4E2-80F8-77418D7B071F}"/>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C65047DC-88BB-1243-1D5A-859F55ACFA95}"/>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88CE6694-396D-5D10-F67E-7B971892D46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093EC25C-8B95-4E81-6FAB-7D327763E4CA}"/>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7C9907AE-CEF3-1B4E-A2BC-C8BC83836F38}"/>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55997FE7-9686-5BAA-0208-2DE2B3CF9916}"/>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ABFD4836-2C31-A76D-6836-7B60CF133C41}"/>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1E1EA456-79C2-BFCD-C355-1D13938B966A}"/>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9CD25691-00B0-0DEE-A0AC-5FF8B4AFA18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F029749E-9723-4DE9-1485-6F5F301760C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0D21EFB8-3A62-3772-4531-43C007697980}"/>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AEE5ED99-96E3-820F-5551-BF47715F137D}"/>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EE23FD3-65F0-E235-3CA0-4E82E50671E2}"/>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D759FB65-CCEA-3447-DE8E-469C1164A94F}"/>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5151A07D-A6E6-9DB7-4960-1BA399C2CE7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37A4821A-3848-8DAD-3B31-684BA65BAB72}"/>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83797C0E-3E2D-8638-0396-973E35ADC899}"/>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419DDB6-81C0-D9D1-3BC8-687E0A81F685}"/>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8D9B0244-9971-8F52-2F91-1513DD3A397E}"/>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F6238778-11A1-E2C8-71A9-F9D33AA5D6A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BCEDEB3D-B329-429B-88C4-64E7AB64839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9AF621E6-881A-B2D8-61E7-69D256BE3F5B}"/>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134FBE14-8845-E910-8FBE-E65CF882C1E3}"/>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03EB101A-C851-7CCD-FACF-94129AAC4926}"/>
              </a:ext>
            </a:extLst>
          </p:cNvPr>
          <p:cNvPicPr>
            <a:picLocks noChangeAspect="1"/>
          </p:cNvPicPr>
          <p:nvPr/>
        </p:nvPicPr>
        <p:blipFill>
          <a:blip r:embed="rId10">
            <a:duotone>
              <a:schemeClr val="accent1">
                <a:shade val="45000"/>
                <a:satMod val="135000"/>
              </a:schemeClr>
              <a:prstClr val="white"/>
            </a:duotone>
            <a:alphaModFix amt="30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AD67C9F2-B4DD-8403-BFF1-0DD88C6E240D}"/>
              </a:ext>
            </a:extLst>
          </p:cNvPr>
          <p:cNvPicPr>
            <a:picLocks noChangeAspect="1"/>
          </p:cNvPicPr>
          <p:nvPr/>
        </p:nvPicPr>
        <p:blipFill>
          <a:blip r:embed="rId10">
            <a:duotone>
              <a:schemeClr val="accent1">
                <a:shade val="45000"/>
                <a:satMod val="135000"/>
              </a:schemeClr>
              <a:prstClr val="white"/>
            </a:duotone>
            <a:alphaModFix amt="30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spTree>
    <p:extLst>
      <p:ext uri="{BB962C8B-B14F-4D97-AF65-F5344CB8AC3E}">
        <p14:creationId xmlns:p14="http://schemas.microsoft.com/office/powerpoint/2010/main" val="2260281866"/>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7DEBB-5C21-BF32-8F06-C105A448CCCD}"/>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BF45D2AB-6F9C-4C78-5666-094B42EDE9EE}"/>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四角形: 角を丸くする 49">
            <a:extLst>
              <a:ext uri="{FF2B5EF4-FFF2-40B4-BE49-F238E27FC236}">
                <a16:creationId xmlns:a16="http://schemas.microsoft.com/office/drawing/2014/main" id="{9C89CB82-A0A6-5A3E-BB7F-1F63F1DC45B6}"/>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0875595D-5BDC-1780-EF58-BD65991B459C}"/>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フリーフォーム: 図形 9">
            <a:extLst>
              <a:ext uri="{FF2B5EF4-FFF2-40B4-BE49-F238E27FC236}">
                <a16:creationId xmlns:a16="http://schemas.microsoft.com/office/drawing/2014/main" id="{67A8122F-7940-DCB5-E627-A82483C8755F}"/>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9" name="四角形: 角を丸くする 8">
            <a:extLst>
              <a:ext uri="{FF2B5EF4-FFF2-40B4-BE49-F238E27FC236}">
                <a16:creationId xmlns:a16="http://schemas.microsoft.com/office/drawing/2014/main" id="{E95BAF4E-F0B9-8DF1-2595-10F327E11AD0}"/>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F446E9A-E060-EC92-D26F-720E99869816}"/>
              </a:ext>
            </a:extLst>
          </p:cNvPr>
          <p:cNvSpPr txBox="1"/>
          <p:nvPr/>
        </p:nvSpPr>
        <p:spPr>
          <a:xfrm>
            <a:off x="820249" y="529494"/>
            <a:ext cx="5173211" cy="646331"/>
          </a:xfrm>
          <a:prstGeom prst="rect">
            <a:avLst/>
          </a:prstGeom>
          <a:noFill/>
        </p:spPr>
        <p:txBody>
          <a:bodyPr wrap="none" rtlCol="0">
            <a:spAutoFit/>
          </a:bodyPr>
          <a:lstStyle/>
          <a:p>
            <a:r>
              <a:rPr lang="ja-JP" altLang="en-US" sz="3600" b="1" dirty="0">
                <a:solidFill>
                  <a:schemeClr val="tx1">
                    <a:lumMod val="75000"/>
                    <a:lumOff val="25000"/>
                  </a:schemeClr>
                </a:solidFill>
                <a:latin typeface="BIZ UDP明朝 Medium" panose="02020500000000000000" pitchFamily="18" charset="-128"/>
                <a:ea typeface="BIZ UDP明朝 Medium" panose="02020500000000000000" pitchFamily="18" charset="-128"/>
              </a:rPr>
              <a:t>前衛</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ATK+20%</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、注目度</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+4</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、回避率</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-20%</a:t>
            </a:r>
            <a:endParaRPr kumimoji="1" lang="ja-JP" altLang="en-US" sz="3600"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grpSp>
        <p:nvGrpSpPr>
          <p:cNvPr id="16" name="グループ化 15">
            <a:extLst>
              <a:ext uri="{FF2B5EF4-FFF2-40B4-BE49-F238E27FC236}">
                <a16:creationId xmlns:a16="http://schemas.microsoft.com/office/drawing/2014/main" id="{C407B752-2642-ABF4-DA42-472DA5D4D263}"/>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455163F2-833B-3FE7-3B98-EBB53DC78BF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A544CADF-4B4B-A45A-9A09-46270C97E0FA}"/>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2C91BE0E-7C1A-B18F-3830-07986827B17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07433435-93C0-8669-DB64-3DE1FCA3A6D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BA0DFB95-C237-622B-2B53-FCB7EE64C246}"/>
              </a:ext>
            </a:extLst>
          </p:cNvPr>
          <p:cNvSpPr txBox="1"/>
          <p:nvPr/>
        </p:nvSpPr>
        <p:spPr>
          <a:xfrm>
            <a:off x="820249" y="3523725"/>
            <a:ext cx="5136342" cy="646331"/>
          </a:xfrm>
          <a:prstGeom prst="rect">
            <a:avLst/>
          </a:prstGeom>
          <a:noFill/>
        </p:spPr>
        <p:txBody>
          <a:bodyPr wrap="none" rtlCol="0">
            <a:spAutoFit/>
          </a:bodyPr>
          <a:lstStyle/>
          <a:p>
            <a:r>
              <a:rPr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後衛</a:t>
            </a:r>
            <a:r>
              <a:rPr lang="ja-JP" altLang="en-US" dirty="0">
                <a:solidFill>
                  <a:schemeClr val="bg1">
                    <a:lumMod val="95000"/>
                  </a:schemeClr>
                </a:solidFill>
                <a:latin typeface="BIZ UDP明朝 Medium" panose="02020500000000000000" pitchFamily="18" charset="-128"/>
                <a:ea typeface="BIZ UDP明朝 Medium" panose="02020500000000000000" pitchFamily="18" charset="-128"/>
              </a:rPr>
              <a:t>：</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回避率</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+20%</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、注目度</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+1</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ATK-20%</a:t>
            </a:r>
            <a:endPar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 name="グループ化 18">
            <a:extLst>
              <a:ext uri="{FF2B5EF4-FFF2-40B4-BE49-F238E27FC236}">
                <a16:creationId xmlns:a16="http://schemas.microsoft.com/office/drawing/2014/main" id="{B146E4AD-5394-6B7D-A472-101235CCAA8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4E9D9EB-57E8-87FF-D757-582CABB373D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80352B69-45E8-13F9-804C-94ADD09448DE}"/>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B0A0BB6-3255-3A43-BC33-6C677644949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CFF0D522-B68D-7C57-0B24-0A74F77CC7C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25" name="直線コネクタ 24">
            <a:extLst>
              <a:ext uri="{FF2B5EF4-FFF2-40B4-BE49-F238E27FC236}">
                <a16:creationId xmlns:a16="http://schemas.microsoft.com/office/drawing/2014/main" id="{74C6D620-E88E-D20B-35F4-7582EB8FFF74}"/>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394F099C-2084-AE63-B917-781269340DC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9D350CE0-3714-EEA7-67C8-8CFA557C136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1082220A-B445-AC82-F132-7EE7C2E3BF5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7FFE27E-6AC4-1105-EBA8-B70A79360C0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3DB33BC3-0319-81CC-F7C3-7C394444060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3" name="グループ化 32">
            <a:extLst>
              <a:ext uri="{FF2B5EF4-FFF2-40B4-BE49-F238E27FC236}">
                <a16:creationId xmlns:a16="http://schemas.microsoft.com/office/drawing/2014/main" id="{10FAE686-DAC8-FCBC-6B8C-677E20A42DF4}"/>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A623D161-BF0A-BA8F-955D-9D40B7BD4CF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2328E98A-7A77-4EC9-BFCA-8D2C8A679B5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7C4781F-2F0A-60F2-3198-B843D1F5967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850A6F33-5EF9-EC50-9B85-78BFBCE886B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 name="矢印: 五方向 6">
            <a:extLst>
              <a:ext uri="{FF2B5EF4-FFF2-40B4-BE49-F238E27FC236}">
                <a16:creationId xmlns:a16="http://schemas.microsoft.com/office/drawing/2014/main" id="{5B7150FC-ACAB-F9A4-F6E9-C9F3AF415FB6}"/>
              </a:ext>
            </a:extLst>
          </p:cNvPr>
          <p:cNvSpPr/>
          <p:nvPr/>
        </p:nvSpPr>
        <p:spPr>
          <a:xfrm>
            <a:off x="9670398" y="5507053"/>
            <a:ext cx="1733973" cy="710476"/>
          </a:xfrm>
          <a:prstGeom prst="homePlate">
            <a:avLst/>
          </a:prstGeom>
          <a:solidFill>
            <a:schemeClr val="accent6">
              <a:lumMod val="60000"/>
              <a:lumOff val="40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latin typeface="BIZ UDP明朝 Medium" panose="02020500000000000000" pitchFamily="18" charset="-128"/>
                <a:ea typeface="BIZ UDP明朝 Medium" panose="02020500000000000000" pitchFamily="18" charset="-128"/>
              </a:rPr>
              <a:t>ゲート進入</a:t>
            </a:r>
          </a:p>
        </p:txBody>
      </p:sp>
      <p:sp>
        <p:nvSpPr>
          <p:cNvPr id="38" name="矢印: 五方向 37">
            <a:extLst>
              <a:ext uri="{FF2B5EF4-FFF2-40B4-BE49-F238E27FC236}">
                <a16:creationId xmlns:a16="http://schemas.microsoft.com/office/drawing/2014/main" id="{1AE7F853-9CDE-567B-DDD5-30953A899BFF}"/>
              </a:ext>
            </a:extLst>
          </p:cNvPr>
          <p:cNvSpPr/>
          <p:nvPr/>
        </p:nvSpPr>
        <p:spPr>
          <a:xfrm flipH="1">
            <a:off x="6847855" y="5507053"/>
            <a:ext cx="1733973" cy="710476"/>
          </a:xfrm>
          <a:prstGeom prst="homePlate">
            <a:avLst/>
          </a:prstGeom>
          <a:solidFill>
            <a:schemeClr val="tx1">
              <a:lumMod val="85000"/>
              <a:lumOff val="1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latin typeface="BIZ UDP明朝 Medium" panose="02020500000000000000" pitchFamily="18" charset="-128"/>
                <a:ea typeface="BIZ UDP明朝 Medium" panose="02020500000000000000" pitchFamily="18" charset="-128"/>
              </a:rPr>
              <a:t>一覧へ</a:t>
            </a:r>
            <a:endParaRPr kumimoji="1" lang="ja-JP" altLang="en-US" sz="2000" b="1"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C5BBA805-E549-81CF-760C-1BA625C19910}"/>
              </a:ext>
            </a:extLst>
          </p:cNvPr>
          <p:cNvSpPr/>
          <p:nvPr/>
        </p:nvSpPr>
        <p:spPr>
          <a:xfrm>
            <a:off x="8778581" y="5507053"/>
            <a:ext cx="695066" cy="710476"/>
          </a:xfrm>
          <a:prstGeom prst="roundRect">
            <a:avLst>
              <a:gd name="adj" fmla="val 5579"/>
            </a:avLst>
          </a:prstGeom>
          <a:solidFill>
            <a:schemeClr val="bg1">
              <a:lumMod val="8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2" name="グラフィックス 41" descr="家 単色塗りつぶし">
            <a:extLst>
              <a:ext uri="{FF2B5EF4-FFF2-40B4-BE49-F238E27FC236}">
                <a16:creationId xmlns:a16="http://schemas.microsoft.com/office/drawing/2014/main" id="{8FB6D115-5097-EA76-4FD8-62D8E174D4C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52321" y="5578162"/>
            <a:ext cx="545063" cy="545063"/>
          </a:xfrm>
          <a:prstGeom prst="rect">
            <a:avLst/>
          </a:prstGeom>
        </p:spPr>
      </p:pic>
      <p:sp>
        <p:nvSpPr>
          <p:cNvPr id="2" name="テキスト ボックス 1">
            <a:extLst>
              <a:ext uri="{FF2B5EF4-FFF2-40B4-BE49-F238E27FC236}">
                <a16:creationId xmlns:a16="http://schemas.microsoft.com/office/drawing/2014/main" id="{73463211-88BB-39C0-E8BB-711C831C9BC7}"/>
              </a:ext>
            </a:extLst>
          </p:cNvPr>
          <p:cNvSpPr txBox="1"/>
          <p:nvPr/>
        </p:nvSpPr>
        <p:spPr>
          <a:xfrm>
            <a:off x="7098261" y="688737"/>
            <a:ext cx="85151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ゲート</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3" name="テキスト ボックス 42">
            <a:extLst>
              <a:ext uri="{FF2B5EF4-FFF2-40B4-BE49-F238E27FC236}">
                <a16:creationId xmlns:a16="http://schemas.microsoft.com/office/drawing/2014/main" id="{E4B9CF7F-A253-BDD8-6723-68730115A518}"/>
              </a:ext>
            </a:extLst>
          </p:cNvPr>
          <p:cNvSpPr txBox="1"/>
          <p:nvPr/>
        </p:nvSpPr>
        <p:spPr>
          <a:xfrm>
            <a:off x="8704706" y="688737"/>
            <a:ext cx="84029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44" name="テキスト ボックス 43">
            <a:extLst>
              <a:ext uri="{FF2B5EF4-FFF2-40B4-BE49-F238E27FC236}">
                <a16:creationId xmlns:a16="http://schemas.microsoft.com/office/drawing/2014/main" id="{AA6BAF84-8CA7-87BB-4EAC-9A218052AC47}"/>
              </a:ext>
            </a:extLst>
          </p:cNvPr>
          <p:cNvSpPr txBox="1"/>
          <p:nvPr/>
        </p:nvSpPr>
        <p:spPr>
          <a:xfrm>
            <a:off x="10376241" y="688737"/>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A21E36A6-6FDF-ACC1-74BC-39C1FBAD1A89}"/>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F0E37F71-AC33-BD96-E2F7-A04B19A112B5}"/>
                </a:ext>
              </a:extLst>
            </p:cNvPr>
            <p:cNvSpPr txBox="1"/>
            <p:nvPr/>
          </p:nvSpPr>
          <p:spPr>
            <a:xfrm>
              <a:off x="1168089"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3" name="テキスト ボックス 52">
              <a:extLst>
                <a:ext uri="{FF2B5EF4-FFF2-40B4-BE49-F238E27FC236}">
                  <a16:creationId xmlns:a16="http://schemas.microsoft.com/office/drawing/2014/main" id="{9953479F-ECFC-FE57-17C4-9F53918C85F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4" name="テキスト ボックス 53">
              <a:extLst>
                <a:ext uri="{FF2B5EF4-FFF2-40B4-BE49-F238E27FC236}">
                  <a16:creationId xmlns:a16="http://schemas.microsoft.com/office/drawing/2014/main" id="{7D91A110-0CC2-4241-7907-6F4C44AD2741}"/>
                </a:ext>
              </a:extLst>
            </p:cNvPr>
            <p:cNvSpPr txBox="1"/>
            <p:nvPr/>
          </p:nvSpPr>
          <p:spPr>
            <a:xfrm>
              <a:off x="3880187"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5" name="テキスト ボックス 54">
              <a:extLst>
                <a:ext uri="{FF2B5EF4-FFF2-40B4-BE49-F238E27FC236}">
                  <a16:creationId xmlns:a16="http://schemas.microsoft.com/office/drawing/2014/main" id="{AE86CF15-260F-3A47-CCB9-788EDEA7D60D}"/>
                </a:ext>
              </a:extLst>
            </p:cNvPr>
            <p:cNvSpPr txBox="1"/>
            <p:nvPr/>
          </p:nvSpPr>
          <p:spPr>
            <a:xfrm>
              <a:off x="5236236"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56" name="テキスト ボックス 55">
            <a:extLst>
              <a:ext uri="{FF2B5EF4-FFF2-40B4-BE49-F238E27FC236}">
                <a16:creationId xmlns:a16="http://schemas.microsoft.com/office/drawing/2014/main" id="{4D652B2F-A9FA-B15E-6904-D4E6AFE5468F}"/>
              </a:ext>
            </a:extLst>
          </p:cNvPr>
          <p:cNvSpPr txBox="1"/>
          <p:nvPr/>
        </p:nvSpPr>
        <p:spPr>
          <a:xfrm>
            <a:off x="1063119"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7" name="テキスト ボックス 56">
            <a:extLst>
              <a:ext uri="{FF2B5EF4-FFF2-40B4-BE49-F238E27FC236}">
                <a16:creationId xmlns:a16="http://schemas.microsoft.com/office/drawing/2014/main" id="{00047B7D-DAF6-29D9-8A6C-E101A836FD64}"/>
              </a:ext>
            </a:extLst>
          </p:cNvPr>
          <p:cNvSpPr txBox="1"/>
          <p:nvPr/>
        </p:nvSpPr>
        <p:spPr>
          <a:xfrm>
            <a:off x="2419168"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8" name="テキスト ボックス 57">
            <a:extLst>
              <a:ext uri="{FF2B5EF4-FFF2-40B4-BE49-F238E27FC236}">
                <a16:creationId xmlns:a16="http://schemas.microsoft.com/office/drawing/2014/main" id="{7AA29D35-4170-9161-9E97-765DE4A3F346}"/>
              </a:ext>
            </a:extLst>
          </p:cNvPr>
          <p:cNvSpPr txBox="1"/>
          <p:nvPr/>
        </p:nvSpPr>
        <p:spPr>
          <a:xfrm>
            <a:off x="3775217"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9" name="テキスト ボックス 58">
            <a:extLst>
              <a:ext uri="{FF2B5EF4-FFF2-40B4-BE49-F238E27FC236}">
                <a16:creationId xmlns:a16="http://schemas.microsoft.com/office/drawing/2014/main" id="{15D63353-1692-E5EA-59B1-6C1D07BF7B35}"/>
              </a:ext>
            </a:extLst>
          </p:cNvPr>
          <p:cNvSpPr txBox="1"/>
          <p:nvPr/>
        </p:nvSpPr>
        <p:spPr>
          <a:xfrm>
            <a:off x="5131266"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grpSp>
        <p:nvGrpSpPr>
          <p:cNvPr id="61" name="グループ化 60">
            <a:extLst>
              <a:ext uri="{FF2B5EF4-FFF2-40B4-BE49-F238E27FC236}">
                <a16:creationId xmlns:a16="http://schemas.microsoft.com/office/drawing/2014/main" id="{A187B93C-25FD-49A5-F0E0-2509D2B75C29}"/>
              </a:ext>
            </a:extLst>
          </p:cNvPr>
          <p:cNvGrpSpPr/>
          <p:nvPr/>
        </p:nvGrpSpPr>
        <p:grpSpPr>
          <a:xfrm>
            <a:off x="994458" y="1713369"/>
            <a:ext cx="4892412" cy="400110"/>
            <a:chOff x="1104770" y="2766548"/>
            <a:chExt cx="4892412" cy="400110"/>
          </a:xfrm>
        </p:grpSpPr>
        <p:sp>
          <p:nvSpPr>
            <p:cNvPr id="62" name="テキスト ボックス 61">
              <a:extLst>
                <a:ext uri="{FF2B5EF4-FFF2-40B4-BE49-F238E27FC236}">
                  <a16:creationId xmlns:a16="http://schemas.microsoft.com/office/drawing/2014/main" id="{85410359-DEF7-F55D-6A86-57298DE57D77}"/>
                </a:ext>
              </a:extLst>
            </p:cNvPr>
            <p:cNvSpPr txBox="1"/>
            <p:nvPr/>
          </p:nvSpPr>
          <p:spPr>
            <a:xfrm>
              <a:off x="1104770"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63" name="テキスト ボックス 62">
              <a:extLst>
                <a:ext uri="{FF2B5EF4-FFF2-40B4-BE49-F238E27FC236}">
                  <a16:creationId xmlns:a16="http://schemas.microsoft.com/office/drawing/2014/main" id="{23E6C820-3577-4410-E642-AD1CFD8A0A5B}"/>
                </a:ext>
              </a:extLst>
            </p:cNvPr>
            <p:cNvSpPr txBox="1"/>
            <p:nvPr/>
          </p:nvSpPr>
          <p:spPr>
            <a:xfrm>
              <a:off x="2460819"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sp>
          <p:nvSpPr>
            <p:cNvPr id="64" name="テキスト ボックス 63">
              <a:extLst>
                <a:ext uri="{FF2B5EF4-FFF2-40B4-BE49-F238E27FC236}">
                  <a16:creationId xmlns:a16="http://schemas.microsoft.com/office/drawing/2014/main" id="{56132C5B-3BA4-C0BA-187F-F8211BA1D2AA}"/>
                </a:ext>
              </a:extLst>
            </p:cNvPr>
            <p:cNvSpPr txBox="1"/>
            <p:nvPr/>
          </p:nvSpPr>
          <p:spPr>
            <a:xfrm>
              <a:off x="3816868"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sp>
          <p:nvSpPr>
            <p:cNvPr id="65" name="テキスト ボックス 64">
              <a:extLst>
                <a:ext uri="{FF2B5EF4-FFF2-40B4-BE49-F238E27FC236}">
                  <a16:creationId xmlns:a16="http://schemas.microsoft.com/office/drawing/2014/main" id="{796D6B47-6A44-3718-2B6C-224F7ABBD1B8}"/>
                </a:ext>
              </a:extLst>
            </p:cNvPr>
            <p:cNvSpPr txBox="1"/>
            <p:nvPr/>
          </p:nvSpPr>
          <p:spPr>
            <a:xfrm>
              <a:off x="5172917"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nvGrpSpPr>
          <p:cNvPr id="66" name="グループ化 65">
            <a:extLst>
              <a:ext uri="{FF2B5EF4-FFF2-40B4-BE49-F238E27FC236}">
                <a16:creationId xmlns:a16="http://schemas.microsoft.com/office/drawing/2014/main" id="{F8C87F5B-B14B-D67D-C51B-91490DFEF35A}"/>
              </a:ext>
            </a:extLst>
          </p:cNvPr>
          <p:cNvGrpSpPr/>
          <p:nvPr/>
        </p:nvGrpSpPr>
        <p:grpSpPr>
          <a:xfrm>
            <a:off x="960648" y="4764316"/>
            <a:ext cx="4892412" cy="400110"/>
            <a:chOff x="1104770" y="2766548"/>
            <a:chExt cx="4892412" cy="400110"/>
          </a:xfrm>
        </p:grpSpPr>
        <p:sp>
          <p:nvSpPr>
            <p:cNvPr id="67" name="テキスト ボックス 66">
              <a:extLst>
                <a:ext uri="{FF2B5EF4-FFF2-40B4-BE49-F238E27FC236}">
                  <a16:creationId xmlns:a16="http://schemas.microsoft.com/office/drawing/2014/main" id="{5F72A876-1936-C898-E864-FFCBBAC0B58D}"/>
                </a:ext>
              </a:extLst>
            </p:cNvPr>
            <p:cNvSpPr txBox="1"/>
            <p:nvPr/>
          </p:nvSpPr>
          <p:spPr>
            <a:xfrm>
              <a:off x="1104770"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68" name="テキスト ボックス 67">
              <a:extLst>
                <a:ext uri="{FF2B5EF4-FFF2-40B4-BE49-F238E27FC236}">
                  <a16:creationId xmlns:a16="http://schemas.microsoft.com/office/drawing/2014/main" id="{214E8A5C-7D7A-0A4D-3AD9-ACE2903D6339}"/>
                </a:ext>
              </a:extLst>
            </p:cNvPr>
            <p:cNvSpPr txBox="1"/>
            <p:nvPr/>
          </p:nvSpPr>
          <p:spPr>
            <a:xfrm>
              <a:off x="2460819"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sp>
          <p:nvSpPr>
            <p:cNvPr id="69" name="テキスト ボックス 68">
              <a:extLst>
                <a:ext uri="{FF2B5EF4-FFF2-40B4-BE49-F238E27FC236}">
                  <a16:creationId xmlns:a16="http://schemas.microsoft.com/office/drawing/2014/main" id="{B8362FA0-F205-3FB3-680C-99AE3F28593D}"/>
                </a:ext>
              </a:extLst>
            </p:cNvPr>
            <p:cNvSpPr txBox="1"/>
            <p:nvPr/>
          </p:nvSpPr>
          <p:spPr>
            <a:xfrm>
              <a:off x="3816868"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sp>
          <p:nvSpPr>
            <p:cNvPr id="70" name="テキスト ボックス 69">
              <a:extLst>
                <a:ext uri="{FF2B5EF4-FFF2-40B4-BE49-F238E27FC236}">
                  <a16:creationId xmlns:a16="http://schemas.microsoft.com/office/drawing/2014/main" id="{E8720320-1A07-D82A-3A14-7EA6C839AE42}"/>
                </a:ext>
              </a:extLst>
            </p:cNvPr>
            <p:cNvSpPr txBox="1"/>
            <p:nvPr/>
          </p:nvSpPr>
          <p:spPr>
            <a:xfrm>
              <a:off x="5172917"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grpSp>
      <p:sp>
        <p:nvSpPr>
          <p:cNvPr id="17" name="二等辺三角形 16">
            <a:extLst>
              <a:ext uri="{FF2B5EF4-FFF2-40B4-BE49-F238E27FC236}">
                <a16:creationId xmlns:a16="http://schemas.microsoft.com/office/drawing/2014/main" id="{AE45CA30-7490-AC08-A24A-E8F07E3D73A7}"/>
              </a:ext>
            </a:extLst>
          </p:cNvPr>
          <p:cNvSpPr/>
          <p:nvPr/>
        </p:nvSpPr>
        <p:spPr>
          <a:xfrm rot="16200000">
            <a:off x="7160422" y="1412967"/>
            <a:ext cx="450025" cy="462375"/>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二等辺三角形 17">
            <a:extLst>
              <a:ext uri="{FF2B5EF4-FFF2-40B4-BE49-F238E27FC236}">
                <a16:creationId xmlns:a16="http://schemas.microsoft.com/office/drawing/2014/main" id="{F801612C-FBB8-E636-7DE1-25EB09A0E2A7}"/>
              </a:ext>
            </a:extLst>
          </p:cNvPr>
          <p:cNvSpPr/>
          <p:nvPr/>
        </p:nvSpPr>
        <p:spPr>
          <a:xfrm rot="5400000" flipH="1">
            <a:off x="10616694" y="1412967"/>
            <a:ext cx="450025" cy="462375"/>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9BCA3E3C-9CD8-D7B8-96C7-BA94454217D9}"/>
              </a:ext>
            </a:extLst>
          </p:cNvPr>
          <p:cNvSpPr txBox="1"/>
          <p:nvPr/>
        </p:nvSpPr>
        <p:spPr>
          <a:xfrm>
            <a:off x="8490423" y="1399357"/>
            <a:ext cx="1260281" cy="461665"/>
          </a:xfrm>
          <a:prstGeom prst="rect">
            <a:avLst/>
          </a:prstGeom>
          <a:noFill/>
        </p:spPr>
        <p:txBody>
          <a:bodyPr wrap="none" rtlCol="0">
            <a:spAutoFit/>
          </a:bodyPr>
          <a:lstStyle/>
          <a:p>
            <a:pPr algn="ctr"/>
            <a:r>
              <a:rPr lang="ja-JP" altLang="en-US" sz="2400" b="1" dirty="0">
                <a:solidFill>
                  <a:schemeClr val="accent6">
                    <a:lumMod val="60000"/>
                    <a:lumOff val="40000"/>
                  </a:schemeClr>
                </a:solidFill>
                <a:latin typeface="BIZ UDP明朝 Medium" panose="02020500000000000000" pitchFamily="18" charset="-128"/>
                <a:ea typeface="BIZ UDP明朝 Medium" panose="02020500000000000000" pitchFamily="18" charset="-128"/>
              </a:rPr>
              <a:t>キャラ名</a:t>
            </a:r>
          </a:p>
        </p:txBody>
      </p:sp>
      <p:pic>
        <p:nvPicPr>
          <p:cNvPr id="46" name="図 45">
            <a:extLst>
              <a:ext uri="{FF2B5EF4-FFF2-40B4-BE49-F238E27FC236}">
                <a16:creationId xmlns:a16="http://schemas.microsoft.com/office/drawing/2014/main" id="{0DA267C1-A95B-830A-6346-BF5803F659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0D733931-B3BA-D447-FA15-3DEE000085C6}"/>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F040D644-D73F-24E0-E965-5FAD1252893C}"/>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E91A1D0A-041C-2C01-C1C1-3F02E9961E1E}"/>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sz="12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88" name="テキスト ボックス 87">
              <a:extLst>
                <a:ext uri="{FF2B5EF4-FFF2-40B4-BE49-F238E27FC236}">
                  <a16:creationId xmlns:a16="http://schemas.microsoft.com/office/drawing/2014/main" id="{117B8563-0EE5-3989-581D-802694546D42}"/>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HGS明朝E" panose="02020900000000000000" pitchFamily="18" charset="-128"/>
                  <a:ea typeface="HGS明朝E" panose="02020900000000000000" pitchFamily="18" charset="-128"/>
                </a:rPr>
                <a:t>毎ターン</a:t>
              </a:r>
              <a:r>
                <a:rPr lang="en-US" altLang="ja-JP" sz="1200" dirty="0">
                  <a:solidFill>
                    <a:schemeClr val="tx1">
                      <a:lumMod val="75000"/>
                      <a:lumOff val="25000"/>
                    </a:schemeClr>
                  </a:solidFill>
                  <a:latin typeface="HGS明朝E" panose="02020900000000000000" pitchFamily="18" charset="-128"/>
                  <a:ea typeface="HGS明朝E" panose="02020900000000000000" pitchFamily="18" charset="-128"/>
                </a:rPr>
                <a:t>5</a:t>
              </a:r>
              <a:r>
                <a:rPr lang="ja-JP" altLang="en-US" sz="1050" dirty="0">
                  <a:solidFill>
                    <a:schemeClr val="tx1">
                      <a:lumMod val="75000"/>
                      <a:lumOff val="25000"/>
                    </a:schemeClr>
                  </a:solidFill>
                  <a:latin typeface="HGS明朝E" panose="02020900000000000000" pitchFamily="18" charset="-128"/>
                  <a:ea typeface="HGS明朝E" panose="02020900000000000000" pitchFamily="18" charset="-128"/>
                </a:rPr>
                <a:t>％回復</a:t>
              </a:r>
              <a:endParaRPr lang="en-US" altLang="ja-JP" sz="1050" dirty="0">
                <a:solidFill>
                  <a:schemeClr val="tx1">
                    <a:lumMod val="75000"/>
                    <a:lumOff val="25000"/>
                  </a:schemeClr>
                </a:solidFill>
                <a:latin typeface="HGS明朝E" panose="02020900000000000000" pitchFamily="18" charset="-128"/>
                <a:ea typeface="HGS明朝E" panose="02020900000000000000" pitchFamily="18" charset="-128"/>
              </a:endParaRPr>
            </a:p>
          </p:txBody>
        </p:sp>
      </p:grpSp>
      <p:grpSp>
        <p:nvGrpSpPr>
          <p:cNvPr id="90" name="グループ化 89">
            <a:extLst>
              <a:ext uri="{FF2B5EF4-FFF2-40B4-BE49-F238E27FC236}">
                <a16:creationId xmlns:a16="http://schemas.microsoft.com/office/drawing/2014/main" id="{4F8C184F-AB66-C091-F689-949105DF0E2C}"/>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DB42179C-2AB4-BA3A-13E5-1DEB3AAF0F6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HGS明朝E" panose="02020900000000000000" pitchFamily="18" charset="-128"/>
                <a:ea typeface="HGS明朝E" panose="02020900000000000000" pitchFamily="18" charset="-128"/>
              </a:endParaRPr>
            </a:p>
          </p:txBody>
        </p:sp>
        <p:sp>
          <p:nvSpPr>
            <p:cNvPr id="92" name="四角形: 角を丸くする 91">
              <a:extLst>
                <a:ext uri="{FF2B5EF4-FFF2-40B4-BE49-F238E27FC236}">
                  <a16:creationId xmlns:a16="http://schemas.microsoft.com/office/drawing/2014/main" id="{D58018CF-CAB7-2641-ADDF-202FC685AE05}"/>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HGS明朝E" panose="02020900000000000000" pitchFamily="18" charset="-128"/>
                  <a:ea typeface="HGS明朝E" panose="02020900000000000000" pitchFamily="18" charset="-128"/>
                </a:rPr>
                <a:t>ロール</a:t>
              </a:r>
            </a:p>
          </p:txBody>
        </p:sp>
      </p:grpSp>
      <p:sp>
        <p:nvSpPr>
          <p:cNvPr id="93" name="楕円 92">
            <a:extLst>
              <a:ext uri="{FF2B5EF4-FFF2-40B4-BE49-F238E27FC236}">
                <a16:creationId xmlns:a16="http://schemas.microsoft.com/office/drawing/2014/main" id="{161FDEAE-D017-4B88-69DA-F1BE9951A69C}"/>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BIZ UDP明朝 Medium" panose="02020500000000000000" pitchFamily="18" charset="-128"/>
                <a:ea typeface="BIZ UDP明朝 Medium" panose="02020500000000000000" pitchFamily="18" charset="-128"/>
              </a:rPr>
              <a:t>剛</a:t>
            </a:r>
            <a:endParaRPr kumimoji="1" lang="ja-JP" altLang="en-US" sz="1200"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 name="テキスト ボックス 7">
            <a:extLst>
              <a:ext uri="{FF2B5EF4-FFF2-40B4-BE49-F238E27FC236}">
                <a16:creationId xmlns:a16="http://schemas.microsoft.com/office/drawing/2014/main" id="{CB161A12-2C68-1A60-8C78-49DCAA63B786}"/>
              </a:ext>
            </a:extLst>
          </p:cNvPr>
          <p:cNvSpPr txBox="1"/>
          <p:nvPr/>
        </p:nvSpPr>
        <p:spPr>
          <a:xfrm>
            <a:off x="9366255" y="4331555"/>
            <a:ext cx="1062446" cy="261610"/>
          </a:xfrm>
          <a:prstGeom prst="rect">
            <a:avLst/>
          </a:prstGeom>
          <a:noFill/>
        </p:spPr>
        <p:txBody>
          <a:bodyPr wrap="square">
            <a:spAutoFit/>
          </a:bodyPr>
          <a:lstStyle/>
          <a:p>
            <a:pPr algn="ctr"/>
            <a:r>
              <a:rPr lang="ja-JP" altLang="en-US" sz="1100" b="1" dirty="0">
                <a:solidFill>
                  <a:schemeClr val="bg1">
                    <a:lumMod val="95000"/>
                  </a:schemeClr>
                </a:solidFill>
                <a:highlight>
                  <a:srgbClr val="808080"/>
                </a:highlight>
                <a:latin typeface="BIZ UDP明朝 Medium" panose="02020500000000000000" pitchFamily="18" charset="-128"/>
                <a:ea typeface="BIZ UDP明朝 Medium" panose="02020500000000000000" pitchFamily="18" charset="-128"/>
              </a:rPr>
              <a:t>武器</a:t>
            </a:r>
            <a:endParaRPr kumimoji="1" lang="ja-JP" altLang="en-US" sz="1100" b="1" dirty="0">
              <a:solidFill>
                <a:schemeClr val="bg1">
                  <a:lumMod val="95000"/>
                </a:schemeClr>
              </a:solidFill>
              <a:highlight>
                <a:srgbClr val="808080"/>
              </a:highlight>
              <a:latin typeface="BIZ UDP明朝 Medium" panose="02020500000000000000" pitchFamily="18" charset="-128"/>
              <a:ea typeface="BIZ UDP明朝 Medium" panose="02020500000000000000" pitchFamily="18" charset="-128"/>
            </a:endParaRPr>
          </a:p>
        </p:txBody>
      </p:sp>
      <p:pic>
        <p:nvPicPr>
          <p:cNvPr id="3" name="図 2">
            <a:extLst>
              <a:ext uri="{FF2B5EF4-FFF2-40B4-BE49-F238E27FC236}">
                <a16:creationId xmlns:a16="http://schemas.microsoft.com/office/drawing/2014/main" id="{7024EF26-0335-F515-8B3A-E436EC1DF2C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spTree>
    <p:extLst>
      <p:ext uri="{BB962C8B-B14F-4D97-AF65-F5344CB8AC3E}">
        <p14:creationId xmlns:p14="http://schemas.microsoft.com/office/powerpoint/2010/main" val="98370422"/>
      </p:ext>
    </p:extLst>
  </p:cSld>
  <p:clrMapOvr>
    <a:masterClrMapping/>
  </p:clrMapOvr>
  <p:extLst>
    <p:ext uri="{6950BFC3-D8DA-4A85-94F7-54DA5524770B}">
      <p188:commentRel xmlns:p188="http://schemas.microsoft.com/office/powerpoint/2018/8/main" r:id="rId2"/>
    </p:ext>
  </p:extLst>
</p:sld>
</file>

<file path=ppt/slides/slide16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B8EBCD6-15F7-79BF-2D76-D7C1CAB8BCF2}"/>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9685F53F-85D2-3587-5097-987F26C1B7CF}"/>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B19D55F7-76DC-BC51-63D4-1E1D47F9DBBE}"/>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1280046E-3E8F-86E6-C4C1-0D5741B908D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F34E35FC-5302-40BF-531F-570C110FA0C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A494FAEA-82D5-A562-365E-BBC17F4F60B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32C5C46B-073A-DF26-B79C-CF71A3E2F58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BD966DAC-2FEA-443C-C29D-33C91F43A33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04772BF3-795E-0D21-DF15-86A3BFAB5C35}"/>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77B24FA1-E977-3B5F-AE07-5EA40767675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14B5F4D8-D943-9D04-F029-AFD844E330B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BE06DA4D-D54D-8C6B-CA83-4F9BC8DF79F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2D8742D-31DB-EBF9-C10B-6C1763F5F33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F58EEA9-31B8-500C-E8EB-15F424C67EB3}"/>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74A2BA0D-FBB6-D5BF-19D3-94F535D72C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CCE308B-6C8C-14C9-458E-A2E1AB7A6E3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17D2A2D-C648-B241-A296-0F314EE62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27CEAEDE-5CDA-0573-E8BC-F8CCA8F1DA37}"/>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2BE2E1EA-4E94-04A7-4C2D-9EAFA90F4826}"/>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85B297A1-B950-094D-116D-688C02B72773}"/>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9FC035DB-B726-5202-4F09-81F56BACEBF3}"/>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6A181FBB-A224-2A26-02AA-D7C560268319}"/>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3E329ABE-C3BE-4ADC-EBB2-5361EB015488}"/>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5DAE7667-466E-A862-63B1-93B87C026321}"/>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872E9591-D8C9-EBE2-0E4E-2453C54ACAE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62E89E51-5EFE-D185-D798-021B659D6DF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77B7AAA3-1356-172A-FFA3-1B70AA9EF60E}"/>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69878FBF-AFE0-C4EE-E8D6-5A7142E54292}"/>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DA019305-A949-EE0A-9239-957F905A335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451DB14-39B9-B09C-2F43-DA362CC5B6E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E330149-E554-5B74-1574-8332CCD5E279}"/>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9C223779-E921-BA1C-1517-D48FE834E58F}"/>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3E9A3D83-B810-EFFC-C9CF-59EB9D07113F}"/>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F778E4A3-F2D8-D459-1819-346219F44A07}"/>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05BED42-70DE-6EB3-A123-7EAD774E138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2DE9790E-1599-E990-72BD-37A07DE65419}"/>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65F2C94B-6261-A09F-216C-8F9585508E7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FD6AF8BF-4D92-41E7-85F8-C7AFBE34F92F}"/>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81EA1598-6ACB-6235-63D1-9BECFF60E311}"/>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FEFFB233-8ECA-AC09-1140-FDE3A0086985}"/>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E8312165-33AD-BC63-C6B8-E2E7E69D1FC1}"/>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EA739DEB-0A39-3428-034F-BE48C5E674E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C51734CA-8212-36C8-7392-417F60037C02}"/>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DF85DB2F-11DF-9334-AB24-C8E109051EA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333E0B52-D2CD-E3EB-C59A-B9682D8B14A2}"/>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996AE37F-1D92-0916-C241-949693F68041}"/>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C6251C94-9E58-C220-9AF1-DD96D1F3CDF6}"/>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正方形/長方形 28">
            <a:extLst>
              <a:ext uri="{FF2B5EF4-FFF2-40B4-BE49-F238E27FC236}">
                <a16:creationId xmlns:a16="http://schemas.microsoft.com/office/drawing/2014/main" id="{B10EE395-FC98-4891-0F51-69E0ADEF9F4D}"/>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7151CC6A-BA53-3A43-EA59-2DA191E0FEE9}"/>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48" name="四角形: 角を丸くする 47">
            <a:extLst>
              <a:ext uri="{FF2B5EF4-FFF2-40B4-BE49-F238E27FC236}">
                <a16:creationId xmlns:a16="http://schemas.microsoft.com/office/drawing/2014/main" id="{80EDF095-268D-C693-6BAD-56EE58F8E92D}"/>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0EA5887-4040-F255-DFFA-3698C0E835E8}"/>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50" name="テキスト ボックス 49">
            <a:extLst>
              <a:ext uri="{FF2B5EF4-FFF2-40B4-BE49-F238E27FC236}">
                <a16:creationId xmlns:a16="http://schemas.microsoft.com/office/drawing/2014/main" id="{A6F3260B-5867-D7D8-16D6-F97F4816024A}"/>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 name="四角形: 角を丸くする 3">
            <a:extLst>
              <a:ext uri="{FF2B5EF4-FFF2-40B4-BE49-F238E27FC236}">
                <a16:creationId xmlns:a16="http://schemas.microsoft.com/office/drawing/2014/main" id="{1A26782A-23AA-AD3B-F5A5-60C0447C3BD5}"/>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E1C331A8-0A61-3E92-9016-556EB652E74F}"/>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2931838850"/>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00F70AA-5C4C-6520-4E4D-2094C4B00105}"/>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609005C4-A00E-19D3-B466-08BCF4B2E37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DB3767C7-D9B0-EDAF-323B-87138397E97F}"/>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4FFA83E0-1186-12FF-60F0-9F20F97C692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1C28B5AA-40D3-6E82-B167-8B10E3C730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5F70EC03-30A7-7562-CBCC-8AF6D558C09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9B76E76-EBE2-A291-2ABC-78D9A2AA9BB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BAF16FA-CDEE-67B7-BF7A-0E161FA27929}"/>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0C3C5D5D-8157-E522-F79F-C3915E5E5756}"/>
              </a:ext>
            </a:extLst>
          </p:cNvPr>
          <p:cNvGrpSpPr/>
          <p:nvPr/>
        </p:nvGrpSpPr>
        <p:grpSpPr>
          <a:xfrm>
            <a:off x="4062697" y="1338943"/>
            <a:ext cx="4066606" cy="3678256"/>
            <a:chOff x="4062697" y="1228836"/>
            <a:chExt cx="4066606" cy="3678256"/>
          </a:xfrm>
        </p:grpSpPr>
        <p:grpSp>
          <p:nvGrpSpPr>
            <p:cNvPr id="45" name="グループ化 44">
              <a:extLst>
                <a:ext uri="{FF2B5EF4-FFF2-40B4-BE49-F238E27FC236}">
                  <a16:creationId xmlns:a16="http://schemas.microsoft.com/office/drawing/2014/main" id="{0BFEAC75-2D20-342F-AEE5-928B3A57131C}"/>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88102CF1-20BD-01C5-CA8E-E62CB3AE532F}"/>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365158DB-9CF8-A68B-C3BC-A50DFEBCF8FD}"/>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FF1B741E-0C69-E704-ACE6-817068FF79F4}"/>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02B73241-02EA-7EB4-0F55-213D9FB32C1D}"/>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F57E369E-8F16-A953-8D65-521BA9BFF546}"/>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D9949204-60E7-C61A-C614-C869C38B644E}"/>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445FF6DF-1B98-6BB3-9461-B64672C93779}"/>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22A86E7-04A7-68CC-0E48-17D946C8C8DB}"/>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2" name="四角形: 角を丸くする 1">
            <a:extLst>
              <a:ext uri="{FF2B5EF4-FFF2-40B4-BE49-F238E27FC236}">
                <a16:creationId xmlns:a16="http://schemas.microsoft.com/office/drawing/2014/main" id="{B7F0BB00-621D-3371-1C96-E51E79482E2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四角形: 角を丸くする 2">
            <a:extLst>
              <a:ext uri="{FF2B5EF4-FFF2-40B4-BE49-F238E27FC236}">
                <a16:creationId xmlns:a16="http://schemas.microsoft.com/office/drawing/2014/main" id="{7358C66D-1DAA-B7F6-D261-F5AAF6644EF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4" name="グループ化 3">
            <a:extLst>
              <a:ext uri="{FF2B5EF4-FFF2-40B4-BE49-F238E27FC236}">
                <a16:creationId xmlns:a16="http://schemas.microsoft.com/office/drawing/2014/main" id="{F5533246-2052-6380-8BEC-F44AE55070B2}"/>
              </a:ext>
            </a:extLst>
          </p:cNvPr>
          <p:cNvGrpSpPr/>
          <p:nvPr/>
        </p:nvGrpSpPr>
        <p:grpSpPr>
          <a:xfrm>
            <a:off x="1165119" y="5913378"/>
            <a:ext cx="9861762" cy="400110"/>
            <a:chOff x="1036879" y="5913378"/>
            <a:chExt cx="9861762" cy="400110"/>
          </a:xfrm>
        </p:grpSpPr>
        <p:sp>
          <p:nvSpPr>
            <p:cNvPr id="5" name="テキスト ボックス 4">
              <a:extLst>
                <a:ext uri="{FF2B5EF4-FFF2-40B4-BE49-F238E27FC236}">
                  <a16:creationId xmlns:a16="http://schemas.microsoft.com/office/drawing/2014/main" id="{C55C7B1C-455A-3DBF-A5B7-075B79C57D7A}"/>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C22451F2-CD49-0B6B-E12D-9D296A712327}"/>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2B8EC51C-887B-2BAB-0FFE-18DB650EE7B2}"/>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B8E06765-60B6-9E4E-B34C-3ABB4BB5728B}"/>
                </a:ext>
              </a:extLst>
            </p:cNvPr>
            <p:cNvSpPr txBox="1"/>
            <p:nvPr/>
          </p:nvSpPr>
          <p:spPr>
            <a:xfrm>
              <a:off x="8522074"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B0C526D7-73F6-EDF4-3C20-985DA4F58B97}"/>
                </a:ext>
              </a:extLst>
            </p:cNvPr>
            <p:cNvSpPr txBox="1"/>
            <p:nvPr/>
          </p:nvSpPr>
          <p:spPr>
            <a:xfrm flipH="1">
              <a:off x="9944534"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1063278E-455B-C615-11D2-C34196E21844}"/>
                </a:ext>
              </a:extLst>
            </p:cNvPr>
            <p:cNvSpPr txBox="1"/>
            <p:nvPr/>
          </p:nvSpPr>
          <p:spPr>
            <a:xfrm>
              <a:off x="6586655"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181863749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36B1D4E5-ECCF-5810-B15E-CE8D462C1E03}"/>
            </a:ext>
          </a:extLst>
        </p:cNvPr>
        <p:cNvGrpSpPr/>
        <p:nvPr/>
      </p:nvGrpSpPr>
      <p:grpSpPr>
        <a:xfrm>
          <a:off x="0" y="0"/>
          <a:ext cx="0" cy="0"/>
          <a:chOff x="0" y="0"/>
          <a:chExt cx="0" cy="0"/>
        </a:xfrm>
      </p:grpSpPr>
      <p:pic>
        <p:nvPicPr>
          <p:cNvPr id="39" name="図 38">
            <a:extLst>
              <a:ext uri="{FF2B5EF4-FFF2-40B4-BE49-F238E27FC236}">
                <a16:creationId xmlns:a16="http://schemas.microsoft.com/office/drawing/2014/main" id="{97A55177-FED3-57E2-D2C3-7D9A88B1CE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2" name="楕円 21">
            <a:extLst>
              <a:ext uri="{FF2B5EF4-FFF2-40B4-BE49-F238E27FC236}">
                <a16:creationId xmlns:a16="http://schemas.microsoft.com/office/drawing/2014/main" id="{CA03F16D-4882-CE67-83D5-C10639475701}"/>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0A448DBD-0418-AD1A-D5AA-045E69EDF014}"/>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736EB736-531C-A8BA-E137-6CC2765A01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C6227C82-BA38-DEB0-D4A5-69BF15498F5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EECC53CC-FD2E-FABE-F705-14D86687925F}"/>
              </a:ext>
            </a:extLst>
          </p:cNvPr>
          <p:cNvSpPr/>
          <p:nvPr/>
        </p:nvSpPr>
        <p:spPr>
          <a:xfrm>
            <a:off x="849425"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E439FA59-16EB-0EEF-390E-249F1495091E}"/>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E5F87997-4F6A-3494-D61A-D5B1C5D0AC44}"/>
              </a:ext>
            </a:extLst>
          </p:cNvPr>
          <p:cNvPicPr>
            <a:picLocks noChangeAspect="1"/>
          </p:cNvPicPr>
          <p:nvPr/>
        </p:nvPicPr>
        <p:blipFill>
          <a:blip r:embed="rId5">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3073AD74-ACEA-E6BC-EA17-EEC7515AD75D}"/>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7CEE3E22-5D63-676D-2C40-9B4E04A9588C}"/>
              </a:ext>
            </a:extLst>
          </p:cNvPr>
          <p:cNvGrpSpPr/>
          <p:nvPr/>
        </p:nvGrpSpPr>
        <p:grpSpPr>
          <a:xfrm>
            <a:off x="1036879" y="5913378"/>
            <a:ext cx="10118243" cy="400110"/>
            <a:chOff x="1036879" y="5913378"/>
            <a:chExt cx="10118243" cy="400110"/>
          </a:xfrm>
        </p:grpSpPr>
        <p:sp>
          <p:nvSpPr>
            <p:cNvPr id="14" name="テキスト ボックス 13">
              <a:extLst>
                <a:ext uri="{FF2B5EF4-FFF2-40B4-BE49-F238E27FC236}">
                  <a16:creationId xmlns:a16="http://schemas.microsoft.com/office/drawing/2014/main" id="{925E1A92-7D07-5C0B-23C7-8D7E30CDE011}"/>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290D1C44-B0B8-B658-F8D0-B3353CF4DE12}"/>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D2A905B4-3E2C-149E-2D37-51CDC089F8AD}"/>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F027C96D-C619-0039-E3DA-CABAE2446F64}"/>
                </a:ext>
              </a:extLst>
            </p:cNvPr>
            <p:cNvSpPr txBox="1"/>
            <p:nvPr/>
          </p:nvSpPr>
          <p:spPr>
            <a:xfrm>
              <a:off x="8522074"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EAA9FC39-0597-8ED3-01FC-C1A73F2847BA}"/>
                </a:ext>
              </a:extLst>
            </p:cNvPr>
            <p:cNvSpPr txBox="1"/>
            <p:nvPr/>
          </p:nvSpPr>
          <p:spPr>
            <a:xfrm flipH="1">
              <a:off x="9944534" y="5913378"/>
              <a:ext cx="1210588" cy="400110"/>
            </a:xfrm>
            <a:prstGeom prst="rect">
              <a:avLst/>
            </a:prstGeom>
            <a:noFill/>
          </p:spPr>
          <p:txBody>
            <a:bodyPr wrap="none" rtlCol="0">
              <a:spAutoFit/>
            </a:bodyPr>
            <a:lstStyle/>
            <a:p>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EDD59253-4C47-DE29-61ED-3E26D617B222}"/>
                </a:ext>
              </a:extLst>
            </p:cNvPr>
            <p:cNvSpPr txBox="1"/>
            <p:nvPr/>
          </p:nvSpPr>
          <p:spPr>
            <a:xfrm>
              <a:off x="6586655"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四角形: 角を丸くする 16">
            <a:extLst>
              <a:ext uri="{FF2B5EF4-FFF2-40B4-BE49-F238E27FC236}">
                <a16:creationId xmlns:a16="http://schemas.microsoft.com/office/drawing/2014/main" id="{79682BE7-A68E-8E22-6074-80CD6A9F7D41}"/>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C9A5C30C-0BBF-0564-8BB8-68BC535FD4A5}"/>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B7A42E99-D9B4-68FB-3D4B-2BA568FE6681}"/>
              </a:ext>
            </a:extLst>
          </p:cNvPr>
          <p:cNvSpPr/>
          <p:nvPr/>
        </p:nvSpPr>
        <p:spPr>
          <a:xfrm flipH="1">
            <a:off x="877985" y="2474495"/>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8A5FDC09-5816-FAF0-933D-70525F4524EA}"/>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7998D19A-5789-364E-978A-8D032CB0A8F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731F3FD4-9C0E-7A0A-2767-7C96E7B4B5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B4F3F3DA-18F0-45A3-2C0E-D2EFE7A87ECC}"/>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421DA4DE-7B1F-D550-A671-611827D9E6E4}"/>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35DCDB66-065D-7E41-0A39-B161320ED3BE}"/>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1B4FF6EA-92DF-04CF-523A-7FC28F09D9D9}"/>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149BA9C0-E248-4F2E-CBE8-0E71EF628D8E}"/>
                </a:ext>
              </a:extLst>
            </p:cNvPr>
            <p:cNvPicPr>
              <a:picLocks noChangeAspect="1"/>
            </p:cNvPicPr>
            <p:nvPr/>
          </p:nvPicPr>
          <p:blipFill>
            <a:blip r:embed="rId8">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066A3357-2A3A-4388-3925-E3204AA52B8D}"/>
                </a:ext>
              </a:extLst>
            </p:cNvPr>
            <p:cNvPicPr>
              <a:picLocks noChangeAspect="1"/>
            </p:cNvPicPr>
            <p:nvPr/>
          </p:nvPicPr>
          <p:blipFill>
            <a:blip r:embed="rId8">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CFCBFD8D-71AA-E4B6-2ADD-83CE22F4F628}"/>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9337E06D-ABCF-B56A-A5E2-8BEA20A4DCAC}"/>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993A498-878B-7BC7-C87E-709A73F3B806}"/>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BE35E3A7-23D0-371C-80A5-37CBC22480B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CDF18277-DC5B-BEE5-1ADD-D8D3153E3B4F}"/>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A2371A3-86C7-68C2-8B04-1F8B36E3832A}"/>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9C0EC1BC-0A60-9201-F025-82D890DC2279}"/>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D4D37612-0315-A781-BBC9-1590700E7546}"/>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9A7FCA7F-9339-6585-8F82-5F8A1974423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9D4B9EC7-12A7-6515-71AB-6656FF41693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1D3258C7-CB63-9B51-3163-2DBAB6E2944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36" name="テキスト ボックス 35">
            <a:extLst>
              <a:ext uri="{FF2B5EF4-FFF2-40B4-BE49-F238E27FC236}">
                <a16:creationId xmlns:a16="http://schemas.microsoft.com/office/drawing/2014/main" id="{13E4F42F-23F6-4CAB-257A-055D0A568989}"/>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558039445"/>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14BAAE25-AF1B-6B37-AC05-1555D3D356DC}"/>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E7F54425-9DA1-E8BC-EB65-3F048E4297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1E33BCDB-6D55-0EF0-CB25-538A0A2AAEDD}"/>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CBCA8CD8-D7D8-9E76-01BE-12A1315B6453}"/>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6ABF3137-56B8-DD16-1FE1-0ADAC660360B}"/>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CE181EA-7ACE-036D-3A21-FD25181204B4}"/>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33EF4E32-E6F8-3725-C597-7CC44A065B22}"/>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1CDB453C-96D0-B878-D953-0F984A11414F}"/>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 name="正方形/長方形 1">
            <a:extLst>
              <a:ext uri="{FF2B5EF4-FFF2-40B4-BE49-F238E27FC236}">
                <a16:creationId xmlns:a16="http://schemas.microsoft.com/office/drawing/2014/main" id="{5DEACCEA-715D-AA3A-2A0E-4983C97E35E6}"/>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E7A3C3C2-8CAC-5744-EF4A-19726C59F4D0}"/>
              </a:ext>
            </a:extLst>
          </p:cNvPr>
          <p:cNvSpPr/>
          <p:nvPr/>
        </p:nvSpPr>
        <p:spPr>
          <a:xfrm>
            <a:off x="3030299" y="1231181"/>
            <a:ext cx="6131402"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16" name="グループ化 15">
            <a:extLst>
              <a:ext uri="{FF2B5EF4-FFF2-40B4-BE49-F238E27FC236}">
                <a16:creationId xmlns:a16="http://schemas.microsoft.com/office/drawing/2014/main" id="{1D920465-D07E-CFA7-6EDC-BE9754F8EB6E}"/>
              </a:ext>
            </a:extLst>
          </p:cNvPr>
          <p:cNvGrpSpPr/>
          <p:nvPr/>
        </p:nvGrpSpPr>
        <p:grpSpPr>
          <a:xfrm>
            <a:off x="3511571" y="5021012"/>
            <a:ext cx="5168858" cy="625904"/>
            <a:chOff x="3684922" y="3580807"/>
            <a:chExt cx="4731202" cy="893978"/>
          </a:xfrm>
        </p:grpSpPr>
        <p:sp>
          <p:nvSpPr>
            <p:cNvPr id="11" name="四角形: 角を丸くする 10">
              <a:extLst>
                <a:ext uri="{FF2B5EF4-FFF2-40B4-BE49-F238E27FC236}">
                  <a16:creationId xmlns:a16="http://schemas.microsoft.com/office/drawing/2014/main" id="{D66FFBB5-3067-B5D4-88F6-B05305BCA6A0}"/>
                </a:ext>
              </a:extLst>
            </p:cNvPr>
            <p:cNvSpPr/>
            <p:nvPr/>
          </p:nvSpPr>
          <p:spPr>
            <a:xfrm>
              <a:off x="6277900" y="3580807"/>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759386EE-A5EF-8729-D7A8-D324D8244B5E}"/>
                </a:ext>
              </a:extLst>
            </p:cNvPr>
            <p:cNvSpPr/>
            <p:nvPr/>
          </p:nvSpPr>
          <p:spPr>
            <a:xfrm>
              <a:off x="3684922" y="3580807"/>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grpSp>
      <p:pic>
        <p:nvPicPr>
          <p:cNvPr id="9" name="図 8">
            <a:extLst>
              <a:ext uri="{FF2B5EF4-FFF2-40B4-BE49-F238E27FC236}">
                <a16:creationId xmlns:a16="http://schemas.microsoft.com/office/drawing/2014/main" id="{5C862267-0BD9-9F51-4EF7-4DC3D16D9B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77198" y="927568"/>
            <a:ext cx="1278055" cy="903139"/>
          </a:xfrm>
          <a:prstGeom prst="rect">
            <a:avLst/>
          </a:prstGeom>
        </p:spPr>
      </p:pic>
      <p:sp>
        <p:nvSpPr>
          <p:cNvPr id="18" name="テキスト ボックス 17">
            <a:extLst>
              <a:ext uri="{FF2B5EF4-FFF2-40B4-BE49-F238E27FC236}">
                <a16:creationId xmlns:a16="http://schemas.microsoft.com/office/drawing/2014/main" id="{3C12F595-19B3-7334-F9BD-AFF669D49D87}"/>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15CC3149-7513-1A58-E58A-B999085E25EA}"/>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52667DDD-36DF-0EDC-59DE-952BF5B7454D}"/>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68BABB03-96D1-FC49-5119-A91D807FEEB4}"/>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7F9B0939-519D-6160-0A3D-C019FDC0D416}"/>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558B3653-F121-D20E-48AE-F8E54DC8003D}"/>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26A20EB-C278-4F42-E514-51C302472244}"/>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C9062CA-E20C-7572-1FFC-826281D6627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CA34EE5F-C4E7-9B27-887B-89BFDF28F3C3}"/>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7CADB3C1-2821-A394-07F3-EBD0D245832A}"/>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A7E57E80-CEBB-CA24-8C25-6CD29FDF6BE3}"/>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D6FA07E3-FFF9-73B8-B63E-95A9009ADE3B}"/>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8A430392-5AAE-F650-9DEA-5610FD89A164}"/>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D798D09F-513F-A30A-EC01-88409BABAAB0}"/>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A48DE241-97D5-2CD7-50CB-652C5999905C}"/>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9382A0C4-E79F-3663-5AF1-1B09660B7272}"/>
              </a:ext>
            </a:extLst>
          </p:cNvPr>
          <p:cNvSpPr txBox="1"/>
          <p:nvPr/>
        </p:nvSpPr>
        <p:spPr>
          <a:xfrm>
            <a:off x="3607658" y="3301560"/>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5B4D3ADA-91CE-1803-366D-070800AD7E5A}"/>
              </a:ext>
            </a:extLst>
          </p:cNvPr>
          <p:cNvSpPr txBox="1"/>
          <p:nvPr/>
        </p:nvSpPr>
        <p:spPr>
          <a:xfrm>
            <a:off x="3607658" y="3855379"/>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5" name="テキスト ボックス 44">
            <a:extLst>
              <a:ext uri="{FF2B5EF4-FFF2-40B4-BE49-F238E27FC236}">
                <a16:creationId xmlns:a16="http://schemas.microsoft.com/office/drawing/2014/main" id="{68DAA86E-9878-8609-DEC3-C6AFDEE87E40}"/>
              </a:ext>
            </a:extLst>
          </p:cNvPr>
          <p:cNvSpPr txBox="1"/>
          <p:nvPr/>
        </p:nvSpPr>
        <p:spPr>
          <a:xfrm>
            <a:off x="3607658" y="4409198"/>
            <a:ext cx="2024913"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メッセージ速度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6" name="グループ化 55">
            <a:extLst>
              <a:ext uri="{FF2B5EF4-FFF2-40B4-BE49-F238E27FC236}">
                <a16:creationId xmlns:a16="http://schemas.microsoft.com/office/drawing/2014/main" id="{357FDD84-4B47-F9AC-B312-78E9ACAD36A9}"/>
              </a:ext>
            </a:extLst>
          </p:cNvPr>
          <p:cNvGrpSpPr/>
          <p:nvPr/>
        </p:nvGrpSpPr>
        <p:grpSpPr>
          <a:xfrm>
            <a:off x="5804185" y="4431096"/>
            <a:ext cx="2876243" cy="356570"/>
            <a:chOff x="5804185" y="4397755"/>
            <a:chExt cx="2876243" cy="356570"/>
          </a:xfrm>
        </p:grpSpPr>
        <p:sp>
          <p:nvSpPr>
            <p:cNvPr id="47" name="四角形: 角を丸くする 46">
              <a:extLst>
                <a:ext uri="{FF2B5EF4-FFF2-40B4-BE49-F238E27FC236}">
                  <a16:creationId xmlns:a16="http://schemas.microsoft.com/office/drawing/2014/main" id="{E1F1408C-BA97-C8AB-048F-7FF93982A4C0}"/>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1" name="四角形: 角を丸くする 50">
              <a:extLst>
                <a:ext uri="{FF2B5EF4-FFF2-40B4-BE49-F238E27FC236}">
                  <a16:creationId xmlns:a16="http://schemas.microsoft.com/office/drawing/2014/main" id="{001CC1FA-0B84-0160-3CEA-C137665F2319}"/>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53" name="テキスト ボックス 52">
              <a:extLst>
                <a:ext uri="{FF2B5EF4-FFF2-40B4-BE49-F238E27FC236}">
                  <a16:creationId xmlns:a16="http://schemas.microsoft.com/office/drawing/2014/main" id="{05747AE7-BCA2-4A02-E5E6-1BD6044C7848}"/>
                </a:ext>
              </a:extLst>
            </p:cNvPr>
            <p:cNvSpPr txBox="1"/>
            <p:nvPr/>
          </p:nvSpPr>
          <p:spPr>
            <a:xfrm>
              <a:off x="7320049" y="4397755"/>
              <a:ext cx="1290738"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ノーウェイト</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55" name="テキスト ボックス 54">
              <a:extLst>
                <a:ext uri="{FF2B5EF4-FFF2-40B4-BE49-F238E27FC236}">
                  <a16:creationId xmlns:a16="http://schemas.microsoft.com/office/drawing/2014/main" id="{F8106365-FB84-23D2-ECBE-67C01839CBA8}"/>
                </a:ext>
              </a:extLst>
            </p:cNvPr>
            <p:cNvSpPr txBox="1"/>
            <p:nvPr/>
          </p:nvSpPr>
          <p:spPr>
            <a:xfrm>
              <a:off x="6062221" y="4406341"/>
              <a:ext cx="922047"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ノーマル</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57" name="グループ化 56">
            <a:extLst>
              <a:ext uri="{FF2B5EF4-FFF2-40B4-BE49-F238E27FC236}">
                <a16:creationId xmlns:a16="http://schemas.microsoft.com/office/drawing/2014/main" id="{AB30CE3A-23C9-6DAB-F689-9312AC6CA995}"/>
              </a:ext>
            </a:extLst>
          </p:cNvPr>
          <p:cNvGrpSpPr/>
          <p:nvPr/>
        </p:nvGrpSpPr>
        <p:grpSpPr>
          <a:xfrm>
            <a:off x="5804185" y="3896094"/>
            <a:ext cx="2876243" cy="356570"/>
            <a:chOff x="5804185" y="4397755"/>
            <a:chExt cx="2876243" cy="356570"/>
          </a:xfrm>
        </p:grpSpPr>
        <p:sp>
          <p:nvSpPr>
            <p:cNvPr id="58" name="四角形: 角を丸くする 57">
              <a:extLst>
                <a:ext uri="{FF2B5EF4-FFF2-40B4-BE49-F238E27FC236}">
                  <a16:creationId xmlns:a16="http://schemas.microsoft.com/office/drawing/2014/main" id="{51F4BF2C-8232-005F-38DA-DE896FB9F70F}"/>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9060E43E-1BC4-9D96-F8B1-E83359EE09F3}"/>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EE04B9A0-A977-0021-49E6-F579C7686259}"/>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5E51CFA5-B75F-2009-6DB8-D8323B5AAF54}"/>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2" name="グループ化 61">
            <a:extLst>
              <a:ext uri="{FF2B5EF4-FFF2-40B4-BE49-F238E27FC236}">
                <a16:creationId xmlns:a16="http://schemas.microsoft.com/office/drawing/2014/main" id="{1A72A6A1-9AC8-459B-4D79-8FF561EE96A4}"/>
              </a:ext>
            </a:extLst>
          </p:cNvPr>
          <p:cNvGrpSpPr/>
          <p:nvPr/>
        </p:nvGrpSpPr>
        <p:grpSpPr>
          <a:xfrm>
            <a:off x="5785703" y="3361092"/>
            <a:ext cx="2894725" cy="356570"/>
            <a:chOff x="5785703" y="4397755"/>
            <a:chExt cx="2894725" cy="356570"/>
          </a:xfrm>
        </p:grpSpPr>
        <p:sp>
          <p:nvSpPr>
            <p:cNvPr id="63" name="四角形: 角を丸くする 62">
              <a:extLst>
                <a:ext uri="{FF2B5EF4-FFF2-40B4-BE49-F238E27FC236}">
                  <a16:creationId xmlns:a16="http://schemas.microsoft.com/office/drawing/2014/main" id="{142B35A9-D70A-6763-2DC0-73CFB40C0BF8}"/>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A7C212A8-9639-E481-CFD2-C0640249021C}"/>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05EFB766-771E-3C0A-7A39-47EE8CF8A251}"/>
                </a:ext>
              </a:extLst>
            </p:cNvPr>
            <p:cNvSpPr txBox="1"/>
            <p:nvPr/>
          </p:nvSpPr>
          <p:spPr>
            <a:xfrm>
              <a:off x="7412222" y="4397755"/>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424FA5E9-9158-94D0-CDF8-4DC3C7766E6B}"/>
                </a:ext>
              </a:extLst>
            </p:cNvPr>
            <p:cNvSpPr txBox="1"/>
            <p:nvPr/>
          </p:nvSpPr>
          <p:spPr>
            <a:xfrm>
              <a:off x="5785703" y="4406341"/>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3976121057"/>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5AFDA67-65C6-A9D9-1FFA-EC317EB9A479}"/>
            </a:ext>
          </a:extLst>
        </p:cNvPr>
        <p:cNvGrpSpPr/>
        <p:nvPr/>
      </p:nvGrpSpPr>
      <p:grpSpPr>
        <a:xfrm>
          <a:off x="0" y="0"/>
          <a:ext cx="0" cy="0"/>
          <a:chOff x="0" y="0"/>
          <a:chExt cx="0" cy="0"/>
        </a:xfrm>
      </p:grpSpPr>
      <p:sp>
        <p:nvSpPr>
          <p:cNvPr id="10" name="六角形 9">
            <a:extLst>
              <a:ext uri="{FF2B5EF4-FFF2-40B4-BE49-F238E27FC236}">
                <a16:creationId xmlns:a16="http://schemas.microsoft.com/office/drawing/2014/main" id="{95B87AAC-2804-B978-3303-792D30039BC6}"/>
              </a:ext>
            </a:extLst>
          </p:cNvPr>
          <p:cNvSpPr/>
          <p:nvPr/>
        </p:nvSpPr>
        <p:spPr>
          <a:xfrm>
            <a:off x="431675" y="5656233"/>
            <a:ext cx="11328650"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六角形 6">
            <a:extLst>
              <a:ext uri="{FF2B5EF4-FFF2-40B4-BE49-F238E27FC236}">
                <a16:creationId xmlns:a16="http://schemas.microsoft.com/office/drawing/2014/main" id="{7BF6822E-7B90-3D7A-5F0B-037FD3392E93}"/>
              </a:ext>
            </a:extLst>
          </p:cNvPr>
          <p:cNvSpPr/>
          <p:nvPr/>
        </p:nvSpPr>
        <p:spPr>
          <a:xfrm>
            <a:off x="877638" y="5656233"/>
            <a:ext cx="1338828" cy="914400"/>
          </a:xfrm>
          <a:prstGeom prst="hexag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0CF26EE5-AD52-339C-5053-CEBD92497C49}"/>
              </a:ext>
            </a:extLst>
          </p:cNvPr>
          <p:cNvSpPr txBox="1"/>
          <p:nvPr/>
        </p:nvSpPr>
        <p:spPr>
          <a:xfrm>
            <a:off x="1036879" y="5913378"/>
            <a:ext cx="1210588"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テキスト ボックス 12">
            <a:extLst>
              <a:ext uri="{FF2B5EF4-FFF2-40B4-BE49-F238E27FC236}">
                <a16:creationId xmlns:a16="http://schemas.microsoft.com/office/drawing/2014/main" id="{C1D5ACA3-2D11-2951-C3D8-DBE5E844A8D0}"/>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2BD39F8F-7A5A-39BA-C576-EE49FF845200}"/>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8" name="グループ化 7">
            <a:extLst>
              <a:ext uri="{FF2B5EF4-FFF2-40B4-BE49-F238E27FC236}">
                <a16:creationId xmlns:a16="http://schemas.microsoft.com/office/drawing/2014/main" id="{4EDF8A17-24D3-8EC3-0E4A-EA1984D4610E}"/>
              </a:ext>
            </a:extLst>
          </p:cNvPr>
          <p:cNvGrpSpPr/>
          <p:nvPr/>
        </p:nvGrpSpPr>
        <p:grpSpPr>
          <a:xfrm>
            <a:off x="163586" y="134635"/>
            <a:ext cx="1975684" cy="1396119"/>
            <a:chOff x="163586" y="134635"/>
            <a:chExt cx="1975684" cy="1396119"/>
          </a:xfrm>
        </p:grpSpPr>
        <p:grpSp>
          <p:nvGrpSpPr>
            <p:cNvPr id="3" name="グループ化 2">
              <a:extLst>
                <a:ext uri="{FF2B5EF4-FFF2-40B4-BE49-F238E27FC236}">
                  <a16:creationId xmlns:a16="http://schemas.microsoft.com/office/drawing/2014/main" id="{52D198BE-5204-5037-98D3-F17208E92114}"/>
                </a:ext>
              </a:extLst>
            </p:cNvPr>
            <p:cNvGrpSpPr/>
            <p:nvPr/>
          </p:nvGrpSpPr>
          <p:grpSpPr>
            <a:xfrm>
              <a:off x="163586" y="134635"/>
              <a:ext cx="1975684" cy="1396119"/>
              <a:chOff x="163586" y="134635"/>
              <a:chExt cx="1975684" cy="1396119"/>
            </a:xfrm>
          </p:grpSpPr>
          <p:pic>
            <p:nvPicPr>
              <p:cNvPr id="43" name="図 42">
                <a:extLst>
                  <a:ext uri="{FF2B5EF4-FFF2-40B4-BE49-F238E27FC236}">
                    <a16:creationId xmlns:a16="http://schemas.microsoft.com/office/drawing/2014/main" id="{4297D73E-C00B-4014-E72A-29D1D2D05D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 name="楕円 1">
                <a:extLst>
                  <a:ext uri="{FF2B5EF4-FFF2-40B4-BE49-F238E27FC236}">
                    <a16:creationId xmlns:a16="http://schemas.microsoft.com/office/drawing/2014/main" id="{5B0C2E01-0D21-5D73-F4FE-E21B2309F1F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 name="図 4">
              <a:extLst>
                <a:ext uri="{FF2B5EF4-FFF2-40B4-BE49-F238E27FC236}">
                  <a16:creationId xmlns:a16="http://schemas.microsoft.com/office/drawing/2014/main" id="{4A990B08-88F9-3E78-2C0B-ABA053373F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311796446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4734979-3648-026A-FF93-A8B0D352F3D7}"/>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36403A9-5C23-98D0-FA47-3FF68EADF03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7" name="四角形: 角を丸くする 6">
            <a:extLst>
              <a:ext uri="{FF2B5EF4-FFF2-40B4-BE49-F238E27FC236}">
                <a16:creationId xmlns:a16="http://schemas.microsoft.com/office/drawing/2014/main" id="{B6D20D0C-7B48-538F-30FC-2D55D9E0F8AA}"/>
              </a:ext>
            </a:extLst>
          </p:cNvPr>
          <p:cNvSpPr/>
          <p:nvPr/>
        </p:nvSpPr>
        <p:spPr>
          <a:xfrm>
            <a:off x="849425"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8FE022DC-2FCE-48BA-3AF2-867A95FBEFE5}"/>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テキスト ボックス 12">
            <a:extLst>
              <a:ext uri="{FF2B5EF4-FFF2-40B4-BE49-F238E27FC236}">
                <a16:creationId xmlns:a16="http://schemas.microsoft.com/office/drawing/2014/main" id="{6479D649-8D89-4214-388F-3CDF32120D5A}"/>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FFE6B97D-0ABD-D41B-FACC-386A140BF62F}"/>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3" name="図 42">
            <a:extLst>
              <a:ext uri="{FF2B5EF4-FFF2-40B4-BE49-F238E27FC236}">
                <a16:creationId xmlns:a16="http://schemas.microsoft.com/office/drawing/2014/main" id="{F0AAA4F0-4586-0E96-D222-7452C41E34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Tree>
    <p:extLst>
      <p:ext uri="{BB962C8B-B14F-4D97-AF65-F5344CB8AC3E}">
        <p14:creationId xmlns:p14="http://schemas.microsoft.com/office/powerpoint/2010/main" val="134012541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E5DD527A-5E54-7BB4-1D57-11F1FDA04ECA}"/>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BB41E4DD-E27D-26C5-31B9-6BD0B5519782}"/>
              </a:ext>
            </a:extLst>
          </p:cNvPr>
          <p:cNvSpPr txBox="1"/>
          <p:nvPr/>
        </p:nvSpPr>
        <p:spPr>
          <a:xfrm>
            <a:off x="142856" y="202300"/>
            <a:ext cx="1712328" cy="707886"/>
          </a:xfrm>
          <a:prstGeom prst="rect">
            <a:avLst/>
          </a:prstGeom>
          <a:noFill/>
        </p:spPr>
        <p:txBody>
          <a:bodyPr wrap="none" rtlCol="0">
            <a:spAutoFit/>
          </a:bodyPr>
          <a:lstStyle/>
          <a:p>
            <a:pPr algn="ctr"/>
            <a:r>
              <a:rPr lang="en-US" altLang="ja-JP" sz="4000" b="1" dirty="0">
                <a:solidFill>
                  <a:schemeClr val="bg1">
                    <a:lumMod val="95000"/>
                  </a:schemeClr>
                </a:solidFill>
                <a:latin typeface="和音 Joyo R" panose="00000500000000000000" pitchFamily="50" charset="-128"/>
                <a:ea typeface="和音 Joyo R" panose="00000500000000000000" pitchFamily="50" charset="-128"/>
              </a:rPr>
              <a:t>LOAD</a:t>
            </a:r>
            <a:endParaRPr kumimoji="1" lang="ja-JP" altLang="en-US" sz="48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35" name="直線コネクタ 34">
            <a:extLst>
              <a:ext uri="{FF2B5EF4-FFF2-40B4-BE49-F238E27FC236}">
                <a16:creationId xmlns:a16="http://schemas.microsoft.com/office/drawing/2014/main" id="{8801215B-AFCC-B104-8A03-71BBED5A3528}"/>
              </a:ext>
            </a:extLst>
          </p:cNvPr>
          <p:cNvCxnSpPr>
            <a:cxnSpLocks/>
          </p:cNvCxnSpPr>
          <p:nvPr/>
        </p:nvCxnSpPr>
        <p:spPr>
          <a:xfrm flipH="1">
            <a:off x="-211707" y="87386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6A266F92-1608-B5B7-EE5D-8AA456440AD8}"/>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673EA1F1-3D5F-40D1-0527-3FB274C60C7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四角形: 角を丸くする 37">
              <a:extLst>
                <a:ext uri="{FF2B5EF4-FFF2-40B4-BE49-F238E27FC236}">
                  <a16:creationId xmlns:a16="http://schemas.microsoft.com/office/drawing/2014/main" id="{31CE329A-8F34-E436-7176-99F6B029F4D3}"/>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6" name="グループ化 115">
            <a:extLst>
              <a:ext uri="{FF2B5EF4-FFF2-40B4-BE49-F238E27FC236}">
                <a16:creationId xmlns:a16="http://schemas.microsoft.com/office/drawing/2014/main" id="{AEA63A79-43A1-2448-598F-A44D475D8858}"/>
              </a:ext>
            </a:extLst>
          </p:cNvPr>
          <p:cNvGrpSpPr/>
          <p:nvPr/>
        </p:nvGrpSpPr>
        <p:grpSpPr>
          <a:xfrm>
            <a:off x="2440821" y="1178530"/>
            <a:ext cx="8486935" cy="1186295"/>
            <a:chOff x="2494870" y="1178530"/>
            <a:chExt cx="8486935" cy="1186295"/>
          </a:xfrm>
        </p:grpSpPr>
        <p:grpSp>
          <p:nvGrpSpPr>
            <p:cNvPr id="22" name="グループ化 21">
              <a:extLst>
                <a:ext uri="{FF2B5EF4-FFF2-40B4-BE49-F238E27FC236}">
                  <a16:creationId xmlns:a16="http://schemas.microsoft.com/office/drawing/2014/main" id="{5F4F8938-834D-7012-F639-B5E2A024ABC7}"/>
                </a:ext>
              </a:extLst>
            </p:cNvPr>
            <p:cNvGrpSpPr/>
            <p:nvPr/>
          </p:nvGrpSpPr>
          <p:grpSpPr>
            <a:xfrm>
              <a:off x="2494870" y="1178530"/>
              <a:ext cx="8486935" cy="1186295"/>
              <a:chOff x="1526425" y="935293"/>
              <a:chExt cx="8486935" cy="1186295"/>
            </a:xfrm>
          </p:grpSpPr>
          <p:sp>
            <p:nvSpPr>
              <p:cNvPr id="17" name="六角形 16">
                <a:extLst>
                  <a:ext uri="{FF2B5EF4-FFF2-40B4-BE49-F238E27FC236}">
                    <a16:creationId xmlns:a16="http://schemas.microsoft.com/office/drawing/2014/main" id="{184C79AF-473F-ABB9-462F-694EFF6FD144}"/>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六角形 19">
                <a:extLst>
                  <a:ext uri="{FF2B5EF4-FFF2-40B4-BE49-F238E27FC236}">
                    <a16:creationId xmlns:a16="http://schemas.microsoft.com/office/drawing/2014/main" id="{E9692C18-9E86-99A4-C1B5-C1E22D2B811A}"/>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49ABA54B-0EE5-94C9-CDE9-3731E1A378AB}"/>
                  </a:ext>
                </a:extLst>
              </p:cNvPr>
              <p:cNvSpPr txBox="1"/>
              <p:nvPr/>
            </p:nvSpPr>
            <p:spPr>
              <a:xfrm>
                <a:off x="1794596" y="1112942"/>
                <a:ext cx="1112806" cy="830997"/>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AUTO</a:t>
                </a:r>
                <a:br>
                  <a:rPr lang="en-US" altLang="ja-JP" sz="2400" b="1" dirty="0">
                    <a:solidFill>
                      <a:schemeClr val="bg1">
                        <a:lumMod val="95000"/>
                      </a:schemeClr>
                    </a:solidFill>
                    <a:latin typeface="和音 Joyo R" panose="00000500000000000000" pitchFamily="50" charset="-128"/>
                    <a:ea typeface="和音 Joyo R" panose="00000500000000000000" pitchFamily="50" charset="-128"/>
                  </a:rPr>
                </a:b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3" name="グループ化 62">
              <a:extLst>
                <a:ext uri="{FF2B5EF4-FFF2-40B4-BE49-F238E27FC236}">
                  <a16:creationId xmlns:a16="http://schemas.microsoft.com/office/drawing/2014/main" id="{C68C4A2F-41C3-CAA8-2806-AC26637AB2F2}"/>
                </a:ext>
              </a:extLst>
            </p:cNvPr>
            <p:cNvGrpSpPr/>
            <p:nvPr/>
          </p:nvGrpSpPr>
          <p:grpSpPr>
            <a:xfrm>
              <a:off x="4385124" y="1287760"/>
              <a:ext cx="6339927" cy="926594"/>
              <a:chOff x="4385124" y="1287760"/>
              <a:chExt cx="6339927" cy="926594"/>
            </a:xfrm>
          </p:grpSpPr>
          <p:grpSp>
            <p:nvGrpSpPr>
              <p:cNvPr id="62" name="グループ化 61">
                <a:extLst>
                  <a:ext uri="{FF2B5EF4-FFF2-40B4-BE49-F238E27FC236}">
                    <a16:creationId xmlns:a16="http://schemas.microsoft.com/office/drawing/2014/main" id="{50624C77-152B-E9F7-A7E7-06743E54CAC5}"/>
                  </a:ext>
                </a:extLst>
              </p:cNvPr>
              <p:cNvGrpSpPr/>
              <p:nvPr/>
            </p:nvGrpSpPr>
            <p:grpSpPr>
              <a:xfrm>
                <a:off x="4385124" y="1287760"/>
                <a:ext cx="2037377" cy="400110"/>
                <a:chOff x="4385124" y="1278752"/>
                <a:chExt cx="2037377" cy="400110"/>
              </a:xfrm>
            </p:grpSpPr>
            <p:sp>
              <p:nvSpPr>
                <p:cNvPr id="41" name="テキスト ボックス 40">
                  <a:extLst>
                    <a:ext uri="{FF2B5EF4-FFF2-40B4-BE49-F238E27FC236}">
                      <a16:creationId xmlns:a16="http://schemas.microsoft.com/office/drawing/2014/main" id="{E3B3EE9F-6C69-46BD-DDC0-0CA7757DD3BF}"/>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2E32AB0E-7C9F-315A-B2D5-16E150C81582}"/>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1" name="グループ化 60">
                <a:extLst>
                  <a:ext uri="{FF2B5EF4-FFF2-40B4-BE49-F238E27FC236}">
                    <a16:creationId xmlns:a16="http://schemas.microsoft.com/office/drawing/2014/main" id="{F49A3EE5-D456-41B8-7498-F4F033CDEF51}"/>
                  </a:ext>
                </a:extLst>
              </p:cNvPr>
              <p:cNvGrpSpPr/>
              <p:nvPr/>
            </p:nvGrpSpPr>
            <p:grpSpPr>
              <a:xfrm>
                <a:off x="4385124" y="1814244"/>
                <a:ext cx="3807405" cy="400110"/>
                <a:chOff x="4424518" y="1805236"/>
                <a:chExt cx="3807405" cy="400110"/>
              </a:xfrm>
            </p:grpSpPr>
            <p:sp>
              <p:nvSpPr>
                <p:cNvPr id="45" name="テキスト ボックス 44">
                  <a:extLst>
                    <a:ext uri="{FF2B5EF4-FFF2-40B4-BE49-F238E27FC236}">
                      <a16:creationId xmlns:a16="http://schemas.microsoft.com/office/drawing/2014/main" id="{89B3EA58-E195-D6C2-7653-EFB1FDF9AEBF}"/>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7" name="テキスト ボックス 46">
                  <a:extLst>
                    <a:ext uri="{FF2B5EF4-FFF2-40B4-BE49-F238E27FC236}">
                      <a16:creationId xmlns:a16="http://schemas.microsoft.com/office/drawing/2014/main" id="{3AF6754E-7824-DE6D-9AA7-9C36AE576F1D}"/>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0" name="グループ化 59">
                <a:extLst>
                  <a:ext uri="{FF2B5EF4-FFF2-40B4-BE49-F238E27FC236}">
                    <a16:creationId xmlns:a16="http://schemas.microsoft.com/office/drawing/2014/main" id="{412A37D5-0A0C-0726-AFD2-CF748415824A}"/>
                  </a:ext>
                </a:extLst>
              </p:cNvPr>
              <p:cNvGrpSpPr/>
              <p:nvPr/>
            </p:nvGrpSpPr>
            <p:grpSpPr>
              <a:xfrm>
                <a:off x="8344535" y="1626697"/>
                <a:ext cx="2380516" cy="289960"/>
                <a:chOff x="8231923" y="1510868"/>
                <a:chExt cx="2380516" cy="289960"/>
              </a:xfrm>
            </p:grpSpPr>
            <p:sp>
              <p:nvSpPr>
                <p:cNvPr id="48" name="楕円 47">
                  <a:extLst>
                    <a:ext uri="{FF2B5EF4-FFF2-40B4-BE49-F238E27FC236}">
                      <a16:creationId xmlns:a16="http://schemas.microsoft.com/office/drawing/2014/main" id="{9F44A179-F29D-7E50-3EB8-D7EC4B604D7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ハート 48">
                  <a:extLst>
                    <a:ext uri="{FF2B5EF4-FFF2-40B4-BE49-F238E27FC236}">
                      <a16:creationId xmlns:a16="http://schemas.microsoft.com/office/drawing/2014/main" id="{54D3B8CC-FCB4-14FF-A7E0-73AE0B8B050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楕円 50">
                  <a:extLst>
                    <a:ext uri="{FF2B5EF4-FFF2-40B4-BE49-F238E27FC236}">
                      <a16:creationId xmlns:a16="http://schemas.microsoft.com/office/drawing/2014/main" id="{14E7BC44-F20B-E33A-0955-E83A48DFF3B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楕円 52">
                  <a:extLst>
                    <a:ext uri="{FF2B5EF4-FFF2-40B4-BE49-F238E27FC236}">
                      <a16:creationId xmlns:a16="http://schemas.microsoft.com/office/drawing/2014/main" id="{130B5C8D-2467-218B-2430-2C53EF839D6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楕円 54">
                  <a:extLst>
                    <a:ext uri="{FF2B5EF4-FFF2-40B4-BE49-F238E27FC236}">
                      <a16:creationId xmlns:a16="http://schemas.microsoft.com/office/drawing/2014/main" id="{3991E5C1-41F2-7001-042D-EEB588E369CA}"/>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ハート 56">
                  <a:extLst>
                    <a:ext uri="{FF2B5EF4-FFF2-40B4-BE49-F238E27FC236}">
                      <a16:creationId xmlns:a16="http://schemas.microsoft.com/office/drawing/2014/main" id="{0F1EB051-80EE-FBAA-C07F-76D5E2F655C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ハート 58">
                  <a:extLst>
                    <a:ext uri="{FF2B5EF4-FFF2-40B4-BE49-F238E27FC236}">
                      <a16:creationId xmlns:a16="http://schemas.microsoft.com/office/drawing/2014/main" id="{FFE70B26-1939-0F5E-A9F7-C162B54D3C3A}"/>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115" name="グループ化 114">
            <a:extLst>
              <a:ext uri="{FF2B5EF4-FFF2-40B4-BE49-F238E27FC236}">
                <a16:creationId xmlns:a16="http://schemas.microsoft.com/office/drawing/2014/main" id="{08614297-CA8B-5805-2DE7-7C6FEACDD96D}"/>
              </a:ext>
            </a:extLst>
          </p:cNvPr>
          <p:cNvGrpSpPr/>
          <p:nvPr/>
        </p:nvGrpSpPr>
        <p:grpSpPr>
          <a:xfrm>
            <a:off x="2440821" y="2808079"/>
            <a:ext cx="8486935" cy="1186295"/>
            <a:chOff x="1805695" y="2795312"/>
            <a:chExt cx="8486935" cy="1186295"/>
          </a:xfrm>
        </p:grpSpPr>
        <p:grpSp>
          <p:nvGrpSpPr>
            <p:cNvPr id="23" name="グループ化 22">
              <a:extLst>
                <a:ext uri="{FF2B5EF4-FFF2-40B4-BE49-F238E27FC236}">
                  <a16:creationId xmlns:a16="http://schemas.microsoft.com/office/drawing/2014/main" id="{AD6493D0-AFFF-2483-950B-47A483F6ADC1}"/>
                </a:ext>
              </a:extLst>
            </p:cNvPr>
            <p:cNvGrpSpPr/>
            <p:nvPr/>
          </p:nvGrpSpPr>
          <p:grpSpPr>
            <a:xfrm>
              <a:off x="1805695" y="2795312"/>
              <a:ext cx="8486935" cy="1186295"/>
              <a:chOff x="1526425" y="935293"/>
              <a:chExt cx="8486935" cy="1186295"/>
            </a:xfrm>
          </p:grpSpPr>
          <p:sp>
            <p:nvSpPr>
              <p:cNvPr id="24" name="六角形 23">
                <a:extLst>
                  <a:ext uri="{FF2B5EF4-FFF2-40B4-BE49-F238E27FC236}">
                    <a16:creationId xmlns:a16="http://schemas.microsoft.com/office/drawing/2014/main" id="{1DD0B391-3AC9-08E4-F7B9-71597AD614E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六角形 24">
                <a:extLst>
                  <a:ext uri="{FF2B5EF4-FFF2-40B4-BE49-F238E27FC236}">
                    <a16:creationId xmlns:a16="http://schemas.microsoft.com/office/drawing/2014/main" id="{67341190-1AF8-A6D6-BE98-FE8736FFEED8}"/>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テキスト ボックス 25">
                <a:extLst>
                  <a:ext uri="{FF2B5EF4-FFF2-40B4-BE49-F238E27FC236}">
                    <a16:creationId xmlns:a16="http://schemas.microsoft.com/office/drawing/2014/main" id="{30338D68-95EC-BF41-B567-85AAFF9EDB24}"/>
                  </a:ext>
                </a:extLst>
              </p:cNvPr>
              <p:cNvSpPr txBox="1"/>
              <p:nvPr/>
            </p:nvSpPr>
            <p:spPr>
              <a:xfrm>
                <a:off x="1647922" y="1297608"/>
                <a:ext cx="1406154"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SAVE01</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4" name="グループ化 63">
              <a:extLst>
                <a:ext uri="{FF2B5EF4-FFF2-40B4-BE49-F238E27FC236}">
                  <a16:creationId xmlns:a16="http://schemas.microsoft.com/office/drawing/2014/main" id="{EEC5CB21-3BAB-869A-A7C1-0B9D4AB42E51}"/>
                </a:ext>
              </a:extLst>
            </p:cNvPr>
            <p:cNvGrpSpPr/>
            <p:nvPr/>
          </p:nvGrpSpPr>
          <p:grpSpPr>
            <a:xfrm>
              <a:off x="3543293" y="2925162"/>
              <a:ext cx="6339927" cy="926594"/>
              <a:chOff x="4385124" y="1287760"/>
              <a:chExt cx="6339927" cy="926594"/>
            </a:xfrm>
          </p:grpSpPr>
          <p:grpSp>
            <p:nvGrpSpPr>
              <p:cNvPr id="65" name="グループ化 64">
                <a:extLst>
                  <a:ext uri="{FF2B5EF4-FFF2-40B4-BE49-F238E27FC236}">
                    <a16:creationId xmlns:a16="http://schemas.microsoft.com/office/drawing/2014/main" id="{4330CF9F-58B6-8285-09D5-7890A44669DA}"/>
                  </a:ext>
                </a:extLst>
              </p:cNvPr>
              <p:cNvGrpSpPr/>
              <p:nvPr/>
            </p:nvGrpSpPr>
            <p:grpSpPr>
              <a:xfrm>
                <a:off x="4385124" y="1287760"/>
                <a:ext cx="2037377" cy="400110"/>
                <a:chOff x="4385124" y="1278752"/>
                <a:chExt cx="2037377" cy="400110"/>
              </a:xfrm>
            </p:grpSpPr>
            <p:sp>
              <p:nvSpPr>
                <p:cNvPr id="77" name="テキスト ボックス 76">
                  <a:extLst>
                    <a:ext uri="{FF2B5EF4-FFF2-40B4-BE49-F238E27FC236}">
                      <a16:creationId xmlns:a16="http://schemas.microsoft.com/office/drawing/2014/main" id="{C8F088EC-B3D9-8745-828C-9E0831864493}"/>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8" name="テキスト ボックス 77">
                  <a:extLst>
                    <a:ext uri="{FF2B5EF4-FFF2-40B4-BE49-F238E27FC236}">
                      <a16:creationId xmlns:a16="http://schemas.microsoft.com/office/drawing/2014/main" id="{C42A4177-8618-B657-0FA1-1334D03A9C41}"/>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6" name="グループ化 65">
                <a:extLst>
                  <a:ext uri="{FF2B5EF4-FFF2-40B4-BE49-F238E27FC236}">
                    <a16:creationId xmlns:a16="http://schemas.microsoft.com/office/drawing/2014/main" id="{22FD0115-37B3-902D-E4CC-2F27E8E1E131}"/>
                  </a:ext>
                </a:extLst>
              </p:cNvPr>
              <p:cNvGrpSpPr/>
              <p:nvPr/>
            </p:nvGrpSpPr>
            <p:grpSpPr>
              <a:xfrm>
                <a:off x="4385124" y="1814244"/>
                <a:ext cx="3807405" cy="400110"/>
                <a:chOff x="4424518" y="1805236"/>
                <a:chExt cx="3807405" cy="400110"/>
              </a:xfrm>
            </p:grpSpPr>
            <p:sp>
              <p:nvSpPr>
                <p:cNvPr id="75" name="テキスト ボックス 74">
                  <a:extLst>
                    <a:ext uri="{FF2B5EF4-FFF2-40B4-BE49-F238E27FC236}">
                      <a16:creationId xmlns:a16="http://schemas.microsoft.com/office/drawing/2014/main" id="{279BD083-0FBB-C914-6293-3112A68FE7FC}"/>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6" name="テキスト ボックス 75">
                  <a:extLst>
                    <a:ext uri="{FF2B5EF4-FFF2-40B4-BE49-F238E27FC236}">
                      <a16:creationId xmlns:a16="http://schemas.microsoft.com/office/drawing/2014/main" id="{5AAF5337-4B91-F3D1-839D-BBDB1D0323C2}"/>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7" name="グループ化 66">
                <a:extLst>
                  <a:ext uri="{FF2B5EF4-FFF2-40B4-BE49-F238E27FC236}">
                    <a16:creationId xmlns:a16="http://schemas.microsoft.com/office/drawing/2014/main" id="{6302C2F7-7090-E6DB-4C57-C49773D48B1A}"/>
                  </a:ext>
                </a:extLst>
              </p:cNvPr>
              <p:cNvGrpSpPr/>
              <p:nvPr/>
            </p:nvGrpSpPr>
            <p:grpSpPr>
              <a:xfrm>
                <a:off x="8344535" y="1626697"/>
                <a:ext cx="2380516" cy="289960"/>
                <a:chOff x="8231923" y="1510868"/>
                <a:chExt cx="2380516" cy="289960"/>
              </a:xfrm>
            </p:grpSpPr>
            <p:sp>
              <p:nvSpPr>
                <p:cNvPr id="68" name="楕円 67">
                  <a:extLst>
                    <a:ext uri="{FF2B5EF4-FFF2-40B4-BE49-F238E27FC236}">
                      <a16:creationId xmlns:a16="http://schemas.microsoft.com/office/drawing/2014/main" id="{14F05899-A7DD-F0BD-9BFC-8D44F1EBEB8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ハート 68">
                  <a:extLst>
                    <a:ext uri="{FF2B5EF4-FFF2-40B4-BE49-F238E27FC236}">
                      <a16:creationId xmlns:a16="http://schemas.microsoft.com/office/drawing/2014/main" id="{869DA596-D2DF-339C-7DA5-DF7C260B1A7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楕円 69">
                  <a:extLst>
                    <a:ext uri="{FF2B5EF4-FFF2-40B4-BE49-F238E27FC236}">
                      <a16:creationId xmlns:a16="http://schemas.microsoft.com/office/drawing/2014/main" id="{5D5B8C94-42CC-1D52-74DB-8754E7C07A9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楕円 70">
                  <a:extLst>
                    <a:ext uri="{FF2B5EF4-FFF2-40B4-BE49-F238E27FC236}">
                      <a16:creationId xmlns:a16="http://schemas.microsoft.com/office/drawing/2014/main" id="{3F5586E8-5AAA-E2D5-17B2-1910C51999B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楕円 71">
                  <a:extLst>
                    <a:ext uri="{FF2B5EF4-FFF2-40B4-BE49-F238E27FC236}">
                      <a16:creationId xmlns:a16="http://schemas.microsoft.com/office/drawing/2014/main" id="{B44BCE42-7802-4D04-F4B4-282C386AE1E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ハート 72">
                  <a:extLst>
                    <a:ext uri="{FF2B5EF4-FFF2-40B4-BE49-F238E27FC236}">
                      <a16:creationId xmlns:a16="http://schemas.microsoft.com/office/drawing/2014/main" id="{5D312AE2-FDC3-6A01-0321-9D92D256DCDE}"/>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ハート 73">
                  <a:extLst>
                    <a:ext uri="{FF2B5EF4-FFF2-40B4-BE49-F238E27FC236}">
                      <a16:creationId xmlns:a16="http://schemas.microsoft.com/office/drawing/2014/main" id="{A9C800AF-47B1-926D-7995-AE204F6E41EB}"/>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94" name="グループ化 93">
            <a:extLst>
              <a:ext uri="{FF2B5EF4-FFF2-40B4-BE49-F238E27FC236}">
                <a16:creationId xmlns:a16="http://schemas.microsoft.com/office/drawing/2014/main" id="{FB96F91B-0B82-EF56-5309-FAF9E0981B00}"/>
              </a:ext>
            </a:extLst>
          </p:cNvPr>
          <p:cNvGrpSpPr/>
          <p:nvPr/>
        </p:nvGrpSpPr>
        <p:grpSpPr>
          <a:xfrm>
            <a:off x="2440821" y="4437628"/>
            <a:ext cx="8486935" cy="1186295"/>
            <a:chOff x="1116519" y="4412094"/>
            <a:chExt cx="8486935" cy="1186295"/>
          </a:xfrm>
        </p:grpSpPr>
        <p:grpSp>
          <p:nvGrpSpPr>
            <p:cNvPr id="27" name="グループ化 26">
              <a:extLst>
                <a:ext uri="{FF2B5EF4-FFF2-40B4-BE49-F238E27FC236}">
                  <a16:creationId xmlns:a16="http://schemas.microsoft.com/office/drawing/2014/main" id="{85614047-564C-3373-BF25-BCF30B388966}"/>
                </a:ext>
              </a:extLst>
            </p:cNvPr>
            <p:cNvGrpSpPr/>
            <p:nvPr/>
          </p:nvGrpSpPr>
          <p:grpSpPr>
            <a:xfrm>
              <a:off x="1116519" y="4412094"/>
              <a:ext cx="8486935" cy="1186295"/>
              <a:chOff x="1526425" y="935293"/>
              <a:chExt cx="8486935" cy="1186295"/>
            </a:xfrm>
          </p:grpSpPr>
          <p:sp>
            <p:nvSpPr>
              <p:cNvPr id="28" name="六角形 27">
                <a:extLst>
                  <a:ext uri="{FF2B5EF4-FFF2-40B4-BE49-F238E27FC236}">
                    <a16:creationId xmlns:a16="http://schemas.microsoft.com/office/drawing/2014/main" id="{8DAFE37D-261F-ECC9-3723-46667C85E34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六角形 28">
                <a:extLst>
                  <a:ext uri="{FF2B5EF4-FFF2-40B4-BE49-F238E27FC236}">
                    <a16:creationId xmlns:a16="http://schemas.microsoft.com/office/drawing/2014/main" id="{7F936CEB-EFA1-03E1-8BAD-3684F952E6E7}"/>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14607DEE-2297-92F9-4D60-D24B43B37340}"/>
                  </a:ext>
                </a:extLst>
              </p:cNvPr>
              <p:cNvSpPr txBox="1"/>
              <p:nvPr/>
            </p:nvSpPr>
            <p:spPr>
              <a:xfrm>
                <a:off x="1613457" y="1297608"/>
                <a:ext cx="1475084"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SAVE02</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79" name="グループ化 78">
              <a:extLst>
                <a:ext uri="{FF2B5EF4-FFF2-40B4-BE49-F238E27FC236}">
                  <a16:creationId xmlns:a16="http://schemas.microsoft.com/office/drawing/2014/main" id="{C891D6B2-B67C-E2C0-FB68-89836429D948}"/>
                </a:ext>
              </a:extLst>
            </p:cNvPr>
            <p:cNvGrpSpPr/>
            <p:nvPr/>
          </p:nvGrpSpPr>
          <p:grpSpPr>
            <a:xfrm>
              <a:off x="2926036" y="4541944"/>
              <a:ext cx="6339927" cy="926594"/>
              <a:chOff x="4385124" y="1287760"/>
              <a:chExt cx="6339927" cy="926594"/>
            </a:xfrm>
          </p:grpSpPr>
          <p:grpSp>
            <p:nvGrpSpPr>
              <p:cNvPr id="80" name="グループ化 79">
                <a:extLst>
                  <a:ext uri="{FF2B5EF4-FFF2-40B4-BE49-F238E27FC236}">
                    <a16:creationId xmlns:a16="http://schemas.microsoft.com/office/drawing/2014/main" id="{98376364-5BE0-F9AB-2ED8-90784891CD76}"/>
                  </a:ext>
                </a:extLst>
              </p:cNvPr>
              <p:cNvGrpSpPr/>
              <p:nvPr/>
            </p:nvGrpSpPr>
            <p:grpSpPr>
              <a:xfrm>
                <a:off x="4385124" y="1287760"/>
                <a:ext cx="2037377" cy="400110"/>
                <a:chOff x="4385124" y="1278752"/>
                <a:chExt cx="2037377" cy="400110"/>
              </a:xfrm>
            </p:grpSpPr>
            <p:sp>
              <p:nvSpPr>
                <p:cNvPr id="92" name="テキスト ボックス 91">
                  <a:extLst>
                    <a:ext uri="{FF2B5EF4-FFF2-40B4-BE49-F238E27FC236}">
                      <a16:creationId xmlns:a16="http://schemas.microsoft.com/office/drawing/2014/main" id="{3149BF12-D753-65C2-D108-E71F1509259D}"/>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3" name="テキスト ボックス 92">
                  <a:extLst>
                    <a:ext uri="{FF2B5EF4-FFF2-40B4-BE49-F238E27FC236}">
                      <a16:creationId xmlns:a16="http://schemas.microsoft.com/office/drawing/2014/main" id="{8BDCCB28-9346-9AF8-5D8F-564E3E417934}"/>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81" name="グループ化 80">
                <a:extLst>
                  <a:ext uri="{FF2B5EF4-FFF2-40B4-BE49-F238E27FC236}">
                    <a16:creationId xmlns:a16="http://schemas.microsoft.com/office/drawing/2014/main" id="{C97225A9-6B34-8BCF-EDE1-59B02C6C00F6}"/>
                  </a:ext>
                </a:extLst>
              </p:cNvPr>
              <p:cNvGrpSpPr/>
              <p:nvPr/>
            </p:nvGrpSpPr>
            <p:grpSpPr>
              <a:xfrm>
                <a:off x="4385124" y="1814244"/>
                <a:ext cx="3807405" cy="400110"/>
                <a:chOff x="4424518" y="1805236"/>
                <a:chExt cx="3807405" cy="400110"/>
              </a:xfrm>
            </p:grpSpPr>
            <p:sp>
              <p:nvSpPr>
                <p:cNvPr id="90" name="テキスト ボックス 89">
                  <a:extLst>
                    <a:ext uri="{FF2B5EF4-FFF2-40B4-BE49-F238E27FC236}">
                      <a16:creationId xmlns:a16="http://schemas.microsoft.com/office/drawing/2014/main" id="{B842548A-B663-E87F-9BA3-95D94095121B}"/>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1" name="テキスト ボックス 90">
                  <a:extLst>
                    <a:ext uri="{FF2B5EF4-FFF2-40B4-BE49-F238E27FC236}">
                      <a16:creationId xmlns:a16="http://schemas.microsoft.com/office/drawing/2014/main" id="{D4C8E6E1-A8DC-BC15-32C1-55F3DB115BC2}"/>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82" name="グループ化 81">
                <a:extLst>
                  <a:ext uri="{FF2B5EF4-FFF2-40B4-BE49-F238E27FC236}">
                    <a16:creationId xmlns:a16="http://schemas.microsoft.com/office/drawing/2014/main" id="{E6704197-5EAF-D976-1378-8D8A38E2B67E}"/>
                  </a:ext>
                </a:extLst>
              </p:cNvPr>
              <p:cNvGrpSpPr/>
              <p:nvPr/>
            </p:nvGrpSpPr>
            <p:grpSpPr>
              <a:xfrm>
                <a:off x="8344535" y="1626697"/>
                <a:ext cx="2380516" cy="289960"/>
                <a:chOff x="8231923" y="1510868"/>
                <a:chExt cx="2380516" cy="289960"/>
              </a:xfrm>
            </p:grpSpPr>
            <p:sp>
              <p:nvSpPr>
                <p:cNvPr id="83" name="楕円 82">
                  <a:extLst>
                    <a:ext uri="{FF2B5EF4-FFF2-40B4-BE49-F238E27FC236}">
                      <a16:creationId xmlns:a16="http://schemas.microsoft.com/office/drawing/2014/main" id="{F68C4DF0-F40A-CA31-F9B8-3A43B9D952D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ハート 83">
                  <a:extLst>
                    <a:ext uri="{FF2B5EF4-FFF2-40B4-BE49-F238E27FC236}">
                      <a16:creationId xmlns:a16="http://schemas.microsoft.com/office/drawing/2014/main" id="{5B50C1AD-C375-B695-8056-8452C4BC7BA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楕円 84">
                  <a:extLst>
                    <a:ext uri="{FF2B5EF4-FFF2-40B4-BE49-F238E27FC236}">
                      <a16:creationId xmlns:a16="http://schemas.microsoft.com/office/drawing/2014/main" id="{38F8B2B4-8DD5-551B-9CE9-B3EA6D7B1690}"/>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楕円 85">
                  <a:extLst>
                    <a:ext uri="{FF2B5EF4-FFF2-40B4-BE49-F238E27FC236}">
                      <a16:creationId xmlns:a16="http://schemas.microsoft.com/office/drawing/2014/main" id="{F25F014C-2DC4-2479-092C-976D305874AD}"/>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楕円 86">
                  <a:extLst>
                    <a:ext uri="{FF2B5EF4-FFF2-40B4-BE49-F238E27FC236}">
                      <a16:creationId xmlns:a16="http://schemas.microsoft.com/office/drawing/2014/main" id="{84631D34-9221-42F4-812B-7D1EF7E497ED}"/>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8" name="ハート 87">
                  <a:extLst>
                    <a:ext uri="{FF2B5EF4-FFF2-40B4-BE49-F238E27FC236}">
                      <a16:creationId xmlns:a16="http://schemas.microsoft.com/office/drawing/2014/main" id="{89A746F1-333F-5B06-1077-A52600392E38}"/>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ハート 88">
                  <a:extLst>
                    <a:ext uri="{FF2B5EF4-FFF2-40B4-BE49-F238E27FC236}">
                      <a16:creationId xmlns:a16="http://schemas.microsoft.com/office/drawing/2014/main" id="{B680D485-B6FC-3AA4-9159-5B3EE55961C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95" name="グループ化 94">
            <a:extLst>
              <a:ext uri="{FF2B5EF4-FFF2-40B4-BE49-F238E27FC236}">
                <a16:creationId xmlns:a16="http://schemas.microsoft.com/office/drawing/2014/main" id="{BF2328B9-DD8B-B6D5-0156-3413BC0F9061}"/>
              </a:ext>
            </a:extLst>
          </p:cNvPr>
          <p:cNvGrpSpPr/>
          <p:nvPr/>
        </p:nvGrpSpPr>
        <p:grpSpPr>
          <a:xfrm>
            <a:off x="2440821" y="6067176"/>
            <a:ext cx="8486935" cy="1186295"/>
            <a:chOff x="1116519" y="4412094"/>
            <a:chExt cx="8486935" cy="1186295"/>
          </a:xfrm>
        </p:grpSpPr>
        <p:grpSp>
          <p:nvGrpSpPr>
            <p:cNvPr id="96" name="グループ化 95">
              <a:extLst>
                <a:ext uri="{FF2B5EF4-FFF2-40B4-BE49-F238E27FC236}">
                  <a16:creationId xmlns:a16="http://schemas.microsoft.com/office/drawing/2014/main" id="{44774020-A9CF-251D-4153-A19DAF1D0BA0}"/>
                </a:ext>
              </a:extLst>
            </p:cNvPr>
            <p:cNvGrpSpPr/>
            <p:nvPr/>
          </p:nvGrpSpPr>
          <p:grpSpPr>
            <a:xfrm>
              <a:off x="1116519" y="4412094"/>
              <a:ext cx="8486935" cy="1186295"/>
              <a:chOff x="1526425" y="935293"/>
              <a:chExt cx="8486935" cy="1186295"/>
            </a:xfrm>
          </p:grpSpPr>
          <p:sp>
            <p:nvSpPr>
              <p:cNvPr id="112" name="六角形 111">
                <a:extLst>
                  <a:ext uri="{FF2B5EF4-FFF2-40B4-BE49-F238E27FC236}">
                    <a16:creationId xmlns:a16="http://schemas.microsoft.com/office/drawing/2014/main" id="{19B322A6-5A78-0591-4ED5-988CCAB3D65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3" name="六角形 112">
                <a:extLst>
                  <a:ext uri="{FF2B5EF4-FFF2-40B4-BE49-F238E27FC236}">
                    <a16:creationId xmlns:a16="http://schemas.microsoft.com/office/drawing/2014/main" id="{30476FFC-51CB-CBAF-3BB3-BC7058D60634}"/>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4" name="テキスト ボックス 113">
                <a:extLst>
                  <a:ext uri="{FF2B5EF4-FFF2-40B4-BE49-F238E27FC236}">
                    <a16:creationId xmlns:a16="http://schemas.microsoft.com/office/drawing/2014/main" id="{0E995D27-C2CC-1440-25D3-9B54337A1499}"/>
                  </a:ext>
                </a:extLst>
              </p:cNvPr>
              <p:cNvSpPr txBox="1"/>
              <p:nvPr/>
            </p:nvSpPr>
            <p:spPr>
              <a:xfrm>
                <a:off x="1620671" y="1297608"/>
                <a:ext cx="1460657"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SAVE03</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97" name="グループ化 96">
              <a:extLst>
                <a:ext uri="{FF2B5EF4-FFF2-40B4-BE49-F238E27FC236}">
                  <a16:creationId xmlns:a16="http://schemas.microsoft.com/office/drawing/2014/main" id="{C463AAFE-86E7-2F4A-4972-EED59FE82771}"/>
                </a:ext>
              </a:extLst>
            </p:cNvPr>
            <p:cNvGrpSpPr/>
            <p:nvPr/>
          </p:nvGrpSpPr>
          <p:grpSpPr>
            <a:xfrm>
              <a:off x="2926036" y="4541944"/>
              <a:ext cx="6339927" cy="926594"/>
              <a:chOff x="4385124" y="1287760"/>
              <a:chExt cx="6339927" cy="926594"/>
            </a:xfrm>
          </p:grpSpPr>
          <p:grpSp>
            <p:nvGrpSpPr>
              <p:cNvPr id="98" name="グループ化 97">
                <a:extLst>
                  <a:ext uri="{FF2B5EF4-FFF2-40B4-BE49-F238E27FC236}">
                    <a16:creationId xmlns:a16="http://schemas.microsoft.com/office/drawing/2014/main" id="{7F9DC320-EAC6-22C6-9FB3-85A3885AA49A}"/>
                  </a:ext>
                </a:extLst>
              </p:cNvPr>
              <p:cNvGrpSpPr/>
              <p:nvPr/>
            </p:nvGrpSpPr>
            <p:grpSpPr>
              <a:xfrm>
                <a:off x="4385124" y="1287760"/>
                <a:ext cx="2037377" cy="400110"/>
                <a:chOff x="4385124" y="1278752"/>
                <a:chExt cx="2037377" cy="400110"/>
              </a:xfrm>
            </p:grpSpPr>
            <p:sp>
              <p:nvSpPr>
                <p:cNvPr id="110" name="テキスト ボックス 109">
                  <a:extLst>
                    <a:ext uri="{FF2B5EF4-FFF2-40B4-BE49-F238E27FC236}">
                      <a16:creationId xmlns:a16="http://schemas.microsoft.com/office/drawing/2014/main" id="{49BB5B41-1F5A-C0A0-6800-3D0A5AD9464E}"/>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1" name="テキスト ボックス 110">
                  <a:extLst>
                    <a:ext uri="{FF2B5EF4-FFF2-40B4-BE49-F238E27FC236}">
                      <a16:creationId xmlns:a16="http://schemas.microsoft.com/office/drawing/2014/main" id="{AC5E3F0B-4E84-079E-8735-8517EDDEF2A6}"/>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99" name="グループ化 98">
                <a:extLst>
                  <a:ext uri="{FF2B5EF4-FFF2-40B4-BE49-F238E27FC236}">
                    <a16:creationId xmlns:a16="http://schemas.microsoft.com/office/drawing/2014/main" id="{818AC18D-7A3F-F55F-2BC8-2391E8090820}"/>
                  </a:ext>
                </a:extLst>
              </p:cNvPr>
              <p:cNvGrpSpPr/>
              <p:nvPr/>
            </p:nvGrpSpPr>
            <p:grpSpPr>
              <a:xfrm>
                <a:off x="4385124" y="1814244"/>
                <a:ext cx="3807405" cy="400110"/>
                <a:chOff x="4424518" y="1805236"/>
                <a:chExt cx="3807405" cy="400110"/>
              </a:xfrm>
            </p:grpSpPr>
            <p:sp>
              <p:nvSpPr>
                <p:cNvPr id="108" name="テキスト ボックス 107">
                  <a:extLst>
                    <a:ext uri="{FF2B5EF4-FFF2-40B4-BE49-F238E27FC236}">
                      <a16:creationId xmlns:a16="http://schemas.microsoft.com/office/drawing/2014/main" id="{762C7EFD-F55A-3AEA-A744-6413AE21F947}"/>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09" name="テキスト ボックス 108">
                  <a:extLst>
                    <a:ext uri="{FF2B5EF4-FFF2-40B4-BE49-F238E27FC236}">
                      <a16:creationId xmlns:a16="http://schemas.microsoft.com/office/drawing/2014/main" id="{1F75A11D-6D1D-B72D-A527-AAAE7542D6F8}"/>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100" name="グループ化 99">
                <a:extLst>
                  <a:ext uri="{FF2B5EF4-FFF2-40B4-BE49-F238E27FC236}">
                    <a16:creationId xmlns:a16="http://schemas.microsoft.com/office/drawing/2014/main" id="{07C1E30A-AC1A-6406-137F-E0E164733814}"/>
                  </a:ext>
                </a:extLst>
              </p:cNvPr>
              <p:cNvGrpSpPr/>
              <p:nvPr/>
            </p:nvGrpSpPr>
            <p:grpSpPr>
              <a:xfrm>
                <a:off x="8344535" y="1626697"/>
                <a:ext cx="2380516" cy="289960"/>
                <a:chOff x="8231923" y="1510868"/>
                <a:chExt cx="2380516" cy="289960"/>
              </a:xfrm>
            </p:grpSpPr>
            <p:sp>
              <p:nvSpPr>
                <p:cNvPr id="101" name="楕円 100">
                  <a:extLst>
                    <a:ext uri="{FF2B5EF4-FFF2-40B4-BE49-F238E27FC236}">
                      <a16:creationId xmlns:a16="http://schemas.microsoft.com/office/drawing/2014/main" id="{5ABE3891-27ED-19C3-1112-0D8E8D6B0275}"/>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ハート 101">
                  <a:extLst>
                    <a:ext uri="{FF2B5EF4-FFF2-40B4-BE49-F238E27FC236}">
                      <a16:creationId xmlns:a16="http://schemas.microsoft.com/office/drawing/2014/main" id="{3390A03C-C114-91CB-3AC2-A3D897111616}"/>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 name="楕円 102">
                  <a:extLst>
                    <a:ext uri="{FF2B5EF4-FFF2-40B4-BE49-F238E27FC236}">
                      <a16:creationId xmlns:a16="http://schemas.microsoft.com/office/drawing/2014/main" id="{B7B2293B-067F-E3DB-6C74-3F093E096688}"/>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楕円 103">
                  <a:extLst>
                    <a:ext uri="{FF2B5EF4-FFF2-40B4-BE49-F238E27FC236}">
                      <a16:creationId xmlns:a16="http://schemas.microsoft.com/office/drawing/2014/main" id="{43A83EB7-9D7C-8B9B-E1E9-96AB3D2AE2F8}"/>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 name="楕円 104">
                  <a:extLst>
                    <a:ext uri="{FF2B5EF4-FFF2-40B4-BE49-F238E27FC236}">
                      <a16:creationId xmlns:a16="http://schemas.microsoft.com/office/drawing/2014/main" id="{963B0C21-5129-4F49-1F18-062DF3496019}"/>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 name="ハート 105">
                  <a:extLst>
                    <a:ext uri="{FF2B5EF4-FFF2-40B4-BE49-F238E27FC236}">
                      <a16:creationId xmlns:a16="http://schemas.microsoft.com/office/drawing/2014/main" id="{95D0813A-B0C9-0A2F-4046-6F94524241C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ハート 106">
                  <a:extLst>
                    <a:ext uri="{FF2B5EF4-FFF2-40B4-BE49-F238E27FC236}">
                      <a16:creationId xmlns:a16="http://schemas.microsoft.com/office/drawing/2014/main" id="{830C99BD-68B3-DB15-1FCB-5DFF587B195E}"/>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spTree>
    <p:extLst>
      <p:ext uri="{BB962C8B-B14F-4D97-AF65-F5344CB8AC3E}">
        <p14:creationId xmlns:p14="http://schemas.microsoft.com/office/powerpoint/2010/main" val="1889093543"/>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61073-83F1-9B34-777D-69DFB47DBBCC}"/>
            </a:ext>
          </a:extLst>
        </p:cNvPr>
        <p:cNvGrpSpPr/>
        <p:nvPr/>
      </p:nvGrpSpPr>
      <p:grpSpPr>
        <a:xfrm>
          <a:off x="0" y="0"/>
          <a:ext cx="0" cy="0"/>
          <a:chOff x="0" y="0"/>
          <a:chExt cx="0" cy="0"/>
        </a:xfrm>
      </p:grpSpPr>
      <p:grpSp>
        <p:nvGrpSpPr>
          <p:cNvPr id="6" name="グループ化 5">
            <a:extLst>
              <a:ext uri="{FF2B5EF4-FFF2-40B4-BE49-F238E27FC236}">
                <a16:creationId xmlns:a16="http://schemas.microsoft.com/office/drawing/2014/main" id="{3061AA2B-5947-8325-B543-683B4B190633}"/>
              </a:ext>
            </a:extLst>
          </p:cNvPr>
          <p:cNvGrpSpPr/>
          <p:nvPr/>
        </p:nvGrpSpPr>
        <p:grpSpPr>
          <a:xfrm>
            <a:off x="8167626" y="4446072"/>
            <a:ext cx="2899283" cy="1757857"/>
            <a:chOff x="8192278" y="2817842"/>
            <a:chExt cx="2761861" cy="2066432"/>
          </a:xfrm>
        </p:grpSpPr>
        <p:sp>
          <p:nvSpPr>
            <p:cNvPr id="2" name="吹き出し: 角を丸めた四角形 1">
              <a:extLst>
                <a:ext uri="{FF2B5EF4-FFF2-40B4-BE49-F238E27FC236}">
                  <a16:creationId xmlns:a16="http://schemas.microsoft.com/office/drawing/2014/main" id="{F767FBF2-EC3F-E91D-137B-ACBC24B9E411}"/>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吹き出し: 角を丸めた四角形 2">
              <a:extLst>
                <a:ext uri="{FF2B5EF4-FFF2-40B4-BE49-F238E27FC236}">
                  <a16:creationId xmlns:a16="http://schemas.microsoft.com/office/drawing/2014/main" id="{39838381-23C3-68C1-F95F-D82D62C7B04D}"/>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吹き出し: 角を丸めた四角形 4">
              <a:extLst>
                <a:ext uri="{FF2B5EF4-FFF2-40B4-BE49-F238E27FC236}">
                  <a16:creationId xmlns:a16="http://schemas.microsoft.com/office/drawing/2014/main" id="{E2835656-01C7-9EF2-6ECB-E30A4DD3E051}"/>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FCE5E2ED-1294-78DC-911D-B79D0BEDF179}"/>
              </a:ext>
            </a:extLst>
          </p:cNvPr>
          <p:cNvGrpSpPr/>
          <p:nvPr/>
        </p:nvGrpSpPr>
        <p:grpSpPr>
          <a:xfrm>
            <a:off x="4091474" y="262064"/>
            <a:ext cx="4063250" cy="682806"/>
            <a:chOff x="4091474" y="262064"/>
            <a:chExt cx="4063250" cy="682806"/>
          </a:xfrm>
        </p:grpSpPr>
        <p:sp>
          <p:nvSpPr>
            <p:cNvPr id="16" name="二等辺三角形 15">
              <a:extLst>
                <a:ext uri="{FF2B5EF4-FFF2-40B4-BE49-F238E27FC236}">
                  <a16:creationId xmlns:a16="http://schemas.microsoft.com/office/drawing/2014/main" id="{1703C855-DBE4-D7B9-3A52-DE24AC61E4FF}"/>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18D7EC02-7C8E-49C1-FC26-E11247889A47}"/>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8" name="テキスト ボックス 17">
              <a:extLst>
                <a:ext uri="{FF2B5EF4-FFF2-40B4-BE49-F238E27FC236}">
                  <a16:creationId xmlns:a16="http://schemas.microsoft.com/office/drawing/2014/main" id="{A4C9B452-1ED4-26A9-01B6-E4670B577815}"/>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endParaRPr>
            </a:p>
          </p:txBody>
        </p:sp>
      </p:grpSp>
      <p:grpSp>
        <p:nvGrpSpPr>
          <p:cNvPr id="22" name="グループ化 21">
            <a:extLst>
              <a:ext uri="{FF2B5EF4-FFF2-40B4-BE49-F238E27FC236}">
                <a16:creationId xmlns:a16="http://schemas.microsoft.com/office/drawing/2014/main" id="{DFD6E36D-8745-5D46-68D3-B2F87271980A}"/>
              </a:ext>
            </a:extLst>
          </p:cNvPr>
          <p:cNvGrpSpPr/>
          <p:nvPr/>
        </p:nvGrpSpPr>
        <p:grpSpPr>
          <a:xfrm>
            <a:off x="244634" y="1750107"/>
            <a:ext cx="5754955" cy="2940935"/>
            <a:chOff x="123331" y="1550883"/>
            <a:chExt cx="6976518" cy="3565186"/>
          </a:xfrm>
        </p:grpSpPr>
        <p:pic>
          <p:nvPicPr>
            <p:cNvPr id="7" name="図 6">
              <a:extLst>
                <a:ext uri="{FF2B5EF4-FFF2-40B4-BE49-F238E27FC236}">
                  <a16:creationId xmlns:a16="http://schemas.microsoft.com/office/drawing/2014/main" id="{2397AEE1-8E5B-963C-5247-67FCD82DC9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19" name="図 18">
              <a:extLst>
                <a:ext uri="{FF2B5EF4-FFF2-40B4-BE49-F238E27FC236}">
                  <a16:creationId xmlns:a16="http://schemas.microsoft.com/office/drawing/2014/main" id="{54A9B72C-FF1F-AB43-F61B-4CECAD7532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0" name="図 19">
              <a:extLst>
                <a:ext uri="{FF2B5EF4-FFF2-40B4-BE49-F238E27FC236}">
                  <a16:creationId xmlns:a16="http://schemas.microsoft.com/office/drawing/2014/main" id="{EB8BB16C-E48B-895C-EC65-99E6AD8391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1" name="図 20">
              <a:extLst>
                <a:ext uri="{FF2B5EF4-FFF2-40B4-BE49-F238E27FC236}">
                  <a16:creationId xmlns:a16="http://schemas.microsoft.com/office/drawing/2014/main" id="{BDDDBE82-AB5E-F76F-0C51-11ED3EFF1B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3" name="グループ化 22">
            <a:extLst>
              <a:ext uri="{FF2B5EF4-FFF2-40B4-BE49-F238E27FC236}">
                <a16:creationId xmlns:a16="http://schemas.microsoft.com/office/drawing/2014/main" id="{FC732B83-7CB5-DC54-89B0-6CDD2AF2023F}"/>
              </a:ext>
            </a:extLst>
          </p:cNvPr>
          <p:cNvGrpSpPr/>
          <p:nvPr/>
        </p:nvGrpSpPr>
        <p:grpSpPr>
          <a:xfrm>
            <a:off x="773370" y="3319112"/>
            <a:ext cx="5754955" cy="2940935"/>
            <a:chOff x="123331" y="1550883"/>
            <a:chExt cx="6976518" cy="3565186"/>
          </a:xfrm>
        </p:grpSpPr>
        <p:pic>
          <p:nvPicPr>
            <p:cNvPr id="24" name="図 23">
              <a:extLst>
                <a:ext uri="{FF2B5EF4-FFF2-40B4-BE49-F238E27FC236}">
                  <a16:creationId xmlns:a16="http://schemas.microsoft.com/office/drawing/2014/main" id="{EC094C03-48CF-CF10-F9F4-8BD2D17DB1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25" name="図 24">
              <a:extLst>
                <a:ext uri="{FF2B5EF4-FFF2-40B4-BE49-F238E27FC236}">
                  <a16:creationId xmlns:a16="http://schemas.microsoft.com/office/drawing/2014/main" id="{CB43FDDB-3CD0-135A-27C3-DE3E84BEC3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6" name="図 25">
              <a:extLst>
                <a:ext uri="{FF2B5EF4-FFF2-40B4-BE49-F238E27FC236}">
                  <a16:creationId xmlns:a16="http://schemas.microsoft.com/office/drawing/2014/main" id="{117A271F-CB2B-216F-3F98-0B2370BAF7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7" name="図 26">
              <a:extLst>
                <a:ext uri="{FF2B5EF4-FFF2-40B4-BE49-F238E27FC236}">
                  <a16:creationId xmlns:a16="http://schemas.microsoft.com/office/drawing/2014/main" id="{50C61A0C-F161-3C2A-7004-4AE0FE2F92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sp>
        <p:nvSpPr>
          <p:cNvPr id="30" name="吹き出し: 角を丸めた四角形 29">
            <a:extLst>
              <a:ext uri="{FF2B5EF4-FFF2-40B4-BE49-F238E27FC236}">
                <a16:creationId xmlns:a16="http://schemas.microsoft.com/office/drawing/2014/main" id="{218669A7-AC64-CEB8-9A51-4581C4676C03}"/>
              </a:ext>
            </a:extLst>
          </p:cNvPr>
          <p:cNvSpPr/>
          <p:nvPr/>
        </p:nvSpPr>
        <p:spPr>
          <a:xfrm rot="21432783" flipH="1">
            <a:off x="6944259" y="1472013"/>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吹き出し: 角を丸めた四角形 30">
            <a:extLst>
              <a:ext uri="{FF2B5EF4-FFF2-40B4-BE49-F238E27FC236}">
                <a16:creationId xmlns:a16="http://schemas.microsoft.com/office/drawing/2014/main" id="{F97371C1-CD64-6E6E-9A10-FA8B85A3AFC0}"/>
              </a:ext>
            </a:extLst>
          </p:cNvPr>
          <p:cNvSpPr/>
          <p:nvPr/>
        </p:nvSpPr>
        <p:spPr>
          <a:xfrm rot="167217">
            <a:off x="8536050" y="209541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吹き出し: 角を丸めた四角形 31">
            <a:extLst>
              <a:ext uri="{FF2B5EF4-FFF2-40B4-BE49-F238E27FC236}">
                <a16:creationId xmlns:a16="http://schemas.microsoft.com/office/drawing/2014/main" id="{D5546A7B-30AA-F41E-EE6C-E2620454EAB8}"/>
              </a:ext>
            </a:extLst>
          </p:cNvPr>
          <p:cNvSpPr/>
          <p:nvPr/>
        </p:nvSpPr>
        <p:spPr>
          <a:xfrm rot="21432783" flipH="1">
            <a:off x="6891184" y="276402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吹き出し: 角を丸めた四角形 32">
            <a:extLst>
              <a:ext uri="{FF2B5EF4-FFF2-40B4-BE49-F238E27FC236}">
                <a16:creationId xmlns:a16="http://schemas.microsoft.com/office/drawing/2014/main" id="{16D1E5DF-C294-D25B-EE64-83B7C7928ECF}"/>
              </a:ext>
            </a:extLst>
          </p:cNvPr>
          <p:cNvSpPr/>
          <p:nvPr/>
        </p:nvSpPr>
        <p:spPr>
          <a:xfrm rot="167217">
            <a:off x="8632466" y="3462749"/>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333710240"/>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DFFA-73E7-847D-C572-73AFD9F313CD}"/>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1A0AD6CB-3EC5-A350-B180-C3C08767114A}"/>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D2FC6D19-E516-DC4E-9D9F-E49D4519DF08}"/>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8AB68D80-023A-589D-5F35-229C79922F62}"/>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楕円 10">
            <a:extLst>
              <a:ext uri="{FF2B5EF4-FFF2-40B4-BE49-F238E27FC236}">
                <a16:creationId xmlns:a16="http://schemas.microsoft.com/office/drawing/2014/main" id="{6E1B599D-0559-754C-84B4-9D001DEB8BAF}"/>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5" name="テキスト ボックス 14">
            <a:extLst>
              <a:ext uri="{FF2B5EF4-FFF2-40B4-BE49-F238E27FC236}">
                <a16:creationId xmlns:a16="http://schemas.microsoft.com/office/drawing/2014/main" id="{1AEE1858-BDB7-3909-62FB-0295CE270F6D}"/>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nvGrpSpPr>
          <p:cNvPr id="16" name="グループ化 15">
            <a:extLst>
              <a:ext uri="{FF2B5EF4-FFF2-40B4-BE49-F238E27FC236}">
                <a16:creationId xmlns:a16="http://schemas.microsoft.com/office/drawing/2014/main" id="{29A837E8-E3B1-96AD-E09F-4B4629C5CC09}"/>
              </a:ext>
            </a:extLst>
          </p:cNvPr>
          <p:cNvGrpSpPr/>
          <p:nvPr/>
        </p:nvGrpSpPr>
        <p:grpSpPr>
          <a:xfrm>
            <a:off x="244634" y="1750107"/>
            <a:ext cx="5754955" cy="2940935"/>
            <a:chOff x="123331" y="1550883"/>
            <a:chExt cx="6976518" cy="3565186"/>
          </a:xfrm>
        </p:grpSpPr>
        <p:pic>
          <p:nvPicPr>
            <p:cNvPr id="17" name="図 16">
              <a:extLst>
                <a:ext uri="{FF2B5EF4-FFF2-40B4-BE49-F238E27FC236}">
                  <a16:creationId xmlns:a16="http://schemas.microsoft.com/office/drawing/2014/main" id="{57F3830C-DFB1-6105-6AAF-A79C893CAD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18" name="図 17">
              <a:extLst>
                <a:ext uri="{FF2B5EF4-FFF2-40B4-BE49-F238E27FC236}">
                  <a16:creationId xmlns:a16="http://schemas.microsoft.com/office/drawing/2014/main" id="{286E697F-5252-5FE9-2CEC-3586A80C02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19" name="図 18">
              <a:extLst>
                <a:ext uri="{FF2B5EF4-FFF2-40B4-BE49-F238E27FC236}">
                  <a16:creationId xmlns:a16="http://schemas.microsoft.com/office/drawing/2014/main" id="{EB9A4CE6-A25E-C69D-765B-F15B71AADC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0" name="図 19">
              <a:extLst>
                <a:ext uri="{FF2B5EF4-FFF2-40B4-BE49-F238E27FC236}">
                  <a16:creationId xmlns:a16="http://schemas.microsoft.com/office/drawing/2014/main" id="{22D5331E-4B6B-1C3A-46E7-E48C771D55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1" name="グループ化 20">
            <a:extLst>
              <a:ext uri="{FF2B5EF4-FFF2-40B4-BE49-F238E27FC236}">
                <a16:creationId xmlns:a16="http://schemas.microsoft.com/office/drawing/2014/main" id="{A6163117-4D91-2E5D-0BCA-83EEAFA16FF3}"/>
              </a:ext>
            </a:extLst>
          </p:cNvPr>
          <p:cNvGrpSpPr/>
          <p:nvPr/>
        </p:nvGrpSpPr>
        <p:grpSpPr>
          <a:xfrm>
            <a:off x="773370" y="3319112"/>
            <a:ext cx="5754955" cy="2940935"/>
            <a:chOff x="123331" y="1550883"/>
            <a:chExt cx="6976518" cy="3565186"/>
          </a:xfrm>
        </p:grpSpPr>
        <p:pic>
          <p:nvPicPr>
            <p:cNvPr id="22" name="図 21">
              <a:extLst>
                <a:ext uri="{FF2B5EF4-FFF2-40B4-BE49-F238E27FC236}">
                  <a16:creationId xmlns:a16="http://schemas.microsoft.com/office/drawing/2014/main" id="{58885B62-CE97-B60D-3563-4473ECF9C8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23" name="図 22">
              <a:extLst>
                <a:ext uri="{FF2B5EF4-FFF2-40B4-BE49-F238E27FC236}">
                  <a16:creationId xmlns:a16="http://schemas.microsoft.com/office/drawing/2014/main" id="{C0A95787-13BA-C933-CA41-A9B38910A9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4" name="図 23">
              <a:extLst>
                <a:ext uri="{FF2B5EF4-FFF2-40B4-BE49-F238E27FC236}">
                  <a16:creationId xmlns:a16="http://schemas.microsoft.com/office/drawing/2014/main" id="{6669B97F-87BA-4A6A-86D5-B011DFE17D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5" name="図 24">
              <a:extLst>
                <a:ext uri="{FF2B5EF4-FFF2-40B4-BE49-F238E27FC236}">
                  <a16:creationId xmlns:a16="http://schemas.microsoft.com/office/drawing/2014/main" id="{711AC377-372D-E262-E99F-23708D9B39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7" name="グループ化 26">
            <a:extLst>
              <a:ext uri="{FF2B5EF4-FFF2-40B4-BE49-F238E27FC236}">
                <a16:creationId xmlns:a16="http://schemas.microsoft.com/office/drawing/2014/main" id="{FD681DBA-7585-8937-8879-929AED3E5E44}"/>
              </a:ext>
            </a:extLst>
          </p:cNvPr>
          <p:cNvGrpSpPr/>
          <p:nvPr/>
        </p:nvGrpSpPr>
        <p:grpSpPr>
          <a:xfrm>
            <a:off x="7981009" y="4138156"/>
            <a:ext cx="2899283" cy="1757857"/>
            <a:chOff x="8192278" y="2817842"/>
            <a:chExt cx="2761861" cy="2066432"/>
          </a:xfrm>
        </p:grpSpPr>
        <p:sp>
          <p:nvSpPr>
            <p:cNvPr id="34" name="吹き出し: 角を丸めた四角形 33">
              <a:extLst>
                <a:ext uri="{FF2B5EF4-FFF2-40B4-BE49-F238E27FC236}">
                  <a16:creationId xmlns:a16="http://schemas.microsoft.com/office/drawing/2014/main" id="{1E78B61A-E81B-D3FE-9D21-CDD6C6CB59D0}"/>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吹き出し: 角を丸めた四角形 34">
              <a:extLst>
                <a:ext uri="{FF2B5EF4-FFF2-40B4-BE49-F238E27FC236}">
                  <a16:creationId xmlns:a16="http://schemas.microsoft.com/office/drawing/2014/main" id="{5787E5C0-EEB1-8FF9-C14A-6E5AA734F805}"/>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吹き出し: 角を丸めた四角形 35">
              <a:extLst>
                <a:ext uri="{FF2B5EF4-FFF2-40B4-BE49-F238E27FC236}">
                  <a16:creationId xmlns:a16="http://schemas.microsoft.com/office/drawing/2014/main" id="{E340F65C-8C83-8F8D-C2E6-DAE13A402E86}"/>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8" name="吹き出し: 角を丸めた四角形 27">
            <a:extLst>
              <a:ext uri="{FF2B5EF4-FFF2-40B4-BE49-F238E27FC236}">
                <a16:creationId xmlns:a16="http://schemas.microsoft.com/office/drawing/2014/main" id="{D8965861-AB3A-AFF7-E220-D3B206667ED9}"/>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吹き出し: 角を丸めた四角形 28">
            <a:extLst>
              <a:ext uri="{FF2B5EF4-FFF2-40B4-BE49-F238E27FC236}">
                <a16:creationId xmlns:a16="http://schemas.microsoft.com/office/drawing/2014/main" id="{128C33CE-8615-5010-316B-5BF7DC5C136D}"/>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吹き出し: 角を丸めた四角形 32">
            <a:extLst>
              <a:ext uri="{FF2B5EF4-FFF2-40B4-BE49-F238E27FC236}">
                <a16:creationId xmlns:a16="http://schemas.microsoft.com/office/drawing/2014/main" id="{3F2CE605-A4C8-9044-DEC1-D3C884EFDC80}"/>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40538389-62CA-8CE1-B51C-7672CE4C3DB6}"/>
              </a:ext>
            </a:extLst>
          </p:cNvPr>
          <p:cNvGrpSpPr/>
          <p:nvPr/>
        </p:nvGrpSpPr>
        <p:grpSpPr>
          <a:xfrm>
            <a:off x="7337202" y="529905"/>
            <a:ext cx="4009051" cy="771268"/>
            <a:chOff x="4091474" y="345233"/>
            <a:chExt cx="4009051" cy="771268"/>
          </a:xfrm>
        </p:grpSpPr>
        <p:sp>
          <p:nvSpPr>
            <p:cNvPr id="38" name="思考の吹き出し: 雲形 37">
              <a:extLst>
                <a:ext uri="{FF2B5EF4-FFF2-40B4-BE49-F238E27FC236}">
                  <a16:creationId xmlns:a16="http://schemas.microsoft.com/office/drawing/2014/main" id="{502345FC-E4B0-E93B-6235-FCBDE99ECB5C}"/>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CC32CAD1-2E42-FB6B-D115-C4D849EF319F}"/>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どう答えようか</a:t>
              </a:r>
              <a:r>
                <a:rPr kumimoji="1" lang="en-US" altLang="ja-JP"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sp>
        <p:nvSpPr>
          <p:cNvPr id="40" name="楕円 39">
            <a:extLst>
              <a:ext uri="{FF2B5EF4-FFF2-40B4-BE49-F238E27FC236}">
                <a16:creationId xmlns:a16="http://schemas.microsoft.com/office/drawing/2014/main" id="{B80E33A0-101C-6847-7680-BBB01BC79819}"/>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1" name="楕円 40">
            <a:extLst>
              <a:ext uri="{FF2B5EF4-FFF2-40B4-BE49-F238E27FC236}">
                <a16:creationId xmlns:a16="http://schemas.microsoft.com/office/drawing/2014/main" id="{18924EE5-8864-7CE0-615F-9ED633502E34}"/>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2" name="楕円 41">
            <a:extLst>
              <a:ext uri="{FF2B5EF4-FFF2-40B4-BE49-F238E27FC236}">
                <a16:creationId xmlns:a16="http://schemas.microsoft.com/office/drawing/2014/main" id="{1D86D87D-F9E0-DF47-96A1-E1E7AA53E17F}"/>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3" name="楕円 42">
            <a:extLst>
              <a:ext uri="{FF2B5EF4-FFF2-40B4-BE49-F238E27FC236}">
                <a16:creationId xmlns:a16="http://schemas.microsoft.com/office/drawing/2014/main" id="{17FD90AE-B470-36E2-71E1-EFA0A7CD2049}"/>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74342379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37DB8-6705-C543-2987-2EA1553A2194}"/>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E17BCA43-9771-0E82-B404-B1B3C9E70317}"/>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F3D652FD-D53B-7DE1-D1BA-3A1A74C673BD}"/>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D18F02F0-5509-4605-B9CE-1A029C995F2D}"/>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054B58C-1BF8-7232-FEC8-71A6891E5190}"/>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920928A4-B4D6-E16E-F64F-5A9F5044741C}"/>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6C541FE3-6989-C2A1-763F-D9624AD17131}"/>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F320D864-2DBE-8877-7205-2B820FE774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221F205B-3096-B692-D7E4-6E4CC2BA3670}"/>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C6669869-A379-616A-23CF-2FDEE8374096}"/>
              </a:ext>
            </a:extLst>
          </p:cNvPr>
          <p:cNvGrpSpPr/>
          <p:nvPr/>
        </p:nvGrpSpPr>
        <p:grpSpPr>
          <a:xfrm>
            <a:off x="884329" y="2228755"/>
            <a:ext cx="5080838" cy="3303240"/>
            <a:chOff x="884329" y="2228755"/>
            <a:chExt cx="5080838" cy="3303240"/>
          </a:xfrm>
        </p:grpSpPr>
        <p:grpSp>
          <p:nvGrpSpPr>
            <p:cNvPr id="25" name="グループ化 24">
              <a:extLst>
                <a:ext uri="{FF2B5EF4-FFF2-40B4-BE49-F238E27FC236}">
                  <a16:creationId xmlns:a16="http://schemas.microsoft.com/office/drawing/2014/main" id="{300D776C-BC95-C121-0472-56D322F24C63}"/>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2BC74041-8EA1-7B2C-361B-655886D6569E}"/>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02B4CDAD-66B2-B312-C9A5-BEDDB7C4FDBE}"/>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71E2C205-D8C1-0C37-4807-80B066C0FE23}"/>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B85B1F51-337C-6EE1-A751-92E9B0B768AD}"/>
                </a:ext>
              </a:extLst>
            </p:cNvPr>
            <p:cNvSpPr txBox="1"/>
            <p:nvPr/>
          </p:nvSpPr>
          <p:spPr>
            <a:xfrm>
              <a:off x="2337251" y="2603910"/>
              <a:ext cx="3627916"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2" name="テキスト ボックス 21">
              <a:extLst>
                <a:ext uri="{FF2B5EF4-FFF2-40B4-BE49-F238E27FC236}">
                  <a16:creationId xmlns:a16="http://schemas.microsoft.com/office/drawing/2014/main" id="{15437803-FB68-49B1-461C-BABC280C7562}"/>
                </a:ext>
              </a:extLst>
            </p:cNvPr>
            <p:cNvSpPr txBox="1"/>
            <p:nvPr/>
          </p:nvSpPr>
          <p:spPr>
            <a:xfrm>
              <a:off x="2253712" y="3547630"/>
              <a:ext cx="2523448"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1</a:t>
              </a:r>
              <a:r>
                <a:rPr lang="ja-JP" altLang="en-US" sz="4000" b="1" dirty="0">
                  <a:solidFill>
                    <a:schemeClr val="bg1">
                      <a:lumMod val="95000"/>
                    </a:schemeClr>
                  </a:solidFill>
                  <a:latin typeface="02流線形 Bold" pitchFamily="2" charset="-128"/>
                  <a:ea typeface="02流線形 Bold" pitchFamily="2" charset="-128"/>
                </a:rPr>
                <a:t>人</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A8C27360-0B69-8604-4268-30708D08517F}"/>
                </a:ext>
              </a:extLst>
            </p:cNvPr>
            <p:cNvSpPr txBox="1"/>
            <p:nvPr/>
          </p:nvSpPr>
          <p:spPr>
            <a:xfrm>
              <a:off x="2106912" y="4541918"/>
              <a:ext cx="2236510"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全員</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grpSp>
      <p:grpSp>
        <p:nvGrpSpPr>
          <p:cNvPr id="26" name="グループ化 25">
            <a:extLst>
              <a:ext uri="{FF2B5EF4-FFF2-40B4-BE49-F238E27FC236}">
                <a16:creationId xmlns:a16="http://schemas.microsoft.com/office/drawing/2014/main" id="{FB89A78B-1D46-C3AA-E7A7-0D4B03E97A52}"/>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E805A093-F8DE-6B42-2DAD-3A3215828461}"/>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6A5EDFDA-0392-8C86-DEB0-41CBCB16CE6A}"/>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845BF0A-9799-CD5B-32C4-AE7D022C337C}"/>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472343492"/>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87D82-E00D-43BF-F6A0-003BF0A5F02D}"/>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8CB10CC5-EB4D-CCD1-76BE-139E8369CF41}"/>
              </a:ext>
            </a:extLst>
          </p:cNvPr>
          <p:cNvSpPr/>
          <p:nvPr/>
        </p:nvSpPr>
        <p:spPr>
          <a:xfrm>
            <a:off x="0" y="1800592"/>
            <a:ext cx="12192000" cy="3659134"/>
          </a:xfrm>
          <a:prstGeom prst="rect">
            <a:avLst/>
          </a:prstGeom>
          <a:gradFill flip="none" rotWithShape="1">
            <a:gsLst>
              <a:gs pos="3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DB6F851C-34BE-0C32-5AE9-AA99A9EDACA1}"/>
              </a:ext>
            </a:extLst>
          </p:cNvPr>
          <p:cNvSpPr txBox="1"/>
          <p:nvPr/>
        </p:nvSpPr>
        <p:spPr>
          <a:xfrm>
            <a:off x="5136442" y="2022311"/>
            <a:ext cx="1919115"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最大</a:t>
            </a:r>
          </a:p>
        </p:txBody>
      </p:sp>
      <p:grpSp>
        <p:nvGrpSpPr>
          <p:cNvPr id="12" name="グループ化 11">
            <a:extLst>
              <a:ext uri="{FF2B5EF4-FFF2-40B4-BE49-F238E27FC236}">
                <a16:creationId xmlns:a16="http://schemas.microsoft.com/office/drawing/2014/main" id="{27449856-EBC1-C28E-A7BF-F4683BB26B46}"/>
              </a:ext>
            </a:extLst>
          </p:cNvPr>
          <p:cNvGrpSpPr/>
          <p:nvPr/>
        </p:nvGrpSpPr>
        <p:grpSpPr>
          <a:xfrm>
            <a:off x="1644061" y="3215309"/>
            <a:ext cx="8903876" cy="707886"/>
            <a:chOff x="1719571" y="274515"/>
            <a:chExt cx="4262430" cy="338877"/>
          </a:xfrm>
        </p:grpSpPr>
        <p:grpSp>
          <p:nvGrpSpPr>
            <p:cNvPr id="13" name="グループ化 12">
              <a:extLst>
                <a:ext uri="{FF2B5EF4-FFF2-40B4-BE49-F238E27FC236}">
                  <a16:creationId xmlns:a16="http://schemas.microsoft.com/office/drawing/2014/main" id="{AD95042C-D9C8-5BF9-07FC-3653C50EBF93}"/>
                </a:ext>
              </a:extLst>
            </p:cNvPr>
            <p:cNvGrpSpPr/>
            <p:nvPr/>
          </p:nvGrpSpPr>
          <p:grpSpPr>
            <a:xfrm>
              <a:off x="1719571" y="274517"/>
              <a:ext cx="3092165" cy="338875"/>
              <a:chOff x="1719571" y="215382"/>
              <a:chExt cx="3888059" cy="426098"/>
            </a:xfrm>
          </p:grpSpPr>
          <p:sp>
            <p:nvSpPr>
              <p:cNvPr id="21" name="平行四辺形 20">
                <a:extLst>
                  <a:ext uri="{FF2B5EF4-FFF2-40B4-BE49-F238E27FC236}">
                    <a16:creationId xmlns:a16="http://schemas.microsoft.com/office/drawing/2014/main" id="{9F6B3BAF-C8D7-C558-CD15-37EB1116C4F0}"/>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平行四辺形 21">
                <a:extLst>
                  <a:ext uri="{FF2B5EF4-FFF2-40B4-BE49-F238E27FC236}">
                    <a16:creationId xmlns:a16="http://schemas.microsoft.com/office/drawing/2014/main" id="{F1570463-EA76-2C81-1CC0-672EE1BADB9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平行四辺形 23">
                <a:extLst>
                  <a:ext uri="{FF2B5EF4-FFF2-40B4-BE49-F238E27FC236}">
                    <a16:creationId xmlns:a16="http://schemas.microsoft.com/office/drawing/2014/main" id="{36F9F02F-6629-9B6E-B378-3E5486D7F8D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平行四辺形 25">
                <a:extLst>
                  <a:ext uri="{FF2B5EF4-FFF2-40B4-BE49-F238E27FC236}">
                    <a16:creationId xmlns:a16="http://schemas.microsoft.com/office/drawing/2014/main" id="{C7A7E1E8-1A45-BE84-B0FE-1BB7E46F6248}"/>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平行四辺形 24">
                <a:extLst>
                  <a:ext uri="{FF2B5EF4-FFF2-40B4-BE49-F238E27FC236}">
                    <a16:creationId xmlns:a16="http://schemas.microsoft.com/office/drawing/2014/main" id="{764A152E-D588-89CE-7C0C-3EDBFE5A169B}"/>
                  </a:ext>
                </a:extLst>
              </p:cNvPr>
              <p:cNvSpPr/>
              <p:nvPr/>
            </p:nvSpPr>
            <p:spPr>
              <a:xfrm>
                <a:off x="475195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4" name="平行四辺形 13">
              <a:extLst>
                <a:ext uri="{FF2B5EF4-FFF2-40B4-BE49-F238E27FC236}">
                  <a16:creationId xmlns:a16="http://schemas.microsoft.com/office/drawing/2014/main" id="{81EBA971-C114-98AF-DA44-5033F804FCCB}"/>
                </a:ext>
              </a:extLst>
            </p:cNvPr>
            <p:cNvSpPr/>
            <p:nvPr/>
          </p:nvSpPr>
          <p:spPr>
            <a:xfrm>
              <a:off x="4724774" y="274515"/>
              <a:ext cx="680520" cy="338875"/>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平行四辺形 19">
              <a:extLst>
                <a:ext uri="{FF2B5EF4-FFF2-40B4-BE49-F238E27FC236}">
                  <a16:creationId xmlns:a16="http://schemas.microsoft.com/office/drawing/2014/main" id="{8025C8E7-A2A8-79D6-BFD9-039A18D44BF3}"/>
                </a:ext>
              </a:extLst>
            </p:cNvPr>
            <p:cNvSpPr/>
            <p:nvPr/>
          </p:nvSpPr>
          <p:spPr>
            <a:xfrm>
              <a:off x="5301481" y="274515"/>
              <a:ext cx="680520" cy="338875"/>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Tree>
    <p:extLst>
      <p:ext uri="{BB962C8B-B14F-4D97-AF65-F5344CB8AC3E}">
        <p14:creationId xmlns:p14="http://schemas.microsoft.com/office/powerpoint/2010/main" val="3917434677"/>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9D4BC-4F98-1495-BE87-0F38AB105AAE}"/>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58D2B9AC-D289-85F7-4D29-F0F610F08793}"/>
              </a:ext>
            </a:extLst>
          </p:cNvPr>
          <p:cNvSpPr/>
          <p:nvPr/>
        </p:nvSpPr>
        <p:spPr>
          <a:xfrm>
            <a:off x="0" y="1800592"/>
            <a:ext cx="12192000" cy="3659134"/>
          </a:xfrm>
          <a:prstGeom prst="rect">
            <a:avLst/>
          </a:prstGeom>
          <a:gradFill flip="none" rotWithShape="1">
            <a:gsLst>
              <a:gs pos="3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C7B269F-8556-9618-3D2F-D58B8F0E1815}"/>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1" name="平行四辺形 20">
            <a:extLst>
              <a:ext uri="{FF2B5EF4-FFF2-40B4-BE49-F238E27FC236}">
                <a16:creationId xmlns:a16="http://schemas.microsoft.com/office/drawing/2014/main" id="{96882AA0-B734-CD8C-B633-3694C4911C61}"/>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3" name="グループ化 2">
            <a:extLst>
              <a:ext uri="{FF2B5EF4-FFF2-40B4-BE49-F238E27FC236}">
                <a16:creationId xmlns:a16="http://schemas.microsoft.com/office/drawing/2014/main" id="{0F0904DF-8E68-EA90-B397-F376E43B30C6}"/>
              </a:ext>
            </a:extLst>
          </p:cNvPr>
          <p:cNvGrpSpPr/>
          <p:nvPr/>
        </p:nvGrpSpPr>
        <p:grpSpPr>
          <a:xfrm>
            <a:off x="4954530" y="4393456"/>
            <a:ext cx="2324674" cy="801291"/>
            <a:chOff x="8047249" y="4431717"/>
            <a:chExt cx="2324674" cy="801291"/>
          </a:xfrm>
        </p:grpSpPr>
        <p:sp>
          <p:nvSpPr>
            <p:cNvPr id="15" name="矢印: 五方向 14">
              <a:extLst>
                <a:ext uri="{FF2B5EF4-FFF2-40B4-BE49-F238E27FC236}">
                  <a16:creationId xmlns:a16="http://schemas.microsoft.com/office/drawing/2014/main" id="{44ADBCEE-304F-55EC-4ABC-F3869E3C4FAF}"/>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2" name="テキスト ボックス 1">
              <a:extLst>
                <a:ext uri="{FF2B5EF4-FFF2-40B4-BE49-F238E27FC236}">
                  <a16:creationId xmlns:a16="http://schemas.microsoft.com/office/drawing/2014/main" id="{B38C01BB-CF7E-6044-B5FC-DB6B6D195B77}"/>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60994975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B2CCFBA6-5A43-608D-60E1-0BC767097F21}"/>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807ABE02-2A51-5DF3-DF03-CAE488FA4CE8}"/>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152" name="図 151">
            <a:extLst>
              <a:ext uri="{FF2B5EF4-FFF2-40B4-BE49-F238E27FC236}">
                <a16:creationId xmlns:a16="http://schemas.microsoft.com/office/drawing/2014/main" id="{641A7932-DB7A-8D68-EDCF-C7C3DCB74AA7}"/>
              </a:ext>
            </a:extLst>
          </p:cNvPr>
          <p:cNvPicPr>
            <a:picLocks noChangeAspect="1"/>
          </p:cNvPicPr>
          <p:nvPr/>
        </p:nvPicPr>
        <p:blipFill>
          <a:blip r:embed="rId4">
            <a:extLst>
              <a:ext uri="{28A0092B-C50C-407E-A947-70E740481C1C}">
                <a14:useLocalDpi xmlns:a14="http://schemas.microsoft.com/office/drawing/2010/main" val="0"/>
              </a:ext>
            </a:extLst>
          </a:blip>
          <a:srcRect r="41805"/>
          <a:stretch>
            <a:fillRect/>
          </a:stretch>
        </p:blipFill>
        <p:spPr>
          <a:xfrm>
            <a:off x="7614157" y="4594296"/>
            <a:ext cx="1122327" cy="1343904"/>
          </a:xfrm>
          <a:prstGeom prst="rect">
            <a:avLst/>
          </a:prstGeom>
        </p:spPr>
      </p:pic>
      <p:grpSp>
        <p:nvGrpSpPr>
          <p:cNvPr id="41" name="グループ化 40">
            <a:extLst>
              <a:ext uri="{FF2B5EF4-FFF2-40B4-BE49-F238E27FC236}">
                <a16:creationId xmlns:a16="http://schemas.microsoft.com/office/drawing/2014/main" id="{75F7412A-746A-F03E-66FC-4D8F4217F597}"/>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885B4222-3C4D-CED7-3A6C-C2C265A5FD03}"/>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4864CE9E-E951-0AFE-9331-CDAC09922A0D}"/>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BC799B9-1964-5962-0A9E-50835711331D}"/>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9E9A331E-7E83-7776-09F4-6233938F372D}"/>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A08B8B43-3730-3635-B6D5-0A6B8045DF3B}"/>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F9F54722-DA59-6A04-273F-A378FF5E46C7}"/>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072A0197-D586-5D4C-44BD-4FEF616204D3}"/>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22E929E7-1E0D-A8A4-6875-381C71CAA4EC}"/>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14B0BF4F-6AB1-4F9B-01D8-6328FC0C0C4D}"/>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03A7C779-4519-8202-7F98-47786B20DDB9}"/>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57475282-83C4-00E4-64AE-1AFA7974B25C}"/>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AE0587CF-02AD-5FEA-AE64-E180583E0E3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4B89E113-8B71-1398-BE6D-FE2D6928352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AF68641-A9BD-CE7E-525B-4366F8B5AA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E4FC759C-A8AC-149E-1238-851D053DE54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4F971C24-CBC5-B049-C93B-84B3B8CDDC3A}"/>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6FED4CC7-5084-C1F3-35D7-EFE4464911E1}"/>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B18BDFA9-00BF-2717-CA58-AE7B4428F000}"/>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10" name="四角形: 角を丸くする 9">
            <a:extLst>
              <a:ext uri="{FF2B5EF4-FFF2-40B4-BE49-F238E27FC236}">
                <a16:creationId xmlns:a16="http://schemas.microsoft.com/office/drawing/2014/main" id="{B1BD5BED-65F3-8387-8932-55B9D510D386}"/>
              </a:ext>
            </a:extLst>
          </p:cNvPr>
          <p:cNvSpPr/>
          <p:nvPr/>
        </p:nvSpPr>
        <p:spPr>
          <a:xfrm>
            <a:off x="1994263" y="4192552"/>
            <a:ext cx="6742221"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7B8BE597-5B04-06E3-D809-1A0173BF3AA3}"/>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6C8C0CB1-C263-3FFA-93B7-737FA9E4E835}"/>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54FD5AE5-4080-7BAF-6A40-7A17CEB3F64C}"/>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2D0A99ED-D062-3D36-4CD3-C19A25B076F1}"/>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C977AA83-0D61-083A-7DB4-6EC19BAE9324}"/>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78C90B37-D777-1F9B-873E-B03D79222913}"/>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5EF9993F-28EB-44D0-91EF-23A987851E80}"/>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B2ADB293-DD9E-CF22-F30E-8749DD08DE84}"/>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7CA29491-6290-E27D-12E2-D3943AA572DC}"/>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FAE86668-B5F5-E1B1-DAC9-C9345F64DF93}"/>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4DAD06FA-EA7B-2A48-CBED-E022692119D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73FFEFC2-E446-B421-6534-D55971DDE09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1C3487C2-3064-D10C-36C1-72A6E94748CE}"/>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648558EB-1D96-372D-BCAF-0497425C3FEE}"/>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A6B71AFA-6C57-67D4-1DE5-E9F08252ADE1}"/>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D7277F43-45ED-8429-615C-D41DB20032D7}"/>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E9F3C848-D3D5-7CE0-9ADF-7F806495BE50}"/>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AC52A68A-7782-D707-D846-D72E768F6D06}"/>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08A552C1-830B-8A0C-6C80-62ED86FBA5B0}"/>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115B98BF-C375-98A1-ED4C-1B81F5B9CE37}"/>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7F9D3623-C566-9029-5722-515DC6B88AE3}"/>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466BBDEB-AB69-62FE-E99F-9903257739AC}"/>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30E2F355-0CEE-4307-C9F9-24D82C9C09D6}"/>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587DEB94-A8FF-6B6D-5A2B-D396BF97D3A8}"/>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EF464BD0-9574-6272-6D2A-166EB661BCD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AFA6D9CF-F025-AA5B-7998-60666B62DA4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E7248C77-B346-B722-9BEB-0C98BA00C8C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2A948885-3FD4-DC93-1263-AF86CDCBF07E}"/>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1AA36CE1-4EDA-C78F-1997-E4218727C7F9}"/>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E92228CD-B536-C79C-8808-E0E5F7E1B2EF}"/>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CD6D5E09-CC67-89A3-61F1-6D6AC3770ECC}"/>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E67427D1-9392-48F2-ABB7-837A08E32659}"/>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835FDE34-C2F9-CAF2-FCE9-3BE6F58089E4}"/>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sp>
        <p:nvSpPr>
          <p:cNvPr id="13" name="四角形: 角を丸くする 12">
            <a:extLst>
              <a:ext uri="{FF2B5EF4-FFF2-40B4-BE49-F238E27FC236}">
                <a16:creationId xmlns:a16="http://schemas.microsoft.com/office/drawing/2014/main" id="{9450AFFD-C3EF-BF83-2C5B-6034DB4F8EBB}"/>
              </a:ext>
            </a:extLst>
          </p:cNvPr>
          <p:cNvSpPr/>
          <p:nvPr/>
        </p:nvSpPr>
        <p:spPr>
          <a:xfrm>
            <a:off x="4335706" y="4137345"/>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3" name="グループ化 102">
            <a:extLst>
              <a:ext uri="{FF2B5EF4-FFF2-40B4-BE49-F238E27FC236}">
                <a16:creationId xmlns:a16="http://schemas.microsoft.com/office/drawing/2014/main" id="{B43B6425-C439-AB44-0AD8-75DB8316F62C}"/>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A56C98BA-2ED6-97DB-980C-5A811D63AF09}"/>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3F2B1FB8-5696-F9A2-C60F-ADE7B04F8A4C}"/>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7361279F-3991-B61F-0E8E-390D4FC0F765}"/>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7F0D0F2E-CEFF-53BB-C353-D673098F46B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C3182CFC-34B2-7DF9-E3A2-587A7A2AAE63}"/>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BA6414A0-8E42-C9FC-4DB8-5362D8E1BC36}"/>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141A771C-F46A-623D-C768-CA54A50AF882}"/>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07059A0C-62CE-F67F-216A-E7571B7A77B3}"/>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7B5B0E31-48AC-1845-9A20-A730B3881BF5}"/>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5A9D695F-943D-DE7B-EC1F-75ACB3AE9FF9}"/>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BCC17431-A18E-4192-8D52-200D4D827C66}"/>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10A0BA8C-E47A-7F0C-F3D8-A545D83DEB04}"/>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047D82BD-D291-403A-5657-685A4D89F3B6}"/>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C50A03F7-65DD-E8A9-2E53-D2182AEDA52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11514797-CDF6-E5BD-F546-0EB50DC1A035}"/>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2E0ECA1D-CC55-7CA3-6070-E09B83B783AD}"/>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90C37C7A-69AE-A04F-DC95-C9E93C3D1064}"/>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E24043AD-636D-1A90-2E08-1CD64F044338}"/>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4F7F8FFF-64F0-8222-3093-7F55191C1F4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FAB2D1C7-D360-0E69-156B-497C85825F5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F6620F4C-757D-EE0A-07B3-18C0207212EE}"/>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EA0ED1B2-86C7-FE41-358A-5A2AF8247547}"/>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A8FDDB49-DBD3-AF33-31CD-6A17012BEF24}"/>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E4813F7E-1ED0-ED18-956D-009DE0B9372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12192847-4A3F-B56D-E377-EA33BD0933A2}"/>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1665D4D9-F9AB-CDE1-9281-4FA0EB22FD5A}"/>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2F8B55C8-21A1-0C5F-E992-6C8E6C58CE70}"/>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D1B063D7-C35A-D9CF-611B-F4982DB7AD76}"/>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2955F71A-C75D-243A-18E7-FC4E95068807}"/>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9F635F4F-B48D-61BD-DB96-CE893A27E48B}"/>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50CD2228-7990-AD66-D602-A15D1066B64A}"/>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F45BAB08-182D-0765-4054-6D0754E3B6F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3C1AB4A7-BFE2-43CC-A303-44CDA75598E0}"/>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4D8481EB-BC83-BE0A-AD36-D909A920595B}"/>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959BE22F-DF41-57AF-0CC8-579A938B175E}"/>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F6D19D15-E165-C878-D2CC-F14199D0CDD6}"/>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7E8F66AC-2420-40FC-1D17-D2890A9A611A}"/>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C3F879A9-CF72-511A-1750-6F2ED4F23D0F}"/>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6A730C02-D443-DB69-56BA-FE432863FAC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9BF6AF58-0CD3-3479-BE8A-51F75470FB25}"/>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F818E39B-C150-F308-0041-5CEF99AF4C09}"/>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83C12D87-D785-D21F-BCC0-AE451146E3CD}"/>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AEBEC14F-F98B-60C1-91C4-D17BAA54B38A}"/>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D791F4DB-7F6D-5512-4ED5-EB7E705B58DE}"/>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5C834E9A-D904-24B9-0155-28F9A520AF9C}"/>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B13C391D-527F-8ACB-6A62-A202A98E705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B1B83E17-82BA-1FC3-2D0D-F5052CBD1864}"/>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4F755E86-0E87-8406-0EFD-BEA60AC09DC4}"/>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AB82357A-527B-6BD8-E4F4-8703DD4F9BF0}"/>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6C42249D-AC6A-16C2-1F29-C1D75FB4C0EC}"/>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E91C4D25-4628-40CD-403F-4DDB1C229557}"/>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EF016CDE-E5B8-4B4F-3410-359D3B8C692C}"/>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43E892AD-B12E-2F92-FF01-05AEF2CEF8A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555666CF-8B51-41D0-1B39-4F46FF6E356F}"/>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98C27ED1-D8DE-DD0D-AD1F-86C2142C4E7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159" name="テキスト ボックス 158">
            <a:extLst>
              <a:ext uri="{FF2B5EF4-FFF2-40B4-BE49-F238E27FC236}">
                <a16:creationId xmlns:a16="http://schemas.microsoft.com/office/drawing/2014/main" id="{D249ADF9-F956-EDE6-C140-A8B06978881A}"/>
              </a:ext>
            </a:extLst>
          </p:cNvPr>
          <p:cNvSpPr txBox="1"/>
          <p:nvPr/>
        </p:nvSpPr>
        <p:spPr>
          <a:xfrm>
            <a:off x="1921312" y="865320"/>
            <a:ext cx="3305713" cy="369332"/>
          </a:xfrm>
          <a:prstGeom prst="rect">
            <a:avLst/>
          </a:prstGeom>
          <a:noFill/>
        </p:spPr>
        <p:txBody>
          <a:bodyPr wrap="none" rtlCol="0">
            <a:spAutoFit/>
          </a:bodyPr>
          <a:lstStyle/>
          <a:p>
            <a:r>
              <a:rPr kumimoji="1" lang="ja-JP" altLang="en-US"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dirty="0">
                <a:solidFill>
                  <a:schemeClr val="bg1">
                    <a:lumMod val="95000"/>
                  </a:schemeClr>
                </a:solidFill>
                <a:latin typeface="HGS明朝E" panose="02020900000000000000" pitchFamily="18" charset="-128"/>
                <a:ea typeface="HGS明朝E" panose="02020900000000000000" pitchFamily="18" charset="-128"/>
              </a:rPr>
              <a:t>/</a:t>
            </a:r>
            <a:r>
              <a:rPr lang="ja-JP" altLang="en-US"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dirty="0">
                <a:solidFill>
                  <a:schemeClr val="bg1">
                    <a:lumMod val="95000"/>
                  </a:schemeClr>
                </a:solidFill>
                <a:latin typeface="HGS明朝E" panose="02020900000000000000" pitchFamily="18" charset="-128"/>
                <a:ea typeface="HGS明朝E" panose="02020900000000000000" pitchFamily="18" charset="-128"/>
              </a:rPr>
              <a:t>入れ替え</a:t>
            </a:r>
          </a:p>
        </p:txBody>
      </p:sp>
    </p:spTree>
    <p:extLst>
      <p:ext uri="{BB962C8B-B14F-4D97-AF65-F5344CB8AC3E}">
        <p14:creationId xmlns:p14="http://schemas.microsoft.com/office/powerpoint/2010/main" val="4029722265"/>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CC628-F204-183D-4987-4911844113AE}"/>
            </a:ext>
          </a:extLst>
        </p:cNvPr>
        <p:cNvGrpSpPr/>
        <p:nvPr/>
      </p:nvGrpSpPr>
      <p:grpSpPr>
        <a:xfrm>
          <a:off x="0" y="0"/>
          <a:ext cx="0" cy="0"/>
          <a:chOff x="0" y="0"/>
          <a:chExt cx="0" cy="0"/>
        </a:xfrm>
      </p:grpSpPr>
      <p:cxnSp>
        <p:nvCxnSpPr>
          <p:cNvPr id="77" name="直線コネクタ 76">
            <a:extLst>
              <a:ext uri="{FF2B5EF4-FFF2-40B4-BE49-F238E27FC236}">
                <a16:creationId xmlns:a16="http://schemas.microsoft.com/office/drawing/2014/main" id="{42FE4EBD-73E8-C08E-B3AD-83BDAE14682B}"/>
              </a:ext>
            </a:extLst>
          </p:cNvPr>
          <p:cNvCxnSpPr>
            <a:cxnSpLocks/>
            <a:stCxn id="45" idx="6"/>
            <a:endCxn id="48" idx="2"/>
          </p:cNvCxnSpPr>
          <p:nvPr/>
        </p:nvCxnSpPr>
        <p:spPr>
          <a:xfrm>
            <a:off x="4052275"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B60B061B-010C-2C32-24B6-C252246A6EBC}"/>
              </a:ext>
            </a:extLst>
          </p:cNvPr>
          <p:cNvSpPr/>
          <p:nvPr/>
        </p:nvSpPr>
        <p:spPr>
          <a:xfrm>
            <a:off x="-307971"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FDDAB0DA-E46C-95FF-47CC-F98C3178FAEE}"/>
              </a:ext>
            </a:extLst>
          </p:cNvPr>
          <p:cNvSpPr/>
          <p:nvPr/>
        </p:nvSpPr>
        <p:spPr>
          <a:xfrm>
            <a:off x="1029479"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2F68731A-8150-81D4-773E-58658AE7030F}"/>
              </a:ext>
            </a:extLst>
          </p:cNvPr>
          <p:cNvSpPr/>
          <p:nvPr/>
        </p:nvSpPr>
        <p:spPr>
          <a:xfrm>
            <a:off x="7429320" y="5881158"/>
            <a:ext cx="1144552" cy="46669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0DA2C282-61B8-436B-287D-AA8295605BDE}"/>
              </a:ext>
            </a:extLst>
          </p:cNvPr>
          <p:cNvSpPr/>
          <p:nvPr/>
        </p:nvSpPr>
        <p:spPr>
          <a:xfrm>
            <a:off x="6364643"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E90805DC-E392-4F5C-45D0-60F372584277}"/>
              </a:ext>
            </a:extLst>
          </p:cNvPr>
          <p:cNvSpPr/>
          <p:nvPr/>
        </p:nvSpPr>
        <p:spPr>
          <a:xfrm>
            <a:off x="429205" y="5643916"/>
            <a:ext cx="6136930"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E41D2C71-6B12-C384-83A4-C20972957120}"/>
              </a:ext>
            </a:extLst>
          </p:cNvPr>
          <p:cNvSpPr/>
          <p:nvPr/>
        </p:nvSpPr>
        <p:spPr>
          <a:xfrm>
            <a:off x="2889059" y="2422007"/>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148B6B44-100D-C59A-F061-BE376353317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3EF25BC5-9B50-4542-3E4E-B3E20E990EAB}"/>
              </a:ext>
            </a:extLst>
          </p:cNvPr>
          <p:cNvSpPr/>
          <p:nvPr/>
        </p:nvSpPr>
        <p:spPr>
          <a:xfrm>
            <a:off x="4615934"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55A241C0-3CFE-4A3C-8A8D-38C0061BE0C2}"/>
              </a:ext>
            </a:extLst>
          </p:cNvPr>
          <p:cNvCxnSpPr>
            <a:cxnSpLocks/>
            <a:stCxn id="47" idx="6"/>
            <a:endCxn id="3" idx="2"/>
          </p:cNvCxnSpPr>
          <p:nvPr/>
        </p:nvCxnSpPr>
        <p:spPr>
          <a:xfrm flipV="1">
            <a:off x="-974658"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3111E463-1616-D139-0BA9-EA7EC8041DC3}"/>
              </a:ext>
            </a:extLst>
          </p:cNvPr>
          <p:cNvCxnSpPr>
            <a:cxnSpLocks/>
            <a:stCxn id="19" idx="1"/>
            <a:endCxn id="3" idx="5"/>
          </p:cNvCxnSpPr>
          <p:nvPr/>
        </p:nvCxnSpPr>
        <p:spPr>
          <a:xfrm flipH="1" flipV="1">
            <a:off x="684896"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3E16AEA2-95E4-CBDA-E8DB-8F4C5620B653}"/>
              </a:ext>
            </a:extLst>
          </p:cNvPr>
          <p:cNvCxnSpPr>
            <a:cxnSpLocks/>
            <a:stCxn id="19" idx="7"/>
            <a:endCxn id="45" idx="2"/>
          </p:cNvCxnSpPr>
          <p:nvPr/>
        </p:nvCxnSpPr>
        <p:spPr>
          <a:xfrm flipV="1">
            <a:off x="2022346" y="3003615"/>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046A7D19-AEBD-1906-874F-0E82D7A51070}"/>
              </a:ext>
            </a:extLst>
          </p:cNvPr>
          <p:cNvCxnSpPr>
            <a:cxnSpLocks/>
            <a:stCxn id="48" idx="6"/>
            <a:endCxn id="31" idx="2"/>
          </p:cNvCxnSpPr>
          <p:nvPr/>
        </p:nvCxnSpPr>
        <p:spPr>
          <a:xfrm flipV="1">
            <a:off x="5779150"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31CA40C2-BB8D-95B6-613C-50713DB3E819}"/>
              </a:ext>
            </a:extLst>
          </p:cNvPr>
          <p:cNvGrpSpPr/>
          <p:nvPr/>
        </p:nvGrpSpPr>
        <p:grpSpPr>
          <a:xfrm>
            <a:off x="3050369" y="1541955"/>
            <a:ext cx="840596" cy="833567"/>
            <a:chOff x="1367715" y="1890973"/>
            <a:chExt cx="840596" cy="833567"/>
          </a:xfrm>
        </p:grpSpPr>
        <p:sp>
          <p:nvSpPr>
            <p:cNvPr id="88" name="吹き出し: 円形 87">
              <a:extLst>
                <a:ext uri="{FF2B5EF4-FFF2-40B4-BE49-F238E27FC236}">
                  <a16:creationId xmlns:a16="http://schemas.microsoft.com/office/drawing/2014/main" id="{A8BC83C5-8DE1-D61C-C918-1777D1508CAF}"/>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DB703345-5A35-E45E-6ADE-DFACEFEF70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04B4C405-5DC8-60CA-B5EB-CF28909FD816}"/>
              </a:ext>
            </a:extLst>
          </p:cNvPr>
          <p:cNvSpPr/>
          <p:nvPr/>
        </p:nvSpPr>
        <p:spPr>
          <a:xfrm>
            <a:off x="6081503" y="2473614"/>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7" name="グループ化 6">
            <a:extLst>
              <a:ext uri="{FF2B5EF4-FFF2-40B4-BE49-F238E27FC236}">
                <a16:creationId xmlns:a16="http://schemas.microsoft.com/office/drawing/2014/main" id="{6CD065CE-2CAE-B57A-32ED-5015F068BCB8}"/>
              </a:ext>
            </a:extLst>
          </p:cNvPr>
          <p:cNvGrpSpPr/>
          <p:nvPr/>
        </p:nvGrpSpPr>
        <p:grpSpPr>
          <a:xfrm>
            <a:off x="8822606" y="5833032"/>
            <a:ext cx="2435291" cy="562947"/>
            <a:chOff x="8430208" y="3788228"/>
            <a:chExt cx="2435291" cy="562947"/>
          </a:xfrm>
        </p:grpSpPr>
        <p:sp>
          <p:nvSpPr>
            <p:cNvPr id="49" name="四角形: 角を丸くする 48">
              <a:extLst>
                <a:ext uri="{FF2B5EF4-FFF2-40B4-BE49-F238E27FC236}">
                  <a16:creationId xmlns:a16="http://schemas.microsoft.com/office/drawing/2014/main" id="{ACCFD27E-0BF9-E141-AF8E-428EC0BDDBF1}"/>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テキスト ボックス 49">
              <a:extLst>
                <a:ext uri="{FF2B5EF4-FFF2-40B4-BE49-F238E27FC236}">
                  <a16:creationId xmlns:a16="http://schemas.microsoft.com/office/drawing/2014/main" id="{A469B3E7-568B-9F6E-5663-FB160F79CE81}"/>
                </a:ext>
              </a:extLst>
            </p:cNvPr>
            <p:cNvSpPr txBox="1"/>
            <p:nvPr/>
          </p:nvSpPr>
          <p:spPr>
            <a:xfrm>
              <a:off x="9042559" y="3869646"/>
              <a:ext cx="121058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行動開始</a:t>
              </a:r>
            </a:p>
          </p:txBody>
        </p:sp>
      </p:grpSp>
      <p:grpSp>
        <p:nvGrpSpPr>
          <p:cNvPr id="64" name="グループ化 63">
            <a:extLst>
              <a:ext uri="{FF2B5EF4-FFF2-40B4-BE49-F238E27FC236}">
                <a16:creationId xmlns:a16="http://schemas.microsoft.com/office/drawing/2014/main" id="{A7BE9F08-506E-04D9-EDAB-6700A5E43F63}"/>
              </a:ext>
            </a:extLst>
          </p:cNvPr>
          <p:cNvGrpSpPr/>
          <p:nvPr/>
        </p:nvGrpSpPr>
        <p:grpSpPr>
          <a:xfrm>
            <a:off x="7205693" y="1355396"/>
            <a:ext cx="4348066" cy="3416753"/>
            <a:chOff x="7205693" y="1355396"/>
            <a:chExt cx="4348066" cy="3416753"/>
          </a:xfrm>
        </p:grpSpPr>
        <p:sp>
          <p:nvSpPr>
            <p:cNvPr id="4" name="楕円 3">
              <a:extLst>
                <a:ext uri="{FF2B5EF4-FFF2-40B4-BE49-F238E27FC236}">
                  <a16:creationId xmlns:a16="http://schemas.microsoft.com/office/drawing/2014/main" id="{02F9F79B-8A5A-1654-17F8-49C0831F4A36}"/>
                </a:ext>
              </a:extLst>
            </p:cNvPr>
            <p:cNvSpPr/>
            <p:nvPr/>
          </p:nvSpPr>
          <p:spPr>
            <a:xfrm>
              <a:off x="8153722" y="226578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cxnSp>
          <p:nvCxnSpPr>
            <p:cNvPr id="5" name="直線コネクタ 4">
              <a:extLst>
                <a:ext uri="{FF2B5EF4-FFF2-40B4-BE49-F238E27FC236}">
                  <a16:creationId xmlns:a16="http://schemas.microsoft.com/office/drawing/2014/main" id="{30F8BB9B-EA83-CDED-95A9-C13A589E924A}"/>
                </a:ext>
              </a:extLst>
            </p:cNvPr>
            <p:cNvCxnSpPr>
              <a:cxnSpLocks/>
              <a:stCxn id="4" idx="2"/>
              <a:endCxn id="31" idx="6"/>
            </p:cNvCxnSpPr>
            <p:nvPr/>
          </p:nvCxnSpPr>
          <p:spPr>
            <a:xfrm flipH="1">
              <a:off x="7527859" y="2847392"/>
              <a:ext cx="62586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8" name="グループ化 7">
              <a:extLst>
                <a:ext uri="{FF2B5EF4-FFF2-40B4-BE49-F238E27FC236}">
                  <a16:creationId xmlns:a16="http://schemas.microsoft.com/office/drawing/2014/main" id="{9305D18F-F76B-C20A-D7C4-CC7BBD8E3469}"/>
                </a:ext>
              </a:extLst>
            </p:cNvPr>
            <p:cNvGrpSpPr/>
            <p:nvPr/>
          </p:nvGrpSpPr>
          <p:grpSpPr>
            <a:xfrm>
              <a:off x="7205693" y="1355396"/>
              <a:ext cx="4348066" cy="3416753"/>
              <a:chOff x="7473821" y="371475"/>
              <a:chExt cx="4348066" cy="3416753"/>
            </a:xfrm>
          </p:grpSpPr>
          <p:sp>
            <p:nvSpPr>
              <p:cNvPr id="16" name="四角形: 角を丸くする 15">
                <a:extLst>
                  <a:ext uri="{FF2B5EF4-FFF2-40B4-BE49-F238E27FC236}">
                    <a16:creationId xmlns:a16="http://schemas.microsoft.com/office/drawing/2014/main" id="{439BA785-0EF0-ABC9-E536-205FF853DC9D}"/>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EE869E91-0289-05EE-9EE1-735283FCA813}"/>
                  </a:ext>
                </a:extLst>
              </p:cNvPr>
              <p:cNvGrpSpPr/>
              <p:nvPr/>
            </p:nvGrpSpPr>
            <p:grpSpPr>
              <a:xfrm>
                <a:off x="9883622" y="1019336"/>
                <a:ext cx="1616504" cy="1576846"/>
                <a:chOff x="9893147" y="1019336"/>
                <a:chExt cx="1616504" cy="1576846"/>
              </a:xfrm>
            </p:grpSpPr>
            <p:grpSp>
              <p:nvGrpSpPr>
                <p:cNvPr id="41" name="グループ化 40">
                  <a:extLst>
                    <a:ext uri="{FF2B5EF4-FFF2-40B4-BE49-F238E27FC236}">
                      <a16:creationId xmlns:a16="http://schemas.microsoft.com/office/drawing/2014/main" id="{95900EC6-CB3D-F138-31F2-0A40D1DC697E}"/>
                    </a:ext>
                  </a:extLst>
                </p:cNvPr>
                <p:cNvGrpSpPr/>
                <p:nvPr/>
              </p:nvGrpSpPr>
              <p:grpSpPr>
                <a:xfrm>
                  <a:off x="11153582" y="1019336"/>
                  <a:ext cx="309733" cy="309733"/>
                  <a:chOff x="10988360" y="1302517"/>
                  <a:chExt cx="500867" cy="500867"/>
                </a:xfrm>
              </p:grpSpPr>
              <p:sp>
                <p:nvSpPr>
                  <p:cNvPr id="43" name="四角形: 角を丸くする 42">
                    <a:extLst>
                      <a:ext uri="{FF2B5EF4-FFF2-40B4-BE49-F238E27FC236}">
                        <a16:creationId xmlns:a16="http://schemas.microsoft.com/office/drawing/2014/main" id="{3F51F7CC-AB37-5FB7-3C8D-12FE48560E4C}"/>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6" name="図 45" descr="アイコン&#10;&#10;AI 生成コンテンツは誤りを含む可能性があります。">
                    <a:extLst>
                      <a:ext uri="{FF2B5EF4-FFF2-40B4-BE49-F238E27FC236}">
                        <a16:creationId xmlns:a16="http://schemas.microsoft.com/office/drawing/2014/main" id="{FAC9F05E-F4DE-7F68-9B89-5B7603C2DAE2}"/>
                      </a:ext>
                    </a:extLst>
                  </p:cNvPr>
                  <p:cNvPicPr>
                    <a:picLocks noChangeAspect="1"/>
                  </p:cNvPicPr>
                  <p:nvPr/>
                </p:nvPicPr>
                <p:blipFill>
                  <a:blip r:embed="rId3">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2" name="四角形: 角を丸くする 41">
                  <a:extLst>
                    <a:ext uri="{FF2B5EF4-FFF2-40B4-BE49-F238E27FC236}">
                      <a16:creationId xmlns:a16="http://schemas.microsoft.com/office/drawing/2014/main" id="{DBEAADA9-4FDC-D1F7-5F03-FD0FD74FE7DA}"/>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8" name="テキスト ボックス 17">
                <a:extLst>
                  <a:ext uri="{FF2B5EF4-FFF2-40B4-BE49-F238E27FC236}">
                    <a16:creationId xmlns:a16="http://schemas.microsoft.com/office/drawing/2014/main" id="{737555FA-EB23-C5A9-053B-8D19234103D7}"/>
                  </a:ext>
                </a:extLst>
              </p:cNvPr>
              <p:cNvSpPr txBox="1"/>
              <p:nvPr/>
            </p:nvSpPr>
            <p:spPr>
              <a:xfrm>
                <a:off x="8786077" y="540229"/>
                <a:ext cx="1723549" cy="461665"/>
              </a:xfrm>
              <a:prstGeom prst="rect">
                <a:avLst/>
              </a:prstGeom>
              <a:noFill/>
            </p:spPr>
            <p:txBody>
              <a:bodyPr wrap="none" rtlCol="0">
                <a:spAutoFit/>
              </a:bodyPr>
              <a:lstStyle/>
              <a:p>
                <a:pPr algn="ct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イベント名</a:t>
                </a:r>
              </a:p>
            </p:txBody>
          </p:sp>
          <p:sp>
            <p:nvSpPr>
              <p:cNvPr id="20" name="テキスト ボックス 19">
                <a:extLst>
                  <a:ext uri="{FF2B5EF4-FFF2-40B4-BE49-F238E27FC236}">
                    <a16:creationId xmlns:a16="http://schemas.microsoft.com/office/drawing/2014/main" id="{328BFFA0-BC33-BDC2-31E9-185712700BBA}"/>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21" name="グループ化 20">
                <a:extLst>
                  <a:ext uri="{FF2B5EF4-FFF2-40B4-BE49-F238E27FC236}">
                    <a16:creationId xmlns:a16="http://schemas.microsoft.com/office/drawing/2014/main" id="{F0BDBAA0-489D-D2CB-9B19-AD310187933C}"/>
                  </a:ext>
                </a:extLst>
              </p:cNvPr>
              <p:cNvGrpSpPr/>
              <p:nvPr/>
            </p:nvGrpSpPr>
            <p:grpSpPr>
              <a:xfrm>
                <a:off x="7776406" y="2344251"/>
                <a:ext cx="1814156" cy="458380"/>
                <a:chOff x="8430208" y="3788228"/>
                <a:chExt cx="2435291" cy="562947"/>
              </a:xfrm>
            </p:grpSpPr>
            <p:sp>
              <p:nvSpPr>
                <p:cNvPr id="39" name="四角形: 角を丸くする 38">
                  <a:extLst>
                    <a:ext uri="{FF2B5EF4-FFF2-40B4-BE49-F238E27FC236}">
                      <a16:creationId xmlns:a16="http://schemas.microsoft.com/office/drawing/2014/main" id="{CB216488-1A39-FB53-84D8-DD7A28C4D4C6}"/>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0" name="テキスト ボックス 39">
                  <a:extLst>
                    <a:ext uri="{FF2B5EF4-FFF2-40B4-BE49-F238E27FC236}">
                      <a16:creationId xmlns:a16="http://schemas.microsoft.com/office/drawing/2014/main" id="{3C915BF8-8338-4BB8-83ED-1871322C7173}"/>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22" name="グループ化 21">
                <a:extLst>
                  <a:ext uri="{FF2B5EF4-FFF2-40B4-BE49-F238E27FC236}">
                    <a16:creationId xmlns:a16="http://schemas.microsoft.com/office/drawing/2014/main" id="{C5231689-8AD2-86E5-3A73-852902EEE945}"/>
                  </a:ext>
                </a:extLst>
              </p:cNvPr>
              <p:cNvGrpSpPr/>
              <p:nvPr/>
            </p:nvGrpSpPr>
            <p:grpSpPr>
              <a:xfrm>
                <a:off x="9597293" y="1418282"/>
                <a:ext cx="1963887" cy="1442837"/>
                <a:chOff x="9597293" y="1418282"/>
                <a:chExt cx="1963887" cy="1442837"/>
              </a:xfrm>
            </p:grpSpPr>
            <p:grpSp>
              <p:nvGrpSpPr>
                <p:cNvPr id="26" name="グループ化 25">
                  <a:extLst>
                    <a:ext uri="{FF2B5EF4-FFF2-40B4-BE49-F238E27FC236}">
                      <a16:creationId xmlns:a16="http://schemas.microsoft.com/office/drawing/2014/main" id="{83E78DEF-3339-9817-F092-33392F0FEEA9}"/>
                    </a:ext>
                  </a:extLst>
                </p:cNvPr>
                <p:cNvGrpSpPr/>
                <p:nvPr/>
              </p:nvGrpSpPr>
              <p:grpSpPr>
                <a:xfrm>
                  <a:off x="9597293" y="1418282"/>
                  <a:ext cx="1928732" cy="1442837"/>
                  <a:chOff x="9597293" y="1418282"/>
                  <a:chExt cx="1928732" cy="1442837"/>
                </a:xfrm>
              </p:grpSpPr>
              <p:sp>
                <p:nvSpPr>
                  <p:cNvPr id="33" name="四角形: 角を丸くする 32">
                    <a:extLst>
                      <a:ext uri="{FF2B5EF4-FFF2-40B4-BE49-F238E27FC236}">
                        <a16:creationId xmlns:a16="http://schemas.microsoft.com/office/drawing/2014/main" id="{0F9D3896-0CAF-53ED-DEC9-C41835091259}"/>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四角形: 角を丸くする 33">
                    <a:extLst>
                      <a:ext uri="{FF2B5EF4-FFF2-40B4-BE49-F238E27FC236}">
                        <a16:creationId xmlns:a16="http://schemas.microsoft.com/office/drawing/2014/main" id="{9BBE7CD2-3285-A6B2-7C24-0F342C386490}"/>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四角形: 角を丸くする 34">
                    <a:extLst>
                      <a:ext uri="{FF2B5EF4-FFF2-40B4-BE49-F238E27FC236}">
                        <a16:creationId xmlns:a16="http://schemas.microsoft.com/office/drawing/2014/main" id="{F2F3FDFA-DBA8-6984-C1C8-86702EA079C5}"/>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6" name="矢印: 左 35">
                    <a:extLst>
                      <a:ext uri="{FF2B5EF4-FFF2-40B4-BE49-F238E27FC236}">
                        <a16:creationId xmlns:a16="http://schemas.microsoft.com/office/drawing/2014/main" id="{606099A9-6976-BC44-FFBD-97719E9E53F0}"/>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7" name="グループ化 26">
                  <a:extLst>
                    <a:ext uri="{FF2B5EF4-FFF2-40B4-BE49-F238E27FC236}">
                      <a16:creationId xmlns:a16="http://schemas.microsoft.com/office/drawing/2014/main" id="{A14AA9D6-8C49-305A-ABE9-1C45F4933ED8}"/>
                    </a:ext>
                  </a:extLst>
                </p:cNvPr>
                <p:cNvGrpSpPr/>
                <p:nvPr/>
              </p:nvGrpSpPr>
              <p:grpSpPr>
                <a:xfrm>
                  <a:off x="9854653" y="2362591"/>
                  <a:ext cx="1706527" cy="379187"/>
                  <a:chOff x="9816553" y="2362591"/>
                  <a:chExt cx="1706527" cy="379187"/>
                </a:xfrm>
              </p:grpSpPr>
              <p:sp>
                <p:nvSpPr>
                  <p:cNvPr id="28" name="テキスト ボックス 27">
                    <a:extLst>
                      <a:ext uri="{FF2B5EF4-FFF2-40B4-BE49-F238E27FC236}">
                        <a16:creationId xmlns:a16="http://schemas.microsoft.com/office/drawing/2014/main" id="{461B4AF0-7177-7A09-BF36-09BE9504B061}"/>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9" name="テキスト ボックス 28">
                    <a:extLst>
                      <a:ext uri="{FF2B5EF4-FFF2-40B4-BE49-F238E27FC236}">
                        <a16:creationId xmlns:a16="http://schemas.microsoft.com/office/drawing/2014/main" id="{D701DDB6-B176-3F1D-DCC0-BDF8DECF0372}"/>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2" name="テキスト ボックス 31">
                    <a:extLst>
                      <a:ext uri="{FF2B5EF4-FFF2-40B4-BE49-F238E27FC236}">
                        <a16:creationId xmlns:a16="http://schemas.microsoft.com/office/drawing/2014/main" id="{E232856B-B8FE-AF4F-1A7F-F697F390DC1F}"/>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3" name="直線コネクタ 22">
                <a:extLst>
                  <a:ext uri="{FF2B5EF4-FFF2-40B4-BE49-F238E27FC236}">
                    <a16:creationId xmlns:a16="http://schemas.microsoft.com/office/drawing/2014/main" id="{E0B36EC0-0ED3-5875-283C-1A24B591B06F}"/>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950BDC61-10A7-9C12-3CD6-04871E337AAD}"/>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99D5FC7D-F258-92CA-4A99-A6B5D0641728}"/>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grpSp>
        <p:pic>
          <p:nvPicPr>
            <p:cNvPr id="9" name="図 8">
              <a:extLst>
                <a:ext uri="{FF2B5EF4-FFF2-40B4-BE49-F238E27FC236}">
                  <a16:creationId xmlns:a16="http://schemas.microsoft.com/office/drawing/2014/main" id="{CB2D6544-43DF-2D77-F386-3B386BBDD4CD}"/>
                </a:ext>
              </a:extLst>
            </p:cNvPr>
            <p:cNvPicPr>
              <a:picLocks noChangeAspect="1"/>
            </p:cNvPicPr>
            <p:nvPr/>
          </p:nvPicPr>
          <p:blipFill>
            <a:blip r:embed="rId4">
              <a:biLevel thresh="50000"/>
              <a:extLst>
                <a:ext uri="{28A0092B-C50C-407E-A947-70E740481C1C}">
                  <a14:useLocalDpi xmlns:a14="http://schemas.microsoft.com/office/drawing/2010/main" val="0"/>
                </a:ext>
              </a:extLst>
            </a:blip>
            <a:srcRect l="19344" t="51937" r="52891" b="8707"/>
            <a:stretch>
              <a:fillRect/>
            </a:stretch>
          </p:blipFill>
          <p:spPr>
            <a:xfrm>
              <a:off x="10288489" y="2981285"/>
              <a:ext cx="297738" cy="316521"/>
            </a:xfrm>
            <a:prstGeom prst="rect">
              <a:avLst/>
            </a:prstGeom>
          </p:spPr>
        </p:pic>
        <p:pic>
          <p:nvPicPr>
            <p:cNvPr id="11" name="図 10">
              <a:extLst>
                <a:ext uri="{FF2B5EF4-FFF2-40B4-BE49-F238E27FC236}">
                  <a16:creationId xmlns:a16="http://schemas.microsoft.com/office/drawing/2014/main" id="{E7362164-5620-B1B9-85B5-E730BA6BEC85}"/>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10822981" y="2993929"/>
              <a:ext cx="310304" cy="313030"/>
            </a:xfrm>
            <a:prstGeom prst="rect">
              <a:avLst/>
            </a:prstGeom>
          </p:spPr>
        </p:pic>
        <p:pic>
          <p:nvPicPr>
            <p:cNvPr id="12" name="図 11">
              <a:extLst>
                <a:ext uri="{FF2B5EF4-FFF2-40B4-BE49-F238E27FC236}">
                  <a16:creationId xmlns:a16="http://schemas.microsoft.com/office/drawing/2014/main" id="{A05ACA1A-6BF0-506B-FAD0-F7A0A3B5BC6E}"/>
                </a:ext>
              </a:extLst>
            </p:cNvPr>
            <p:cNvPicPr>
              <a:picLocks noChangeAspect="1"/>
            </p:cNvPicPr>
            <p:nvPr/>
          </p:nvPicPr>
          <p:blipFill>
            <a:blip r:embed="rId4">
              <a:biLevel thresh="50000"/>
              <a:extLst>
                <a:ext uri="{28A0092B-C50C-407E-A947-70E740481C1C}">
                  <a14:useLocalDpi xmlns:a14="http://schemas.microsoft.com/office/drawing/2010/main" val="0"/>
                </a:ext>
              </a:extLst>
            </a:blip>
            <a:srcRect l="14083" t="10604" r="55105" b="45782"/>
            <a:stretch>
              <a:fillRect/>
            </a:stretch>
          </p:blipFill>
          <p:spPr>
            <a:xfrm>
              <a:off x="9748413" y="2994884"/>
              <a:ext cx="289426" cy="307257"/>
            </a:xfrm>
            <a:prstGeom prst="rect">
              <a:avLst/>
            </a:prstGeom>
          </p:spPr>
        </p:pic>
        <p:pic>
          <p:nvPicPr>
            <p:cNvPr id="13" name="図 12">
              <a:extLst>
                <a:ext uri="{FF2B5EF4-FFF2-40B4-BE49-F238E27FC236}">
                  <a16:creationId xmlns:a16="http://schemas.microsoft.com/office/drawing/2014/main" id="{ECD340D7-62F9-D07E-C76C-7FC0EEB3CE42}"/>
                </a:ext>
              </a:extLst>
            </p:cNvPr>
            <p:cNvPicPr>
              <a:picLocks noChangeAspect="1"/>
            </p:cNvPicPr>
            <p:nvPr/>
          </p:nvPicPr>
          <p:blipFill>
            <a:blip r:embed="rId6">
              <a:biLevel thresh="75000"/>
              <a:extLst>
                <a:ext uri="{28A0092B-C50C-407E-A947-70E740481C1C}">
                  <a14:useLocalDpi xmlns:a14="http://schemas.microsoft.com/office/drawing/2010/main" val="0"/>
                </a:ext>
              </a:extLst>
            </a:blip>
            <a:stretch>
              <a:fillRect/>
            </a:stretch>
          </p:blipFill>
          <p:spPr>
            <a:xfrm>
              <a:off x="7406478" y="2267236"/>
              <a:ext cx="1097287" cy="1097287"/>
            </a:xfrm>
            <a:prstGeom prst="rect">
              <a:avLst/>
            </a:prstGeom>
          </p:spPr>
        </p:pic>
        <p:pic>
          <p:nvPicPr>
            <p:cNvPr id="14" name="図 13">
              <a:extLst>
                <a:ext uri="{FF2B5EF4-FFF2-40B4-BE49-F238E27FC236}">
                  <a16:creationId xmlns:a16="http://schemas.microsoft.com/office/drawing/2014/main" id="{30C90151-6716-822C-0E07-ED2F9A9C02B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59712" y="2439814"/>
              <a:ext cx="886478" cy="886478"/>
            </a:xfrm>
            <a:prstGeom prst="rect">
              <a:avLst/>
            </a:prstGeom>
          </p:spPr>
        </p:pic>
        <p:pic>
          <p:nvPicPr>
            <p:cNvPr id="15" name="Picture 2" descr="斜め後ろ クマのイラスト 線なし：イラスト無料">
              <a:extLst>
                <a:ext uri="{FF2B5EF4-FFF2-40B4-BE49-F238E27FC236}">
                  <a16:creationId xmlns:a16="http://schemas.microsoft.com/office/drawing/2014/main" id="{E1F36A37-AD0A-01CE-322F-31BC21938572}"/>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466446" y="2025428"/>
              <a:ext cx="727585" cy="97011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5" name="グループ化 54">
            <a:extLst>
              <a:ext uri="{FF2B5EF4-FFF2-40B4-BE49-F238E27FC236}">
                <a16:creationId xmlns:a16="http://schemas.microsoft.com/office/drawing/2014/main" id="{8C90976E-1E5D-64A5-84DE-DCFBF09DB273}"/>
              </a:ext>
            </a:extLst>
          </p:cNvPr>
          <p:cNvGrpSpPr/>
          <p:nvPr/>
        </p:nvGrpSpPr>
        <p:grpSpPr>
          <a:xfrm rot="651301">
            <a:off x="2074985" y="3233187"/>
            <a:ext cx="560995" cy="489333"/>
            <a:chOff x="2420469" y="2760201"/>
            <a:chExt cx="560995" cy="489333"/>
          </a:xfrm>
        </p:grpSpPr>
        <p:sp>
          <p:nvSpPr>
            <p:cNvPr id="53" name="矢印: 山形 52">
              <a:extLst>
                <a:ext uri="{FF2B5EF4-FFF2-40B4-BE49-F238E27FC236}">
                  <a16:creationId xmlns:a16="http://schemas.microsoft.com/office/drawing/2014/main" id="{993F4AE7-5F14-BBDE-CA46-B81208D56311}"/>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E00E1BE1-8C99-9E74-3AC0-911E4ACF640C}"/>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59" name="楕円 58">
            <a:extLst>
              <a:ext uri="{FF2B5EF4-FFF2-40B4-BE49-F238E27FC236}">
                <a16:creationId xmlns:a16="http://schemas.microsoft.com/office/drawing/2014/main" id="{29C4EE8F-C644-D973-5CF9-222F2DE6D674}"/>
              </a:ext>
            </a:extLst>
          </p:cNvPr>
          <p:cNvSpPr/>
          <p:nvPr/>
        </p:nvSpPr>
        <p:spPr>
          <a:xfrm>
            <a:off x="1023104" y="3628501"/>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60" name="楕円 59">
            <a:extLst>
              <a:ext uri="{FF2B5EF4-FFF2-40B4-BE49-F238E27FC236}">
                <a16:creationId xmlns:a16="http://schemas.microsoft.com/office/drawing/2014/main" id="{877E727A-F318-216E-DA64-6485C6CED760}"/>
              </a:ext>
            </a:extLst>
          </p:cNvPr>
          <p:cNvSpPr/>
          <p:nvPr/>
        </p:nvSpPr>
        <p:spPr>
          <a:xfrm>
            <a:off x="-335100" y="200844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51" name="矢印: 山形 50">
            <a:extLst>
              <a:ext uri="{FF2B5EF4-FFF2-40B4-BE49-F238E27FC236}">
                <a16:creationId xmlns:a16="http://schemas.microsoft.com/office/drawing/2014/main" id="{8C9C5FE0-4971-71E3-45BA-4F7B1AD6B2E8}"/>
              </a:ext>
            </a:extLst>
          </p:cNvPr>
          <p:cNvSpPr/>
          <p:nvPr/>
        </p:nvSpPr>
        <p:spPr>
          <a:xfrm flipH="1">
            <a:off x="598090" y="2472415"/>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pic>
        <p:nvPicPr>
          <p:cNvPr id="62" name="図 61">
            <a:extLst>
              <a:ext uri="{FF2B5EF4-FFF2-40B4-BE49-F238E27FC236}">
                <a16:creationId xmlns:a16="http://schemas.microsoft.com/office/drawing/2014/main" id="{EFB46138-E27C-BDA4-BEE7-F073EB67F344}"/>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5940847" y="6128683"/>
            <a:ext cx="310304" cy="313030"/>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C8178BF1-EA3C-BF3A-42E4-43E46613D0DE}"/>
              </a:ext>
            </a:extLst>
          </p:cNvPr>
          <p:cNvPicPr>
            <a:picLocks noChangeAspect="1"/>
          </p:cNvPicPr>
          <p:nvPr/>
        </p:nvPicPr>
        <p:blipFill>
          <a:blip r:embed="rId3">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862852" y="5662388"/>
            <a:ext cx="466295" cy="466295"/>
          </a:xfrm>
          <a:prstGeom prst="rect">
            <a:avLst/>
          </a:prstGeom>
        </p:spPr>
      </p:pic>
      <p:sp>
        <p:nvSpPr>
          <p:cNvPr id="66" name="テキスト ボックス 65">
            <a:extLst>
              <a:ext uri="{FF2B5EF4-FFF2-40B4-BE49-F238E27FC236}">
                <a16:creationId xmlns:a16="http://schemas.microsoft.com/office/drawing/2014/main" id="{E8544164-560E-BF5B-FAF6-A912E17C6784}"/>
              </a:ext>
            </a:extLst>
          </p:cNvPr>
          <p:cNvSpPr txBox="1"/>
          <p:nvPr/>
        </p:nvSpPr>
        <p:spPr>
          <a:xfrm>
            <a:off x="4091473" y="366043"/>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426436598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4A58A-96C6-2D9C-A606-58DCE093BFEA}"/>
            </a:ext>
          </a:extLst>
        </p:cNvPr>
        <p:cNvGrpSpPr/>
        <p:nvPr/>
      </p:nvGrpSpPr>
      <p:grpSpPr>
        <a:xfrm>
          <a:off x="0" y="0"/>
          <a:ext cx="0" cy="0"/>
          <a:chOff x="0" y="0"/>
          <a:chExt cx="0" cy="0"/>
        </a:xfrm>
      </p:grpSpPr>
      <p:grpSp>
        <p:nvGrpSpPr>
          <p:cNvPr id="156" name="グループ化 155">
            <a:extLst>
              <a:ext uri="{FF2B5EF4-FFF2-40B4-BE49-F238E27FC236}">
                <a16:creationId xmlns:a16="http://schemas.microsoft.com/office/drawing/2014/main" id="{FC85A2CA-2CD1-F254-78DE-6A01C4F9B77B}"/>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A8F83925-6D9F-B7C8-0CA5-8317E4D000E1}"/>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7AA90C82-EEE3-1267-0F6B-4DFD05D778ED}"/>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E1AF341A-E7B7-13E1-5EF9-E94C6F58934E}"/>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D2B3762B-9FB2-1A1D-4853-8625D5B754DC}"/>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569A9F55-F3BB-C373-B6B2-8FFC0AACA804}"/>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42576601-58EC-F790-0801-F0DDFF1E1656}"/>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307E8686-05A9-F96F-73FD-1CACB61FD465}"/>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1BD5FAF-9762-283D-4465-90E9F7EF6A82}"/>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9543535-BD3D-AA3C-9C19-FE94C97FDBB9}"/>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16DB3EE-84C3-5010-E474-B36680C9B5F9}"/>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EAFAFC9-3AD3-8F5F-3940-2D048314020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2AF80F61-018A-F84E-A75C-0438CFD57809}"/>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2AB430C8-3B0E-99D7-C49D-96A268B8EB8A}"/>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 name="四角形: 角を丸くする 2">
            <a:extLst>
              <a:ext uri="{FF2B5EF4-FFF2-40B4-BE49-F238E27FC236}">
                <a16:creationId xmlns:a16="http://schemas.microsoft.com/office/drawing/2014/main" id="{7E039A06-4441-2F11-BB0F-C1C4B68AE8E0}"/>
              </a:ext>
            </a:extLst>
          </p:cNvPr>
          <p:cNvSpPr/>
          <p:nvPr/>
        </p:nvSpPr>
        <p:spPr>
          <a:xfrm>
            <a:off x="3721006" y="1934688"/>
            <a:ext cx="4623973" cy="421157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79139939"/>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70CBC-7324-7997-C1F5-F90621418D94}"/>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55C326FE-3D86-9CE8-778B-EBA8248DCFAA}"/>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6" name="グループ化 155">
            <a:extLst>
              <a:ext uri="{FF2B5EF4-FFF2-40B4-BE49-F238E27FC236}">
                <a16:creationId xmlns:a16="http://schemas.microsoft.com/office/drawing/2014/main" id="{CC5C3EE4-AA9C-E712-7FC8-6C77BE50ADFC}"/>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3FAF3E7F-4540-A4AA-CDC4-B17402708F16}"/>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3ECF3FB7-6892-D170-81B6-DD25B651C57D}"/>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5D1DCF54-AC87-21F8-E41E-052D77103532}"/>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B14C591B-9E40-19AA-CD7F-543D4F6863D8}"/>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24A446D6-6259-7E78-412D-7BFED6B6429E}"/>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0418BE2E-4236-0879-6739-F4404E376849}"/>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015CB721-E83A-6EAF-DB86-D623B43C2567}"/>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E5877FC3-9FE1-3B60-4058-5C3D9D960177}"/>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DE01C1B2-D6AD-2298-7122-B9EF61BCA52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5A12792-9D0F-3CFA-7026-8C4F3D0DD0A6}"/>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593A39BD-A9BD-BE92-1D93-BBCED8C5E506}"/>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22637E52-6CF4-91B0-A7E4-6F0E2DF87086}"/>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86A311BB-0CAE-E492-DAB0-8C0B3D643D1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pic>
        <p:nvPicPr>
          <p:cNvPr id="158" name="図 157">
            <a:extLst>
              <a:ext uri="{FF2B5EF4-FFF2-40B4-BE49-F238E27FC236}">
                <a16:creationId xmlns:a16="http://schemas.microsoft.com/office/drawing/2014/main" id="{7B542ED2-A6A6-BF2F-4157-751D7569AB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3" name="四角形: 角を丸くする 2">
            <a:extLst>
              <a:ext uri="{FF2B5EF4-FFF2-40B4-BE49-F238E27FC236}">
                <a16:creationId xmlns:a16="http://schemas.microsoft.com/office/drawing/2014/main" id="{8C27A142-5FC4-93AD-FF6F-8F111EA27139}"/>
              </a:ext>
            </a:extLst>
          </p:cNvPr>
          <p:cNvSpPr/>
          <p:nvPr/>
        </p:nvSpPr>
        <p:spPr>
          <a:xfrm>
            <a:off x="6812549" y="1140112"/>
            <a:ext cx="4623973" cy="421157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18790934"/>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8A51C5-997C-74F3-B610-9AD750BCDB9E}"/>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3D171B1A-0CA8-CB0D-A67D-3EBAA7AF3616}"/>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A305727C-E54E-9599-BDBB-21C27CA61CDE}"/>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D59A9C54-41E7-F716-E564-DBB5F7B6B7FB}"/>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08DED90-BC19-B0E7-2F13-E9A1AECC0D47}"/>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2CA6DAF2-C06B-EFC2-42D5-146691A3BD60}"/>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8241B6EA-7913-4590-EEB3-3BEB312A553D}"/>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9D90EA35-C7ED-0470-C538-DD8F787D86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98C9096D-9EAC-2ED3-5458-763501BA4BE3}"/>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DA7A4558-0DE0-E96B-9342-B4B17022C032}"/>
              </a:ext>
            </a:extLst>
          </p:cNvPr>
          <p:cNvGrpSpPr/>
          <p:nvPr/>
        </p:nvGrpSpPr>
        <p:grpSpPr>
          <a:xfrm>
            <a:off x="884329" y="2228755"/>
            <a:ext cx="5720437" cy="3303240"/>
            <a:chOff x="884329" y="2228755"/>
            <a:chExt cx="5720437" cy="3303240"/>
          </a:xfrm>
        </p:grpSpPr>
        <p:grpSp>
          <p:nvGrpSpPr>
            <p:cNvPr id="25" name="グループ化 24">
              <a:extLst>
                <a:ext uri="{FF2B5EF4-FFF2-40B4-BE49-F238E27FC236}">
                  <a16:creationId xmlns:a16="http://schemas.microsoft.com/office/drawing/2014/main" id="{6094F868-BE89-6C7E-B33E-C0A387651741}"/>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D281E2B5-B081-BFBA-D0EF-31772875989E}"/>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65600B9F-FDA3-9DF3-F05C-6A1B9301BD62}"/>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A95F06B6-EDDB-B490-5AB5-9ED476B2E6CB}"/>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4205BEB0-7505-CE9C-2841-3644E3CB1CB8}"/>
                </a:ext>
              </a:extLst>
            </p:cNvPr>
            <p:cNvSpPr txBox="1"/>
            <p:nvPr/>
          </p:nvSpPr>
          <p:spPr>
            <a:xfrm>
              <a:off x="2337251" y="2603910"/>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25</a:t>
              </a:r>
              <a:r>
                <a:rPr lang="ja-JP" altLang="en-US" sz="4000" b="1" dirty="0">
                  <a:solidFill>
                    <a:schemeClr val="bg1">
                      <a:lumMod val="95000"/>
                    </a:schemeClr>
                  </a:solidFill>
                  <a:latin typeface="02流線形 Bold" pitchFamily="2" charset="-128"/>
                  <a:ea typeface="02流線形 Bold" pitchFamily="2" charset="-128"/>
                </a:rPr>
                <a:t>％以上</a:t>
              </a:r>
            </a:p>
          </p:txBody>
        </p:sp>
        <p:sp>
          <p:nvSpPr>
            <p:cNvPr id="22" name="テキスト ボックス 21">
              <a:extLst>
                <a:ext uri="{FF2B5EF4-FFF2-40B4-BE49-F238E27FC236}">
                  <a16:creationId xmlns:a16="http://schemas.microsoft.com/office/drawing/2014/main" id="{48660174-9F5E-0A6B-C91F-2CE3351649B1}"/>
                </a:ext>
              </a:extLst>
            </p:cNvPr>
            <p:cNvSpPr txBox="1"/>
            <p:nvPr/>
          </p:nvSpPr>
          <p:spPr>
            <a:xfrm>
              <a:off x="2253712" y="3547630"/>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50</a:t>
              </a:r>
              <a:r>
                <a:rPr lang="ja-JP" altLang="en-US" sz="4000" b="1" dirty="0">
                  <a:solidFill>
                    <a:schemeClr val="bg1">
                      <a:lumMod val="95000"/>
                    </a:schemeClr>
                  </a:solidFill>
                  <a:latin typeface="02流線形 Bold" pitchFamily="2" charset="-128"/>
                  <a:ea typeface="02流線形 Bold" pitchFamily="2" charset="-128"/>
                </a:rPr>
                <a:t>％以上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B37516AF-52A5-2278-F7B6-FC46B7668945}"/>
                </a:ext>
              </a:extLst>
            </p:cNvPr>
            <p:cNvSpPr txBox="1"/>
            <p:nvPr/>
          </p:nvSpPr>
          <p:spPr>
            <a:xfrm>
              <a:off x="2106912" y="4480955"/>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80</a:t>
              </a:r>
              <a:r>
                <a:rPr lang="ja-JP" altLang="en-US" sz="4000" b="1" dirty="0">
                  <a:solidFill>
                    <a:schemeClr val="bg1">
                      <a:lumMod val="95000"/>
                    </a:schemeClr>
                  </a:solidFill>
                  <a:latin typeface="02流線形 Bold" pitchFamily="2" charset="-128"/>
                  <a:ea typeface="02流線形 Bold" pitchFamily="2" charset="-128"/>
                </a:rPr>
                <a:t>％以上</a:t>
              </a:r>
            </a:p>
          </p:txBody>
        </p:sp>
      </p:grpSp>
      <p:grpSp>
        <p:nvGrpSpPr>
          <p:cNvPr id="26" name="グループ化 25">
            <a:extLst>
              <a:ext uri="{FF2B5EF4-FFF2-40B4-BE49-F238E27FC236}">
                <a16:creationId xmlns:a16="http://schemas.microsoft.com/office/drawing/2014/main" id="{1E43C6DF-E1FF-070B-DA45-34A5C543FB4C}"/>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5A7DFC4D-A375-B50B-8A92-C70004C5880B}"/>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8E10D7A1-6C5F-CB96-1382-DBE0431B8DD0}"/>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F99E5E8-7E38-AF39-127D-D0DA13CEB3DA}"/>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3040444408"/>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99138-52E7-8362-8E0F-D1B4D104266C}"/>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915B90CF-150C-B369-A08B-5554DB044E50}"/>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049C5499-F896-AC23-362C-F6476297C75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4" name="テキスト ボックス 3">
            <a:extLst>
              <a:ext uri="{FF2B5EF4-FFF2-40B4-BE49-F238E27FC236}">
                <a16:creationId xmlns:a16="http://schemas.microsoft.com/office/drawing/2014/main" id="{07F36C9D-705B-E917-C991-811861D3C4AF}"/>
              </a:ext>
            </a:extLst>
          </p:cNvPr>
          <p:cNvSpPr txBox="1"/>
          <p:nvPr/>
        </p:nvSpPr>
        <p:spPr>
          <a:xfrm>
            <a:off x="828631" y="1967497"/>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C49C8138-FCD5-152C-0BF4-4543233C1608}"/>
              </a:ext>
            </a:extLst>
          </p:cNvPr>
          <p:cNvSpPr txBox="1"/>
          <p:nvPr/>
        </p:nvSpPr>
        <p:spPr>
          <a:xfrm>
            <a:off x="2047831" y="1967497"/>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7" name="四角形: 角を丸くする 6">
            <a:extLst>
              <a:ext uri="{FF2B5EF4-FFF2-40B4-BE49-F238E27FC236}">
                <a16:creationId xmlns:a16="http://schemas.microsoft.com/office/drawing/2014/main" id="{43D60477-4E44-9BB0-05D7-1A5ABAF84C4A}"/>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E536E1A-D534-2131-8D33-D908C6B923C8}"/>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9" name="テキスト ボックス 8">
            <a:extLst>
              <a:ext uri="{FF2B5EF4-FFF2-40B4-BE49-F238E27FC236}">
                <a16:creationId xmlns:a16="http://schemas.microsoft.com/office/drawing/2014/main" id="{A1A9FD7B-B932-61AE-8564-5CA837F2B5C5}"/>
              </a:ext>
            </a:extLst>
          </p:cNvPr>
          <p:cNvSpPr txBox="1"/>
          <p:nvPr/>
        </p:nvSpPr>
        <p:spPr>
          <a:xfrm>
            <a:off x="3267031" y="1967497"/>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10" name="テキスト ボックス 9">
            <a:extLst>
              <a:ext uri="{FF2B5EF4-FFF2-40B4-BE49-F238E27FC236}">
                <a16:creationId xmlns:a16="http://schemas.microsoft.com/office/drawing/2014/main" id="{8AF66E2F-CE95-89AB-B4F7-1B5837243125}"/>
              </a:ext>
            </a:extLst>
          </p:cNvPr>
          <p:cNvSpPr txBox="1"/>
          <p:nvPr/>
        </p:nvSpPr>
        <p:spPr>
          <a:xfrm>
            <a:off x="1328767" y="3638635"/>
            <a:ext cx="3627916"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11" name="テキスト ボックス 10">
            <a:extLst>
              <a:ext uri="{FF2B5EF4-FFF2-40B4-BE49-F238E27FC236}">
                <a16:creationId xmlns:a16="http://schemas.microsoft.com/office/drawing/2014/main" id="{66CE24E9-F953-F600-A784-0155EF35E95C}"/>
              </a:ext>
            </a:extLst>
          </p:cNvPr>
          <p:cNvSpPr txBox="1"/>
          <p:nvPr/>
        </p:nvSpPr>
        <p:spPr>
          <a:xfrm>
            <a:off x="2141811" y="4811109"/>
            <a:ext cx="2627642" cy="1323439"/>
          </a:xfrm>
          <a:prstGeom prst="rect">
            <a:avLst/>
          </a:prstGeom>
          <a:noFill/>
        </p:spPr>
        <p:txBody>
          <a:bodyPr wrap="none" rtlCol="0">
            <a:spAutoFit/>
          </a:bodyPr>
          <a:lstStyle/>
          <a:p>
            <a:pPr algn="ctr"/>
            <a:r>
              <a:rPr lang="ja-JP" altLang="en-US" sz="80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80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2" name="テキスト ボックス 11">
            <a:extLst>
              <a:ext uri="{FF2B5EF4-FFF2-40B4-BE49-F238E27FC236}">
                <a16:creationId xmlns:a16="http://schemas.microsoft.com/office/drawing/2014/main" id="{EA0E0F59-2DFA-5974-1C2F-94D965986353}"/>
              </a:ext>
            </a:extLst>
          </p:cNvPr>
          <p:cNvSpPr txBox="1"/>
          <p:nvPr/>
        </p:nvSpPr>
        <p:spPr>
          <a:xfrm>
            <a:off x="6087141" y="2136774"/>
            <a:ext cx="2199641" cy="1107996"/>
          </a:xfrm>
          <a:prstGeom prst="rect">
            <a:avLst/>
          </a:prstGeom>
          <a:noFill/>
        </p:spPr>
        <p:txBody>
          <a:bodyPr wrap="none" rtlCol="0">
            <a:spAutoFit/>
          </a:bodyPr>
          <a:lstStyle/>
          <a:p>
            <a:pPr algn="ctr"/>
            <a:r>
              <a:rPr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3" name="テキスト ボックス 12">
            <a:extLst>
              <a:ext uri="{FF2B5EF4-FFF2-40B4-BE49-F238E27FC236}">
                <a16:creationId xmlns:a16="http://schemas.microsoft.com/office/drawing/2014/main" id="{1E9F650B-0B25-9909-1E7E-AE015AA7A5B1}"/>
              </a:ext>
            </a:extLst>
          </p:cNvPr>
          <p:cNvSpPr txBox="1"/>
          <p:nvPr/>
        </p:nvSpPr>
        <p:spPr>
          <a:xfrm>
            <a:off x="8275507" y="2275273"/>
            <a:ext cx="3036409"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ボーナス</a:t>
            </a:r>
            <a:r>
              <a:rPr lang="en-US" altLang="ja-JP" sz="40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90368F09-A093-41DF-B0D7-4550F3C16A3F}"/>
              </a:ext>
            </a:extLst>
          </p:cNvPr>
          <p:cNvSpPr txBox="1"/>
          <p:nvPr/>
        </p:nvSpPr>
        <p:spPr>
          <a:xfrm rot="20897315">
            <a:off x="9813730" y="4757571"/>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C640FEC2-6E32-F49F-82A5-1365FE8FFC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E40177A8-1980-DBDC-AF34-5902A8D7FE85}"/>
              </a:ext>
            </a:extLst>
          </p:cNvPr>
          <p:cNvSpPr txBox="1"/>
          <p:nvPr/>
        </p:nvSpPr>
        <p:spPr>
          <a:xfrm>
            <a:off x="8257566" y="3996312"/>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Tree>
    <p:extLst>
      <p:ext uri="{BB962C8B-B14F-4D97-AF65-F5344CB8AC3E}">
        <p14:creationId xmlns:p14="http://schemas.microsoft.com/office/powerpoint/2010/main" val="119374030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FC09B-3059-09F4-E8F5-A16E4DFD949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23A8401-5ECB-3CD6-D5EA-7808AE735DEB}"/>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F609DEE2-CDF5-0DF1-FEBD-DF97042EB0CC}"/>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603EB755-81D4-4E13-AE48-6C1AE5DCFC81}"/>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7DBFAB30-2DB6-776F-B2D4-A406D788BAFA}"/>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AC4E2196-2E60-C6B2-1D16-88896AB86BE6}"/>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60AE9AE0-2045-9EDA-50D9-386FF48112D0}"/>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B6BF2FAD-0844-95F3-1483-DF165361B6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074D7300-E3E2-A64D-E3E4-4EA20A7BD758}"/>
                </a:ext>
              </a:extLst>
            </p:cNvPr>
            <p:cNvSpPr txBox="1"/>
            <p:nvPr/>
          </p:nvSpPr>
          <p:spPr>
            <a:xfrm>
              <a:off x="1844363" y="1020924"/>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5A5D8E9C-017E-3095-4A2B-F51DFB72171C}"/>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4C3CC879-EB19-0B8B-C925-6262A4D7BB99}"/>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7E735B4C-7A13-D691-9A69-1F3D36122D5E}"/>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236CEE9C-22E9-0BBB-9E17-01E5CB3368C9}"/>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EBBD29CE-0FE7-18B5-93BA-E729BEB50C7C}"/>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D946EE28-4962-AA59-E0CE-CF07D592A62E}"/>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57B900DA-4493-4E00-2EE0-0A98D6B0E961}"/>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D3468EE3-783C-DAA7-2765-33B49433DFB7}"/>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5FC4E69F-CB94-4515-61B3-B89F6F446964}"/>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4DD98B3E-4BDA-654B-853E-8124568D9879}"/>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DD632149-1388-0996-7A1A-E23346AFF792}"/>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353BB276-50EF-64D0-D325-049B8D874C1F}"/>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D1B57C14-91FA-4CD9-FCC9-6F918C4EA702}"/>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9DC7C499-8133-3A71-D9CC-D58403AE0B75}"/>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2AAC1D62-4455-E400-AB75-36B57A0DF45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19D9B2CA-CCB8-BBB6-9647-0362949EC382}"/>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A92158C5-7707-54FD-FC8C-74E4679B3561}"/>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72FCF67E-4324-7B43-DFDE-2529D8BE1059}"/>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7F45D595-B77A-EE55-CF80-C7C79CF89DB7}"/>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43CBAD51-C6BB-FCAB-6492-DB6F2EFFA816}"/>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A2CB794F-D033-BD72-C42A-73AD9C0D862C}"/>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9B47810E-EBA2-17BA-A2EA-53734C87C52C}"/>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2195E979-A680-5F33-FE78-FB296E37DDD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F6154B03-7D55-A108-1069-315F16EEA8A3}"/>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EA095AC0-5980-F472-82BD-E53E717DA571}"/>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14791772-B8EC-5A4F-0D2A-E3B3183F8B7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D5526EAC-3862-B963-8BE3-2204C0B0F74C}"/>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F15D62A6-4040-319E-219A-A2A8509BDEE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B3A7D315-2DCE-F077-FAEF-3FB33C1DA071}"/>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858A1FE5-6B8D-C349-135F-ECACAC2FE3D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E41A93CB-DD8E-DD31-EDD4-14ECF1B9A3C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0247217E-9E72-BC6E-5371-BD770EC3F177}"/>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A2D742ED-EE3D-42AA-4ED4-F9998AE28AF2}"/>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58CFE502-738A-FA12-71A2-684D678FC651}"/>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20C18B96-E507-BA92-C094-3E4430F197A7}"/>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33BDC1A9-C039-9DBA-889A-75989B7533E1}"/>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D752A8CC-1F6D-DFF9-8C5F-50AA240B0E4E}"/>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BF8FE638-FBA9-0D29-E890-72704B9D90B6}"/>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535779D1-C4CC-2760-8DDA-33209C8F235F}"/>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EFD25813-2F5A-F5F9-1879-D59EE84EEF40}"/>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FA3145A4-0B4A-5589-0825-6D0415E6CF5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8B14D8D3-121D-C338-EF3F-70EC1304C8C6}"/>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FEDE0B6D-7C47-3DF2-5347-664996F0D060}"/>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63180542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7299B-1696-6069-D51F-A3CABD4B0B38}"/>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60577BF-6606-F9F4-099A-38BF01C220F9}"/>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98821B29-C8E8-BC13-4C39-1E33470021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8417" y="2068004"/>
            <a:ext cx="1820257" cy="2730386"/>
          </a:xfrm>
          <a:prstGeom prst="rect">
            <a:avLst/>
          </a:prstGeom>
        </p:spPr>
      </p:pic>
      <p:grpSp>
        <p:nvGrpSpPr>
          <p:cNvPr id="210" name="グループ化 209">
            <a:extLst>
              <a:ext uri="{FF2B5EF4-FFF2-40B4-BE49-F238E27FC236}">
                <a16:creationId xmlns:a16="http://schemas.microsoft.com/office/drawing/2014/main" id="{BE7EEA48-A11F-B7FF-D25E-77CCDC936648}"/>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F3E88CC3-3B31-DBA9-FE33-BA71F4CC5105}"/>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57A4364B-126C-A636-A809-6CAA3B8D5B59}"/>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F51FDA3C-5CB7-76F9-236E-8B143E635A60}"/>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36" name="図 235">
            <a:extLst>
              <a:ext uri="{FF2B5EF4-FFF2-40B4-BE49-F238E27FC236}">
                <a16:creationId xmlns:a16="http://schemas.microsoft.com/office/drawing/2014/main" id="{A55513B9-8DEB-5FF1-299F-70F084EA42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3" name="グループ化 242">
            <a:extLst>
              <a:ext uri="{FF2B5EF4-FFF2-40B4-BE49-F238E27FC236}">
                <a16:creationId xmlns:a16="http://schemas.microsoft.com/office/drawing/2014/main" id="{642CBDCD-E130-5DCD-7CDA-0AD43C3AD1F0}"/>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8B1DAB17-C93B-E564-D87A-45E1F0875828}"/>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09BC52B2-89C1-A49D-47D1-B7797218541E}"/>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DCEFC296-A0A4-7123-B887-AD18AAEE4A4C}"/>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AEA72C5A-C893-C2F0-42CA-8CF68419E9BF}"/>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576B53C3-63DD-08EA-A21A-EA423A481E22}"/>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226" name="四角形: 角を丸くする 225">
            <a:extLst>
              <a:ext uri="{FF2B5EF4-FFF2-40B4-BE49-F238E27FC236}">
                <a16:creationId xmlns:a16="http://schemas.microsoft.com/office/drawing/2014/main" id="{E19F635B-F6A7-A884-87F9-84EFF643D60A}"/>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B3FD810B-81FC-173D-BA0F-6722A91CC735}"/>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AD07BD33-6D38-652C-5F8D-985743A6060D}"/>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20" name="グループ化 219">
            <a:extLst>
              <a:ext uri="{FF2B5EF4-FFF2-40B4-BE49-F238E27FC236}">
                <a16:creationId xmlns:a16="http://schemas.microsoft.com/office/drawing/2014/main" id="{D765C3B3-12D7-A04A-5506-E85B0397A9CA}"/>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9386B405-ADC8-8720-731C-6BB54125F8A4}"/>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08C38842-972D-A855-286F-570D1218B63F}"/>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A62F45F1-4AEE-9AB3-C236-DFC364D75280}"/>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4CE68A4E-042B-C327-9193-7B844623FC4E}"/>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2B61163E-9341-1AC8-4F8B-621071909170}"/>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D94ADD89-00D5-9634-882C-B1947A67DA4B}"/>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0887202-6045-D57F-1523-3C0F5B9321F6}"/>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EE01AD6D-779B-8DEC-408E-D43964DE72D8}"/>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500ADAC3-E5A1-DE65-BD8C-501B60F77E2D}"/>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F3E0F85E-CBD4-3892-9B73-263DAA6839C5}"/>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C216A68C-AC6C-607F-FE3E-D190198D8411}"/>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2D359C78-3C1B-FF9A-F0B5-B144BFEE6E03}"/>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2EECA6E3-1EC4-C256-F2E0-3F26CA1E4EB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CD83EC12-4E9D-0AA2-B691-4F8C78D61D55}"/>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F2AA8BA8-8E45-2A1E-9E30-1EBDC6825170}"/>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E661C4D9-858B-7DEE-0AB9-D902E6D31129}"/>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D2A4CBC2-E94F-FC72-29B1-CEF626B313E1}"/>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3" name="グループ化 2">
            <a:extLst>
              <a:ext uri="{FF2B5EF4-FFF2-40B4-BE49-F238E27FC236}">
                <a16:creationId xmlns:a16="http://schemas.microsoft.com/office/drawing/2014/main" id="{7DBED703-2791-E4F3-6131-7F81CE1F2552}"/>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FFBBF9B9-EFA6-37CD-ADDA-3336626CA014}"/>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37EA75B5-0100-0A91-D6BF-801F6A0849C0}"/>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87642DF0-B3C8-7610-DBFE-E2071356D96D}"/>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548FCBE6-1652-8EAF-5898-32CE7CEDAD6E}"/>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9C2929CF-7870-DF2D-EA26-7611C7C76B1A}"/>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943C57E7-8065-FC31-EAB2-167B2FF29E67}"/>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A4F4EB20-0968-845A-97FB-D2E9EAA2C5CE}"/>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0" name="グループ化 9">
            <a:extLst>
              <a:ext uri="{FF2B5EF4-FFF2-40B4-BE49-F238E27FC236}">
                <a16:creationId xmlns:a16="http://schemas.microsoft.com/office/drawing/2014/main" id="{E3EB6E20-5CD8-58D5-6674-086D6F0DE401}"/>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5" name="四角形: 角を丸くする 14">
              <a:extLst>
                <a:ext uri="{FF2B5EF4-FFF2-40B4-BE49-F238E27FC236}">
                  <a16:creationId xmlns:a16="http://schemas.microsoft.com/office/drawing/2014/main" id="{272C78BD-C714-3AC4-9886-F8CA1AAAD928}"/>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8D400A48-AD2F-C18E-56D9-C950E1079DDF}"/>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45063824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4C20E-81CC-7667-01B4-3CAF23325664}"/>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3541D38-CC40-2F9B-F7ED-12F3CAC57E84}"/>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B33A39B8-2A42-3B0E-BAFC-51EA780F9EBD}"/>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DED90E72-0247-5749-889C-0E4108990E1A}"/>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AA1ECF53-21ED-21CE-AAFC-E02433DC0D50}"/>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F6814498-208F-B745-4EA7-B8CFF695946C}"/>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E1F1D59B-5175-3526-ECAD-B812202B9292}"/>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8323A150-15DD-FFB0-A201-5FD1FBCF6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C09CB603-E18E-4CE2-3CB4-5D08ADF49B08}"/>
                </a:ext>
              </a:extLst>
            </p:cNvPr>
            <p:cNvSpPr txBox="1"/>
            <p:nvPr/>
          </p:nvSpPr>
          <p:spPr>
            <a:xfrm>
              <a:off x="1844363" y="1020924"/>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09D87B07-628E-84A5-635C-0B95CF36272B}"/>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FEA15201-865A-84E7-64A0-C5031C9B6760}"/>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247DA6FD-3279-F431-C3F4-76475E256049}"/>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D2CFCC37-75A7-C701-078F-4E6F6A89B8CE}"/>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EC40B1FE-5880-45F5-EC7D-C0265FD1B1BB}"/>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3CF81B9B-1199-42CA-D130-AACD3E5E0257}"/>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B1768551-8861-C59D-22D8-FE9654E95537}"/>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57A7CBFE-978B-139D-F620-973CDB9288FA}"/>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D9740F2E-3C8C-8470-CCDB-4E22669675C6}"/>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0AEE3275-DFA1-ECD3-24CF-CC816D2A9FBA}"/>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68B8B4BD-3153-3681-605D-64EB4C7BFCE8}"/>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CCF65DC-3510-5601-272D-939E708D2381}"/>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E22FA2CC-2E12-DE36-8AE1-8993A05F1097}"/>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C6A15B0A-7E18-5E96-506E-D56B064185C1}"/>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86BF7DA6-6A52-0F13-1E50-AE0B1511D5C0}"/>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7FB501BB-9681-DBE1-DA2C-82C10804314B}"/>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ED47BDC1-D555-082B-13E2-4310A50CC649}"/>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A2724363-D3B8-1A6C-F5D3-C029EEF5D00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EBEC2ABD-CF8B-FC6E-F715-A39487CC85B4}"/>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E8EC4432-19C8-127F-7341-C80C8E6A0B8D}"/>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AB8D00DE-4FC5-4A2E-15CA-8ADFF058A4BA}"/>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B1C99323-BEE8-F969-525F-A8CB3294DB29}"/>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AF55F6FE-32B2-6279-8C53-CD068E68DF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3E23C21B-A484-A313-1B3C-883B4246343E}"/>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1288E564-F48B-B60E-095B-73C0E0F7DC72}"/>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04FBE92E-9F38-3D6E-7EB2-0324D63248E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02DADC54-5848-63CE-607A-BF54815E8289}"/>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96F0B7AC-9120-1363-6A8B-88E56F2E7305}"/>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30321F2A-9BF2-50A1-59A3-5EAE24964FD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キャラ詳細</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9C3CD6C7-2AAA-0A13-9244-D55CF6B105E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D02056F2-5D5A-2677-C755-4ABC1C4A2984}"/>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28D16752-5391-02AE-999C-08E942663FF0}"/>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901772F7-4A10-06F1-A103-2D108E9F2F80}"/>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B3DAAEE6-6FCC-5862-A290-D103C3D9DCBE}"/>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98B52281-0E01-5D39-D4AC-BD72E9FCAC92}"/>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B220EEED-0C18-3951-ECA4-0C1455695E70}"/>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5F1D9652-8928-1EE8-B41F-9CAD9CB63E95}"/>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B2CC6AD9-26AA-75F1-89B9-AFD28D26E43B}"/>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8FDA9C57-A38A-3D54-76E5-56154DCFB691}"/>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682F437B-1FB9-D072-1EE9-5B5A8818CDA4}"/>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E5E0869F-245B-B6C4-F517-FC6BD4D91EE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9AAEC81D-7000-433E-9D5D-F5120ECA1E56}"/>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2C7BCA17-ADBE-1F8D-FE6B-DD2A97EF471D}"/>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44071874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3E6BD-7C53-7992-C0EB-DDE2D7127DF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91336D3-1F33-2BC1-64D7-2817BE906CEA}"/>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1454136F-22B2-198E-DB87-DA94B60F3B66}"/>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88763DE8-3D38-37B4-0C60-B3BABEA6FAD1}"/>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19E7361E-5CB7-6AE2-9F06-60DF22DBFC72}"/>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30337273-E0E0-6AA2-F484-27D03B7B8481}"/>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44D2857D-220D-9035-2B72-CA8F388D4076}"/>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E50AA2A6-57F7-4E31-0D12-F00AD316F9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8784D70C-A292-F910-5257-CE62C599AFBB}"/>
                </a:ext>
              </a:extLst>
            </p:cNvPr>
            <p:cNvSpPr txBox="1"/>
            <p:nvPr/>
          </p:nvSpPr>
          <p:spPr>
            <a:xfrm>
              <a:off x="1846118" y="1001786"/>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155F7145-7FB1-4C44-AE52-1CA0F61F2E17}"/>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D1336E5D-EC49-0181-2C28-0740B5D092AB}"/>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A9FE50AF-C2EB-6FA7-5460-1EE993C0FFBE}"/>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77176B9A-42AE-8C62-A8E1-E1F274E9D5F3}"/>
              </a:ext>
            </a:extLst>
          </p:cNvPr>
          <p:cNvGrpSpPr/>
          <p:nvPr/>
        </p:nvGrpSpPr>
        <p:grpSpPr>
          <a:xfrm>
            <a:off x="1272642" y="4977996"/>
            <a:ext cx="2945619" cy="1009959"/>
            <a:chOff x="1225987" y="4977996"/>
            <a:chExt cx="2945619" cy="1009959"/>
          </a:xfrm>
        </p:grpSpPr>
        <p:pic>
          <p:nvPicPr>
            <p:cNvPr id="42" name="図 41">
              <a:extLst>
                <a:ext uri="{FF2B5EF4-FFF2-40B4-BE49-F238E27FC236}">
                  <a16:creationId xmlns:a16="http://schemas.microsoft.com/office/drawing/2014/main" id="{EC7DCC04-D242-3160-D5FE-EC703F4E8C7A}"/>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A59FE75F-5FFF-0FDF-BE4A-DFD9C4888D23}"/>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69EDF4DD-B0B4-38A0-C25E-0921DBDF6A04}"/>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0638978F-53EF-AA8E-FA50-7952A660ECEA}"/>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65C59273-6D90-33DC-B90E-8E274E8436E5}"/>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8B6A57FD-F217-5D2B-BFF2-3571CC4CBC67}"/>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1D96AF2D-9B7D-966D-83D0-33E819FCED3A}"/>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730D966C-7EC2-1893-EF0A-E8CAD47C3E67}"/>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641A97C2-42B5-8EED-6C92-DBD660CBAD60}"/>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E3F167FF-DE22-FE09-CA44-551B1EA57290}"/>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5295ACC8-9610-8AE8-68D1-02FD62EF8D2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4283C410-1430-A5DD-51DF-EC5DDF3A4AF4}"/>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9F866C22-AA48-C2C1-4D9B-568A61E1C4E1}"/>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BB3F7BCA-7D9A-AFB4-F99E-3EA5CC83A238}"/>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C61FE883-3F3E-1D82-7A98-C203F220A3AB}"/>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7D35171B-F09E-55EE-1A99-2D5827AB8B5D}"/>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F92B60F3-DC4F-FD6F-9CB4-BB6D3E6F9654}"/>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0814CB9D-FF09-7EF9-7368-B404568BD984}"/>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33558649-78EF-912D-4EFF-F3DFADB531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3A02B899-B647-6C56-B67D-5B4E56ADC571}"/>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0C67295E-6B71-BE9A-6F57-4827DC6F2053}"/>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E6F31107-7F3F-6B23-2F65-B5D317C9552E}"/>
                </a:ext>
              </a:extLst>
            </p:cNvPr>
            <p:cNvSpPr txBox="1"/>
            <p:nvPr/>
          </p:nvSpPr>
          <p:spPr>
            <a:xfrm>
              <a:off x="9986201" y="2290669"/>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スキル変更</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11C4F865-4FB9-D6E7-F487-2777D25E3DB5}"/>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E5837EE5-5C97-3CDA-9EBD-E65B37A2B8DC}"/>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D926E97E-441E-C300-63E9-490ECEC7F736}"/>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キャラ詳細</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47BE5D42-C7A1-0D7B-FD59-5A8E10D5B6B2}"/>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A28BEE71-0246-34CD-7527-F1E3771070D9}"/>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7D1D691A-1109-111A-B5DA-270209738BAE}"/>
                </a:ext>
              </a:extLst>
            </p:cNvPr>
            <p:cNvSpPr txBox="1"/>
            <p:nvPr/>
          </p:nvSpPr>
          <p:spPr>
            <a:xfrm>
              <a:off x="10661779" y="5564932"/>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9CC7D5C5-13B8-B938-387B-7C30FABBFFF5}"/>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4B4CC7A1-B803-0283-4AA2-0D08FE0C797D}"/>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C9DD580F-F965-5A53-41BC-94C64E8E2754}"/>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47F77A2C-FB13-5A8E-AF9B-6073919786F9}"/>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8F8DEE23-83D2-2E37-A4E3-D734EB60A784}"/>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94CD5827-1308-A28C-FDE6-291D3457BDF2}"/>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C973E9F6-F3BB-984E-E1F0-A22DD4ABB77F}"/>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AAB6B314-51CF-8C50-474A-65AD38101A9B}"/>
              </a:ext>
            </a:extLst>
          </p:cNvPr>
          <p:cNvCxnSpPr/>
          <p:nvPr/>
        </p:nvCxnSpPr>
        <p:spPr>
          <a:xfrm>
            <a:off x="1083174" y="1422577"/>
            <a:ext cx="312968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91D24B46-A17D-5754-27A4-4E98DD475EC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96752299-BB98-302B-8F85-C54E0EDE824B}"/>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9CD98B69-5594-44CA-0FBE-CB684EB5B7C9}"/>
                </a:ext>
              </a:extLst>
            </p:cNvPr>
            <p:cNvSpPr txBox="1"/>
            <p:nvPr/>
          </p:nvSpPr>
          <p:spPr>
            <a:xfrm>
              <a:off x="10217033" y="2290669"/>
              <a:ext cx="1107996"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武器変更</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5" name="楕円 14">
            <a:extLst>
              <a:ext uri="{FF2B5EF4-FFF2-40B4-BE49-F238E27FC236}">
                <a16:creationId xmlns:a16="http://schemas.microsoft.com/office/drawing/2014/main" id="{41640CF8-E8BC-DD1E-0135-1EE5D0BF517E}"/>
              </a:ext>
            </a:extLst>
          </p:cNvPr>
          <p:cNvSpPr/>
          <p:nvPr/>
        </p:nvSpPr>
        <p:spPr>
          <a:xfrm>
            <a:off x="7238687" y="2109607"/>
            <a:ext cx="427855" cy="42785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剛</a:t>
            </a:r>
            <a:endParaRPr kumimoji="1"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576967562"/>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グループ化 54">
            <a:extLst>
              <a:ext uri="{FF2B5EF4-FFF2-40B4-BE49-F238E27FC236}">
                <a16:creationId xmlns:a16="http://schemas.microsoft.com/office/drawing/2014/main" id="{9632F143-9B05-6378-4140-A585A3F1560B}"/>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6700D9FE-F803-E1BA-AB0E-6F03883ADCC0}"/>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98CF7D74-FF02-669C-AB8A-33317A6768CD}"/>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ADEB9A54-FDFB-160A-2BA3-FB02B604093D}"/>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884C545A-84B8-2E24-8674-112AD7BEC7E9}"/>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E598BD61-694A-A8AC-4DE1-58964058BE61}"/>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40D4C8FA-1C5F-0D2B-A589-AA1A52810A7D}"/>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60A72244-B3C8-C64D-2372-71969699D9FC}"/>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AC989BD8-3189-2612-0330-09F19AB9A059}"/>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E278157B-86F1-2BB1-6C74-4AD8531AF174}"/>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46618DAC-757C-F6B3-7597-2FF9E18D2548}"/>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C0183740-5360-D8A7-0F6B-C329F52AD03F}"/>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FE5E2C3D-B44C-654E-4AD4-0242D8515E42}"/>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33CF0ABD-3823-4ADB-F1C5-6A4384C1B0ED}"/>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D87F3D91-328A-AF38-7C32-08C5D6F236B6}"/>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C30B8E2E-8297-3662-39A6-07598EEA1B84}"/>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EC47F237-9D6E-48E1-A756-EB89C6A97C6E}"/>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7188D8AE-DD2F-0F6D-725F-8A8AF960E2F3}"/>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CD8CDE44-618B-525A-3B9D-1D7FE45B0EA7}"/>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C955649E-1F9E-8DED-2E99-122125C177A6}"/>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0CE226DA-5291-71FA-CA56-69552C71DC54}"/>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3B50C3F0-E0F9-D2F2-7228-FCE4CB231203}"/>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EB254663-14A7-F85B-25D0-C8DE468E4E22}"/>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A09A0357-D11D-5502-F072-6385A3D36F89}"/>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3EDC78BD-5619-DB71-A3AF-EA299AC0A6C1}"/>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FF32368C-0254-3162-6448-1398C4C4BEAB}"/>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2CCA1DEF-72EA-C22C-BFF6-AF1A656ACF11}"/>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57" name="図 56" descr="暗い背景に浮かぶ月&#10;&#10;AI 生成コンテンツは誤りを含む可能性があります。">
            <a:extLst>
              <a:ext uri="{FF2B5EF4-FFF2-40B4-BE49-F238E27FC236}">
                <a16:creationId xmlns:a16="http://schemas.microsoft.com/office/drawing/2014/main" id="{E61B18DD-A03F-96FF-2E4A-0D98113D29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59" name="図 58" descr="おもちゃ, 人形, 暗い, 乗る が含まれている画像&#10;&#10;AI 生成コンテンツは誤りを含む可能性があります。">
            <a:extLst>
              <a:ext uri="{FF2B5EF4-FFF2-40B4-BE49-F238E27FC236}">
                <a16:creationId xmlns:a16="http://schemas.microsoft.com/office/drawing/2014/main" id="{489623B2-CA91-C429-81B5-87DAFDDB37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86111" y="2698154"/>
            <a:ext cx="1163811" cy="1163811"/>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459D44EE-1FC5-A92B-D1A9-0B3D10DBAEB2}"/>
              </a:ext>
            </a:extLst>
          </p:cNvPr>
          <p:cNvPicPr>
            <a:picLocks noChangeAspect="1"/>
          </p:cNvPicPr>
          <p:nvPr/>
        </p:nvPicPr>
        <p:blipFill>
          <a:blip r:embed="rId4">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EE2DD323-996B-26CF-6406-2AD8EB8244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91C212F2-4218-E069-9C25-32EA9434775B}"/>
              </a:ext>
            </a:extLst>
          </p:cNvPr>
          <p:cNvPicPr>
            <a:picLocks noChangeAspect="1"/>
          </p:cNvPicPr>
          <p:nvPr/>
        </p:nvPicPr>
        <p:blipFill>
          <a:blip r:embed="rId6"/>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05219583-DC95-4228-5CA3-420F858DD560}"/>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909FB485-9715-FB11-73AA-92F1485E137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0F26CCF9-90CE-C1C8-778B-47D5167605A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B2FADE23-282E-9260-332D-E09C6A403EC2}"/>
              </a:ext>
            </a:extLst>
          </p:cNvPr>
          <p:cNvPicPr>
            <a:picLocks noChangeAspect="1"/>
          </p:cNvPicPr>
          <p:nvPr/>
        </p:nvPicPr>
        <p:blipFill>
          <a:blip r:embed="rId9">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6DE5D3D0-494F-0753-C210-4BC19C1607E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54DA9060-AD2B-CCD9-419E-1955779A66BE}"/>
              </a:ext>
            </a:extLst>
          </p:cNvPr>
          <p:cNvPicPr>
            <a:picLocks noChangeAspect="1"/>
          </p:cNvPicPr>
          <p:nvPr/>
        </p:nvPicPr>
        <p:blipFill>
          <a:blip r:embed="rId4">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8C79C5EF-7514-1956-409F-1E3B39631428}"/>
              </a:ext>
            </a:extLst>
          </p:cNvPr>
          <p:cNvPicPr>
            <a:picLocks noChangeAspect="1"/>
          </p:cNvPicPr>
          <p:nvPr/>
        </p:nvPicPr>
        <p:blipFill>
          <a:blip r:embed="rId4">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B2BC6FFB-5A1F-74F0-59D8-599566502EDD}"/>
              </a:ext>
            </a:extLst>
          </p:cNvPr>
          <p:cNvPicPr>
            <a:picLocks noChangeAspect="1"/>
          </p:cNvPicPr>
          <p:nvPr/>
        </p:nvPicPr>
        <p:blipFill>
          <a:blip r:embed="rId4">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E13DACAE-2161-7FFB-ABB5-8DE5A376387C}"/>
              </a:ext>
            </a:extLst>
          </p:cNvPr>
          <p:cNvPicPr>
            <a:picLocks noChangeAspect="1"/>
          </p:cNvPicPr>
          <p:nvPr/>
        </p:nvPicPr>
        <p:blipFill>
          <a:blip r:embed="rId4">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34B03A8E-9C8A-DE3E-41E0-ED63A89362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00A31919-D0E9-9905-7E91-77CC0C3AB3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0" name="図 129" descr="おもちゃ, 人形, レゴ, 座る が含まれている画像&#10;&#10;AI 生成コンテンツは誤りを含む可能性があります。">
            <a:extLst>
              <a:ext uri="{FF2B5EF4-FFF2-40B4-BE49-F238E27FC236}">
                <a16:creationId xmlns:a16="http://schemas.microsoft.com/office/drawing/2014/main" id="{7E1A39AE-161C-1256-3354-2EF8774D5068}"/>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93069" y="3600502"/>
            <a:ext cx="681453" cy="1108539"/>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F57F716E-EF0B-769A-62DB-730D11FE648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DF26D95F-DDA2-9A73-A33E-6E050EBEC269}"/>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A5D4C6AF-76D0-F36E-A036-2D823980382A}"/>
              </a:ext>
            </a:extLst>
          </p:cNvPr>
          <p:cNvPicPr>
            <a:picLocks noChangeAspect="1"/>
          </p:cNvPicPr>
          <p:nvPr/>
        </p:nvPicPr>
        <p:blipFill>
          <a:blip r:embed="rId12">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9F7BC48F-9246-2895-F68E-CB5626AEF9B4}"/>
              </a:ext>
            </a:extLst>
          </p:cNvPr>
          <p:cNvPicPr>
            <a:picLocks noChangeAspect="1"/>
          </p:cNvPicPr>
          <p:nvPr/>
        </p:nvPicPr>
        <p:blipFill>
          <a:blip r:embed="rId12">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085622B8-E616-A9B2-E166-5B1CC28C0DE6}"/>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4F82242A-5F5B-7190-79B6-97EC494256BF}"/>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743FC590-D4A7-400F-B674-1AC8B4647FF9}"/>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9CC09D61-EC93-040D-F821-0DB4E965CE0E}"/>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6C8CF18E-29EF-8941-5D0F-D421014CFE88}"/>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C5598F57-B46A-BD1E-2DBE-CC96926EFFDB}"/>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8ED9F4E5-A54C-4923-A861-944F9A6F4397}"/>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3881A5BB-7ECE-E0E3-F282-7DA677FEF5C2}"/>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150D277A-941E-B2B4-AE61-1DDEB6E5DD2F}"/>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F9DD0B20-AABF-AF35-90C9-A39308367644}"/>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C8C800B9-D812-C48E-F9D6-88824A86BC65}"/>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DCC77B22-D545-EC14-0145-BB3391502790}"/>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829FAFE9-4B0A-AE06-460C-B6908EF51B94}"/>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6AA13CAF-7A01-895B-9072-B6BE81B07FDE}"/>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9599F05B-6A15-D019-3A82-DDBF8E9B0C6A}"/>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44D589C4-C52F-30C9-0947-F101AA480B85}"/>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26CC08B0-397C-112B-122E-D238249CDC79}"/>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BDA54738-17ED-8DF2-9AFA-A68850AA95A8}"/>
              </a:ext>
            </a:extLst>
          </p:cNvPr>
          <p:cNvPicPr>
            <a:picLocks noChangeAspect="1"/>
          </p:cNvPicPr>
          <p:nvPr/>
        </p:nvPicPr>
        <p:blipFill>
          <a:blip r:embed="rId13">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D2412074-5FC6-2B83-3CEC-085C95BE5E34}"/>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19CA2894-1B89-2EB7-CF1E-A9ABC353D705}"/>
              </a:ext>
            </a:extLst>
          </p:cNvPr>
          <p:cNvPicPr>
            <a:picLocks noChangeAspect="1"/>
          </p:cNvPicPr>
          <p:nvPr/>
        </p:nvPicPr>
        <p:blipFill>
          <a:blip r:embed="rId13">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2D82DC77-B6EF-F1A0-4974-380A1A22D319}"/>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E3F40266-2AEC-15FC-06CF-531A22369662}"/>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349E4C0B-173D-D37D-7508-3165A413DA83}"/>
              </a:ext>
            </a:extLst>
          </p:cNvPr>
          <p:cNvPicPr>
            <a:picLocks noChangeAspect="1"/>
          </p:cNvPicPr>
          <p:nvPr/>
        </p:nvPicPr>
        <p:blipFill>
          <a:blip r:embed="rId13">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20A55C7B-CB96-102C-5A70-F8806E48DDCE}"/>
              </a:ext>
            </a:extLst>
          </p:cNvPr>
          <p:cNvPicPr>
            <a:picLocks noChangeAspect="1"/>
          </p:cNvPicPr>
          <p:nvPr/>
        </p:nvPicPr>
        <p:blipFill>
          <a:blip r:embed="rId13">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37415A61-9138-5CEE-B5B6-69E427C6E3E1}"/>
              </a:ext>
            </a:extLst>
          </p:cNvPr>
          <p:cNvGrpSpPr/>
          <p:nvPr/>
        </p:nvGrpSpPr>
        <p:grpSpPr>
          <a:xfrm>
            <a:off x="6840150" y="5685766"/>
            <a:ext cx="5422547" cy="991676"/>
            <a:chOff x="6906825" y="5638141"/>
            <a:chExt cx="5422547" cy="991676"/>
          </a:xfrm>
        </p:grpSpPr>
        <p:pic>
          <p:nvPicPr>
            <p:cNvPr id="165" name="図 164" descr="おもちゃ, 人形, レゴ, 座る が含まれている画像&#10;&#10;AI 生成コンテンツは誤りを含む可能性があります。">
              <a:extLst>
                <a:ext uri="{FF2B5EF4-FFF2-40B4-BE49-F238E27FC236}">
                  <a16:creationId xmlns:a16="http://schemas.microsoft.com/office/drawing/2014/main" id="{E1DC787E-1E1B-24D6-1401-E17CB5DCD27C}"/>
                </a:ext>
              </a:extLst>
            </p:cNvPr>
            <p:cNvPicPr>
              <a:picLocks noChangeAspect="1"/>
            </p:cNvPicPr>
            <p:nvPr/>
          </p:nvPicPr>
          <p:blipFill>
            <a:blip r:embed="rId11">
              <a:extLst>
                <a:ext uri="{28A0092B-C50C-407E-A947-70E740481C1C}">
                  <a14:useLocalDpi xmlns:a14="http://schemas.microsoft.com/office/drawing/2010/main" val="0"/>
                </a:ext>
              </a:extLst>
            </a:blip>
            <a:srcRect b="36359"/>
            <a:stretch>
              <a:fillRect/>
            </a:stretch>
          </p:blipFill>
          <p:spPr>
            <a:xfrm>
              <a:off x="8475217" y="5658716"/>
              <a:ext cx="761273" cy="788119"/>
            </a:xfrm>
            <a:prstGeom prst="rect">
              <a:avLst/>
            </a:prstGeom>
          </p:spPr>
        </p:pic>
        <p:grpSp>
          <p:nvGrpSpPr>
            <p:cNvPr id="98" name="グループ化 97">
              <a:extLst>
                <a:ext uri="{FF2B5EF4-FFF2-40B4-BE49-F238E27FC236}">
                  <a16:creationId xmlns:a16="http://schemas.microsoft.com/office/drawing/2014/main" id="{534DD379-DBFF-130F-2198-5C68BE509429}"/>
                </a:ext>
              </a:extLst>
            </p:cNvPr>
            <p:cNvGrpSpPr/>
            <p:nvPr/>
          </p:nvGrpSpPr>
          <p:grpSpPr>
            <a:xfrm>
              <a:off x="6906825" y="5638141"/>
              <a:ext cx="5206642" cy="991676"/>
              <a:chOff x="6897496" y="5516843"/>
              <a:chExt cx="5206642" cy="991676"/>
            </a:xfrm>
          </p:grpSpPr>
          <p:grpSp>
            <p:nvGrpSpPr>
              <p:cNvPr id="71" name="グループ化 70">
                <a:extLst>
                  <a:ext uri="{FF2B5EF4-FFF2-40B4-BE49-F238E27FC236}">
                    <a16:creationId xmlns:a16="http://schemas.microsoft.com/office/drawing/2014/main" id="{AD0C4366-D94C-9436-89CB-54AEC89CBD1F}"/>
                  </a:ext>
                </a:extLst>
              </p:cNvPr>
              <p:cNvGrpSpPr/>
              <p:nvPr/>
            </p:nvGrpSpPr>
            <p:grpSpPr>
              <a:xfrm>
                <a:off x="6897496" y="5516843"/>
                <a:ext cx="1406749" cy="991676"/>
                <a:chOff x="6766867" y="3101870"/>
                <a:chExt cx="2950853" cy="2080180"/>
              </a:xfrm>
            </p:grpSpPr>
            <p:pic>
              <p:nvPicPr>
                <p:cNvPr id="67" name="図 66" descr="おもちゃ, 人形, 暗い, 乗る が含まれている画像&#10;&#10;AI 生成コンテンツは誤りを含む可能性があります。">
                  <a:extLst>
                    <a:ext uri="{FF2B5EF4-FFF2-40B4-BE49-F238E27FC236}">
                      <a16:creationId xmlns:a16="http://schemas.microsoft.com/office/drawing/2014/main" id="{BA8B921F-2882-704F-40CA-8EA8B490F514}"/>
                    </a:ext>
                  </a:extLst>
                </p:cNvPr>
                <p:cNvPicPr>
                  <a:picLocks noChangeAspect="1"/>
                </p:cNvPicPr>
                <p:nvPr/>
              </p:nvPicPr>
              <p:blipFill>
                <a:blip r:embed="rId14">
                  <a:extLs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a:effectLst>
                  <a:glow rad="88900">
                    <a:schemeClr val="accent6">
                      <a:lumMod val="60000"/>
                      <a:lumOff val="40000"/>
                      <a:alpha val="55000"/>
                    </a:schemeClr>
                  </a:glow>
                </a:effectLst>
              </p:spPr>
            </p:pic>
            <p:grpSp>
              <p:nvGrpSpPr>
                <p:cNvPr id="70" name="グループ化 69">
                  <a:extLst>
                    <a:ext uri="{FF2B5EF4-FFF2-40B4-BE49-F238E27FC236}">
                      <a16:creationId xmlns:a16="http://schemas.microsoft.com/office/drawing/2014/main" id="{3DF50BAB-A745-4C20-74C2-6D288604C44E}"/>
                    </a:ext>
                  </a:extLst>
                </p:cNvPr>
                <p:cNvGrpSpPr/>
                <p:nvPr/>
              </p:nvGrpSpPr>
              <p:grpSpPr>
                <a:xfrm>
                  <a:off x="7061645" y="4755790"/>
                  <a:ext cx="2361296" cy="426260"/>
                  <a:chOff x="7189194" y="4755790"/>
                  <a:chExt cx="2361296" cy="426260"/>
                </a:xfrm>
              </p:grpSpPr>
              <p:sp>
                <p:nvSpPr>
                  <p:cNvPr id="68" name="フローチャート: 手作業 67">
                    <a:extLst>
                      <a:ext uri="{FF2B5EF4-FFF2-40B4-BE49-F238E27FC236}">
                        <a16:creationId xmlns:a16="http://schemas.microsoft.com/office/drawing/2014/main" id="{7353C513-4A0A-3804-5D55-33ADA63C5485}"/>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2D061A31-45E2-47C1-5DEE-B6FD08FA04D1}"/>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nvGrpSpPr>
              <p:cNvPr id="79" name="グループ化 78">
                <a:extLst>
                  <a:ext uri="{FF2B5EF4-FFF2-40B4-BE49-F238E27FC236}">
                    <a16:creationId xmlns:a16="http://schemas.microsoft.com/office/drawing/2014/main" id="{73A6327F-31AB-B0B5-7E22-93548900D28F}"/>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E45BAE20-A4D1-D81B-40B1-7DC23AFDD146}"/>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714A6C10-9DDE-6B39-7E0D-3D3E258D2C76}"/>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2" name="グループ化 81">
                <a:extLst>
                  <a:ext uri="{FF2B5EF4-FFF2-40B4-BE49-F238E27FC236}">
                    <a16:creationId xmlns:a16="http://schemas.microsoft.com/office/drawing/2014/main" id="{E598D270-1C81-F35C-14B5-B87EB553B716}"/>
                  </a:ext>
                </a:extLst>
              </p:cNvPr>
              <p:cNvGrpSpPr/>
              <p:nvPr/>
            </p:nvGrpSpPr>
            <p:grpSpPr>
              <a:xfrm>
                <a:off x="9430758" y="5516843"/>
                <a:ext cx="1406749" cy="991676"/>
                <a:chOff x="6766867" y="3101870"/>
                <a:chExt cx="2950853" cy="2080180"/>
              </a:xfrm>
            </p:grpSpPr>
            <p:pic>
              <p:nvPicPr>
                <p:cNvPr id="83" name="図 82" descr="おもちゃ, 人形, 暗い, 乗る が含まれている画像&#10;&#10;AI 生成コンテンツは誤りを含む可能性があります。">
                  <a:extLst>
                    <a:ext uri="{FF2B5EF4-FFF2-40B4-BE49-F238E27FC236}">
                      <a16:creationId xmlns:a16="http://schemas.microsoft.com/office/drawing/2014/main" id="{5EE8CD55-ACC3-EA3C-CA29-5B5706D880C6}"/>
                    </a:ext>
                  </a:extLst>
                </p:cNvPr>
                <p:cNvPicPr>
                  <a:picLocks noChangeAspect="1"/>
                </p:cNvPicPr>
                <p:nvPr/>
              </p:nvPicPr>
              <p:blipFill>
                <a:blip r:embed="rId15">
                  <a:extLst>
                    <a:ext uri="{BEBA8EAE-BF5A-486C-A8C5-ECC9F3942E4B}">
                      <a14:imgProps xmlns:a14="http://schemas.microsoft.com/office/drawing/2010/main">
                        <a14:imgLayer r:embed="rId16">
                          <a14:imgEffect>
                            <a14:saturation sat="0"/>
                          </a14:imgEffect>
                        </a14:imgLayer>
                      </a14:imgProps>
                    </a:ex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p:spPr>
            </p:pic>
            <p:grpSp>
              <p:nvGrpSpPr>
                <p:cNvPr id="84" name="グループ化 83">
                  <a:extLst>
                    <a:ext uri="{FF2B5EF4-FFF2-40B4-BE49-F238E27FC236}">
                      <a16:creationId xmlns:a16="http://schemas.microsoft.com/office/drawing/2014/main" id="{59666235-5183-7E5A-1177-1A2EFB215C50}"/>
                    </a:ext>
                  </a:extLst>
                </p:cNvPr>
                <p:cNvGrpSpPr/>
                <p:nvPr/>
              </p:nvGrpSpPr>
              <p:grpSpPr>
                <a:xfrm>
                  <a:off x="7061645" y="4755790"/>
                  <a:ext cx="2361296" cy="426260"/>
                  <a:chOff x="7189194" y="4755790"/>
                  <a:chExt cx="2361296" cy="426260"/>
                </a:xfrm>
              </p:grpSpPr>
              <p:sp>
                <p:nvSpPr>
                  <p:cNvPr id="85" name="フローチャート: 手作業 84">
                    <a:extLst>
                      <a:ext uri="{FF2B5EF4-FFF2-40B4-BE49-F238E27FC236}">
                        <a16:creationId xmlns:a16="http://schemas.microsoft.com/office/drawing/2014/main" id="{A40B659F-7262-D13B-3137-635726175182}"/>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36A67BA5-DB64-520E-BFB2-50DB1D51596D}"/>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nvGrpSpPr>
              <p:cNvPr id="87" name="グループ化 86">
                <a:extLst>
                  <a:ext uri="{FF2B5EF4-FFF2-40B4-BE49-F238E27FC236}">
                    <a16:creationId xmlns:a16="http://schemas.microsoft.com/office/drawing/2014/main" id="{2BDC7C15-4631-3C52-F75C-0ED0AFB14AD2}"/>
                  </a:ext>
                </a:extLst>
              </p:cNvPr>
              <p:cNvGrpSpPr/>
              <p:nvPr/>
            </p:nvGrpSpPr>
            <p:grpSpPr>
              <a:xfrm>
                <a:off x="10697389" y="5516843"/>
                <a:ext cx="1406749" cy="991676"/>
                <a:chOff x="6766867" y="3101870"/>
                <a:chExt cx="2950853" cy="2080180"/>
              </a:xfrm>
            </p:grpSpPr>
            <p:pic>
              <p:nvPicPr>
                <p:cNvPr id="88" name="図 87" descr="おもちゃ, 人形, 暗い, 乗る が含まれている画像&#10;&#10;AI 生成コンテンツは誤りを含む可能性があります。">
                  <a:extLst>
                    <a:ext uri="{FF2B5EF4-FFF2-40B4-BE49-F238E27FC236}">
                      <a16:creationId xmlns:a16="http://schemas.microsoft.com/office/drawing/2014/main" id="{E9D8F930-6758-7C2A-199F-4BA001287933}"/>
                    </a:ext>
                  </a:extLst>
                </p:cNvPr>
                <p:cNvPicPr>
                  <a:picLocks noChangeAspect="1"/>
                </p:cNvPicPr>
                <p:nvPr/>
              </p:nvPicPr>
              <p:blipFill>
                <a:blip r:embed="rId14">
                  <a:extLs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p:spPr>
            </p:pic>
            <p:grpSp>
              <p:nvGrpSpPr>
                <p:cNvPr id="89" name="グループ化 88">
                  <a:extLst>
                    <a:ext uri="{FF2B5EF4-FFF2-40B4-BE49-F238E27FC236}">
                      <a16:creationId xmlns:a16="http://schemas.microsoft.com/office/drawing/2014/main" id="{0D21EB33-7BE6-4D0A-8199-7B49845361AC}"/>
                    </a:ext>
                  </a:extLst>
                </p:cNvPr>
                <p:cNvGrpSpPr/>
                <p:nvPr/>
              </p:nvGrpSpPr>
              <p:grpSpPr>
                <a:xfrm>
                  <a:off x="7061645" y="4755790"/>
                  <a:ext cx="2361296" cy="426260"/>
                  <a:chOff x="7189194" y="4755790"/>
                  <a:chExt cx="2361296" cy="426260"/>
                </a:xfrm>
              </p:grpSpPr>
              <p:sp>
                <p:nvSpPr>
                  <p:cNvPr id="90" name="フローチャート: 手作業 89">
                    <a:extLst>
                      <a:ext uri="{FF2B5EF4-FFF2-40B4-BE49-F238E27FC236}">
                        <a16:creationId xmlns:a16="http://schemas.microsoft.com/office/drawing/2014/main" id="{267A2FE0-E886-D487-BA43-0691E5B52124}"/>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E872F306-6620-8E9C-0629-DFC719B93528}"/>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sp>
          <p:nvSpPr>
            <p:cNvPr id="152" name="フローチャート: データ 151">
              <a:extLst>
                <a:ext uri="{FF2B5EF4-FFF2-40B4-BE49-F238E27FC236}">
                  <a16:creationId xmlns:a16="http://schemas.microsoft.com/office/drawing/2014/main" id="{71270DD5-589B-2B69-9634-88BCD80CCA11}"/>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46769837-AA06-5840-3E14-83AE55DF44AE}"/>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FB5BB664-55C0-A24C-9237-2FA313872665}"/>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C1CBFB9B-C7E2-A2E0-488E-6FDDB99D8DEA}"/>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D0F52690-9F29-D765-99C6-1F1621379335}"/>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B91166B8-C5FA-6F87-D541-4B4DAFA3D939}"/>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FD95B2D3-DDB5-79D0-F5AC-66FB6D6A9DDB}"/>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C3C0454B-5E85-1D89-95F4-B996D8AFD2B6}"/>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EC69C377-1B3B-1B6D-7AE0-6C120A2E9B2D}"/>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15C24EE8-D971-5AE3-CFFA-7AB08A259FB3}"/>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A11CC00F-D73C-8657-29BE-C71040835337}"/>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9FA15326-03B7-D9F6-7BE8-BE523DA826D7}"/>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4188179157"/>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7983F-6E71-4A0D-F0C4-630EA94036FB}"/>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DE281354-4FBA-5469-38EB-6EB583977684}"/>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93D79B50-639B-A2BB-EA9F-015F9B67E6E2}"/>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87104EBC-F5F9-32CC-9CF9-89E11E4359E8}"/>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85E285E-40FF-5BFB-0E6C-82C2BC231CA6}"/>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1FF312FA-1F29-540D-A137-2869F8574128}"/>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F603B31-6C20-5765-F79F-09742CA43C39}"/>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C7217FA8-6836-82D6-1F42-D6AEFA1E3451}"/>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8C817DB0-EC4E-D72F-6016-6DAC201DF088}"/>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0D1870A8-8CA5-87BC-B357-99F7410397A1}"/>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9F61E91E-D259-4925-6A70-AE6B568359CB}"/>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A7701181-9A9F-6698-99A9-490FE9362A4F}"/>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06A1DBEA-3114-0EF2-0035-2E65B03BE1A8}"/>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98DA0E09-BACF-6E34-2A8C-ABA6DD9A9F58}"/>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F98421CD-2150-6C73-71E6-7B816E111C9C}"/>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7714DD2F-3424-E269-24BE-469331A48E1C}"/>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53E04685-8B98-F0FA-DF85-289F69340583}"/>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81887333-4BC6-0ABD-739D-9124876ACE42}"/>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9B92CF5F-DF37-8DC0-5B7E-642377F47729}"/>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36CDC89F-7A62-2287-E362-870894A0B2ED}"/>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4B33A44-CF56-AA59-6DCD-F90E8A439CB4}"/>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A055AA0A-3E3C-A05A-BF7B-C4C0E1328211}"/>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5CAD0148-43B3-1C6D-07FD-59E849D8FB32}"/>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557DD0F4-739A-C3EB-D2C8-B0B634C1ECA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0BA3EA1-DC3F-3DE8-FA78-7E3817226B59}"/>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F0B34809-0A29-7112-B6FC-78E26F1F5FA6}"/>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2E380C58-B30C-01E4-9BE3-B115A3FBD383}"/>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0DB1BC6C-8F8F-373E-416D-6FF53B985A74}"/>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0C417643-0D06-CCFF-FC8E-849CD030060C}"/>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D84FBD34-BAEA-6C62-933E-C0546B8467BA}"/>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295D8516-716C-A2A5-C043-47C78A22A1F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D2826106-1420-56B7-0BAA-66378EB3CA5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728C0AE-356F-A841-B99A-3289CA309750}"/>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22BC01D-D73B-4497-ECEC-C45155966F3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F1024A18-9BA0-4523-03EC-7E79293A970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8EEBA357-17B0-617B-332E-571A7FD64A96}"/>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0925E414-3275-2A4B-E9B0-BA158CE81E8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BCF71CC-FF19-A36D-994C-E6A882405B5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E0625C01-5E13-B18F-A899-F1C487918877}"/>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1965C3E7-CC21-9136-F0AF-3C640737C2B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149FE22A-DE96-1605-3696-85DECAC2D43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D6AA2702-0E73-24C8-7069-89DB1B63072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C924538B-4E82-E75F-A433-E8BB2CA7E4A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EF99A4C-5A7E-67AB-7D65-78D7496D175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6DC53D43-AD4A-D76E-4C10-FDC392227705}"/>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52418EB7-52B1-DCFA-DC5C-12EB5FB49EF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40AA2DA7-4215-5D79-AA2E-26A404C6ADF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B15CECC6-D6A5-C2CB-4FAC-D48E0ECD0F4A}"/>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498FBFD5-BA4B-248E-E2FE-AABD4C68F0E7}"/>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25F99172-921D-D102-1D1A-8A317758A412}"/>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3EE14B67-61A4-0D53-A0A3-0EA04B64213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378F4330-236B-6A9F-0EFB-37B364BE2A20}"/>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FA01495-E2D3-2586-0FD0-6DC481779F2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10465118-E17F-4E2D-AFAF-6274E790278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4E97F64-D4BF-5E00-497E-36882686B9F0}"/>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BB98FFCF-2C33-CBC2-45AE-DE8E615962CB}"/>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8CC9D5C3-9310-F6C2-CA52-D7C62EED55B1}"/>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67B62894-6ED0-AF46-9D4A-262F09E8D8F3}"/>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805AE091-C065-3DEC-B904-49BAE1E56541}"/>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83C78766-DB64-CF95-B6E9-A2600895E871}"/>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6A36DC49-1390-92C3-7C97-2C1A5F8AE639}"/>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ED027C68-20F6-590A-01CB-46066BF24A8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21ABB3D2-00C4-FF20-832E-3A263DCB32C5}"/>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D3E65B91-DDC8-B084-5771-AAD63B161CD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6878FCD-728E-6347-29A2-5C286AFB1BE2}"/>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05E984F3-CDED-F2E2-EC04-EA251D7B54A5}"/>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111282DA-2AC5-7CA1-5DF8-C0A6E36FAA1C}"/>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0BA2FEC3-038A-31D6-C6FD-3CA4458BBDA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DB1BDDC5-6E3E-BA2D-8EB8-34CBCA68DF7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B39857AD-C13E-B703-1C53-5FCCB853F696}"/>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7759BBB-3557-71E8-15B3-A2DE9C90014F}"/>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5320C880-E2AA-DAA5-CC16-54C86612237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A4477CA-0C2E-64CE-E46D-A55F590928DE}"/>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F6811597-D697-BE5C-7A8B-4A9A8F80DAD8}"/>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A8D8D74F-983E-DB0C-F0F5-B14CCB6D6A3C}"/>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472B97DA-1909-40FB-BAED-85B020531AA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385A8D0E-8A05-9E8D-7A6F-4372491200A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1F0233BE-8F11-2979-7723-E843FA7000F6}"/>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F0CBE933-9EE6-E3E6-C1F2-B8E0E5B4A507}"/>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2B824A75-6EEA-2E25-545B-70FBD0619A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AD323A5E-9514-5435-E112-5B959B621BE3}"/>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3A4123CE-B116-ADAB-EBC2-92CEEBEF7BE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14A35056-A158-A51F-2150-4F182728CA4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7718971E-7EAB-DC98-AA85-03B8D7FDC4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0B5DE501-2F29-1B87-5A60-19F8DDBB5D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75111E07-96F3-D708-3B3D-5406913ECE5A}"/>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999B14D7-D2F3-EA60-0074-9194943AB24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EB891E0D-25FF-ED0F-DAD1-D814E6BE935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0B605BDE-A424-B37D-8FFE-D43D571E4A99}"/>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E42738D-5196-4C80-601D-8409C4B67A0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FB956E86-6B72-56C6-F77A-DE080285B4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53C8ADD-91A4-6C1D-B64C-43C56F4F986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8D9DEED1-5C5C-126D-E37F-D195ADB0987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1C103231-61FE-E01E-989E-CD288E105A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A4EF50C-7964-0A32-CAD9-8286CAB1AE8E}"/>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ED5BE7A-AFE6-4086-004E-516D05A16E1E}"/>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44FD388D-2A33-753E-05A6-26D4FBC31D3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487EDF1-11A4-11CD-879F-86DE4CF8E8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D7B51840-0816-F5E2-098C-9B8059E08B0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593109D-FDC1-0B7C-F12D-A81C3D975C98}"/>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8521B637-8365-A74F-8AD4-DCBA224CB3C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3F861417-B727-862F-8638-A3DF2CC09DDC}"/>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EF2FD810-CA00-7D22-CB59-EA9D537CA1C0}"/>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21E457A8-C37E-5B54-E652-09535C95A4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1B842746-52CC-14E0-0844-8A00608FF5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F81E6A30-DF0A-5DB4-2B5C-0843552888D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0C027372-9F86-6177-3AA9-BACD581560E3}"/>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CE249984-BB8A-A6EE-D898-8E74949B737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63BF268B-D392-A1A3-7354-8EE38432CA0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7BD86D63-88F9-BB96-6B69-274C46C3A6C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91FA7E6B-6FF2-8ED1-2513-55E31CD13B7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5C01FBDB-7152-069B-2778-BC81C947E9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070F926-673D-94D6-80E9-56695F147EB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05A9A2E3-3BFA-EF65-8D77-6F7934612407}"/>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57F33229-D217-4A91-A933-B221B8511C8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68F881D7-6088-3E65-B9A7-043AF9E2125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66EB30FF-8E74-FCC9-B4D3-B8C9C2CF4E9C}"/>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018A6A97-B79F-0F27-E679-24FEBFAD5E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A78E66B7-C8BA-ABFD-2864-95C11A2F76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0A8047F7-147F-A2AB-3EFD-0E49EF323D2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BA3FA9BF-833A-2FBC-B6A3-86FBAB6A8D09}"/>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A6393420-0EB4-06CC-2B05-948AC5153BF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57D888A5-15D4-9D4E-2704-BB7E963C5631}"/>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C2979F26-4414-1BD1-D6DF-C375BFD5EE79}"/>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A11F89A-2889-F178-36C5-0A08EEDEEC7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3A766FF2-E1BA-7E4D-F662-9FF4439131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BD2B2B9D-F61F-C985-3FC0-F18B1883A1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1E73C740-8B30-22DE-ECCF-C7F58542967A}"/>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307182BB-908F-2B26-1A81-7D51E2A00209}"/>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F2FAC9A1-C8F2-5B48-50CB-34445BF761F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20F2F6BB-B211-AB32-7F85-0DADBA6397B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2EA6BF31-6FA3-1500-9792-13BFCCBC233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74B6095-23C8-F62B-A61D-3DC9BE57706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5C08C819-3442-782A-7999-E5BFEA4CACEE}"/>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15F4E9DA-55E8-1EAA-0327-FC5478774CD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34F3F8A5-8062-CEB2-318F-06DBA6D3713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FEBD1925-355D-18EF-B4D5-693C56B5EA22}"/>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AFE0E0C-945C-B8C8-D588-1FD90B1EEC79}"/>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F16D2E22-F5A9-80D9-637D-72EC321A4B3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5DFA6F1E-9CDA-6228-6647-D960952A0CDF}"/>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668C49C6-8A13-5A9B-69C7-F566BD1F5DC8}"/>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0291BB5E-4448-BD1E-EE5C-F14DCCA082C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DB70FCBE-162F-3778-69EC-4297AB93CF96}"/>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E7704744-73A1-A2E6-1000-90507DE6DEC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C30312A8-7CDE-F88B-ECE4-9D4ECD36B5E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90FB70F7-5AC3-0F86-C64D-711866D943C5}"/>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42695CAC-3E30-C589-7F40-55580E8673F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225F547C-CD06-D546-B18A-7E39DC52650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F334BE6-A2D6-2F7D-E97C-99401C73C8CE}"/>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08D49486-7F3C-A00D-001D-354645263951}"/>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0BDEC0E4-4F19-D473-2A74-EF10CCB2E00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9015317E-F80A-142B-8D7A-479B6F0FA47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A19DD016-AF17-0E84-E68D-CDC35978D4F9}"/>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BF88862C-04E4-6F6D-FD58-9BA1AFE5A2B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01DF090-1EF9-1FC8-774C-1F33DC09A7E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446AFF62-AA2D-EA1F-3D90-3BA4194B0E43}"/>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190EF414-4142-7E0F-59DA-7467A87C2F0D}"/>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917A4833-2F90-2D9A-8D99-3C6BDDCA0618}"/>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4DE0461A-AD56-E1CE-3919-7712A84A072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4BE89DA7-48AC-65E0-BD11-02CBF4ADBFAB}"/>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6B0EA01-02E2-C23F-96D9-60D43C32306B}"/>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482C8F7B-5ACF-F30C-6EDF-59499D72B165}"/>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6752CF41-5522-3CF5-01AC-5E2AA75A5E8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D26E4BA8-BE61-2927-C240-0854C0A0170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295183C-2926-0C24-1FAA-29AF3D4FD15B}"/>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1DF2A545-E30D-981E-3BF8-15BEFC7F72FF}"/>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792601DD-C9E0-FF4C-9DEE-EE36CDB885B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C2994FC2-F185-BAED-AE51-BD6DA4E09A2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5" name="楕円 4">
            <a:extLst>
              <a:ext uri="{FF2B5EF4-FFF2-40B4-BE49-F238E27FC236}">
                <a16:creationId xmlns:a16="http://schemas.microsoft.com/office/drawing/2014/main" id="{40D6E3A6-C44E-EA54-3499-70A2BCF91978}"/>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99" name="グループ化 98">
            <a:extLst>
              <a:ext uri="{FF2B5EF4-FFF2-40B4-BE49-F238E27FC236}">
                <a16:creationId xmlns:a16="http://schemas.microsoft.com/office/drawing/2014/main" id="{36BCF038-2FC3-9D91-8631-34053A4D9E1E}"/>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1B93E2A6-898F-86F9-282C-F59E7F2E181E}"/>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764014E6-D886-D3EE-EC98-B9400726369B}"/>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敵</a:t>
              </a: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1</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体に高威力攻撃</a:t>
              </a:r>
            </a:p>
          </p:txBody>
        </p:sp>
        <p:sp>
          <p:nvSpPr>
            <p:cNvPr id="32" name="テキスト ボックス 31">
              <a:extLst>
                <a:ext uri="{FF2B5EF4-FFF2-40B4-BE49-F238E27FC236}">
                  <a16:creationId xmlns:a16="http://schemas.microsoft.com/office/drawing/2014/main" id="{7FD3FD4D-420E-F080-D5C8-3169F1A75AD9}"/>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ENB</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0" name="グループ化 99">
            <a:extLst>
              <a:ext uri="{FF2B5EF4-FFF2-40B4-BE49-F238E27FC236}">
                <a16:creationId xmlns:a16="http://schemas.microsoft.com/office/drawing/2014/main" id="{9BC91760-0576-23E0-F67D-8E92AACC46E1}"/>
              </a:ext>
            </a:extLst>
          </p:cNvPr>
          <p:cNvGrpSpPr/>
          <p:nvPr/>
        </p:nvGrpSpPr>
        <p:grpSpPr>
          <a:xfrm>
            <a:off x="2209889" y="5115875"/>
            <a:ext cx="4022675" cy="782640"/>
            <a:chOff x="2209889" y="4914901"/>
            <a:chExt cx="4022675" cy="782640"/>
          </a:xfrm>
        </p:grpSpPr>
        <p:sp>
          <p:nvSpPr>
            <p:cNvPr id="101" name="四角形: 角を丸くする 100">
              <a:extLst>
                <a:ext uri="{FF2B5EF4-FFF2-40B4-BE49-F238E27FC236}">
                  <a16:creationId xmlns:a16="http://schemas.microsoft.com/office/drawing/2014/main" id="{2C827122-F835-3962-0198-F18A5FBBE8FE}"/>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03" name="テキスト ボックス 102">
              <a:extLst>
                <a:ext uri="{FF2B5EF4-FFF2-40B4-BE49-F238E27FC236}">
                  <a16:creationId xmlns:a16="http://schemas.microsoft.com/office/drawing/2014/main" id="{69A2C329-8A20-4345-2FB9-8A2981670F15}"/>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EF</a:t>
              </a:r>
              <a:r>
                <a:rPr lang="ja-JP" altLang="en-US" sz="2000" dirty="0">
                  <a:solidFill>
                    <a:srgbClr val="CC66FF"/>
                  </a:solidFill>
                  <a:latin typeface="BIZ UDP明朝 Medium" panose="02020500000000000000" pitchFamily="18" charset="-128"/>
                  <a:ea typeface="BIZ UDP明朝 Medium" panose="02020500000000000000" pitchFamily="18" charset="-128"/>
                </a:rPr>
                <a:t>拡大</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sp>
        <p:nvSpPr>
          <p:cNvPr id="113" name="テキスト ボックス 112">
            <a:extLst>
              <a:ext uri="{FF2B5EF4-FFF2-40B4-BE49-F238E27FC236}">
                <a16:creationId xmlns:a16="http://schemas.microsoft.com/office/drawing/2014/main" id="{F6E88D89-72DA-09FF-C74E-F03195A1A44D}"/>
              </a:ext>
            </a:extLst>
          </p:cNvPr>
          <p:cNvSpPr txBox="1"/>
          <p:nvPr/>
        </p:nvSpPr>
        <p:spPr>
          <a:xfrm>
            <a:off x="3703108" y="5487418"/>
            <a:ext cx="1526380" cy="338554"/>
          </a:xfrm>
          <a:prstGeom prst="rect">
            <a:avLst/>
          </a:prstGeom>
          <a:noFill/>
        </p:spPr>
        <p:txBody>
          <a:bodyPr wrap="none" rtlCol="0">
            <a:spAutoFit/>
          </a:bodyPr>
          <a:lstStyle/>
          <a:p>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grpSp>
        <p:nvGrpSpPr>
          <p:cNvPr id="114" name="グループ化 113">
            <a:extLst>
              <a:ext uri="{FF2B5EF4-FFF2-40B4-BE49-F238E27FC236}">
                <a16:creationId xmlns:a16="http://schemas.microsoft.com/office/drawing/2014/main" id="{E61C0A06-FF53-C75E-5516-87DAB064F8D6}"/>
              </a:ext>
            </a:extLst>
          </p:cNvPr>
          <p:cNvGrpSpPr/>
          <p:nvPr/>
        </p:nvGrpSpPr>
        <p:grpSpPr>
          <a:xfrm>
            <a:off x="8962119" y="905845"/>
            <a:ext cx="2561811" cy="5035298"/>
            <a:chOff x="8962119" y="905845"/>
            <a:chExt cx="2561811" cy="5035298"/>
          </a:xfrm>
        </p:grpSpPr>
        <p:grpSp>
          <p:nvGrpSpPr>
            <p:cNvPr id="115" name="グループ化 114">
              <a:extLst>
                <a:ext uri="{FF2B5EF4-FFF2-40B4-BE49-F238E27FC236}">
                  <a16:creationId xmlns:a16="http://schemas.microsoft.com/office/drawing/2014/main" id="{9886DC9B-2304-4E64-1AE6-7D70E3FCFF8C}"/>
                </a:ext>
              </a:extLst>
            </p:cNvPr>
            <p:cNvGrpSpPr/>
            <p:nvPr/>
          </p:nvGrpSpPr>
          <p:grpSpPr>
            <a:xfrm>
              <a:off x="8962119" y="905845"/>
              <a:ext cx="2561811" cy="632926"/>
              <a:chOff x="8957885" y="4574183"/>
              <a:chExt cx="2561811" cy="632926"/>
            </a:xfrm>
          </p:grpSpPr>
          <p:sp>
            <p:nvSpPr>
              <p:cNvPr id="268" name="楕円 267">
                <a:extLst>
                  <a:ext uri="{FF2B5EF4-FFF2-40B4-BE49-F238E27FC236}">
                    <a16:creationId xmlns:a16="http://schemas.microsoft.com/office/drawing/2014/main" id="{E75BE231-A038-3B9B-AF18-23D39B23E95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9" name="四角形: 角を丸くする 268">
                <a:extLst>
                  <a:ext uri="{FF2B5EF4-FFF2-40B4-BE49-F238E27FC236}">
                    <a16:creationId xmlns:a16="http://schemas.microsoft.com/office/drawing/2014/main" id="{519E0CC3-5ABA-1E1F-6EDE-9436BA8276E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70" name="グループ化 269">
                <a:extLst>
                  <a:ext uri="{FF2B5EF4-FFF2-40B4-BE49-F238E27FC236}">
                    <a16:creationId xmlns:a16="http://schemas.microsoft.com/office/drawing/2014/main" id="{8CD83A96-1393-5605-9BD7-ACA7E62C2E52}"/>
                  </a:ext>
                </a:extLst>
              </p:cNvPr>
              <p:cNvGrpSpPr/>
              <p:nvPr/>
            </p:nvGrpSpPr>
            <p:grpSpPr>
              <a:xfrm>
                <a:off x="9498429" y="4598805"/>
                <a:ext cx="1505416" cy="601824"/>
                <a:chOff x="1980734" y="3149081"/>
                <a:chExt cx="1505416" cy="601824"/>
              </a:xfrm>
            </p:grpSpPr>
            <p:sp>
              <p:nvSpPr>
                <p:cNvPr id="271" name="楕円 270">
                  <a:extLst>
                    <a:ext uri="{FF2B5EF4-FFF2-40B4-BE49-F238E27FC236}">
                      <a16:creationId xmlns:a16="http://schemas.microsoft.com/office/drawing/2014/main" id="{6D934DE6-B6C8-B6EE-2055-7E6A5D7D3D1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2" name="グループ化 271">
                  <a:extLst>
                    <a:ext uri="{FF2B5EF4-FFF2-40B4-BE49-F238E27FC236}">
                      <a16:creationId xmlns:a16="http://schemas.microsoft.com/office/drawing/2014/main" id="{9D105F03-ACB8-767F-A849-43F106A741E0}"/>
                    </a:ext>
                  </a:extLst>
                </p:cNvPr>
                <p:cNvGrpSpPr/>
                <p:nvPr/>
              </p:nvGrpSpPr>
              <p:grpSpPr>
                <a:xfrm>
                  <a:off x="1980734" y="3175652"/>
                  <a:ext cx="1505416" cy="575253"/>
                  <a:chOff x="1980734" y="3175652"/>
                  <a:chExt cx="1505416" cy="575253"/>
                </a:xfrm>
              </p:grpSpPr>
              <p:grpSp>
                <p:nvGrpSpPr>
                  <p:cNvPr id="273" name="グループ化 272">
                    <a:extLst>
                      <a:ext uri="{FF2B5EF4-FFF2-40B4-BE49-F238E27FC236}">
                        <a16:creationId xmlns:a16="http://schemas.microsoft.com/office/drawing/2014/main" id="{DA0FF043-D8EC-15EF-5370-9E528F6C923E}"/>
                      </a:ext>
                    </a:extLst>
                  </p:cNvPr>
                  <p:cNvGrpSpPr/>
                  <p:nvPr/>
                </p:nvGrpSpPr>
                <p:grpSpPr>
                  <a:xfrm>
                    <a:off x="1980734" y="3473931"/>
                    <a:ext cx="1505416" cy="276974"/>
                    <a:chOff x="4194668" y="3607669"/>
                    <a:chExt cx="1105960" cy="276974"/>
                  </a:xfrm>
                </p:grpSpPr>
                <p:sp>
                  <p:nvSpPr>
                    <p:cNvPr id="275" name="四角形: 角を丸くする 274">
                      <a:extLst>
                        <a:ext uri="{FF2B5EF4-FFF2-40B4-BE49-F238E27FC236}">
                          <a16:creationId xmlns:a16="http://schemas.microsoft.com/office/drawing/2014/main" id="{A5DCDB03-33A4-0410-C408-9C691CB4973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6" name="図 275">
                      <a:extLst>
                        <a:ext uri="{FF2B5EF4-FFF2-40B4-BE49-F238E27FC236}">
                          <a16:creationId xmlns:a16="http://schemas.microsoft.com/office/drawing/2014/main" id="{EBD75D96-688E-8DB8-6280-55D22A6779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4" name="テキスト ボックス 273">
                    <a:extLst>
                      <a:ext uri="{FF2B5EF4-FFF2-40B4-BE49-F238E27FC236}">
                        <a16:creationId xmlns:a16="http://schemas.microsoft.com/office/drawing/2014/main" id="{6308A815-996F-DD63-231A-9FAB20CF794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06E0FF00-CA96-3627-7A4B-1632DF76F323}"/>
                </a:ext>
              </a:extLst>
            </p:cNvPr>
            <p:cNvGrpSpPr/>
            <p:nvPr/>
          </p:nvGrpSpPr>
          <p:grpSpPr>
            <a:xfrm>
              <a:off x="8962119" y="5308217"/>
              <a:ext cx="2561811" cy="632926"/>
              <a:chOff x="8957885" y="4574183"/>
              <a:chExt cx="2561811" cy="632926"/>
            </a:xfrm>
          </p:grpSpPr>
          <p:sp>
            <p:nvSpPr>
              <p:cNvPr id="195" name="楕円 194">
                <a:extLst>
                  <a:ext uri="{FF2B5EF4-FFF2-40B4-BE49-F238E27FC236}">
                    <a16:creationId xmlns:a16="http://schemas.microsoft.com/office/drawing/2014/main" id="{66BCB356-0836-98AD-7AD2-220C154418F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6" name="四角形: 角を丸くする 195">
                <a:extLst>
                  <a:ext uri="{FF2B5EF4-FFF2-40B4-BE49-F238E27FC236}">
                    <a16:creationId xmlns:a16="http://schemas.microsoft.com/office/drawing/2014/main" id="{AFA3DF68-D2FF-FEF7-2C50-881C2793C5E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40" name="グループ化 239">
                <a:extLst>
                  <a:ext uri="{FF2B5EF4-FFF2-40B4-BE49-F238E27FC236}">
                    <a16:creationId xmlns:a16="http://schemas.microsoft.com/office/drawing/2014/main" id="{1440094D-BD75-9A6A-DA60-A5FA1E6F8361}"/>
                  </a:ext>
                </a:extLst>
              </p:cNvPr>
              <p:cNvGrpSpPr/>
              <p:nvPr/>
            </p:nvGrpSpPr>
            <p:grpSpPr>
              <a:xfrm>
                <a:off x="9498429" y="4598805"/>
                <a:ext cx="1505416" cy="601824"/>
                <a:chOff x="1980734" y="3149081"/>
                <a:chExt cx="1505416" cy="601824"/>
              </a:xfrm>
            </p:grpSpPr>
            <p:sp>
              <p:nvSpPr>
                <p:cNvPr id="241" name="楕円 240">
                  <a:extLst>
                    <a:ext uri="{FF2B5EF4-FFF2-40B4-BE49-F238E27FC236}">
                      <a16:creationId xmlns:a16="http://schemas.microsoft.com/office/drawing/2014/main" id="{0EDD4FF2-FF21-5034-C0CA-BD95B6550EB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2" name="グループ化 241">
                  <a:extLst>
                    <a:ext uri="{FF2B5EF4-FFF2-40B4-BE49-F238E27FC236}">
                      <a16:creationId xmlns:a16="http://schemas.microsoft.com/office/drawing/2014/main" id="{7AA2EB5D-A021-0D1B-A816-09CF4DBF3115}"/>
                    </a:ext>
                  </a:extLst>
                </p:cNvPr>
                <p:cNvGrpSpPr/>
                <p:nvPr/>
              </p:nvGrpSpPr>
              <p:grpSpPr>
                <a:xfrm>
                  <a:off x="1980734" y="3175652"/>
                  <a:ext cx="1505416" cy="575253"/>
                  <a:chOff x="1980734" y="3175652"/>
                  <a:chExt cx="1505416" cy="575253"/>
                </a:xfrm>
              </p:grpSpPr>
              <p:grpSp>
                <p:nvGrpSpPr>
                  <p:cNvPr id="243" name="グループ化 242">
                    <a:extLst>
                      <a:ext uri="{FF2B5EF4-FFF2-40B4-BE49-F238E27FC236}">
                        <a16:creationId xmlns:a16="http://schemas.microsoft.com/office/drawing/2014/main" id="{3831597A-08E4-86AF-FB48-FCAAE672B0CE}"/>
                      </a:ext>
                    </a:extLst>
                  </p:cNvPr>
                  <p:cNvGrpSpPr/>
                  <p:nvPr/>
                </p:nvGrpSpPr>
                <p:grpSpPr>
                  <a:xfrm>
                    <a:off x="1980734" y="3473931"/>
                    <a:ext cx="1505416" cy="276974"/>
                    <a:chOff x="4194668" y="3607669"/>
                    <a:chExt cx="1105960" cy="276974"/>
                  </a:xfrm>
                </p:grpSpPr>
                <p:sp>
                  <p:nvSpPr>
                    <p:cNvPr id="245" name="四角形: 角を丸くする 244">
                      <a:extLst>
                        <a:ext uri="{FF2B5EF4-FFF2-40B4-BE49-F238E27FC236}">
                          <a16:creationId xmlns:a16="http://schemas.microsoft.com/office/drawing/2014/main" id="{3B0998F3-1870-D87B-6FF3-4DCDE529CFD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6" name="図 245">
                      <a:extLst>
                        <a:ext uri="{FF2B5EF4-FFF2-40B4-BE49-F238E27FC236}">
                          <a16:creationId xmlns:a16="http://schemas.microsoft.com/office/drawing/2014/main" id="{5C825262-02CE-5375-9A51-BBCD6CC808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4" name="テキスト ボックス 243">
                    <a:extLst>
                      <a:ext uri="{FF2B5EF4-FFF2-40B4-BE49-F238E27FC236}">
                        <a16:creationId xmlns:a16="http://schemas.microsoft.com/office/drawing/2014/main" id="{1A5BC664-E1C7-5B1C-797F-34F12F25D1E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375A58E2-E4FC-1F14-271A-33DF4DFCA137}"/>
                </a:ext>
              </a:extLst>
            </p:cNvPr>
            <p:cNvGrpSpPr/>
            <p:nvPr/>
          </p:nvGrpSpPr>
          <p:grpSpPr>
            <a:xfrm>
              <a:off x="8962119" y="1639574"/>
              <a:ext cx="2561811" cy="632926"/>
              <a:chOff x="8957885" y="4574183"/>
              <a:chExt cx="2561811" cy="632926"/>
            </a:xfrm>
          </p:grpSpPr>
          <p:sp>
            <p:nvSpPr>
              <p:cNvPr id="184" name="楕円 183">
                <a:extLst>
                  <a:ext uri="{FF2B5EF4-FFF2-40B4-BE49-F238E27FC236}">
                    <a16:creationId xmlns:a16="http://schemas.microsoft.com/office/drawing/2014/main" id="{76A26761-C51C-CACF-4EF7-B1A0F94E124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7" name="四角形: 角を丸くする 186">
                <a:extLst>
                  <a:ext uri="{FF2B5EF4-FFF2-40B4-BE49-F238E27FC236}">
                    <a16:creationId xmlns:a16="http://schemas.microsoft.com/office/drawing/2014/main" id="{144F9262-8944-6845-FCD5-9C4494934B1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8" name="グループ化 187">
                <a:extLst>
                  <a:ext uri="{FF2B5EF4-FFF2-40B4-BE49-F238E27FC236}">
                    <a16:creationId xmlns:a16="http://schemas.microsoft.com/office/drawing/2014/main" id="{793D17CE-CC0C-A932-4280-552DEDAAEC54}"/>
                  </a:ext>
                </a:extLst>
              </p:cNvPr>
              <p:cNvGrpSpPr/>
              <p:nvPr/>
            </p:nvGrpSpPr>
            <p:grpSpPr>
              <a:xfrm>
                <a:off x="9498429" y="4598805"/>
                <a:ext cx="1505416" cy="601824"/>
                <a:chOff x="1980734" y="3149081"/>
                <a:chExt cx="1505416" cy="601824"/>
              </a:xfrm>
            </p:grpSpPr>
            <p:sp>
              <p:nvSpPr>
                <p:cNvPr id="189" name="楕円 188">
                  <a:extLst>
                    <a:ext uri="{FF2B5EF4-FFF2-40B4-BE49-F238E27FC236}">
                      <a16:creationId xmlns:a16="http://schemas.microsoft.com/office/drawing/2014/main" id="{C65B9CC0-8CA5-1474-B475-BE02B96EF98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0" name="グループ化 189">
                  <a:extLst>
                    <a:ext uri="{FF2B5EF4-FFF2-40B4-BE49-F238E27FC236}">
                      <a16:creationId xmlns:a16="http://schemas.microsoft.com/office/drawing/2014/main" id="{36F48BBD-5A9E-508D-CC30-4A6F17FE18D4}"/>
                    </a:ext>
                  </a:extLst>
                </p:cNvPr>
                <p:cNvGrpSpPr/>
                <p:nvPr/>
              </p:nvGrpSpPr>
              <p:grpSpPr>
                <a:xfrm>
                  <a:off x="1980734" y="3175652"/>
                  <a:ext cx="1505416" cy="575253"/>
                  <a:chOff x="1980734" y="3175652"/>
                  <a:chExt cx="1505416" cy="575253"/>
                </a:xfrm>
              </p:grpSpPr>
              <p:grpSp>
                <p:nvGrpSpPr>
                  <p:cNvPr id="191" name="グループ化 190">
                    <a:extLst>
                      <a:ext uri="{FF2B5EF4-FFF2-40B4-BE49-F238E27FC236}">
                        <a16:creationId xmlns:a16="http://schemas.microsoft.com/office/drawing/2014/main" id="{09903223-F0F6-667C-C429-AA92C0442FC6}"/>
                      </a:ext>
                    </a:extLst>
                  </p:cNvPr>
                  <p:cNvGrpSpPr/>
                  <p:nvPr/>
                </p:nvGrpSpPr>
                <p:grpSpPr>
                  <a:xfrm>
                    <a:off x="1980734" y="3473931"/>
                    <a:ext cx="1505416" cy="276974"/>
                    <a:chOff x="4194668" y="3607669"/>
                    <a:chExt cx="1105960" cy="276974"/>
                  </a:xfrm>
                </p:grpSpPr>
                <p:sp>
                  <p:nvSpPr>
                    <p:cNvPr id="193" name="四角形: 角を丸くする 192">
                      <a:extLst>
                        <a:ext uri="{FF2B5EF4-FFF2-40B4-BE49-F238E27FC236}">
                          <a16:creationId xmlns:a16="http://schemas.microsoft.com/office/drawing/2014/main" id="{459186C8-1212-6989-CFA6-BAC163A0AEA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4" name="図 193">
                      <a:extLst>
                        <a:ext uri="{FF2B5EF4-FFF2-40B4-BE49-F238E27FC236}">
                          <a16:creationId xmlns:a16="http://schemas.microsoft.com/office/drawing/2014/main" id="{EDAF6E68-E8A7-941C-BE95-440F8FF4B1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2" name="テキスト ボックス 191">
                    <a:extLst>
                      <a:ext uri="{FF2B5EF4-FFF2-40B4-BE49-F238E27FC236}">
                        <a16:creationId xmlns:a16="http://schemas.microsoft.com/office/drawing/2014/main" id="{9F05E8BA-0559-9DA2-E731-1325D6724B6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CCF7B750-4D70-751B-8126-9CFB58BC6C1B}"/>
                </a:ext>
              </a:extLst>
            </p:cNvPr>
            <p:cNvGrpSpPr/>
            <p:nvPr/>
          </p:nvGrpSpPr>
          <p:grpSpPr>
            <a:xfrm>
              <a:off x="8962119" y="2373303"/>
              <a:ext cx="2561811" cy="632926"/>
              <a:chOff x="8957885" y="4574183"/>
              <a:chExt cx="2561811" cy="632926"/>
            </a:xfrm>
          </p:grpSpPr>
          <p:sp>
            <p:nvSpPr>
              <p:cNvPr id="157" name="楕円 156">
                <a:extLst>
                  <a:ext uri="{FF2B5EF4-FFF2-40B4-BE49-F238E27FC236}">
                    <a16:creationId xmlns:a16="http://schemas.microsoft.com/office/drawing/2014/main" id="{ADC59B4A-8D8B-7E8F-716E-0BC217DE96A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8" name="四角形: 角を丸くする 157">
                <a:extLst>
                  <a:ext uri="{FF2B5EF4-FFF2-40B4-BE49-F238E27FC236}">
                    <a16:creationId xmlns:a16="http://schemas.microsoft.com/office/drawing/2014/main" id="{6E7C2D8F-83B8-FE88-14CB-72DAE34CF5C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9" name="グループ化 158">
                <a:extLst>
                  <a:ext uri="{FF2B5EF4-FFF2-40B4-BE49-F238E27FC236}">
                    <a16:creationId xmlns:a16="http://schemas.microsoft.com/office/drawing/2014/main" id="{2631FC5D-6B72-CBB7-F379-3115B79E6F24}"/>
                  </a:ext>
                </a:extLst>
              </p:cNvPr>
              <p:cNvGrpSpPr/>
              <p:nvPr/>
            </p:nvGrpSpPr>
            <p:grpSpPr>
              <a:xfrm>
                <a:off x="9498429" y="4598805"/>
                <a:ext cx="1505416" cy="601824"/>
                <a:chOff x="1980734" y="3149081"/>
                <a:chExt cx="1505416" cy="601824"/>
              </a:xfrm>
            </p:grpSpPr>
            <p:sp>
              <p:nvSpPr>
                <p:cNvPr id="160" name="楕円 159">
                  <a:extLst>
                    <a:ext uri="{FF2B5EF4-FFF2-40B4-BE49-F238E27FC236}">
                      <a16:creationId xmlns:a16="http://schemas.microsoft.com/office/drawing/2014/main" id="{FCDC1C7D-FF43-930E-F495-FAB4003D3F3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1" name="グループ化 160">
                  <a:extLst>
                    <a:ext uri="{FF2B5EF4-FFF2-40B4-BE49-F238E27FC236}">
                      <a16:creationId xmlns:a16="http://schemas.microsoft.com/office/drawing/2014/main" id="{26012F12-C820-978A-2E7E-D6871FD339C7}"/>
                    </a:ext>
                  </a:extLst>
                </p:cNvPr>
                <p:cNvGrpSpPr/>
                <p:nvPr/>
              </p:nvGrpSpPr>
              <p:grpSpPr>
                <a:xfrm>
                  <a:off x="1980734" y="3175652"/>
                  <a:ext cx="1505416" cy="575253"/>
                  <a:chOff x="1980734" y="3175652"/>
                  <a:chExt cx="1505416" cy="575253"/>
                </a:xfrm>
              </p:grpSpPr>
              <p:grpSp>
                <p:nvGrpSpPr>
                  <p:cNvPr id="173" name="グループ化 172">
                    <a:extLst>
                      <a:ext uri="{FF2B5EF4-FFF2-40B4-BE49-F238E27FC236}">
                        <a16:creationId xmlns:a16="http://schemas.microsoft.com/office/drawing/2014/main" id="{F4441211-2056-C3CC-C1FE-D993488D49FD}"/>
                      </a:ext>
                    </a:extLst>
                  </p:cNvPr>
                  <p:cNvGrpSpPr/>
                  <p:nvPr/>
                </p:nvGrpSpPr>
                <p:grpSpPr>
                  <a:xfrm>
                    <a:off x="1980734" y="3473931"/>
                    <a:ext cx="1505416" cy="276974"/>
                    <a:chOff x="4194668" y="3607669"/>
                    <a:chExt cx="1105960" cy="276974"/>
                  </a:xfrm>
                </p:grpSpPr>
                <p:sp>
                  <p:nvSpPr>
                    <p:cNvPr id="178" name="四角形: 角を丸くする 177">
                      <a:extLst>
                        <a:ext uri="{FF2B5EF4-FFF2-40B4-BE49-F238E27FC236}">
                          <a16:creationId xmlns:a16="http://schemas.microsoft.com/office/drawing/2014/main" id="{29D8A252-6AA5-EB26-0E40-41C8F81248B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2" name="図 181">
                      <a:extLst>
                        <a:ext uri="{FF2B5EF4-FFF2-40B4-BE49-F238E27FC236}">
                          <a16:creationId xmlns:a16="http://schemas.microsoft.com/office/drawing/2014/main" id="{D902B8F0-AF23-420E-60FC-F054ED255D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7" name="テキスト ボックス 176">
                    <a:extLst>
                      <a:ext uri="{FF2B5EF4-FFF2-40B4-BE49-F238E27FC236}">
                        <a16:creationId xmlns:a16="http://schemas.microsoft.com/office/drawing/2014/main" id="{4F306084-21DA-7957-91F5-A9A8933E7D9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4DB32057-0E68-1C44-4602-426208CA923D}"/>
                </a:ext>
              </a:extLst>
            </p:cNvPr>
            <p:cNvGrpSpPr/>
            <p:nvPr/>
          </p:nvGrpSpPr>
          <p:grpSpPr>
            <a:xfrm>
              <a:off x="8962119" y="3107032"/>
              <a:ext cx="2561811" cy="632926"/>
              <a:chOff x="8957885" y="4574183"/>
              <a:chExt cx="2561811" cy="632926"/>
            </a:xfrm>
          </p:grpSpPr>
          <p:sp>
            <p:nvSpPr>
              <p:cNvPr id="145" name="楕円 144">
                <a:extLst>
                  <a:ext uri="{FF2B5EF4-FFF2-40B4-BE49-F238E27FC236}">
                    <a16:creationId xmlns:a16="http://schemas.microsoft.com/office/drawing/2014/main" id="{225BF991-7527-691B-035B-2CDDE5AA82B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737234F1-C146-CF14-5BF1-77140EEA728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2EEE68E9-88D6-134D-D0D7-A33BED92D757}"/>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2E65BA10-A0BA-D353-3190-929692285FC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60AB5ACD-66A2-26DE-CF45-0C2739543C68}"/>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42732114-74EC-348C-0F5F-3854AA36184B}"/>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3082C1EF-CFF9-ED33-197C-19F57A307AC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E04F8E11-BD41-E615-4FA1-F61D81ED79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FCF14CAC-C152-E6EC-5265-B96C561ECA2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CFE49841-FD10-11A2-CBAC-E2921359C030}"/>
                </a:ext>
              </a:extLst>
            </p:cNvPr>
            <p:cNvGrpSpPr/>
            <p:nvPr/>
          </p:nvGrpSpPr>
          <p:grpSpPr>
            <a:xfrm>
              <a:off x="8962119" y="3840761"/>
              <a:ext cx="2561811" cy="632926"/>
              <a:chOff x="8957885" y="4574183"/>
              <a:chExt cx="2561811" cy="632926"/>
            </a:xfrm>
          </p:grpSpPr>
          <p:sp>
            <p:nvSpPr>
              <p:cNvPr id="134" name="楕円 133">
                <a:extLst>
                  <a:ext uri="{FF2B5EF4-FFF2-40B4-BE49-F238E27FC236}">
                    <a16:creationId xmlns:a16="http://schemas.microsoft.com/office/drawing/2014/main" id="{F3E4AB44-62BE-5371-F497-0F067728427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5" name="四角形: 角を丸くする 134">
                <a:extLst>
                  <a:ext uri="{FF2B5EF4-FFF2-40B4-BE49-F238E27FC236}">
                    <a16:creationId xmlns:a16="http://schemas.microsoft.com/office/drawing/2014/main" id="{A30E9087-FDD4-C853-50B1-FB7697C28A9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6" name="グループ化 135">
                <a:extLst>
                  <a:ext uri="{FF2B5EF4-FFF2-40B4-BE49-F238E27FC236}">
                    <a16:creationId xmlns:a16="http://schemas.microsoft.com/office/drawing/2014/main" id="{E08A2E0F-1E92-309E-4B0D-DCE1CCB1C723}"/>
                  </a:ext>
                </a:extLst>
              </p:cNvPr>
              <p:cNvGrpSpPr/>
              <p:nvPr/>
            </p:nvGrpSpPr>
            <p:grpSpPr>
              <a:xfrm>
                <a:off x="9498429" y="4598805"/>
                <a:ext cx="1505416" cy="601824"/>
                <a:chOff x="1980734" y="3149081"/>
                <a:chExt cx="1505416" cy="601824"/>
              </a:xfrm>
            </p:grpSpPr>
            <p:sp>
              <p:nvSpPr>
                <p:cNvPr id="138" name="楕円 137">
                  <a:extLst>
                    <a:ext uri="{FF2B5EF4-FFF2-40B4-BE49-F238E27FC236}">
                      <a16:creationId xmlns:a16="http://schemas.microsoft.com/office/drawing/2014/main" id="{650A0BF0-251A-FB61-7709-2DDF5D9552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0" name="グループ化 139">
                  <a:extLst>
                    <a:ext uri="{FF2B5EF4-FFF2-40B4-BE49-F238E27FC236}">
                      <a16:creationId xmlns:a16="http://schemas.microsoft.com/office/drawing/2014/main" id="{C8F74B9E-62C9-68AE-D6B7-0FC803505764}"/>
                    </a:ext>
                  </a:extLst>
                </p:cNvPr>
                <p:cNvGrpSpPr/>
                <p:nvPr/>
              </p:nvGrpSpPr>
              <p:grpSpPr>
                <a:xfrm>
                  <a:off x="1980734" y="3175652"/>
                  <a:ext cx="1505416" cy="575253"/>
                  <a:chOff x="1980734" y="3175652"/>
                  <a:chExt cx="1505416" cy="575253"/>
                </a:xfrm>
              </p:grpSpPr>
              <p:grpSp>
                <p:nvGrpSpPr>
                  <p:cNvPr id="141" name="グループ化 140">
                    <a:extLst>
                      <a:ext uri="{FF2B5EF4-FFF2-40B4-BE49-F238E27FC236}">
                        <a16:creationId xmlns:a16="http://schemas.microsoft.com/office/drawing/2014/main" id="{BBD0C8A6-2F08-2A15-95E7-5FBD3EF0D96C}"/>
                      </a:ext>
                    </a:extLst>
                  </p:cNvPr>
                  <p:cNvGrpSpPr/>
                  <p:nvPr/>
                </p:nvGrpSpPr>
                <p:grpSpPr>
                  <a:xfrm>
                    <a:off x="1980734" y="3473931"/>
                    <a:ext cx="1505416" cy="276974"/>
                    <a:chOff x="4194668" y="3607669"/>
                    <a:chExt cx="1105960" cy="276974"/>
                  </a:xfrm>
                </p:grpSpPr>
                <p:sp>
                  <p:nvSpPr>
                    <p:cNvPr id="143" name="四角形: 角を丸くする 142">
                      <a:extLst>
                        <a:ext uri="{FF2B5EF4-FFF2-40B4-BE49-F238E27FC236}">
                          <a16:creationId xmlns:a16="http://schemas.microsoft.com/office/drawing/2014/main" id="{B4B8366C-0C53-9D8E-8BD1-1CB249CA593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4" name="図 143">
                      <a:extLst>
                        <a:ext uri="{FF2B5EF4-FFF2-40B4-BE49-F238E27FC236}">
                          <a16:creationId xmlns:a16="http://schemas.microsoft.com/office/drawing/2014/main" id="{7982DAE8-8EB1-F430-DD0C-AF7A0C3C41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2" name="テキスト ボックス 141">
                    <a:extLst>
                      <a:ext uri="{FF2B5EF4-FFF2-40B4-BE49-F238E27FC236}">
                        <a16:creationId xmlns:a16="http://schemas.microsoft.com/office/drawing/2014/main" id="{2A0FF712-B198-25F0-BC7C-72C7C31C90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2" name="グループ化 121">
              <a:extLst>
                <a:ext uri="{FF2B5EF4-FFF2-40B4-BE49-F238E27FC236}">
                  <a16:creationId xmlns:a16="http://schemas.microsoft.com/office/drawing/2014/main" id="{B91E0228-293A-05AA-488D-8CAADCAF0F5F}"/>
                </a:ext>
              </a:extLst>
            </p:cNvPr>
            <p:cNvGrpSpPr/>
            <p:nvPr/>
          </p:nvGrpSpPr>
          <p:grpSpPr>
            <a:xfrm>
              <a:off x="8962119" y="4574490"/>
              <a:ext cx="2561811" cy="632926"/>
              <a:chOff x="8957885" y="4574183"/>
              <a:chExt cx="2561811" cy="632926"/>
            </a:xfrm>
          </p:grpSpPr>
          <p:sp>
            <p:nvSpPr>
              <p:cNvPr id="123" name="楕円 122">
                <a:extLst>
                  <a:ext uri="{FF2B5EF4-FFF2-40B4-BE49-F238E27FC236}">
                    <a16:creationId xmlns:a16="http://schemas.microsoft.com/office/drawing/2014/main" id="{4A6AF79F-1122-2C91-6A40-27334A59E69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4" name="四角形: 角を丸くする 123">
                <a:extLst>
                  <a:ext uri="{FF2B5EF4-FFF2-40B4-BE49-F238E27FC236}">
                    <a16:creationId xmlns:a16="http://schemas.microsoft.com/office/drawing/2014/main" id="{50CA41ED-0AFE-CF63-0A7F-7834D8AF418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7" name="グループ化 126">
                <a:extLst>
                  <a:ext uri="{FF2B5EF4-FFF2-40B4-BE49-F238E27FC236}">
                    <a16:creationId xmlns:a16="http://schemas.microsoft.com/office/drawing/2014/main" id="{AFA6EB5B-3FE5-EC73-0654-6DCF1D0C37C5}"/>
                  </a:ext>
                </a:extLst>
              </p:cNvPr>
              <p:cNvGrpSpPr/>
              <p:nvPr/>
            </p:nvGrpSpPr>
            <p:grpSpPr>
              <a:xfrm>
                <a:off x="9498429" y="4598805"/>
                <a:ext cx="1505416" cy="601824"/>
                <a:chOff x="1980734" y="3149081"/>
                <a:chExt cx="1505416" cy="601824"/>
              </a:xfrm>
            </p:grpSpPr>
            <p:sp>
              <p:nvSpPr>
                <p:cNvPr id="128" name="楕円 127">
                  <a:extLst>
                    <a:ext uri="{FF2B5EF4-FFF2-40B4-BE49-F238E27FC236}">
                      <a16:creationId xmlns:a16="http://schemas.microsoft.com/office/drawing/2014/main" id="{52BEBA79-97C1-D1B5-215A-FE4CD2DF044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9" name="グループ化 128">
                  <a:extLst>
                    <a:ext uri="{FF2B5EF4-FFF2-40B4-BE49-F238E27FC236}">
                      <a16:creationId xmlns:a16="http://schemas.microsoft.com/office/drawing/2014/main" id="{754B2177-4AAD-507F-E791-154698DE3A53}"/>
                    </a:ext>
                  </a:extLst>
                </p:cNvPr>
                <p:cNvGrpSpPr/>
                <p:nvPr/>
              </p:nvGrpSpPr>
              <p:grpSpPr>
                <a:xfrm>
                  <a:off x="1980734" y="3175652"/>
                  <a:ext cx="1505416" cy="575253"/>
                  <a:chOff x="1980734" y="3175652"/>
                  <a:chExt cx="1505416" cy="575253"/>
                </a:xfrm>
              </p:grpSpPr>
              <p:grpSp>
                <p:nvGrpSpPr>
                  <p:cNvPr id="130" name="グループ化 129">
                    <a:extLst>
                      <a:ext uri="{FF2B5EF4-FFF2-40B4-BE49-F238E27FC236}">
                        <a16:creationId xmlns:a16="http://schemas.microsoft.com/office/drawing/2014/main" id="{252EBE38-C1E4-5015-E432-82808DEDFDB9}"/>
                      </a:ext>
                    </a:extLst>
                  </p:cNvPr>
                  <p:cNvGrpSpPr/>
                  <p:nvPr/>
                </p:nvGrpSpPr>
                <p:grpSpPr>
                  <a:xfrm>
                    <a:off x="1980734" y="3473931"/>
                    <a:ext cx="1505416" cy="276974"/>
                    <a:chOff x="4194668" y="3607669"/>
                    <a:chExt cx="1105960" cy="276974"/>
                  </a:xfrm>
                </p:grpSpPr>
                <p:sp>
                  <p:nvSpPr>
                    <p:cNvPr id="132" name="四角形: 角を丸くする 131">
                      <a:extLst>
                        <a:ext uri="{FF2B5EF4-FFF2-40B4-BE49-F238E27FC236}">
                          <a16:creationId xmlns:a16="http://schemas.microsoft.com/office/drawing/2014/main" id="{EC1DCB14-25EC-C047-EAD5-02FB3579244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3" name="図 132">
                      <a:extLst>
                        <a:ext uri="{FF2B5EF4-FFF2-40B4-BE49-F238E27FC236}">
                          <a16:creationId xmlns:a16="http://schemas.microsoft.com/office/drawing/2014/main" id="{D9A5205F-2460-0E92-AB63-6722FB4930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1" name="テキスト ボックス 130">
                    <a:extLst>
                      <a:ext uri="{FF2B5EF4-FFF2-40B4-BE49-F238E27FC236}">
                        <a16:creationId xmlns:a16="http://schemas.microsoft.com/office/drawing/2014/main" id="{A5BA6B9C-54F0-34D3-68B9-2A6FF420FC5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283" name="グループ化 282">
            <a:extLst>
              <a:ext uri="{FF2B5EF4-FFF2-40B4-BE49-F238E27FC236}">
                <a16:creationId xmlns:a16="http://schemas.microsoft.com/office/drawing/2014/main" id="{DE8D09F0-E98F-A64B-D9D8-83A2CAEC9807}"/>
              </a:ext>
            </a:extLst>
          </p:cNvPr>
          <p:cNvGrpSpPr/>
          <p:nvPr/>
        </p:nvGrpSpPr>
        <p:grpSpPr>
          <a:xfrm>
            <a:off x="3833550" y="5267857"/>
            <a:ext cx="1758663" cy="192735"/>
            <a:chOff x="1719571" y="215382"/>
            <a:chExt cx="3888059" cy="426098"/>
          </a:xfrm>
        </p:grpSpPr>
        <p:sp>
          <p:nvSpPr>
            <p:cNvPr id="284" name="平行四辺形 283">
              <a:extLst>
                <a:ext uri="{FF2B5EF4-FFF2-40B4-BE49-F238E27FC236}">
                  <a16:creationId xmlns:a16="http://schemas.microsoft.com/office/drawing/2014/main" id="{7F28990F-5478-8E0B-3132-0806D9D57124}"/>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5" name="平行四辺形 284">
              <a:extLst>
                <a:ext uri="{FF2B5EF4-FFF2-40B4-BE49-F238E27FC236}">
                  <a16:creationId xmlns:a16="http://schemas.microsoft.com/office/drawing/2014/main" id="{DAB8AC65-61A4-E497-2C86-9396046F569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6" name="平行四辺形 285">
              <a:extLst>
                <a:ext uri="{FF2B5EF4-FFF2-40B4-BE49-F238E27FC236}">
                  <a16:creationId xmlns:a16="http://schemas.microsoft.com/office/drawing/2014/main" id="{FAB80059-19B1-C71C-B9A3-607E04ABD0E0}"/>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7" name="平行四辺形 286">
              <a:extLst>
                <a:ext uri="{FF2B5EF4-FFF2-40B4-BE49-F238E27FC236}">
                  <a16:creationId xmlns:a16="http://schemas.microsoft.com/office/drawing/2014/main" id="{7C13201B-A799-7A67-2AB0-0B0B11FB919A}"/>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8" name="平行四辺形 287">
              <a:extLst>
                <a:ext uri="{FF2B5EF4-FFF2-40B4-BE49-F238E27FC236}">
                  <a16:creationId xmlns:a16="http://schemas.microsoft.com/office/drawing/2014/main" id="{69F6109B-8A63-066A-6E0A-6563606F802B}"/>
                </a:ext>
              </a:extLst>
            </p:cNvPr>
            <p:cNvSpPr/>
            <p:nvPr/>
          </p:nvSpPr>
          <p:spPr>
            <a:xfrm>
              <a:off x="3993856" y="215382"/>
              <a:ext cx="855679" cy="426098"/>
            </a:xfrm>
            <a:prstGeom prst="parallelogram">
              <a:avLst/>
            </a:prstGeom>
            <a:solidFill>
              <a:srgbClr val="CC66FF">
                <a:alpha val="85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89" name="テキスト ボックス 288">
            <a:extLst>
              <a:ext uri="{FF2B5EF4-FFF2-40B4-BE49-F238E27FC236}">
                <a16:creationId xmlns:a16="http://schemas.microsoft.com/office/drawing/2014/main" id="{C9E83B33-0F65-FBEC-7C0F-D020E02EB4E3}"/>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0" name="テキスト ボックス 289">
            <a:extLst>
              <a:ext uri="{FF2B5EF4-FFF2-40B4-BE49-F238E27FC236}">
                <a16:creationId xmlns:a16="http://schemas.microsoft.com/office/drawing/2014/main" id="{705188CD-F7D5-5B87-D1E2-9E7FA9BBC833}"/>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91" name="グループ化 290">
            <a:extLst>
              <a:ext uri="{FF2B5EF4-FFF2-40B4-BE49-F238E27FC236}">
                <a16:creationId xmlns:a16="http://schemas.microsoft.com/office/drawing/2014/main" id="{C9EC5B52-EC0C-9203-5FC0-3C3B81CE6154}"/>
              </a:ext>
            </a:extLst>
          </p:cNvPr>
          <p:cNvGrpSpPr/>
          <p:nvPr/>
        </p:nvGrpSpPr>
        <p:grpSpPr>
          <a:xfrm>
            <a:off x="1719571" y="303092"/>
            <a:ext cx="3092165" cy="338875"/>
            <a:chOff x="1719571" y="274517"/>
            <a:chExt cx="3092165" cy="338875"/>
          </a:xfrm>
        </p:grpSpPr>
        <p:grpSp>
          <p:nvGrpSpPr>
            <p:cNvPr id="292" name="グループ化 291">
              <a:extLst>
                <a:ext uri="{FF2B5EF4-FFF2-40B4-BE49-F238E27FC236}">
                  <a16:creationId xmlns:a16="http://schemas.microsoft.com/office/drawing/2014/main" id="{787B43EA-01B9-19AF-4AD5-3D3417688E5A}"/>
                </a:ext>
              </a:extLst>
            </p:cNvPr>
            <p:cNvGrpSpPr/>
            <p:nvPr/>
          </p:nvGrpSpPr>
          <p:grpSpPr>
            <a:xfrm>
              <a:off x="1719571" y="274517"/>
              <a:ext cx="3092165" cy="338875"/>
              <a:chOff x="1719571" y="215382"/>
              <a:chExt cx="3888059" cy="426098"/>
            </a:xfrm>
          </p:grpSpPr>
          <p:sp>
            <p:nvSpPr>
              <p:cNvPr id="297" name="平行四辺形 296">
                <a:extLst>
                  <a:ext uri="{FF2B5EF4-FFF2-40B4-BE49-F238E27FC236}">
                    <a16:creationId xmlns:a16="http://schemas.microsoft.com/office/drawing/2014/main" id="{81F6A38A-8B2E-75E5-1CB1-07A1D83D7B94}"/>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8" name="平行四辺形 297">
                <a:extLst>
                  <a:ext uri="{FF2B5EF4-FFF2-40B4-BE49-F238E27FC236}">
                    <a16:creationId xmlns:a16="http://schemas.microsoft.com/office/drawing/2014/main" id="{A00A716F-7998-C932-0485-934FEB3A785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9" name="平行四辺形 298">
                <a:extLst>
                  <a:ext uri="{FF2B5EF4-FFF2-40B4-BE49-F238E27FC236}">
                    <a16:creationId xmlns:a16="http://schemas.microsoft.com/office/drawing/2014/main" id="{FBD29C5D-EA36-1D25-ABCA-B0BB6503179B}"/>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0" name="平行四辺形 299">
                <a:extLst>
                  <a:ext uri="{FF2B5EF4-FFF2-40B4-BE49-F238E27FC236}">
                    <a16:creationId xmlns:a16="http://schemas.microsoft.com/office/drawing/2014/main" id="{C80F9047-751C-0E97-A379-9B0536E3C3E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1" name="平行四辺形 300">
                <a:extLst>
                  <a:ext uri="{FF2B5EF4-FFF2-40B4-BE49-F238E27FC236}">
                    <a16:creationId xmlns:a16="http://schemas.microsoft.com/office/drawing/2014/main" id="{4371C9FD-93C1-B724-F638-A677405A413D}"/>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3" name="楕円 292">
              <a:extLst>
                <a:ext uri="{FF2B5EF4-FFF2-40B4-BE49-F238E27FC236}">
                  <a16:creationId xmlns:a16="http://schemas.microsoft.com/office/drawing/2014/main" id="{5541E033-36B4-449F-3DC9-DC7194CB5C67}"/>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4" name="楕円 293">
              <a:extLst>
                <a:ext uri="{FF2B5EF4-FFF2-40B4-BE49-F238E27FC236}">
                  <a16:creationId xmlns:a16="http://schemas.microsoft.com/office/drawing/2014/main" id="{ED278E15-0CDC-1D7B-9DE8-1391C95BACE8}"/>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5" name="楕円 294">
              <a:extLst>
                <a:ext uri="{FF2B5EF4-FFF2-40B4-BE49-F238E27FC236}">
                  <a16:creationId xmlns:a16="http://schemas.microsoft.com/office/drawing/2014/main" id="{05CF71B1-86FD-DA3B-CEFC-423ADFF6FD7B}"/>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6" name="楕円 295">
              <a:extLst>
                <a:ext uri="{FF2B5EF4-FFF2-40B4-BE49-F238E27FC236}">
                  <a16:creationId xmlns:a16="http://schemas.microsoft.com/office/drawing/2014/main" id="{10377368-061B-951E-6B5C-9093D78B4EC1}"/>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1755443683"/>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B5639-2BF2-F92E-FBED-7551A1716829}"/>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68442F0C-D55D-5277-0B93-34A0725D274D}"/>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9612370E-2153-3FDB-DD6A-B0675188DA5D}"/>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113C933-8477-EE28-AAF6-DCAAB5EEA11F}"/>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742021D2-A660-FC8D-EB05-07BB56AD4EA6}"/>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5CC9A0AB-592C-3869-BE06-A5CA1131D33C}"/>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1122845D-4E5D-B718-F1F3-A42B1730573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7705E17-C1C5-6597-E1E8-BFD694E08B14}"/>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71A6A3C5-E4C9-D1AC-F007-83A49D1D1150}"/>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AA49CF7A-C77D-7C4B-D430-ACDF5AB8E3EB}"/>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C6FCAD7-3F43-F280-03D8-3A379DB5A0F1}"/>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D420456-450A-738A-0326-973582ACDAEE}"/>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04F2523E-1AE0-1703-30ED-C20B24D11C15}"/>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1541F25A-D61A-4F1F-E7B8-66F1AF02D876}"/>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E266D479-5397-D0AE-8FD8-E787D2678EC7}"/>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7A41F1F5-F9BA-87C3-EBF6-EEB85D815673}"/>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DBF7C20F-B066-985C-7B96-17692724B4CB}"/>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A0D7B277-9616-05BA-D7FE-116A0F5141FB}"/>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DEE32DAA-3E47-A5B4-3C94-C8778E9439F7}"/>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3767E291-7EB2-8771-F8B2-74A0D04D7E61}"/>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0C380CC-D1C4-366D-1F57-1A240F9D77C1}"/>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7B05A74-8508-AC6D-5AA1-5F0156678EC0}"/>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0E17B91-A9B2-4FA2-ACDC-D7ED4E58ACA8}"/>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D53079C5-76B9-96F5-3DEF-0A06E2C62E9E}"/>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583FD84E-D4C7-C602-1C51-B7CB89237CFA}"/>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56B5CF71-296B-AEB4-2B31-013994490E9B}"/>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4F0D2277-725A-2908-DBAA-4A95C2D8B05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6C8C286-3955-E9E1-BA8A-F1A0E957B6BF}"/>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DB3EAF22-E424-EE60-9DF1-04A4596DDCD2}"/>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2" name="楕円 51">
            <a:extLst>
              <a:ext uri="{FF2B5EF4-FFF2-40B4-BE49-F238E27FC236}">
                <a16:creationId xmlns:a16="http://schemas.microsoft.com/office/drawing/2014/main" id="{CCF28D79-46CA-F948-EB1D-BE87FBB2D300}"/>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3ADCFC91-452B-1BBF-5CED-666CF4E761C7}"/>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55" name="楕円 54">
            <a:extLst>
              <a:ext uri="{FF2B5EF4-FFF2-40B4-BE49-F238E27FC236}">
                <a16:creationId xmlns:a16="http://schemas.microsoft.com/office/drawing/2014/main" id="{ACA81DF7-DDF9-6DEB-D215-12DA872F7ACB}"/>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7CE3530D-0D12-3317-49A6-88E1ABFECC3B}"/>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nvGrpSpPr>
          <p:cNvPr id="57" name="グループ化 56">
            <a:extLst>
              <a:ext uri="{FF2B5EF4-FFF2-40B4-BE49-F238E27FC236}">
                <a16:creationId xmlns:a16="http://schemas.microsoft.com/office/drawing/2014/main" id="{5D4950C3-0872-40DE-E74A-7FD704F41A4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2031267-412B-98DA-9587-CDA1BD60849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F7D1C382-2B83-AB06-55AC-ADC8D11ABFC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D2C78074-7157-7430-E2FB-7C4FC2635A64}"/>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882B631C-E3AB-81F7-6F23-164C80404B3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B3964CAA-FA4E-FFE0-2CA1-97373CC7443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67" name="楕円 66">
            <a:extLst>
              <a:ext uri="{FF2B5EF4-FFF2-40B4-BE49-F238E27FC236}">
                <a16:creationId xmlns:a16="http://schemas.microsoft.com/office/drawing/2014/main" id="{B30C6F1A-93DD-D43B-656F-CCA070FE3E7A}"/>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54633D54-3224-982D-4DF5-B02832D01872}"/>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0" name="楕円 69">
            <a:extLst>
              <a:ext uri="{FF2B5EF4-FFF2-40B4-BE49-F238E27FC236}">
                <a16:creationId xmlns:a16="http://schemas.microsoft.com/office/drawing/2014/main" id="{7390C289-E4B6-EDE5-DC35-D70C1DEF6C22}"/>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29B479F7-29EF-CC7D-F27C-CAA85B031040}"/>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2" name="四角形: 角を丸くする 71">
            <a:extLst>
              <a:ext uri="{FF2B5EF4-FFF2-40B4-BE49-F238E27FC236}">
                <a16:creationId xmlns:a16="http://schemas.microsoft.com/office/drawing/2014/main" id="{DE550D2B-A9E4-571D-13DD-FD558817E8BA}"/>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2B3632FB-F6DA-F3A5-5680-BAF50FF57187}"/>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A20C852C-D5EB-B471-0FE4-85930D379A38}"/>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A4E241F2-0327-E651-AB7F-1BB73A5AEFBB}"/>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E8867D22-B927-6707-8980-BDDD9852DCBD}"/>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E6DE806-ADD6-868C-343E-2B968850332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ECA6DF0B-A090-F2A2-EEEB-02B826EFB70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64DB47FB-19F0-F158-E078-0C14A9071337}"/>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6EBE4C2F-478F-FB39-16ED-1B80A194D6BA}"/>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4FF7320A-B88E-773F-7C57-596E2028296C}"/>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05825441-9DDF-981D-D610-59853E86C3C7}"/>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1B0A065-0DC9-21DE-B357-DAD74630576A}"/>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214230CE-E104-FDE5-65E5-ED17925CC383}"/>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417E19F2-756C-D83D-1E4E-C6220976557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B1ACA59D-E75C-D1A1-27F7-A15B9E420AC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FC25EC20-E171-2958-8488-1F7E92090D60}"/>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64A608D5-BF71-44FF-BA5C-1E38B08ED5C4}"/>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592A6C5-1109-32A6-C59C-7CEF060FD4F1}"/>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895803A-B492-002B-9804-90A32F897780}"/>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01E389C7-F4A8-40FE-AD1F-4423589ADFCE}"/>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B19D493B-DC10-4D41-455D-EA29A4BF938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4FFD102B-C236-1899-6B47-E9FA29DC7A3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07C0144E-423F-B416-9F95-8F7A246B6718}"/>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B8455BCB-7CC0-F115-F937-F6ECE3B65CBE}"/>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3476471B-ADD4-AEC8-5DC4-29EBD501F844}"/>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5B66BC1-7CFA-F3EE-9079-40CEA98658A8}"/>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C9CFCD4-2466-744B-8E2F-27272F046C18}"/>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5C4F2BFE-9A39-19D0-0DBB-98B71565F64B}"/>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02218C34-F356-2F4E-29E7-4102812143D6}"/>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281D4166-9CEB-609A-3E43-6B4908483D92}"/>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TURN</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E250AFFF-1BAE-4F8A-C37C-7000DE830009}"/>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7" name="テキスト ボックス 86">
            <a:extLst>
              <a:ext uri="{FF2B5EF4-FFF2-40B4-BE49-F238E27FC236}">
                <a16:creationId xmlns:a16="http://schemas.microsoft.com/office/drawing/2014/main" id="{C29D9CBA-A790-7D29-04A4-ACB81C0864D9}"/>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7" name="グループ化 196">
            <a:extLst>
              <a:ext uri="{FF2B5EF4-FFF2-40B4-BE49-F238E27FC236}">
                <a16:creationId xmlns:a16="http://schemas.microsoft.com/office/drawing/2014/main" id="{7E39B94F-0D53-75F2-29AA-26D945970695}"/>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C8868D5D-F1E2-3BB8-68AD-08A503D0913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5F73662F-C9B7-8632-6ACF-CBB14DB1DA34}"/>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E207C85-32B2-8EE5-15D2-343AD655BA8F}"/>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602CB94D-2E2E-1AA6-1D6F-5F70507079D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376563F1-A060-3E42-ED74-EBDEA3BCE3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6FF8691-A1C1-47B5-DA5A-8CBFE8F5189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6D9D7118-821E-D4DD-1EE2-78B437C821A7}"/>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A96A1AD0-DE2C-A14B-EDEC-38FC5E41C9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AC2D1CC1-E558-9275-4F74-E08F69CD933D}"/>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E0790C67-2EEA-48ED-D10F-0B52F002358F}"/>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B06AA616-D120-6813-7149-B3390CC6A97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7B278530-D4D0-2E5E-81BF-94BD4DC64C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01C82C32-7A48-5611-FEF7-F54A2660CFA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57FEB95D-3B7C-86C3-4B29-E7AA18CE51FA}"/>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F8148066-2F6D-A3A6-632D-F0CC344A503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9CF56C24-84F2-A537-61D3-E6B75FD73F92}"/>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FC5A1A27-8F01-CB68-DA22-C22136CA256B}"/>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FA23129-C86B-4784-EC75-4BEB52349E3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07D2CB59-0C45-E69E-F633-390075D92B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57469696-E853-562E-9FAC-8298F7CFD0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804BC80-8CF8-C088-13E0-6495D57C09CB}"/>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08F14B46-71C4-C3B3-786C-C7E01B4F93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853F673B-4008-E629-A7F9-651041280D41}"/>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1D83441A-24F7-58C8-EEC9-4F1CE8CD59F4}"/>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4F506E80-D48A-BE95-7574-3437BC69C81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1AE8AFF3-F25C-C70C-CB9C-36DC66B73D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4EACE60-8B8D-7395-B3DE-8BE6D4EC697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17E8C866-8270-141F-EB72-3333E660AACA}"/>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DD0FC501-9377-F490-8A15-B47C484519D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25443CFD-AF1C-9C94-A971-5BC6593BB66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B69FE787-335F-75ED-7611-AFEA8D4E45FF}"/>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776C52D0-C642-42F9-5838-0A03265FCD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1C86014-B41B-3874-DFE0-848F39D1D3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7350988-AE84-BA3A-59F5-0DB9534E309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74E1BFD7-BDDE-8245-BB1F-80E972F1A8B3}"/>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C3C362B1-5F6D-A82E-5BFF-F1B4F575AB6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3FF8C51D-AFAD-17F2-031E-573F291491FD}"/>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401E62DE-16B2-6B07-F97E-2A105F9CA569}"/>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252B6D4D-2012-26FB-B1F4-4B808A19D39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68740B0E-58FE-D5D5-2A8F-33401BC7F5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51E42F06-CA4D-62EF-C22A-74545D491C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7D67FA6B-1F97-5303-90DE-BBEA69EB1054}"/>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A2CAAD12-A2BA-0EFA-FC94-CE392B39175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4E9A12B2-992B-FB59-3040-67F9CFE5163F}"/>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ECB293F4-6FBC-F182-1E02-3D0EA9C4F5E9}"/>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087B0996-D0C6-AE8F-DD44-BA5FA42EFA0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2F38931E-83FB-CD14-846E-6409089877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FA333D3-A1FE-7F5E-4A73-4BA35E4D8F6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25C6F9D1-1A70-167B-F4DC-0310A4201641}"/>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1D6E7DCF-82EC-B77C-2CE4-02CDA76F4928}"/>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71132EAD-185A-3688-4A7F-4DAB621DA3E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6E5D22E8-6786-8FE0-A136-9B4A901BAD8D}"/>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F0935C08-D400-1C37-6E88-1939B5A95197}"/>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56E698D4-9714-E41F-394A-9B82940B772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F83448E2-EF9C-4334-F541-1D9358506D56}"/>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FB5FC568-B088-DE42-AF41-D82E07CD42E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5EB6EBED-4721-5A93-4975-A1CADFCD93E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B17CEFDD-48F9-415A-98EB-7C70210797BA}"/>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74DE13EF-797C-BC63-869F-B166F162B2BF}"/>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140C8285-F49C-42E0-9E11-BA0EE43ED8A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168F723B-3C24-5C07-F318-B724D34CAF9D}"/>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8C58F4D4-16DD-8B0E-4DDB-D8085350D0A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53DF741B-9970-7A13-B513-AFBC4FD6E2C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AC3B0BD1-55EB-6887-7E35-B20999B25891}"/>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6DE0B2AF-6D0F-CB4D-F7E7-8AD0BE2E07EA}"/>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67BD61FB-C18D-88E3-4644-F6F317DE166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59A6AF29-27C8-ECAE-E1AE-473B4654C4DF}"/>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949A956-518E-C88C-7F97-A60B6A655A5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1E618084-6579-7337-1B88-975585940D51}"/>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4590E8DB-BFFE-D546-10D2-D65AB6494F74}"/>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7186CD4A-C41B-8173-D059-456F8F90F045}"/>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6A1D5332-744D-52A3-56A3-D4D59E225EDD}"/>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902B3C57-D82D-6C6B-F525-041D325CC4FC}"/>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3033C7B-A159-CC04-073E-5C4944E6DAB3}"/>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9C8A41B8-BE01-92AE-501A-F36F11AEAC2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464B7420-1094-4B07-025A-1225FF0B454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27544C79-B1C4-551D-DEDD-7CA11A782D3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0910A87F-4E93-9134-BAC5-DDB42F3DC3E8}"/>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6C599DA5-1AFE-02E4-E0BD-76B97CF84344}"/>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DE0CA33F-BA6F-9819-0A6C-0113DC8084E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3E687866-AFAA-90FE-502C-1FAC1A7941B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84335ECB-19F3-FA88-C0DC-6EAEF33A5737}"/>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06B4CF6-7E07-BD6C-D548-FC4998FE451E}"/>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FB72F6B1-E67C-9CE3-E98F-08543FA9FC3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849F0389-077E-0177-B1CB-C13C3F04133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3F5E9BC8-8DBF-69E9-6F3B-D5E799534FCA}"/>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5546B9DE-9660-9A12-4108-829D2877AFB0}"/>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D818B9A1-1893-66EF-3F8E-500DCCEAA0A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02551778-6CBC-63FA-BEB2-8BC84D2826F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9" name="グループ化 98">
            <a:extLst>
              <a:ext uri="{FF2B5EF4-FFF2-40B4-BE49-F238E27FC236}">
                <a16:creationId xmlns:a16="http://schemas.microsoft.com/office/drawing/2014/main" id="{BC5D0C72-F9CA-BDB7-CB65-E690B79AC955}"/>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A64EF353-EF36-8721-3EC1-BC2989BCD96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01A71E0C-A6DB-8504-F4B3-EE3C6A5FF9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42FA5190-7E65-1D1B-DFB6-E71A7190EE30}"/>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BC8AF42-541C-4527-5E4C-A8FF690A912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F4E80C6D-4C93-903B-57B1-F3822378AED4}"/>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A0BE8764-9D95-FB72-6091-09CBC9D9EE95}"/>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5AD1D671-57AA-AA05-ABBD-8B705EAEB7D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39F0F83B-8BA8-01D0-3698-3D2CB7E140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C073653E-3686-FBB8-C31A-2998A768D88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EF25B1B0-CF58-8A23-F681-19675B25A3C2}"/>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18DB72B-746A-AAB4-2A9D-2C3248AE7F5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88D4A4C9-5F72-8108-7CD3-FB90F101B46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1004CB44-5041-25F2-DB3B-93D7A7261AED}"/>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98DCF88B-ECA5-5DC0-1453-B34EC958A43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BEE55A8B-93BA-9004-D2B8-E6AD14DF689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DBF91748-B28D-A473-BDD0-700954A2CDC8}"/>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FFB6AEE2-FCD1-255D-1717-112B1A8306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84F6BDA2-64A5-015E-68CA-B3150DACFC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DEA0BE68-FEE9-67BA-517D-3DCEE3D050A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248C26BB-CCF9-9AA9-69CD-ABE4F63B8FCE}"/>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64ED5F06-B59D-2E70-9E3E-6B045F5933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C59CC62C-8F0A-1ED0-4377-01601273737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82B9FC69-85DA-B111-B7A7-8B2D3FE45F61}"/>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BAF47039-3A5E-0281-A933-EE5EECC6829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12229A5-A945-15A9-298A-7C8D7778F8B5}"/>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C55F615F-271C-CE5B-4B4D-F38B0B33810D}"/>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2EB23841-B635-E642-48E9-2E591FA8985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DB27CFE9-52DB-42CF-B60A-4D3DD56B08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38FA007E-C535-810F-717E-77A5345796A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A0FB2A62-E299-1610-FD57-2E0F71F3508D}"/>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0193E01E-ADE9-71DF-FC28-3B779E8BC51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283CE67C-9152-1C1E-872B-E5AF6995563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F74C6992-2AD9-3A57-E9C9-BE8CEF8AB1CC}"/>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2FB8AB21-ABD3-55B9-2966-3293A18A8EB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6B7FC012-CC13-8F19-486D-1A0A377A20EA}"/>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C7A56937-01CD-1361-5E9A-C41A38A0D619}"/>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7C31BC9F-4CA5-6CC2-D02C-E43E541898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98073CA7-1870-F5D1-DF07-8ACB73DAA3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B61028BC-DEC0-ABCD-96B3-1FA0DDED217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34D730FB-0909-CA32-9138-AF785039E69B}"/>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30EBB90F-DC85-A49E-6620-A4DCF88DD04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C6DC020E-9461-2EFB-70AB-B596DB9647A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0F78B154-77BD-2C65-7815-CD71443EB0BB}"/>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326D78FA-6EE6-9A12-7A8E-CCDEA92709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9D30885A-E89C-1D8F-972D-4FB18A14A7FA}"/>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7D851DE9-7047-8BE9-3A25-67FED610827C}"/>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75C95AF0-CA40-2721-5973-32605A6DCC4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416649A0-968F-54C9-11CA-210900D532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14661EC4-7C3A-5DB2-44A0-A2CEB6E4091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20C18CBD-5DF8-D3AC-078D-97B5B0884893}"/>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8DF07EB6-7949-7958-5745-54C8DFB7557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5C0360AD-8256-93FD-67D0-C904AE79D08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D57602E0-AE1B-8097-F77E-113A89601D72}"/>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8C65DE3-7A05-FC33-0301-297BD90905B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FE51AE21-FB24-EA70-5B06-122D23BD4B9B}"/>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7EF3D5D6-F303-5178-AA78-E5F0A168A67C}"/>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3F8C551-020E-450A-9B7A-5ACDEBE9C48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E0F6F076-0735-9AB5-9FB7-CE5A87C7CE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560D17E4-A7A4-6B79-34BC-8EDD6266A63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CE6D8F94-CDC3-BAFF-5FF6-338123D85912}"/>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BAC666F0-429E-BE72-6E2F-04189A2A4C8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B3EE3B05-CDC1-B2F6-EFC1-278F230EA08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00D1BB33-2EE4-E9BB-3179-CDBFE8291FE8}"/>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C5AC3DFD-D431-0E58-F621-BD6427B8F1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42E8664A-1ED3-79D0-D129-352AC0931B7C}"/>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5CAF62BD-B739-A585-CE77-43BA61C04571}"/>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CA9828F9-6A73-81E7-8EAB-7DB2D8DB216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8FF2193F-1C89-82E2-4CCA-D3A0F65580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D20AD2AD-3B16-5B1C-B4A2-B2D6B836EB3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76" name="グループ化 275">
            <a:extLst>
              <a:ext uri="{FF2B5EF4-FFF2-40B4-BE49-F238E27FC236}">
                <a16:creationId xmlns:a16="http://schemas.microsoft.com/office/drawing/2014/main" id="{DE7208ED-0DAB-5DAC-FDAB-7E5F7ED333DF}"/>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50CD725F-5462-87EE-42F6-080753743D04}"/>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978B5A3C-7DF6-23D9-77B0-3727DC0F9B0D}"/>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3" name="平行四辺形 242">
                <a:extLst>
                  <a:ext uri="{FF2B5EF4-FFF2-40B4-BE49-F238E27FC236}">
                    <a16:creationId xmlns:a16="http://schemas.microsoft.com/office/drawing/2014/main" id="{E59AFC9B-65BC-90E0-BE62-118EB80A90A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4" name="平行四辺形 243">
                <a:extLst>
                  <a:ext uri="{FF2B5EF4-FFF2-40B4-BE49-F238E27FC236}">
                    <a16:creationId xmlns:a16="http://schemas.microsoft.com/office/drawing/2014/main" id="{4811C832-EE9C-82E8-4D18-C9BD3F3B3E7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平行四辺形 244">
                <a:extLst>
                  <a:ext uri="{FF2B5EF4-FFF2-40B4-BE49-F238E27FC236}">
                    <a16:creationId xmlns:a16="http://schemas.microsoft.com/office/drawing/2014/main" id="{FE9CAD0A-7C93-2BA2-73F1-E183795AAD7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平行四辺形 245">
                <a:extLst>
                  <a:ext uri="{FF2B5EF4-FFF2-40B4-BE49-F238E27FC236}">
                    <a16:creationId xmlns:a16="http://schemas.microsoft.com/office/drawing/2014/main" id="{102EEDA2-4CC6-AC46-AB81-E35D46AAEB9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3145E4BA-1C35-869D-B187-C5E2BF05AC7B}"/>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D6B7940C-A939-8FE3-5EA9-1322676FB654}"/>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0C796B4A-426B-4B73-97BD-73825B604B43}"/>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A2460A25-7FEE-C3B9-3FED-29697444DFC6}"/>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cxnSp>
        <p:nvCxnSpPr>
          <p:cNvPr id="25" name="直線コネクタ 24">
            <a:extLst>
              <a:ext uri="{FF2B5EF4-FFF2-40B4-BE49-F238E27FC236}">
                <a16:creationId xmlns:a16="http://schemas.microsoft.com/office/drawing/2014/main" id="{DC877E50-18CE-CCAF-B2B1-A6469527EF6A}"/>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5EAA2CF4-17DC-C700-36BF-27AD3B9A9719}"/>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前</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3" name="テキスト ボックス 82">
            <a:extLst>
              <a:ext uri="{FF2B5EF4-FFF2-40B4-BE49-F238E27FC236}">
                <a16:creationId xmlns:a16="http://schemas.microsoft.com/office/drawing/2014/main" id="{FE365A73-CE5B-A2AF-5231-6772AE1D1F62}"/>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後</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5" name="グループ化 4">
            <a:extLst>
              <a:ext uri="{FF2B5EF4-FFF2-40B4-BE49-F238E27FC236}">
                <a16:creationId xmlns:a16="http://schemas.microsoft.com/office/drawing/2014/main" id="{B0F965CE-42F5-9E68-9BFD-5F2EB2324B8E}"/>
              </a:ext>
            </a:extLst>
          </p:cNvPr>
          <p:cNvGrpSpPr/>
          <p:nvPr/>
        </p:nvGrpSpPr>
        <p:grpSpPr>
          <a:xfrm>
            <a:off x="-7572198" y="2537074"/>
            <a:ext cx="7424968" cy="1844784"/>
            <a:chOff x="5621472" y="3249569"/>
            <a:chExt cx="4022675" cy="999461"/>
          </a:xfrm>
        </p:grpSpPr>
        <p:grpSp>
          <p:nvGrpSpPr>
            <p:cNvPr id="86" name="グループ化 85">
              <a:extLst>
                <a:ext uri="{FF2B5EF4-FFF2-40B4-BE49-F238E27FC236}">
                  <a16:creationId xmlns:a16="http://schemas.microsoft.com/office/drawing/2014/main" id="{9DE8B246-CAB5-BCB7-774A-F0F3BEC491A1}"/>
                </a:ext>
              </a:extLst>
            </p:cNvPr>
            <p:cNvGrpSpPr/>
            <p:nvPr/>
          </p:nvGrpSpPr>
          <p:grpSpPr>
            <a:xfrm>
              <a:off x="5621472" y="3249569"/>
              <a:ext cx="4022675" cy="999461"/>
              <a:chOff x="2209889" y="4943475"/>
              <a:chExt cx="4022675" cy="999461"/>
            </a:xfrm>
          </p:grpSpPr>
          <p:sp>
            <p:nvSpPr>
              <p:cNvPr id="91" name="四角形: 角を丸くする 90">
                <a:extLst>
                  <a:ext uri="{FF2B5EF4-FFF2-40B4-BE49-F238E27FC236}">
                    <a16:creationId xmlns:a16="http://schemas.microsoft.com/office/drawing/2014/main" id="{FFA26882-C2D3-1EE6-3C46-1EF9EACFA8C2}"/>
                  </a:ext>
                </a:extLst>
              </p:cNvPr>
              <p:cNvSpPr/>
              <p:nvPr/>
            </p:nvSpPr>
            <p:spPr>
              <a:xfrm>
                <a:off x="2209889" y="4943475"/>
                <a:ext cx="4022675" cy="999461"/>
              </a:xfrm>
              <a:prstGeom prst="roundRect">
                <a:avLst/>
              </a:prstGeom>
              <a:solidFill>
                <a:schemeClr val="dk1">
                  <a:alpha val="80000"/>
                </a:schemeClr>
              </a:solidFill>
              <a:ln>
                <a:solidFill>
                  <a:schemeClr val="bg1">
                    <a:lumMod val="95000"/>
                  </a:schemeClr>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97" name="テキスト ボックス 96">
                <a:extLst>
                  <a:ext uri="{FF2B5EF4-FFF2-40B4-BE49-F238E27FC236}">
                    <a16:creationId xmlns:a16="http://schemas.microsoft.com/office/drawing/2014/main" id="{F1F66F93-9399-17E9-31BC-1C3725E53560}"/>
                  </a:ext>
                </a:extLst>
              </p:cNvPr>
              <p:cNvSpPr txBox="1"/>
              <p:nvPr/>
            </p:nvSpPr>
            <p:spPr>
              <a:xfrm>
                <a:off x="3655825" y="5488554"/>
                <a:ext cx="2008076" cy="316817"/>
              </a:xfrm>
              <a:prstGeom prst="rect">
                <a:avLst/>
              </a:prstGeom>
              <a:noFill/>
            </p:spPr>
            <p:txBody>
              <a:bodyPr wrap="none" rtlCol="0">
                <a:spAutoFit/>
              </a:bodyPr>
              <a:lstStyle/>
              <a:p>
                <a:r>
                  <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nvGrpSpPr>
              <p:cNvPr id="180" name="グループ化 179">
                <a:extLst>
                  <a:ext uri="{FF2B5EF4-FFF2-40B4-BE49-F238E27FC236}">
                    <a16:creationId xmlns:a16="http://schemas.microsoft.com/office/drawing/2014/main" id="{DD1C451F-7DEB-2F89-B249-344D2A520D27}"/>
                  </a:ext>
                </a:extLst>
              </p:cNvPr>
              <p:cNvGrpSpPr/>
              <p:nvPr/>
            </p:nvGrpSpPr>
            <p:grpSpPr>
              <a:xfrm>
                <a:off x="2481915" y="5029626"/>
                <a:ext cx="3187249" cy="789382"/>
                <a:chOff x="2481915" y="5169587"/>
                <a:chExt cx="3187249" cy="789382"/>
              </a:xfrm>
            </p:grpSpPr>
            <p:sp>
              <p:nvSpPr>
                <p:cNvPr id="181" name="テキスト ボックス 180">
                  <a:extLst>
                    <a:ext uri="{FF2B5EF4-FFF2-40B4-BE49-F238E27FC236}">
                      <a16:creationId xmlns:a16="http://schemas.microsoft.com/office/drawing/2014/main" id="{6FA00611-C23E-CFDC-4D4B-E1992DF5BB0E}"/>
                    </a:ext>
                  </a:extLst>
                </p:cNvPr>
                <p:cNvSpPr txBox="1"/>
                <p:nvPr/>
              </p:nvSpPr>
              <p:spPr>
                <a:xfrm>
                  <a:off x="3653833" y="5169587"/>
                  <a:ext cx="2015331" cy="383516"/>
                </a:xfrm>
                <a:prstGeom prst="rect">
                  <a:avLst/>
                </a:prstGeom>
                <a:noFill/>
              </p:spPr>
              <p:txBody>
                <a:bodyPr wrap="square">
                  <a:spAutoFit/>
                </a:bodyPr>
                <a:lstStyle/>
                <a:p>
                  <a:r>
                    <a:rPr kumimoji="1" lang="ja-JP" altLang="en-US" sz="40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183" name="グループ化 182">
                  <a:extLst>
                    <a:ext uri="{FF2B5EF4-FFF2-40B4-BE49-F238E27FC236}">
                      <a16:creationId xmlns:a16="http://schemas.microsoft.com/office/drawing/2014/main" id="{DF3352AD-893C-6832-1DC1-F94E025E8978}"/>
                    </a:ext>
                  </a:extLst>
                </p:cNvPr>
                <p:cNvGrpSpPr/>
                <p:nvPr/>
              </p:nvGrpSpPr>
              <p:grpSpPr>
                <a:xfrm>
                  <a:off x="2481915" y="5773097"/>
                  <a:ext cx="732509" cy="185872"/>
                  <a:chOff x="2481915" y="5773097"/>
                  <a:chExt cx="732509" cy="185872"/>
                </a:xfrm>
              </p:grpSpPr>
              <p:sp>
                <p:nvSpPr>
                  <p:cNvPr id="268" name="楕円 267">
                    <a:extLst>
                      <a:ext uri="{FF2B5EF4-FFF2-40B4-BE49-F238E27FC236}">
                        <a16:creationId xmlns:a16="http://schemas.microsoft.com/office/drawing/2014/main" id="{A7177879-A63B-EEE2-9D34-128F24CD1C98}"/>
                      </a:ext>
                    </a:extLst>
                  </p:cNvPr>
                  <p:cNvSpPr/>
                  <p:nvPr/>
                </p:nvSpPr>
                <p:spPr>
                  <a:xfrm>
                    <a:off x="2481915"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69" name="楕円 268">
                    <a:extLst>
                      <a:ext uri="{FF2B5EF4-FFF2-40B4-BE49-F238E27FC236}">
                        <a16:creationId xmlns:a16="http://schemas.microsoft.com/office/drawing/2014/main" id="{32EDD495-9BC6-E725-6270-CC4B7781ED7D}"/>
                      </a:ext>
                    </a:extLst>
                  </p:cNvPr>
                  <p:cNvSpPr/>
                  <p:nvPr/>
                </p:nvSpPr>
                <p:spPr>
                  <a:xfrm>
                    <a:off x="2748622"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70" name="楕円 269">
                    <a:extLst>
                      <a:ext uri="{FF2B5EF4-FFF2-40B4-BE49-F238E27FC236}">
                        <a16:creationId xmlns:a16="http://schemas.microsoft.com/office/drawing/2014/main" id="{10CC565A-E562-06DD-415F-28AD27E7F2F5}"/>
                      </a:ext>
                    </a:extLst>
                  </p:cNvPr>
                  <p:cNvSpPr/>
                  <p:nvPr/>
                </p:nvSpPr>
                <p:spPr>
                  <a:xfrm>
                    <a:off x="3015328"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grpSp>
        <p:sp>
          <p:nvSpPr>
            <p:cNvPr id="271" name="楕円 270">
              <a:extLst>
                <a:ext uri="{FF2B5EF4-FFF2-40B4-BE49-F238E27FC236}">
                  <a16:creationId xmlns:a16="http://schemas.microsoft.com/office/drawing/2014/main" id="{97476800-4F28-6E1C-FAC6-E6B9129DB412}"/>
                </a:ext>
              </a:extLst>
            </p:cNvPr>
            <p:cNvSpPr/>
            <p:nvPr/>
          </p:nvSpPr>
          <p:spPr>
            <a:xfrm>
              <a:off x="5937377" y="3299679"/>
              <a:ext cx="651777" cy="598798"/>
            </a:xfrm>
            <a:prstGeom prst="ellipse">
              <a:avLst/>
            </a:prstGeom>
            <a:solidFill>
              <a:schemeClr val="tx1">
                <a:lumMod val="50000"/>
                <a:lumOff val="50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grpSp>
      <p:sp>
        <p:nvSpPr>
          <p:cNvPr id="4" name="矢印: 五方向 3">
            <a:extLst>
              <a:ext uri="{FF2B5EF4-FFF2-40B4-BE49-F238E27FC236}">
                <a16:creationId xmlns:a16="http://schemas.microsoft.com/office/drawing/2014/main" id="{F39A30CC-8B5F-6EA0-2EB5-E97AE8B8E719}"/>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21" name="グループ化 20">
            <a:extLst>
              <a:ext uri="{FF2B5EF4-FFF2-40B4-BE49-F238E27FC236}">
                <a16:creationId xmlns:a16="http://schemas.microsoft.com/office/drawing/2014/main" id="{FCA9DCCB-41E9-AFF1-B4A7-32BB4C3B7FB3}"/>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DF9F1CDB-8F20-0110-16FB-428D8559B4F5}"/>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32" name="楕円 31">
              <a:extLst>
                <a:ext uri="{FF2B5EF4-FFF2-40B4-BE49-F238E27FC236}">
                  <a16:creationId xmlns:a16="http://schemas.microsoft.com/office/drawing/2014/main" id="{2795A336-0337-50B6-64C9-BCF5B9394CD0}"/>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33" name="楕円 32">
              <a:extLst>
                <a:ext uri="{FF2B5EF4-FFF2-40B4-BE49-F238E27FC236}">
                  <a16:creationId xmlns:a16="http://schemas.microsoft.com/office/drawing/2014/main" id="{8AA07B5F-AD39-409C-ABB7-108EA7A7B1FB}"/>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51" name="楕円 50">
              <a:extLst>
                <a:ext uri="{FF2B5EF4-FFF2-40B4-BE49-F238E27FC236}">
                  <a16:creationId xmlns:a16="http://schemas.microsoft.com/office/drawing/2014/main" id="{912E3AC1-D952-BFCE-BCF5-0C69C7DE500C}"/>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54" name="楕円 53">
              <a:extLst>
                <a:ext uri="{FF2B5EF4-FFF2-40B4-BE49-F238E27FC236}">
                  <a16:creationId xmlns:a16="http://schemas.microsoft.com/office/drawing/2014/main" id="{337291D9-1635-43A6-7257-9BB6BB61B99A}"/>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66" name="楕円 65">
              <a:extLst>
                <a:ext uri="{FF2B5EF4-FFF2-40B4-BE49-F238E27FC236}">
                  <a16:creationId xmlns:a16="http://schemas.microsoft.com/office/drawing/2014/main" id="{882F8790-6E2A-4E38-F0A9-1D227529FB89}"/>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69" name="楕円 68">
              <a:extLst>
                <a:ext uri="{FF2B5EF4-FFF2-40B4-BE49-F238E27FC236}">
                  <a16:creationId xmlns:a16="http://schemas.microsoft.com/office/drawing/2014/main" id="{462AC41F-C483-0F71-3AC9-EEDAC1A272A2}"/>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grpSp>
      <p:grpSp>
        <p:nvGrpSpPr>
          <p:cNvPr id="79" name="グループ化 78">
            <a:extLst>
              <a:ext uri="{FF2B5EF4-FFF2-40B4-BE49-F238E27FC236}">
                <a16:creationId xmlns:a16="http://schemas.microsoft.com/office/drawing/2014/main" id="{1F542EEA-0316-B06C-1869-535418D8C4AD}"/>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9DE6EA99-35AC-934B-D6B5-DB600A437976}"/>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179" name="楕円 178">
              <a:extLst>
                <a:ext uri="{FF2B5EF4-FFF2-40B4-BE49-F238E27FC236}">
                  <a16:creationId xmlns:a16="http://schemas.microsoft.com/office/drawing/2014/main" id="{6F19BEF5-3E24-9EC2-047E-5B55CE8F7845}"/>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40" name="楕円 239">
              <a:extLst>
                <a:ext uri="{FF2B5EF4-FFF2-40B4-BE49-F238E27FC236}">
                  <a16:creationId xmlns:a16="http://schemas.microsoft.com/office/drawing/2014/main" id="{AA4690CC-A234-B65E-A781-3566C183560B}"/>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7" name="楕円 276">
              <a:extLst>
                <a:ext uri="{FF2B5EF4-FFF2-40B4-BE49-F238E27FC236}">
                  <a16:creationId xmlns:a16="http://schemas.microsoft.com/office/drawing/2014/main" id="{492E2484-B52E-65FD-5B0C-6CE9D955CF58}"/>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8" name="楕円 277">
              <a:extLst>
                <a:ext uri="{FF2B5EF4-FFF2-40B4-BE49-F238E27FC236}">
                  <a16:creationId xmlns:a16="http://schemas.microsoft.com/office/drawing/2014/main" id="{B77E0D6A-DBAC-2205-D859-776B921BF8F1}"/>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9" name="楕円 278">
              <a:extLst>
                <a:ext uri="{FF2B5EF4-FFF2-40B4-BE49-F238E27FC236}">
                  <a16:creationId xmlns:a16="http://schemas.microsoft.com/office/drawing/2014/main" id="{354AACDE-BDFE-B9EC-F481-33B6E59BA9EF}"/>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80" name="楕円 279">
              <a:extLst>
                <a:ext uri="{FF2B5EF4-FFF2-40B4-BE49-F238E27FC236}">
                  <a16:creationId xmlns:a16="http://schemas.microsoft.com/office/drawing/2014/main" id="{BD51AB74-FB10-F6C7-2E9F-373E864223BE}"/>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grpSp>
      <p:grpSp>
        <p:nvGrpSpPr>
          <p:cNvPr id="281" name="グループ化 280">
            <a:extLst>
              <a:ext uri="{FF2B5EF4-FFF2-40B4-BE49-F238E27FC236}">
                <a16:creationId xmlns:a16="http://schemas.microsoft.com/office/drawing/2014/main" id="{88936202-83AA-EECD-0F46-3EE5D2B61F70}"/>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641BFD05-7D40-1365-17D7-FCD2DB32C554}"/>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3" name="楕円 282">
              <a:extLst>
                <a:ext uri="{FF2B5EF4-FFF2-40B4-BE49-F238E27FC236}">
                  <a16:creationId xmlns:a16="http://schemas.microsoft.com/office/drawing/2014/main" id="{1C9819D1-FFF3-9128-5B9F-8694CC31B625}"/>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84" name="楕円 283">
            <a:extLst>
              <a:ext uri="{FF2B5EF4-FFF2-40B4-BE49-F238E27FC236}">
                <a16:creationId xmlns:a16="http://schemas.microsoft.com/office/drawing/2014/main" id="{BC7912A8-C2E4-B53F-6250-ABB991B58332}"/>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85" name="グループ化 284">
            <a:extLst>
              <a:ext uri="{FF2B5EF4-FFF2-40B4-BE49-F238E27FC236}">
                <a16:creationId xmlns:a16="http://schemas.microsoft.com/office/drawing/2014/main" id="{ECE45314-4A90-D6A4-EB6F-3BA43D6B91A6}"/>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FD4F945A-1C68-9BA9-6C30-A95EF2A59053}"/>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7" name="楕円 286">
              <a:extLst>
                <a:ext uri="{FF2B5EF4-FFF2-40B4-BE49-F238E27FC236}">
                  <a16:creationId xmlns:a16="http://schemas.microsoft.com/office/drawing/2014/main" id="{41C018FD-528A-B84C-1E3B-0DF5590A5A06}"/>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8" name="楕円 287">
              <a:extLst>
                <a:ext uri="{FF2B5EF4-FFF2-40B4-BE49-F238E27FC236}">
                  <a16:creationId xmlns:a16="http://schemas.microsoft.com/office/drawing/2014/main" id="{46284041-AB66-D8F4-39B0-B862841C10BC}"/>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89" name="グループ化 288">
            <a:extLst>
              <a:ext uri="{FF2B5EF4-FFF2-40B4-BE49-F238E27FC236}">
                <a16:creationId xmlns:a16="http://schemas.microsoft.com/office/drawing/2014/main" id="{4EA4C5D3-2DE5-9C49-DC53-413053872C5A}"/>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8C3C457A-4F7B-F26A-9F69-C26932EB02A4}"/>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C23FE4CE-EAA7-E86A-9A26-11CCAA43F356}"/>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2AE83E4C-E96C-A0B5-D9F9-5BB575C22086}"/>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前</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3" name="テキスト ボックス 292">
                <a:extLst>
                  <a:ext uri="{FF2B5EF4-FFF2-40B4-BE49-F238E27FC236}">
                    <a16:creationId xmlns:a16="http://schemas.microsoft.com/office/drawing/2014/main" id="{7CBA789A-6879-7525-171A-23869704B8B1}"/>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後</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grpSp>
        <p:nvGrpSpPr>
          <p:cNvPr id="294" name="グループ化 293">
            <a:extLst>
              <a:ext uri="{FF2B5EF4-FFF2-40B4-BE49-F238E27FC236}">
                <a16:creationId xmlns:a16="http://schemas.microsoft.com/office/drawing/2014/main" id="{7BB08B5F-762D-D42F-6645-6A7DB17B6E5C}"/>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572BE9DE-6E1B-C4B9-42D6-FEE21657722F}"/>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6" name="楕円 295">
              <a:extLst>
                <a:ext uri="{FF2B5EF4-FFF2-40B4-BE49-F238E27FC236}">
                  <a16:creationId xmlns:a16="http://schemas.microsoft.com/office/drawing/2014/main" id="{30F84652-A7DD-C3CE-759C-5E598A8A49B3}"/>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97" name="楕円 296">
            <a:extLst>
              <a:ext uri="{FF2B5EF4-FFF2-40B4-BE49-F238E27FC236}">
                <a16:creationId xmlns:a16="http://schemas.microsoft.com/office/drawing/2014/main" id="{979BCCDE-E922-198F-D68A-4D206925920C}"/>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98" name="グループ化 297">
            <a:extLst>
              <a:ext uri="{FF2B5EF4-FFF2-40B4-BE49-F238E27FC236}">
                <a16:creationId xmlns:a16="http://schemas.microsoft.com/office/drawing/2014/main" id="{19045F00-763C-E902-A34B-00A0CA872942}"/>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529F72AD-9C85-B26D-F2BE-A0150B8B6DA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0" name="楕円 299">
              <a:extLst>
                <a:ext uri="{FF2B5EF4-FFF2-40B4-BE49-F238E27FC236}">
                  <a16:creationId xmlns:a16="http://schemas.microsoft.com/office/drawing/2014/main" id="{A0D0665C-CF41-3D3B-D722-82D0C984BFA3}"/>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1" name="楕円 300">
              <a:extLst>
                <a:ext uri="{FF2B5EF4-FFF2-40B4-BE49-F238E27FC236}">
                  <a16:creationId xmlns:a16="http://schemas.microsoft.com/office/drawing/2014/main" id="{3CE320C8-E59D-791C-4E5B-280BB7B16C82}"/>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302" name="グループ化 301">
            <a:extLst>
              <a:ext uri="{FF2B5EF4-FFF2-40B4-BE49-F238E27FC236}">
                <a16:creationId xmlns:a16="http://schemas.microsoft.com/office/drawing/2014/main" id="{7540ABA5-6467-CDD5-0DE8-6CCFC593737C}"/>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4180EC3B-3A4A-2F3F-CAFA-980612667E4C}"/>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4" name="楕円 303">
              <a:extLst>
                <a:ext uri="{FF2B5EF4-FFF2-40B4-BE49-F238E27FC236}">
                  <a16:creationId xmlns:a16="http://schemas.microsoft.com/office/drawing/2014/main" id="{8364DC66-F7BC-B905-A5B0-15F4B6DEDCD2}"/>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5" name="楕円 304">
              <a:extLst>
                <a:ext uri="{FF2B5EF4-FFF2-40B4-BE49-F238E27FC236}">
                  <a16:creationId xmlns:a16="http://schemas.microsoft.com/office/drawing/2014/main" id="{EA612BEF-2659-09BA-6F51-28423BD4421E}"/>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2908628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3.54167E-6 1.85185E-6 L 0.81654 1.85185E-6 " pathEditMode="relative" rAng="0" ptsTypes="AA">
                                      <p:cBhvr>
                                        <p:cTn id="6" dur="1000" fill="hold"/>
                                        <p:tgtEl>
                                          <p:spTgt spid="5"/>
                                        </p:tgtEl>
                                        <p:attrNameLst>
                                          <p:attrName>ppt_x</p:attrName>
                                          <p:attrName>ppt_y</p:attrName>
                                        </p:attrNameLst>
                                      </p:cBhvr>
                                      <p:rCtr x="40820" y="0"/>
                                    </p:animMotion>
                                  </p:childTnLst>
                                </p:cTn>
                              </p:par>
                            </p:childTnLst>
                          </p:cTn>
                        </p:par>
                      </p:childTnLst>
                    </p:cTn>
                  </p:par>
                  <p:par>
                    <p:cTn id="7" fill="hold">
                      <p:stCondLst>
                        <p:cond delay="indefinite"/>
                      </p:stCondLst>
                      <p:childTnLst>
                        <p:par>
                          <p:cTn id="8" fill="hold">
                            <p:stCondLst>
                              <p:cond delay="0"/>
                            </p:stCondLst>
                            <p:childTnLst>
                              <p:par>
                                <p:cTn id="9" presetID="32" presetClass="emph" presetSubtype="0" fill="hold" nodeType="clickEffect">
                                  <p:stCondLst>
                                    <p:cond delay="0"/>
                                  </p:stCondLst>
                                  <p:childTnLst>
                                    <p:animRot by="120000">
                                      <p:cBhvr>
                                        <p:cTn id="10" dur="50" fill="hold">
                                          <p:stCondLst>
                                            <p:cond delay="0"/>
                                          </p:stCondLst>
                                        </p:cTn>
                                        <p:tgtEl>
                                          <p:spTgt spid="5"/>
                                        </p:tgtEl>
                                        <p:attrNameLst>
                                          <p:attrName>r</p:attrName>
                                        </p:attrNameLst>
                                      </p:cBhvr>
                                    </p:animRot>
                                    <p:animRot by="-240000">
                                      <p:cBhvr>
                                        <p:cTn id="11" dur="100" fill="hold">
                                          <p:stCondLst>
                                            <p:cond delay="100"/>
                                          </p:stCondLst>
                                        </p:cTn>
                                        <p:tgtEl>
                                          <p:spTgt spid="5"/>
                                        </p:tgtEl>
                                        <p:attrNameLst>
                                          <p:attrName>r</p:attrName>
                                        </p:attrNameLst>
                                      </p:cBhvr>
                                    </p:animRot>
                                    <p:animRot by="240000">
                                      <p:cBhvr>
                                        <p:cTn id="12" dur="100" fill="hold">
                                          <p:stCondLst>
                                            <p:cond delay="200"/>
                                          </p:stCondLst>
                                        </p:cTn>
                                        <p:tgtEl>
                                          <p:spTgt spid="5"/>
                                        </p:tgtEl>
                                        <p:attrNameLst>
                                          <p:attrName>r</p:attrName>
                                        </p:attrNameLst>
                                      </p:cBhvr>
                                    </p:animRot>
                                    <p:animRot by="-240000">
                                      <p:cBhvr>
                                        <p:cTn id="13" dur="100" fill="hold">
                                          <p:stCondLst>
                                            <p:cond delay="300"/>
                                          </p:stCondLst>
                                        </p:cTn>
                                        <p:tgtEl>
                                          <p:spTgt spid="5"/>
                                        </p:tgtEl>
                                        <p:attrNameLst>
                                          <p:attrName>r</p:attrName>
                                        </p:attrNameLst>
                                      </p:cBhvr>
                                    </p:animRot>
                                    <p:animRot by="120000">
                                      <p:cBhvr>
                                        <p:cTn id="14" dur="100" fill="hold">
                                          <p:stCondLst>
                                            <p:cond delay="400"/>
                                          </p:stCondLst>
                                        </p:cTn>
                                        <p:tgtEl>
                                          <p:spTgt spid="5"/>
                                        </p:tgtEl>
                                        <p:attrNameLst>
                                          <p:attrName>r</p:attrName>
                                        </p:attrNameLst>
                                      </p:cBhvr>
                                    </p:animRot>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81654 1.85185E-6 L 1.62787 1.85185E-6 " pathEditMode="relative" rAng="0" ptsTypes="AA">
                                      <p:cBhvr>
                                        <p:cTn id="18" dur="1000" fill="hold"/>
                                        <p:tgtEl>
                                          <p:spTgt spid="5"/>
                                        </p:tgtEl>
                                        <p:attrNameLst>
                                          <p:attrName>ppt_x</p:attrName>
                                          <p:attrName>ppt_y</p:attrName>
                                        </p:attrNameLst>
                                      </p:cBhvr>
                                      <p:rCtr x="4056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EEF0AF-BE58-E710-375F-AD3EB019E253}"/>
            </a:ext>
          </a:extLst>
        </p:cNvPr>
        <p:cNvGrpSpPr/>
        <p:nvPr/>
      </p:nvGrpSpPr>
      <p:grpSpPr>
        <a:xfrm>
          <a:off x="0" y="0"/>
          <a:ext cx="0" cy="0"/>
          <a:chOff x="0" y="0"/>
          <a:chExt cx="0" cy="0"/>
        </a:xfrm>
      </p:grpSpPr>
      <p:grpSp>
        <p:nvGrpSpPr>
          <p:cNvPr id="55" name="グループ化 54">
            <a:extLst>
              <a:ext uri="{FF2B5EF4-FFF2-40B4-BE49-F238E27FC236}">
                <a16:creationId xmlns:a16="http://schemas.microsoft.com/office/drawing/2014/main" id="{113D7B9D-7755-F8EC-E7EE-3309D9CA987F}"/>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D1F53456-BA3C-72C1-7590-7D2D2DC7F297}"/>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2AD29E66-02C0-356D-7802-F26E0EF93EDF}"/>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72B6F5A3-7F64-5B0C-5C86-7F0832FD51F2}"/>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2C8D09FF-852C-C8CF-665E-710841026A52}"/>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01E542CC-1B84-3399-454B-5400088270D7}"/>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D0C67F41-C25E-3DF1-5B67-60EF06BA91BE}"/>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5425BADC-4DD1-E21C-A54C-009853B38873}"/>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88BE6D97-E7D3-4994-B003-FBBE2E2E5992}"/>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B8F57C86-FE02-8446-B20A-51CCF72BF90F}"/>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3A6946F2-3AE9-903E-F197-5DE09C8F9986}"/>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719D5AC1-94F8-CBB6-28D7-B8CF9BE08B64}"/>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ECE74825-2F92-639D-29D7-4401690FD799}"/>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B4FD1118-3B84-AF8B-5BE3-14AE9A69125C}"/>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C423CC9F-2929-4F60-6E07-1C4DA40F74B3}"/>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0345D9F6-4D0E-E99F-0381-853BDFD79F0A}"/>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D7F7ADA2-7B90-7927-43C3-6AF6C095CC1B}"/>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E1FF4369-1BD7-2F01-0D20-CDCC24062ADA}"/>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7E1FBBD7-2B37-B529-3BC3-6CB71B8E0BB2}"/>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6BD767F9-FF7F-4833-DF56-6496EB68E3A1}"/>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FD922126-1F93-E361-B7F4-E0F34FCA0D37}"/>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6615F1AF-C44C-B5F0-AD8A-DA32854A6BE8}"/>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CD586B15-BCCD-AF5B-2D00-4D698CE72C8E}"/>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B8270C70-2D70-5694-3EB6-5261F2E75257}"/>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D9E14E98-4D3E-EA56-C79E-9241E78D3C46}"/>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258FBB4C-5635-1D73-C92F-5BF766E2D8CF}"/>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64765F42-29F2-FDEC-C121-60D869CC092E}"/>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57" name="図 56" descr="暗い背景に浮かぶ月&#10;&#10;AI 生成コンテンツは誤りを含む可能性があります。">
            <a:extLst>
              <a:ext uri="{FF2B5EF4-FFF2-40B4-BE49-F238E27FC236}">
                <a16:creationId xmlns:a16="http://schemas.microsoft.com/office/drawing/2014/main" id="{5D60D32C-6E80-EF29-280C-8A90CCB361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0A8EC814-3D6E-798D-1AB5-EAB25A7F9F30}"/>
              </a:ext>
            </a:extLst>
          </p:cNvPr>
          <p:cNvPicPr>
            <a:picLocks noChangeAspect="1"/>
          </p:cNvPicPr>
          <p:nvPr/>
        </p:nvPicPr>
        <p:blipFill>
          <a:blip r:embed="rId3">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731CDB85-9830-864D-FFB8-70F60007D6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24784763-9334-1CCC-CB5A-BCE244C26EE1}"/>
              </a:ext>
            </a:extLst>
          </p:cNvPr>
          <p:cNvPicPr>
            <a:picLocks noChangeAspect="1"/>
          </p:cNvPicPr>
          <p:nvPr/>
        </p:nvPicPr>
        <p:blipFill>
          <a:blip r:embed="rId5"/>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03CE49D0-9F9E-6F23-F8D7-D4F75656CF84}"/>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516D8CB9-E226-65BF-3300-4E4126B71A8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B6CBEDC3-405C-A1A9-C6EC-49F7062E1C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486175A8-C30C-85FB-60DF-33EAEEF8B34E}"/>
              </a:ext>
            </a:extLst>
          </p:cNvPr>
          <p:cNvPicPr>
            <a:picLocks noChangeAspect="1"/>
          </p:cNvPicPr>
          <p:nvPr/>
        </p:nvPicPr>
        <p:blipFill>
          <a:blip r:embed="rId8">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6E82921D-B444-FA18-568B-77EFAB841AA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EA9C9888-D063-3CD0-E2E6-3D2EDE94338B}"/>
              </a:ext>
            </a:extLst>
          </p:cNvPr>
          <p:cNvPicPr>
            <a:picLocks noChangeAspect="1"/>
          </p:cNvPicPr>
          <p:nvPr/>
        </p:nvPicPr>
        <p:blipFill>
          <a:blip r:embed="rId3">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E08FC490-2229-36B0-3CD3-DE73251B3C9C}"/>
              </a:ext>
            </a:extLst>
          </p:cNvPr>
          <p:cNvPicPr>
            <a:picLocks noChangeAspect="1"/>
          </p:cNvPicPr>
          <p:nvPr/>
        </p:nvPicPr>
        <p:blipFill>
          <a:blip r:embed="rId3">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443B4D4A-FB03-C1E2-8A2E-CDA7D96C8999}"/>
              </a:ext>
            </a:extLst>
          </p:cNvPr>
          <p:cNvPicPr>
            <a:picLocks noChangeAspect="1"/>
          </p:cNvPicPr>
          <p:nvPr/>
        </p:nvPicPr>
        <p:blipFill>
          <a:blip r:embed="rId3">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C84CFC07-C829-E75E-8B88-D6308E07F555}"/>
              </a:ext>
            </a:extLst>
          </p:cNvPr>
          <p:cNvPicPr>
            <a:picLocks noChangeAspect="1"/>
          </p:cNvPicPr>
          <p:nvPr/>
        </p:nvPicPr>
        <p:blipFill>
          <a:blip r:embed="rId3">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D0C1F77B-3B52-AD5D-ABC0-D0046F8698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059A017B-F7BD-BB11-266E-0275BFCC5D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59E235EB-A346-15D0-37B6-193D1BE716D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AF6C0F37-E827-B7B9-019F-63EC84C191F0}"/>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57125644-FCCE-1993-1925-D3BB04D2396C}"/>
              </a:ext>
            </a:extLst>
          </p:cNvPr>
          <p:cNvPicPr>
            <a:picLocks noChangeAspect="1"/>
          </p:cNvPicPr>
          <p:nvPr/>
        </p:nvPicPr>
        <p:blipFill>
          <a:blip r:embed="rId10">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67A08608-6E28-A47D-6A13-8377C125B8D1}"/>
              </a:ext>
            </a:extLst>
          </p:cNvPr>
          <p:cNvPicPr>
            <a:picLocks noChangeAspect="1"/>
          </p:cNvPicPr>
          <p:nvPr/>
        </p:nvPicPr>
        <p:blipFill>
          <a:blip r:embed="rId10">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CBF4DAC1-6492-76DB-046A-CE9CCF8C315D}"/>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0CA8F077-2EF9-C60B-EB2E-A2A1B86AF19C}"/>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9816690D-E320-2DF5-8E9C-4DDEDD6463E6}"/>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B644CAD7-0673-F7BC-5A34-5B1A9B65CD97}"/>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B4CFA3F0-B313-40DE-9B50-AAA7963F401A}"/>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55135ADA-9EF4-0C2A-18A2-F02551A41CFE}"/>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3375DF6A-9B86-E568-342A-1C43B58ED601}"/>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D1C4811F-277B-DA50-D599-CF925FEC4BE5}"/>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B446711E-E176-97B2-4834-DB3135D13132}"/>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EC908424-0AB5-657D-790C-B3253BA79437}"/>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9FF5239D-5B23-AED1-EC44-FA9190E33DC7}"/>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A805A271-70F3-A0D6-AB50-BF6AC70BCAAA}"/>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6BFCDAE5-7089-9959-C14E-C40E180FFF44}"/>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40BCF7B5-E8EA-5DB5-1F02-D776011837BC}"/>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5474FBA1-F285-0A3D-9F75-3B61882FBFC7}"/>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2F3DC24E-DDEA-DB12-C3A2-61B9BA5637B7}"/>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3DD0F498-2DE0-3196-1C3C-84D4168BCB34}"/>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46759B6B-65BC-E4DF-5570-CCF7F34C97A5}"/>
              </a:ext>
            </a:extLst>
          </p:cNvPr>
          <p:cNvPicPr>
            <a:picLocks noChangeAspect="1"/>
          </p:cNvPicPr>
          <p:nvPr/>
        </p:nvPicPr>
        <p:blipFill>
          <a:blip r:embed="rId11">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C9C4C8D4-B62A-C529-9D21-210B422DC16E}"/>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741CCDFE-116A-28D5-83C7-7EDAE41D5DC5}"/>
              </a:ext>
            </a:extLst>
          </p:cNvPr>
          <p:cNvPicPr>
            <a:picLocks noChangeAspect="1"/>
          </p:cNvPicPr>
          <p:nvPr/>
        </p:nvPicPr>
        <p:blipFill>
          <a:blip r:embed="rId11">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5ABD04FF-E2FC-5A93-7EC3-5A5B13C7A38E}"/>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99A225A6-0FF1-FF45-4702-A4B94A694263}"/>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D21B5A96-E352-3381-9698-7CC7A8F3D5DA}"/>
              </a:ext>
            </a:extLst>
          </p:cNvPr>
          <p:cNvPicPr>
            <a:picLocks noChangeAspect="1"/>
          </p:cNvPicPr>
          <p:nvPr/>
        </p:nvPicPr>
        <p:blipFill>
          <a:blip r:embed="rId11">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982A210B-2873-13C3-E984-F51170F8D288}"/>
              </a:ext>
            </a:extLst>
          </p:cNvPr>
          <p:cNvPicPr>
            <a:picLocks noChangeAspect="1"/>
          </p:cNvPicPr>
          <p:nvPr/>
        </p:nvPicPr>
        <p:blipFill>
          <a:blip r:embed="rId11">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33D0CE70-B274-17E2-E125-93FE8D16AFCD}"/>
              </a:ext>
            </a:extLst>
          </p:cNvPr>
          <p:cNvGrpSpPr/>
          <p:nvPr/>
        </p:nvGrpSpPr>
        <p:grpSpPr>
          <a:xfrm>
            <a:off x="6980678" y="5813675"/>
            <a:ext cx="5282019" cy="863767"/>
            <a:chOff x="7047353" y="5766050"/>
            <a:chExt cx="5282019" cy="863767"/>
          </a:xfrm>
        </p:grpSpPr>
        <p:grpSp>
          <p:nvGrpSpPr>
            <p:cNvPr id="98" name="グループ化 97">
              <a:extLst>
                <a:ext uri="{FF2B5EF4-FFF2-40B4-BE49-F238E27FC236}">
                  <a16:creationId xmlns:a16="http://schemas.microsoft.com/office/drawing/2014/main" id="{D7EC32F8-3B3E-B610-8BC0-90BA693623EC}"/>
                </a:ext>
              </a:extLst>
            </p:cNvPr>
            <p:cNvGrpSpPr/>
            <p:nvPr/>
          </p:nvGrpSpPr>
          <p:grpSpPr>
            <a:xfrm>
              <a:off x="7047353" y="6426608"/>
              <a:ext cx="4925585" cy="203209"/>
              <a:chOff x="7038024" y="6305310"/>
              <a:chExt cx="4925585" cy="203209"/>
            </a:xfrm>
          </p:grpSpPr>
          <p:grpSp>
            <p:nvGrpSpPr>
              <p:cNvPr id="70" name="グループ化 69">
                <a:extLst>
                  <a:ext uri="{FF2B5EF4-FFF2-40B4-BE49-F238E27FC236}">
                    <a16:creationId xmlns:a16="http://schemas.microsoft.com/office/drawing/2014/main" id="{DAE0099B-3D1B-A29C-26CA-32D075CB34F2}"/>
                  </a:ext>
                </a:extLst>
              </p:cNvPr>
              <p:cNvGrpSpPr/>
              <p:nvPr/>
            </p:nvGrpSpPr>
            <p:grpSpPr>
              <a:xfrm>
                <a:off x="7038024" y="6305310"/>
                <a:ext cx="1125692" cy="203209"/>
                <a:chOff x="7189194" y="4755790"/>
                <a:chExt cx="2361296" cy="426260"/>
              </a:xfrm>
            </p:grpSpPr>
            <p:sp>
              <p:nvSpPr>
                <p:cNvPr id="68" name="フローチャート: 手作業 67">
                  <a:extLst>
                    <a:ext uri="{FF2B5EF4-FFF2-40B4-BE49-F238E27FC236}">
                      <a16:creationId xmlns:a16="http://schemas.microsoft.com/office/drawing/2014/main" id="{261718E7-8E64-FA0C-9233-AA437ED35B13}"/>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63EC4405-6240-EBFA-9A15-5056FCD22AB3}"/>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79" name="グループ化 78">
                <a:extLst>
                  <a:ext uri="{FF2B5EF4-FFF2-40B4-BE49-F238E27FC236}">
                    <a16:creationId xmlns:a16="http://schemas.microsoft.com/office/drawing/2014/main" id="{3AB7974E-B1F3-3610-6865-3DCC3E7F2621}"/>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EF36F929-1835-DE7C-6571-3B528A8874EE}"/>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7A25156D-B92D-E45F-637D-04FC8E5C2A03}"/>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4" name="グループ化 83">
                <a:extLst>
                  <a:ext uri="{FF2B5EF4-FFF2-40B4-BE49-F238E27FC236}">
                    <a16:creationId xmlns:a16="http://schemas.microsoft.com/office/drawing/2014/main" id="{FC6469F6-36CA-7EE7-4C3D-424420D1BA94}"/>
                  </a:ext>
                </a:extLst>
              </p:cNvPr>
              <p:cNvGrpSpPr/>
              <p:nvPr/>
            </p:nvGrpSpPr>
            <p:grpSpPr>
              <a:xfrm>
                <a:off x="9571286" y="6305310"/>
                <a:ext cx="1125692" cy="203209"/>
                <a:chOff x="7189194" y="4755790"/>
                <a:chExt cx="2361296" cy="426260"/>
              </a:xfrm>
            </p:grpSpPr>
            <p:sp>
              <p:nvSpPr>
                <p:cNvPr id="85" name="フローチャート: 手作業 84">
                  <a:extLst>
                    <a:ext uri="{FF2B5EF4-FFF2-40B4-BE49-F238E27FC236}">
                      <a16:creationId xmlns:a16="http://schemas.microsoft.com/office/drawing/2014/main" id="{763A55DE-24AB-3A8A-46E7-C413F66797E6}"/>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C2E19546-8D2F-42CB-FFC8-EF82E190FEF1}"/>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9" name="グループ化 88">
                <a:extLst>
                  <a:ext uri="{FF2B5EF4-FFF2-40B4-BE49-F238E27FC236}">
                    <a16:creationId xmlns:a16="http://schemas.microsoft.com/office/drawing/2014/main" id="{0BF3C417-9C82-86EF-457D-66EC9D68084A}"/>
                  </a:ext>
                </a:extLst>
              </p:cNvPr>
              <p:cNvGrpSpPr/>
              <p:nvPr/>
            </p:nvGrpSpPr>
            <p:grpSpPr>
              <a:xfrm>
                <a:off x="10837917" y="6305310"/>
                <a:ext cx="1125692" cy="203209"/>
                <a:chOff x="7189194" y="4755790"/>
                <a:chExt cx="2361296" cy="426260"/>
              </a:xfrm>
            </p:grpSpPr>
            <p:sp>
              <p:nvSpPr>
                <p:cNvPr id="90" name="フローチャート: 手作業 89">
                  <a:extLst>
                    <a:ext uri="{FF2B5EF4-FFF2-40B4-BE49-F238E27FC236}">
                      <a16:creationId xmlns:a16="http://schemas.microsoft.com/office/drawing/2014/main" id="{E19B65C7-0B25-3E44-EAA1-DE290EA1462D}"/>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CE5ECC14-AE56-DA21-B35D-D4A3E609B289}"/>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sp>
          <p:nvSpPr>
            <p:cNvPr id="152" name="フローチャート: データ 151">
              <a:extLst>
                <a:ext uri="{FF2B5EF4-FFF2-40B4-BE49-F238E27FC236}">
                  <a16:creationId xmlns:a16="http://schemas.microsoft.com/office/drawing/2014/main" id="{D6625B83-1346-6C37-6E1E-4C4FF765D9D3}"/>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54524B24-A376-7497-32FB-81F405D18D69}"/>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992496FE-4353-F0FB-884C-D36829C7EF0D}"/>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989372E4-1D63-D2E3-B14B-B2D17B4DAB13}"/>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BD20E7C3-A342-0B53-0344-4260ED66534B}"/>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791530D1-A05D-872E-1A6E-50E2D2015766}"/>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31A45569-5511-A6ED-78ED-FCEB3C56AD4A}"/>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DD6AE623-3F7A-BE0D-9155-F5BE9537CD62}"/>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5CEA0C25-C212-3F2A-B5DB-A223F34E7C19}"/>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90B1E84A-667E-5D84-762F-E1745A62CB52}"/>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8837DE71-5589-905A-DD5E-5F434DB975B8}"/>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EDA87AB0-3DAD-3E09-9ABA-D189A3450BB0}"/>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1601926086"/>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B7FAD-FC6C-6494-22A9-9690D6F10F63}"/>
            </a:ext>
          </a:extLst>
        </p:cNvPr>
        <p:cNvGrpSpPr/>
        <p:nvPr/>
      </p:nvGrpSpPr>
      <p:grpSpPr>
        <a:xfrm>
          <a:off x="0" y="0"/>
          <a:ext cx="0" cy="0"/>
          <a:chOff x="0" y="0"/>
          <a:chExt cx="0" cy="0"/>
        </a:xfrm>
      </p:grpSpPr>
      <p:pic>
        <p:nvPicPr>
          <p:cNvPr id="2" name="図 1" descr="おもちゃ, 人形, 暗い, 乗る が含まれている画像&#10;&#10;AI 生成コンテンツは誤りを含む可能性があります。">
            <a:extLst>
              <a:ext uri="{FF2B5EF4-FFF2-40B4-BE49-F238E27FC236}">
                <a16:creationId xmlns:a16="http://schemas.microsoft.com/office/drawing/2014/main" id="{B98C7821-FD35-FADD-7F72-18785A826C7F}"/>
              </a:ext>
            </a:extLst>
          </p:cNvPr>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val="0"/>
              </a:ext>
            </a:extLst>
          </a:blip>
          <a:srcRect l="15823" t="8183" r="20046" b="27686"/>
          <a:stretch>
            <a:fillRect/>
          </a:stretch>
        </p:blipFill>
        <p:spPr>
          <a:xfrm>
            <a:off x="11000182" y="273390"/>
            <a:ext cx="902527" cy="902527"/>
          </a:xfrm>
          <a:custGeom>
            <a:avLst/>
            <a:gdLst>
              <a:gd name="csX0" fmla="*/ 841913 w 1683826"/>
              <a:gd name="csY0" fmla="*/ 0 h 1683826"/>
              <a:gd name="csX1" fmla="*/ 1683826 w 1683826"/>
              <a:gd name="csY1" fmla="*/ 841913 h 1683826"/>
              <a:gd name="csX2" fmla="*/ 841913 w 1683826"/>
              <a:gd name="csY2" fmla="*/ 1683826 h 1683826"/>
              <a:gd name="csX3" fmla="*/ 0 w 1683826"/>
              <a:gd name="csY3" fmla="*/ 841913 h 1683826"/>
              <a:gd name="csX4" fmla="*/ 841913 w 1683826"/>
              <a:gd name="csY4" fmla="*/ 0 h 1683826"/>
            </a:gdLst>
            <a:ahLst/>
            <a:cxnLst>
              <a:cxn ang="0">
                <a:pos x="csX0" y="csY0"/>
              </a:cxn>
              <a:cxn ang="0">
                <a:pos x="csX1" y="csY1"/>
              </a:cxn>
              <a:cxn ang="0">
                <a:pos x="csX2" y="csY2"/>
              </a:cxn>
              <a:cxn ang="0">
                <a:pos x="csX3" y="csY3"/>
              </a:cxn>
              <a:cxn ang="0">
                <a:pos x="csX4" y="csY4"/>
              </a:cxn>
            </a:cxnLst>
            <a:rect l="l" t="t" r="r" b="b"/>
            <a:pathLst>
              <a:path w="1683826" h="1683826">
                <a:moveTo>
                  <a:pt x="841913" y="0"/>
                </a:moveTo>
                <a:cubicBezTo>
                  <a:pt x="1306889" y="0"/>
                  <a:pt x="1683826" y="376937"/>
                  <a:pt x="1683826" y="841913"/>
                </a:cubicBezTo>
                <a:cubicBezTo>
                  <a:pt x="1683826" y="1306889"/>
                  <a:pt x="1306889" y="1683826"/>
                  <a:pt x="841913" y="1683826"/>
                </a:cubicBezTo>
                <a:cubicBezTo>
                  <a:pt x="376937" y="1683826"/>
                  <a:pt x="0" y="1306889"/>
                  <a:pt x="0" y="841913"/>
                </a:cubicBezTo>
                <a:cubicBezTo>
                  <a:pt x="0" y="376937"/>
                  <a:pt x="376937" y="0"/>
                  <a:pt x="841913" y="0"/>
                </a:cubicBezTo>
                <a:close/>
              </a:path>
            </a:pathLst>
          </a:custGeom>
          <a:solidFill>
            <a:schemeClr val="bg1">
              <a:lumMod val="95000"/>
              <a:alpha val="0"/>
            </a:schemeClr>
          </a:solidFill>
          <a:ln w="25400">
            <a:solidFill>
              <a:schemeClr val="bg1">
                <a:lumMod val="95000"/>
              </a:schemeClr>
            </a:solidFill>
          </a:ln>
        </p:spPr>
      </p:pic>
      <p:sp>
        <p:nvSpPr>
          <p:cNvPr id="3" name="テキスト ボックス 2">
            <a:extLst>
              <a:ext uri="{FF2B5EF4-FFF2-40B4-BE49-F238E27FC236}">
                <a16:creationId xmlns:a16="http://schemas.microsoft.com/office/drawing/2014/main" id="{877A349A-528D-3E42-5DF3-CC89B4954499}"/>
              </a:ext>
            </a:extLst>
          </p:cNvPr>
          <p:cNvSpPr txBox="1"/>
          <p:nvPr/>
        </p:nvSpPr>
        <p:spPr>
          <a:xfrm>
            <a:off x="8443954" y="100115"/>
            <a:ext cx="1188787" cy="584775"/>
          </a:xfrm>
          <a:prstGeom prst="rect">
            <a:avLst/>
          </a:prstGeom>
          <a:noFill/>
        </p:spPr>
        <p:txBody>
          <a:bodyPr wrap="none" rtlCol="0">
            <a:spAutoFit/>
          </a:bodyPr>
          <a:lstStyle/>
          <a:p>
            <a:r>
              <a:rPr kumimoji="1" lang="en-US" altLang="ja-JP" spc="130" dirty="0">
                <a:solidFill>
                  <a:schemeClr val="bg1">
                    <a:lumMod val="95000"/>
                  </a:schemeClr>
                </a:solidFill>
                <a:latin typeface="Stencil" panose="040409050D0802020404" pitchFamily="82" charset="0"/>
                <a:ea typeface="Segoe UI Black" panose="020B0A02040204020203" pitchFamily="34" charset="0"/>
              </a:rPr>
              <a:t>TURN </a:t>
            </a:r>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3</a:t>
            </a:r>
            <a:endParaRPr kumimoji="1" lang="ja-JP" altLang="en-US" sz="3200" spc="130" dirty="0">
              <a:solidFill>
                <a:schemeClr val="bg1">
                  <a:lumMod val="95000"/>
                </a:schemeClr>
              </a:solidFill>
              <a:latin typeface="Stencil" panose="040409050D0802020404" pitchFamily="82" charset="0"/>
            </a:endParaRPr>
          </a:p>
        </p:txBody>
      </p:sp>
      <p:pic>
        <p:nvPicPr>
          <p:cNvPr id="5" name="図 4">
            <a:extLst>
              <a:ext uri="{FF2B5EF4-FFF2-40B4-BE49-F238E27FC236}">
                <a16:creationId xmlns:a16="http://schemas.microsoft.com/office/drawing/2014/main" id="{2EF8263B-F0A6-B093-1726-A0A29BEB9B4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54311" y="5119902"/>
            <a:ext cx="5628571" cy="647619"/>
          </a:xfrm>
          <a:prstGeom prst="rect">
            <a:avLst/>
          </a:prstGeom>
        </p:spPr>
      </p:pic>
    </p:spTree>
    <p:extLst>
      <p:ext uri="{BB962C8B-B14F-4D97-AF65-F5344CB8AC3E}">
        <p14:creationId xmlns:p14="http://schemas.microsoft.com/office/powerpoint/2010/main" val="230582812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EF4A38-DBB9-7F2E-0CBB-D91BC050660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C46A6B01-5A97-FF85-5A3C-C381A76E427A}"/>
              </a:ext>
            </a:extLst>
          </p:cNvPr>
          <p:cNvSpPr txBox="1"/>
          <p:nvPr/>
        </p:nvSpPr>
        <p:spPr>
          <a:xfrm>
            <a:off x="4496851" y="694133"/>
            <a:ext cx="3198311"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ボスカットイン</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436065562"/>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EAB88-9559-2AA9-5E0E-10C66EB29A97}"/>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AD1C6B2D-210C-475A-25C1-C0BA869F3BB7}"/>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7A9278C3-C13B-423C-3001-E7E315C6CE4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79C09D8C-2E3E-65AA-E70B-D49A50CC956D}"/>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1E621CEF-FCB0-49FC-C638-53F8ED6F0165}"/>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67364E3-EEE5-DFDD-C8A8-333A06A4A434}"/>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5ED9831A-43EC-A689-8C27-FB540E4AA91C}"/>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6103CD52-E367-5B04-97F3-D43C548AE947}"/>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53AD2F20-E1F1-A85F-4717-65C305FB1511}"/>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CBD57F83-7EE5-F390-ABE4-9A1C33B6D0BE}"/>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1AB3A32F-FBC9-D276-39C0-0E017C53A17D}"/>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6C47C9C-55E4-C590-C298-C57B7404B6F4}"/>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427F09CB-65D2-DE28-0737-536B6E776503}"/>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99DB66D0-DC50-25E6-02FB-620F560594AF}"/>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9FF6E793-C6BA-9FB2-5059-9EF50CF8C046}"/>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4058FD14-5699-D5D5-5C24-98A02AD05B79}"/>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7281BF1B-DB1F-88E3-8F0A-1693346451BF}"/>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373BB379-6B6D-E566-B935-BA6FF815E91E}"/>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3FABFD4E-DE79-D08C-BCB4-900B2910E4E2}"/>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8F0918EB-EF4C-10C0-60A2-170E6BF88D9D}"/>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D0C84B18-51A9-75A4-5CB6-B4653FBC02BC}"/>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966A9741-7949-FE6B-54A1-D1C60064231C}"/>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10F69DA1-235F-C8D3-0D16-8EA864DAE314}"/>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3C4C3EEF-DB08-C83A-E08E-5B40B6F2AB9E}"/>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D7A0C78-50CC-170C-BB48-DD57EF8311EE}"/>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BBBD1E6C-71A0-7AE7-B707-D0D8447AF95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BD3DFE6E-2CE5-7FDF-F047-8DC92C7D594A}"/>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37" name="フローチャート: 論理積ゲート 136">
            <a:extLst>
              <a:ext uri="{FF2B5EF4-FFF2-40B4-BE49-F238E27FC236}">
                <a16:creationId xmlns:a16="http://schemas.microsoft.com/office/drawing/2014/main" id="{F41456D8-1443-16F7-AB55-8173E9BC33CD}"/>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D3653923-F7B7-5DCE-62DC-826EA3569361}"/>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×10</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C9F9B827-69D5-905D-38B1-F10276A2C108}"/>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869002B6-CC21-65F5-B4E0-0F6295BA9A29}"/>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2E741C2B-0A04-D94E-C8DE-93F9E0BDAE5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17480F92-0696-1140-EA9A-88B7FE895DFC}"/>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CC78BB2-DFC6-3FCF-81B4-8BFD66A10A73}"/>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C1AA794B-8897-6DA4-D730-9A8F51602B9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978DD955-6298-81A3-00B5-18AE4AFD466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E079FA2-2708-54EE-01BC-2A8A4561A4E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E456EB7-C180-0BAE-820F-EE950686A55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DAF1562-37AC-1B13-65D0-EFE30F4945ED}"/>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51C3A455-ACCB-EAA1-0ED0-726769F74AA2}"/>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BA89192-0BF8-F4C4-CCA6-A091C20034C6}"/>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0BB6633-C885-E3C2-58AF-7181C1879C16}"/>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5E896F4-22F1-06B1-1229-8AEE5DE66ADC}"/>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AB23F3FC-37AD-16D8-7F92-6FFFF2B39A8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DAC703D7-1797-8F6B-C448-54676FF7FAE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DF9E7373-1AFD-47FC-392B-080AE98BBDB0}"/>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26D27F92-75C0-6918-7210-F4F9E4AA736D}"/>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3C26580B-E46B-3D0B-1CFB-92A3436223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3F83C978-6B34-B49E-20AF-528575F0B1D9}"/>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5055E04F-C754-47FE-B16A-92DCEAD7D9D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4BD26CC4-3750-611A-2F7C-9677CFB2F5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AE1FC298-41ED-77C6-6C37-C378BB3E9B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211952D5-335C-EC1E-4A78-723AF6DEAB1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993981FE-9D65-07DA-55E1-1D8960006EF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48B8F27C-AFB0-5CAE-C6D8-CA865E9B719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971B210C-D3FF-DC1F-275C-60966E5F16A2}"/>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8776B310-BFD5-710B-4D35-93800D263D4E}"/>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71197FE3-2DD4-7B77-0807-C4B1A93A71F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B95B8B8-A0E3-5251-303C-8363CE6FFF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044A5A5-255F-53FF-FD5F-202AFC36431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A5343A37-9968-C6F0-02B4-FFE95AA852C7}"/>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A665721B-09BF-E58F-9104-E24E214D6DA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EDDB9F2F-2E92-47DB-38B7-78C9F220AE00}"/>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7A4B3351-3FC9-2275-9462-62365EF5BA7F}"/>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33CDE47-635D-B71D-0149-76D1969CC72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2D566B0F-5578-9DAD-C527-BD576A78E2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A72ED9E1-AD29-0F8E-8692-F59633C22E1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702D3A18-C6F3-212F-74E5-74C437983635}"/>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8D481683-FB3C-6759-FFCA-C5903B9DFB2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7F44748A-8B56-1689-B4B0-9E7038BEEE5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D907D5B7-B44A-A0EA-A5F8-A49CD33B23A7}"/>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DFCBB9AF-0DE1-C0F6-09C6-15AF8FBA371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F31D3380-4B48-7102-CFD5-48149E601E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4F629C45-3074-94BA-3702-04EBECD1263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7576EAC7-94EB-A6BA-29EC-1EC3E7F8EA69}"/>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F9E3D448-FEF9-3484-CB0D-ADF7B90A2BA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C6F54FB-2EBC-E81A-3E71-4685D4AAE5CA}"/>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45169772-1742-2932-E1BE-875C7FA4057F}"/>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41A3CD26-81BC-04A0-4AC7-9CC2CEDFE51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91B2DBD-BB90-20C3-49AF-4D4A7DEC3F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B830CB91-C237-0969-DA05-77AB92444B6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179CBACE-EE4E-6212-6299-E17C54D313C6}"/>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C45A63BF-A499-B75E-BD37-76D371A97B7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F6A90533-D0E3-FC06-08AD-539A9C88EF0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7115FE9D-7C3D-DF98-4A6C-E1018FF1EA2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6448D44E-D936-6669-4443-2EFBEBA158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299AE012-8DFE-B633-1D0C-6B87185943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A1B2C116-4327-F01A-037F-542917DC616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070A5D72-208C-5B71-DDF8-077194A275F2}"/>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DE790B24-1F84-3166-D7D9-8A7D08937C4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AF8442F8-7A8F-6AE9-D972-91B162A403C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A7E70C44-98AC-9B78-EAA7-48FF4381600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9312FADC-6E5C-13B1-9FF6-515732D2B4A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EC79C0AF-3B83-68D1-C07F-5AACD57B45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D93DBB3-5717-A1AC-5E9C-7EF1A282765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8EE3C61C-D34F-5E09-337B-91F1912BB7C4}"/>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4C5F8559-3745-87C8-2933-79F2FABEE97E}"/>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183ACFBF-4032-C2D2-44E3-9EB31F19C20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C026F1EB-6924-E28E-5D91-6B640C2613F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6924B263-7E4B-77BD-16FC-5D703EA0E047}"/>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C00C548E-2F8B-3AC0-CF8F-BAD6092ABC4A}"/>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9E2E0DEE-5D3C-B5F3-4551-B310751C57FF}"/>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6A7CE91C-6A84-D7B5-FFF0-35D9E8EF0C9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1437A6E8-75F7-701B-651B-D2877355C251}"/>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EA07AE21-0095-45C1-F9E9-C0C04BD03DFA}"/>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913C866-8CF9-139D-AD7D-45D4B2F3C866}"/>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20A58468-30D8-3ED7-6C24-FF6DF13326A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BD4FAAED-6FA4-FCCF-A2CC-5B4F99626CF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9A1086B1-101E-FDA5-7055-1975BB20436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6B41395-6215-713F-A6B0-4CD458BBB5C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BDDAE702-0140-FFE5-02B6-F6BF712058F3}"/>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94A86472-0AF3-7638-81D9-B6E1DA784AF3}"/>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006D67F2-75F8-426A-916E-ADD8D48761A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F58FC744-6652-1E36-AEA3-3E6C07945FDD}"/>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0BA2A5C8-8012-9263-F6A4-7A29E50E04A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311B6770-2F0F-498B-0777-68746839ED3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A8BC12A-0CAA-742A-E62C-29938703C072}"/>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DD206B20-CF27-E6CF-FB28-3F920E6D45F4}"/>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C4028972-4251-E460-6751-1D3DE4951B8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56FD279E-F5CB-4362-FAD9-062EC89341FC}"/>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9A94D82-BD43-6FA5-E56B-52B6506CF0D0}"/>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3A7D1195-0339-FC72-C9E4-BE607DCA580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3D3FC51F-D05E-F19E-9E27-CEEB18B28545}"/>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E1CF243E-4301-4A1E-E9D4-54DB68D9005C}"/>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2DD7F186-2F3A-0BC7-A564-30254FBA5D9F}"/>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60B89787-9704-0C04-04A7-C77671528BA0}"/>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F35F27F0-7814-1575-7649-322A725687A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B0AC4335-071E-5E1D-AE04-703D7B98EDE0}"/>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F3CA2083-977D-8381-AE95-B5FB519D0527}"/>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2F2AEF4B-B9B3-B664-4B9F-8991F2CF00AB}"/>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FC5C17D1-60FD-DED9-2395-7971194DE5E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68CD485A-88A8-88B8-1BC1-767A13E878B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0DF7218-D71E-2159-D322-97E6F0E4329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920E2EE6-3464-B1CC-D1D8-CAAC3DE6FDA5}"/>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56EEC473-2282-1138-F26A-6B9E7381963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FAC11456-7B8C-6DBA-7B80-F82A496052B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18" name="グループ化 117">
            <a:extLst>
              <a:ext uri="{FF2B5EF4-FFF2-40B4-BE49-F238E27FC236}">
                <a16:creationId xmlns:a16="http://schemas.microsoft.com/office/drawing/2014/main" id="{EDD48B23-9533-A3D1-69DE-F99EA8DFF954}"/>
              </a:ext>
            </a:extLst>
          </p:cNvPr>
          <p:cNvGrpSpPr/>
          <p:nvPr/>
        </p:nvGrpSpPr>
        <p:grpSpPr>
          <a:xfrm>
            <a:off x="8962119" y="5304452"/>
            <a:ext cx="2561811" cy="632926"/>
            <a:chOff x="8957885" y="4574183"/>
            <a:chExt cx="2561811" cy="632926"/>
          </a:xfrm>
        </p:grpSpPr>
        <p:sp>
          <p:nvSpPr>
            <p:cNvPr id="119" name="楕円 118">
              <a:extLst>
                <a:ext uri="{FF2B5EF4-FFF2-40B4-BE49-F238E27FC236}">
                  <a16:creationId xmlns:a16="http://schemas.microsoft.com/office/drawing/2014/main" id="{0A68C8EE-F740-9491-958C-2D07535D0A9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1" name="四角形: 角を丸くする 120">
              <a:extLst>
                <a:ext uri="{FF2B5EF4-FFF2-40B4-BE49-F238E27FC236}">
                  <a16:creationId xmlns:a16="http://schemas.microsoft.com/office/drawing/2014/main" id="{05EDA02A-4F35-8DF5-FA96-72EA936ED9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2" name="グループ化 121">
              <a:extLst>
                <a:ext uri="{FF2B5EF4-FFF2-40B4-BE49-F238E27FC236}">
                  <a16:creationId xmlns:a16="http://schemas.microsoft.com/office/drawing/2014/main" id="{5A8F313D-477E-0E19-1789-4405C7FE9537}"/>
                </a:ext>
              </a:extLst>
            </p:cNvPr>
            <p:cNvGrpSpPr/>
            <p:nvPr/>
          </p:nvGrpSpPr>
          <p:grpSpPr>
            <a:xfrm>
              <a:off x="9498429" y="4598805"/>
              <a:ext cx="1505416" cy="601824"/>
              <a:chOff x="1980734" y="3149081"/>
              <a:chExt cx="1505416" cy="601824"/>
            </a:xfrm>
          </p:grpSpPr>
          <p:sp>
            <p:nvSpPr>
              <p:cNvPr id="123" name="楕円 122">
                <a:extLst>
                  <a:ext uri="{FF2B5EF4-FFF2-40B4-BE49-F238E27FC236}">
                    <a16:creationId xmlns:a16="http://schemas.microsoft.com/office/drawing/2014/main" id="{1541E1C3-D562-FB10-90B3-29A514D31B2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4" name="グループ化 123">
                <a:extLst>
                  <a:ext uri="{FF2B5EF4-FFF2-40B4-BE49-F238E27FC236}">
                    <a16:creationId xmlns:a16="http://schemas.microsoft.com/office/drawing/2014/main" id="{C4E53EBB-72C8-2303-D39E-053170238262}"/>
                  </a:ext>
                </a:extLst>
              </p:cNvPr>
              <p:cNvGrpSpPr/>
              <p:nvPr/>
            </p:nvGrpSpPr>
            <p:grpSpPr>
              <a:xfrm>
                <a:off x="1980734" y="3175652"/>
                <a:ext cx="1505416" cy="575253"/>
                <a:chOff x="1980734" y="3175652"/>
                <a:chExt cx="1505416" cy="575253"/>
              </a:xfrm>
            </p:grpSpPr>
            <p:grpSp>
              <p:nvGrpSpPr>
                <p:cNvPr id="127" name="グループ化 126">
                  <a:extLst>
                    <a:ext uri="{FF2B5EF4-FFF2-40B4-BE49-F238E27FC236}">
                      <a16:creationId xmlns:a16="http://schemas.microsoft.com/office/drawing/2014/main" id="{519739C1-9A5E-A272-4268-A1DFC34DB7C8}"/>
                    </a:ext>
                  </a:extLst>
                </p:cNvPr>
                <p:cNvGrpSpPr/>
                <p:nvPr/>
              </p:nvGrpSpPr>
              <p:grpSpPr>
                <a:xfrm>
                  <a:off x="1980734" y="3473931"/>
                  <a:ext cx="1505416" cy="276974"/>
                  <a:chOff x="4194668" y="3607669"/>
                  <a:chExt cx="1105960" cy="276974"/>
                </a:xfrm>
              </p:grpSpPr>
              <p:sp>
                <p:nvSpPr>
                  <p:cNvPr id="129" name="四角形: 角を丸くする 128">
                    <a:extLst>
                      <a:ext uri="{FF2B5EF4-FFF2-40B4-BE49-F238E27FC236}">
                        <a16:creationId xmlns:a16="http://schemas.microsoft.com/office/drawing/2014/main" id="{EBCFBB2B-FB02-D8BC-EA6B-13B8BC6ED1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0" name="図 129">
                    <a:extLst>
                      <a:ext uri="{FF2B5EF4-FFF2-40B4-BE49-F238E27FC236}">
                        <a16:creationId xmlns:a16="http://schemas.microsoft.com/office/drawing/2014/main" id="{E642D2BA-FAC1-B856-B582-C0E9B57871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8" name="テキスト ボックス 127">
                  <a:extLst>
                    <a:ext uri="{FF2B5EF4-FFF2-40B4-BE49-F238E27FC236}">
                      <a16:creationId xmlns:a16="http://schemas.microsoft.com/office/drawing/2014/main" id="{B754F21C-0985-2251-E965-34526787D04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41" name="グループ化 240">
            <a:extLst>
              <a:ext uri="{FF2B5EF4-FFF2-40B4-BE49-F238E27FC236}">
                <a16:creationId xmlns:a16="http://schemas.microsoft.com/office/drawing/2014/main" id="{83948B5E-6F78-CBA3-5B83-87BCFFE31E93}"/>
              </a:ext>
            </a:extLst>
          </p:cNvPr>
          <p:cNvGrpSpPr/>
          <p:nvPr/>
        </p:nvGrpSpPr>
        <p:grpSpPr>
          <a:xfrm>
            <a:off x="8014999"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C1AD0ABD-9F22-9B20-8E6A-6FF59D1DDAAC}"/>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637EEA53-AB03-EB57-F875-14F663EA343A}"/>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5" name="四角形: 角を丸くする 44">
              <a:extLst>
                <a:ext uri="{FF2B5EF4-FFF2-40B4-BE49-F238E27FC236}">
                  <a16:creationId xmlns:a16="http://schemas.microsoft.com/office/drawing/2014/main" id="{BC5BED7F-0FFC-5C17-8F27-5642614D54B7}"/>
                </a:ext>
              </a:extLst>
            </p:cNvPr>
            <p:cNvSpPr/>
            <p:nvPr/>
          </p:nvSpPr>
          <p:spPr>
            <a:xfrm flipV="1">
              <a:off x="8836094" y="4559558"/>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196" name="グループ化 195">
              <a:extLst>
                <a:ext uri="{FF2B5EF4-FFF2-40B4-BE49-F238E27FC236}">
                  <a16:creationId xmlns:a16="http://schemas.microsoft.com/office/drawing/2014/main" id="{7BCD3E0D-0F89-4A16-90E0-C914A4740418}"/>
                </a:ext>
              </a:extLst>
            </p:cNvPr>
            <p:cNvGrpSpPr/>
            <p:nvPr/>
          </p:nvGrpSpPr>
          <p:grpSpPr>
            <a:xfrm>
              <a:off x="8962119" y="3838249"/>
              <a:ext cx="2561811" cy="632926"/>
              <a:chOff x="8972926" y="3844211"/>
              <a:chExt cx="2561811" cy="632926"/>
            </a:xfrm>
          </p:grpSpPr>
          <p:sp>
            <p:nvSpPr>
              <p:cNvPr id="99" name="楕円 98">
                <a:extLst>
                  <a:ext uri="{FF2B5EF4-FFF2-40B4-BE49-F238E27FC236}">
                    <a16:creationId xmlns:a16="http://schemas.microsoft.com/office/drawing/2014/main" id="{B6D0DBC2-F659-9719-8ECA-B2A10F6487C2}"/>
                  </a:ext>
                </a:extLst>
              </p:cNvPr>
              <p:cNvSpPr/>
              <p:nvPr/>
            </p:nvSpPr>
            <p:spPr>
              <a:xfrm>
                <a:off x="8972926" y="387427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0" name="四角形: 角を丸くする 99">
                <a:extLst>
                  <a:ext uri="{FF2B5EF4-FFF2-40B4-BE49-F238E27FC236}">
                    <a16:creationId xmlns:a16="http://schemas.microsoft.com/office/drawing/2014/main" id="{50A9518A-1076-9470-2F7A-0B68AA1ECB2E}"/>
                  </a:ext>
                </a:extLst>
              </p:cNvPr>
              <p:cNvSpPr/>
              <p:nvPr/>
            </p:nvSpPr>
            <p:spPr>
              <a:xfrm>
                <a:off x="10932816" y="3844211"/>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1" name="グループ化 100">
                <a:extLst>
                  <a:ext uri="{FF2B5EF4-FFF2-40B4-BE49-F238E27FC236}">
                    <a16:creationId xmlns:a16="http://schemas.microsoft.com/office/drawing/2014/main" id="{C20EA9B7-1A8B-497C-E6F8-CAC5E2BB9293}"/>
                  </a:ext>
                </a:extLst>
              </p:cNvPr>
              <p:cNvGrpSpPr/>
              <p:nvPr/>
            </p:nvGrpSpPr>
            <p:grpSpPr>
              <a:xfrm>
                <a:off x="9513470" y="3868833"/>
                <a:ext cx="1505416" cy="601824"/>
                <a:chOff x="1980734" y="3149081"/>
                <a:chExt cx="1505416" cy="601824"/>
              </a:xfrm>
            </p:grpSpPr>
            <p:sp>
              <p:nvSpPr>
                <p:cNvPr id="102" name="楕円 101">
                  <a:extLst>
                    <a:ext uri="{FF2B5EF4-FFF2-40B4-BE49-F238E27FC236}">
                      <a16:creationId xmlns:a16="http://schemas.microsoft.com/office/drawing/2014/main" id="{F680DA4B-D37F-745C-A09C-7169AEEDF85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3" name="グループ化 102">
                  <a:extLst>
                    <a:ext uri="{FF2B5EF4-FFF2-40B4-BE49-F238E27FC236}">
                      <a16:creationId xmlns:a16="http://schemas.microsoft.com/office/drawing/2014/main" id="{62384D7C-CC97-49BB-34AD-ED699F60080F}"/>
                    </a:ext>
                  </a:extLst>
                </p:cNvPr>
                <p:cNvGrpSpPr/>
                <p:nvPr/>
              </p:nvGrpSpPr>
              <p:grpSpPr>
                <a:xfrm>
                  <a:off x="1980734" y="3175652"/>
                  <a:ext cx="1505416" cy="575253"/>
                  <a:chOff x="1980734" y="3175652"/>
                  <a:chExt cx="1505416" cy="575253"/>
                </a:xfrm>
              </p:grpSpPr>
              <p:grpSp>
                <p:nvGrpSpPr>
                  <p:cNvPr id="104" name="グループ化 103">
                    <a:extLst>
                      <a:ext uri="{FF2B5EF4-FFF2-40B4-BE49-F238E27FC236}">
                        <a16:creationId xmlns:a16="http://schemas.microsoft.com/office/drawing/2014/main" id="{50C6729E-67BE-46BB-A1B6-6EFDC5C8FD57}"/>
                      </a:ext>
                    </a:extLst>
                  </p:cNvPr>
                  <p:cNvGrpSpPr/>
                  <p:nvPr/>
                </p:nvGrpSpPr>
                <p:grpSpPr>
                  <a:xfrm>
                    <a:off x="1980734" y="3473931"/>
                    <a:ext cx="1505416" cy="276974"/>
                    <a:chOff x="4194668" y="3607669"/>
                    <a:chExt cx="1105960" cy="276974"/>
                  </a:xfrm>
                </p:grpSpPr>
                <p:sp>
                  <p:nvSpPr>
                    <p:cNvPr id="106" name="四角形: 角を丸くする 105">
                      <a:extLst>
                        <a:ext uri="{FF2B5EF4-FFF2-40B4-BE49-F238E27FC236}">
                          <a16:creationId xmlns:a16="http://schemas.microsoft.com/office/drawing/2014/main" id="{F3105C02-9DF1-4697-0112-1303096877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7" name="図 106">
                      <a:extLst>
                        <a:ext uri="{FF2B5EF4-FFF2-40B4-BE49-F238E27FC236}">
                          <a16:creationId xmlns:a16="http://schemas.microsoft.com/office/drawing/2014/main" id="{1EE2F51F-6153-FD78-D3D8-050DD4AED2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5" name="テキスト ボックス 104">
                    <a:extLst>
                      <a:ext uri="{FF2B5EF4-FFF2-40B4-BE49-F238E27FC236}">
                        <a16:creationId xmlns:a16="http://schemas.microsoft.com/office/drawing/2014/main" id="{B74D404C-429B-8B29-421C-B27BE0EB33F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8FE24A1F-40E3-BAA6-4154-9633DD5DD689}"/>
                </a:ext>
              </a:extLst>
            </p:cNvPr>
            <p:cNvGrpSpPr/>
            <p:nvPr/>
          </p:nvGrpSpPr>
          <p:grpSpPr>
            <a:xfrm>
              <a:off x="8962119" y="4571350"/>
              <a:ext cx="2561811" cy="632926"/>
              <a:chOff x="8957885" y="4574183"/>
              <a:chExt cx="2561811" cy="632926"/>
            </a:xfrm>
          </p:grpSpPr>
          <p:sp>
            <p:nvSpPr>
              <p:cNvPr id="108" name="楕円 107">
                <a:extLst>
                  <a:ext uri="{FF2B5EF4-FFF2-40B4-BE49-F238E27FC236}">
                    <a16:creationId xmlns:a16="http://schemas.microsoft.com/office/drawing/2014/main" id="{C9481027-77CB-FBAE-D63B-713C4814378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9" name="四角形: 角を丸くする 108">
                <a:extLst>
                  <a:ext uri="{FF2B5EF4-FFF2-40B4-BE49-F238E27FC236}">
                    <a16:creationId xmlns:a16="http://schemas.microsoft.com/office/drawing/2014/main" id="{B5B924AD-EFAC-2F9F-D17A-8DA6C553EB4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0" name="グループ化 109">
                <a:extLst>
                  <a:ext uri="{FF2B5EF4-FFF2-40B4-BE49-F238E27FC236}">
                    <a16:creationId xmlns:a16="http://schemas.microsoft.com/office/drawing/2014/main" id="{6EF32B03-AFAC-771E-08C8-277D56C0D610}"/>
                  </a:ext>
                </a:extLst>
              </p:cNvPr>
              <p:cNvGrpSpPr/>
              <p:nvPr/>
            </p:nvGrpSpPr>
            <p:grpSpPr>
              <a:xfrm>
                <a:off x="9498429" y="4598805"/>
                <a:ext cx="1505416" cy="601824"/>
                <a:chOff x="1980734" y="3149081"/>
                <a:chExt cx="1505416" cy="601824"/>
              </a:xfrm>
            </p:grpSpPr>
            <p:sp>
              <p:nvSpPr>
                <p:cNvPr id="111" name="楕円 110">
                  <a:extLst>
                    <a:ext uri="{FF2B5EF4-FFF2-40B4-BE49-F238E27FC236}">
                      <a16:creationId xmlns:a16="http://schemas.microsoft.com/office/drawing/2014/main" id="{9E76C8F2-880A-5321-0FFC-2A412C732BB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2" name="グループ化 111">
                  <a:extLst>
                    <a:ext uri="{FF2B5EF4-FFF2-40B4-BE49-F238E27FC236}">
                      <a16:creationId xmlns:a16="http://schemas.microsoft.com/office/drawing/2014/main" id="{E32FF615-DE94-DA88-4788-8E2D88351986}"/>
                    </a:ext>
                  </a:extLst>
                </p:cNvPr>
                <p:cNvGrpSpPr/>
                <p:nvPr/>
              </p:nvGrpSpPr>
              <p:grpSpPr>
                <a:xfrm>
                  <a:off x="1980734" y="3175652"/>
                  <a:ext cx="1505416" cy="575253"/>
                  <a:chOff x="1980734" y="3175652"/>
                  <a:chExt cx="1505416" cy="575253"/>
                </a:xfrm>
              </p:grpSpPr>
              <p:grpSp>
                <p:nvGrpSpPr>
                  <p:cNvPr id="113" name="グループ化 112">
                    <a:extLst>
                      <a:ext uri="{FF2B5EF4-FFF2-40B4-BE49-F238E27FC236}">
                        <a16:creationId xmlns:a16="http://schemas.microsoft.com/office/drawing/2014/main" id="{76973914-2764-1C04-D3A1-C6824FEF2388}"/>
                      </a:ext>
                    </a:extLst>
                  </p:cNvPr>
                  <p:cNvGrpSpPr/>
                  <p:nvPr/>
                </p:nvGrpSpPr>
                <p:grpSpPr>
                  <a:xfrm>
                    <a:off x="1980734" y="3473931"/>
                    <a:ext cx="1505416" cy="276974"/>
                    <a:chOff x="4194668" y="3607669"/>
                    <a:chExt cx="1105960" cy="276974"/>
                  </a:xfrm>
                </p:grpSpPr>
                <p:sp>
                  <p:nvSpPr>
                    <p:cNvPr id="115" name="四角形: 角を丸くする 114">
                      <a:extLst>
                        <a:ext uri="{FF2B5EF4-FFF2-40B4-BE49-F238E27FC236}">
                          <a16:creationId xmlns:a16="http://schemas.microsoft.com/office/drawing/2014/main" id="{12535386-268B-4BA8-EDD6-292BAB0D6FF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6" name="図 115">
                      <a:extLst>
                        <a:ext uri="{FF2B5EF4-FFF2-40B4-BE49-F238E27FC236}">
                          <a16:creationId xmlns:a16="http://schemas.microsoft.com/office/drawing/2014/main" id="{82E19A29-1559-D7F6-CD0D-B00B0A7D5C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4" name="テキスト ボックス 113">
                    <a:extLst>
                      <a:ext uri="{FF2B5EF4-FFF2-40B4-BE49-F238E27FC236}">
                        <a16:creationId xmlns:a16="http://schemas.microsoft.com/office/drawing/2014/main" id="{12E9DC88-D1E6-F788-52FD-704DF8DBBF3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1" name="グループ化 130">
              <a:extLst>
                <a:ext uri="{FF2B5EF4-FFF2-40B4-BE49-F238E27FC236}">
                  <a16:creationId xmlns:a16="http://schemas.microsoft.com/office/drawing/2014/main" id="{72166977-0DCD-C03A-E3E9-7B467D6F2FA8}"/>
                </a:ext>
              </a:extLst>
            </p:cNvPr>
            <p:cNvGrpSpPr/>
            <p:nvPr/>
          </p:nvGrpSpPr>
          <p:grpSpPr>
            <a:xfrm>
              <a:off x="8962119" y="3105148"/>
              <a:ext cx="2561811" cy="632926"/>
              <a:chOff x="8957885" y="4574183"/>
              <a:chExt cx="2561811" cy="632926"/>
            </a:xfrm>
          </p:grpSpPr>
          <p:sp>
            <p:nvSpPr>
              <p:cNvPr id="132" name="楕円 131">
                <a:extLst>
                  <a:ext uri="{FF2B5EF4-FFF2-40B4-BE49-F238E27FC236}">
                    <a16:creationId xmlns:a16="http://schemas.microsoft.com/office/drawing/2014/main" id="{3BDF129F-F1B5-D312-1F5D-B01AFF9668A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3" name="四角形: 角を丸くする 132">
                <a:extLst>
                  <a:ext uri="{FF2B5EF4-FFF2-40B4-BE49-F238E27FC236}">
                    <a16:creationId xmlns:a16="http://schemas.microsoft.com/office/drawing/2014/main" id="{EF45FEC1-489A-3544-4B69-4C5EFF58998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4" name="グループ化 133">
                <a:extLst>
                  <a:ext uri="{FF2B5EF4-FFF2-40B4-BE49-F238E27FC236}">
                    <a16:creationId xmlns:a16="http://schemas.microsoft.com/office/drawing/2014/main" id="{4D0BDA0B-F39D-417E-8A2D-70FD05768B2F}"/>
                  </a:ext>
                </a:extLst>
              </p:cNvPr>
              <p:cNvGrpSpPr/>
              <p:nvPr/>
            </p:nvGrpSpPr>
            <p:grpSpPr>
              <a:xfrm>
                <a:off x="9498429" y="4598805"/>
                <a:ext cx="1505416" cy="601824"/>
                <a:chOff x="1980734" y="3149081"/>
                <a:chExt cx="1505416" cy="601824"/>
              </a:xfrm>
            </p:grpSpPr>
            <p:sp>
              <p:nvSpPr>
                <p:cNvPr id="135" name="楕円 134">
                  <a:extLst>
                    <a:ext uri="{FF2B5EF4-FFF2-40B4-BE49-F238E27FC236}">
                      <a16:creationId xmlns:a16="http://schemas.microsoft.com/office/drawing/2014/main" id="{AD7FE9B4-1157-0B33-F5B7-AEB4E2A1B9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6" name="グループ化 135">
                  <a:extLst>
                    <a:ext uri="{FF2B5EF4-FFF2-40B4-BE49-F238E27FC236}">
                      <a16:creationId xmlns:a16="http://schemas.microsoft.com/office/drawing/2014/main" id="{3E22E336-810A-2751-5D2C-3F603C89398C}"/>
                    </a:ext>
                  </a:extLst>
                </p:cNvPr>
                <p:cNvGrpSpPr/>
                <p:nvPr/>
              </p:nvGrpSpPr>
              <p:grpSpPr>
                <a:xfrm>
                  <a:off x="1980734" y="3175652"/>
                  <a:ext cx="1505416" cy="575253"/>
                  <a:chOff x="1980734" y="3175652"/>
                  <a:chExt cx="1505416" cy="575253"/>
                </a:xfrm>
              </p:grpSpPr>
              <p:grpSp>
                <p:nvGrpSpPr>
                  <p:cNvPr id="138" name="グループ化 137">
                    <a:extLst>
                      <a:ext uri="{FF2B5EF4-FFF2-40B4-BE49-F238E27FC236}">
                        <a16:creationId xmlns:a16="http://schemas.microsoft.com/office/drawing/2014/main" id="{556F7388-E0BE-D369-CF36-B7E494ADC41A}"/>
                      </a:ext>
                    </a:extLst>
                  </p:cNvPr>
                  <p:cNvGrpSpPr/>
                  <p:nvPr/>
                </p:nvGrpSpPr>
                <p:grpSpPr>
                  <a:xfrm>
                    <a:off x="1980734" y="3473931"/>
                    <a:ext cx="1505416" cy="276974"/>
                    <a:chOff x="4194668" y="3607669"/>
                    <a:chExt cx="1105960" cy="276974"/>
                  </a:xfrm>
                </p:grpSpPr>
                <p:sp>
                  <p:nvSpPr>
                    <p:cNvPr id="141" name="四角形: 角を丸くする 140">
                      <a:extLst>
                        <a:ext uri="{FF2B5EF4-FFF2-40B4-BE49-F238E27FC236}">
                          <a16:creationId xmlns:a16="http://schemas.microsoft.com/office/drawing/2014/main" id="{155DC7A4-E881-849D-8221-3EFE9E7D195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2" name="図 141">
                      <a:extLst>
                        <a:ext uri="{FF2B5EF4-FFF2-40B4-BE49-F238E27FC236}">
                          <a16:creationId xmlns:a16="http://schemas.microsoft.com/office/drawing/2014/main" id="{D74A3317-03BA-90EE-2024-2455D2A0A9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0" name="テキスト ボックス 139">
                    <a:extLst>
                      <a:ext uri="{FF2B5EF4-FFF2-40B4-BE49-F238E27FC236}">
                        <a16:creationId xmlns:a16="http://schemas.microsoft.com/office/drawing/2014/main" id="{CD9F00D1-EA3B-7CE5-203F-EC253919DFE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143" name="グループ化 142">
            <a:extLst>
              <a:ext uri="{FF2B5EF4-FFF2-40B4-BE49-F238E27FC236}">
                <a16:creationId xmlns:a16="http://schemas.microsoft.com/office/drawing/2014/main" id="{3E61203F-CDA2-3FBD-D132-936A57CB6728}"/>
              </a:ext>
            </a:extLst>
          </p:cNvPr>
          <p:cNvGrpSpPr/>
          <p:nvPr/>
        </p:nvGrpSpPr>
        <p:grpSpPr>
          <a:xfrm>
            <a:off x="8962119" y="905845"/>
            <a:ext cx="2561811" cy="632926"/>
            <a:chOff x="8957885" y="4574183"/>
            <a:chExt cx="2561811" cy="632926"/>
          </a:xfrm>
        </p:grpSpPr>
        <p:sp>
          <p:nvSpPr>
            <p:cNvPr id="144" name="楕円 143">
              <a:extLst>
                <a:ext uri="{FF2B5EF4-FFF2-40B4-BE49-F238E27FC236}">
                  <a16:creationId xmlns:a16="http://schemas.microsoft.com/office/drawing/2014/main" id="{92C125D7-A656-90A4-F946-13589C79017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5608B2C1-6414-A213-6DF7-23100FCC8FE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6E9041B4-2106-4D89-F0E4-23D2F4E006D0}"/>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45C5ADBC-BE83-5E64-CA5E-7430E18362A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4C388397-AD1F-EB35-D829-316D1DFCB398}"/>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49AC64ED-8C40-8827-9ED0-73078E91042A}"/>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5F9F8A0F-81FF-7742-8C1B-6C2EC89070F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43B69BA7-F33E-D1B9-79FB-98C53A3AB2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162BDD0A-682F-6079-9D7D-A89986D16C8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6" name="グループ化 155">
            <a:extLst>
              <a:ext uri="{FF2B5EF4-FFF2-40B4-BE49-F238E27FC236}">
                <a16:creationId xmlns:a16="http://schemas.microsoft.com/office/drawing/2014/main" id="{BEB8D685-7E83-191C-550D-7F4E915D2DB0}"/>
              </a:ext>
            </a:extLst>
          </p:cNvPr>
          <p:cNvGrpSpPr/>
          <p:nvPr/>
        </p:nvGrpSpPr>
        <p:grpSpPr>
          <a:xfrm>
            <a:off x="8962119" y="1638946"/>
            <a:ext cx="2561811" cy="632926"/>
            <a:chOff x="8957885" y="4574183"/>
            <a:chExt cx="2561811" cy="632926"/>
          </a:xfrm>
        </p:grpSpPr>
        <p:sp>
          <p:nvSpPr>
            <p:cNvPr id="157" name="楕円 156">
              <a:extLst>
                <a:ext uri="{FF2B5EF4-FFF2-40B4-BE49-F238E27FC236}">
                  <a16:creationId xmlns:a16="http://schemas.microsoft.com/office/drawing/2014/main" id="{F688C21A-6010-292F-FFD6-610558B414A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8" name="四角形: 角を丸くする 157">
              <a:extLst>
                <a:ext uri="{FF2B5EF4-FFF2-40B4-BE49-F238E27FC236}">
                  <a16:creationId xmlns:a16="http://schemas.microsoft.com/office/drawing/2014/main" id="{5E325734-ED51-D127-5288-DC8EEF3EBC4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9" name="グループ化 158">
              <a:extLst>
                <a:ext uri="{FF2B5EF4-FFF2-40B4-BE49-F238E27FC236}">
                  <a16:creationId xmlns:a16="http://schemas.microsoft.com/office/drawing/2014/main" id="{7DD5981D-FBE0-2393-2B33-E01573016595}"/>
                </a:ext>
              </a:extLst>
            </p:cNvPr>
            <p:cNvGrpSpPr/>
            <p:nvPr/>
          </p:nvGrpSpPr>
          <p:grpSpPr>
            <a:xfrm>
              <a:off x="9498429" y="4598805"/>
              <a:ext cx="1505416" cy="601824"/>
              <a:chOff x="1980734" y="3149081"/>
              <a:chExt cx="1505416" cy="601824"/>
            </a:xfrm>
          </p:grpSpPr>
          <p:sp>
            <p:nvSpPr>
              <p:cNvPr id="160" name="楕円 159">
                <a:extLst>
                  <a:ext uri="{FF2B5EF4-FFF2-40B4-BE49-F238E27FC236}">
                    <a16:creationId xmlns:a16="http://schemas.microsoft.com/office/drawing/2014/main" id="{6B2190FB-2255-E5C6-01C4-79D44C5179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1" name="グループ化 160">
                <a:extLst>
                  <a:ext uri="{FF2B5EF4-FFF2-40B4-BE49-F238E27FC236}">
                    <a16:creationId xmlns:a16="http://schemas.microsoft.com/office/drawing/2014/main" id="{4DC257D8-B801-3B11-480D-93F9B7566446}"/>
                  </a:ext>
                </a:extLst>
              </p:cNvPr>
              <p:cNvGrpSpPr/>
              <p:nvPr/>
            </p:nvGrpSpPr>
            <p:grpSpPr>
              <a:xfrm>
                <a:off x="1980734" y="3175652"/>
                <a:ext cx="1505416" cy="575253"/>
                <a:chOff x="1980734" y="3175652"/>
                <a:chExt cx="1505416" cy="575253"/>
              </a:xfrm>
            </p:grpSpPr>
            <p:grpSp>
              <p:nvGrpSpPr>
                <p:cNvPr id="173" name="グループ化 172">
                  <a:extLst>
                    <a:ext uri="{FF2B5EF4-FFF2-40B4-BE49-F238E27FC236}">
                      <a16:creationId xmlns:a16="http://schemas.microsoft.com/office/drawing/2014/main" id="{60D2DEA5-0E2F-E0AB-7309-D3C7E1936481}"/>
                    </a:ext>
                  </a:extLst>
                </p:cNvPr>
                <p:cNvGrpSpPr/>
                <p:nvPr/>
              </p:nvGrpSpPr>
              <p:grpSpPr>
                <a:xfrm>
                  <a:off x="1980734" y="3473931"/>
                  <a:ext cx="1505416" cy="276974"/>
                  <a:chOff x="4194668" y="3607669"/>
                  <a:chExt cx="1105960" cy="276974"/>
                </a:xfrm>
              </p:grpSpPr>
              <p:sp>
                <p:nvSpPr>
                  <p:cNvPr id="178" name="四角形: 角を丸くする 177">
                    <a:extLst>
                      <a:ext uri="{FF2B5EF4-FFF2-40B4-BE49-F238E27FC236}">
                        <a16:creationId xmlns:a16="http://schemas.microsoft.com/office/drawing/2014/main" id="{EFFACECC-82CF-1E41-2C9E-A6D7B6D2F55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2" name="図 181">
                    <a:extLst>
                      <a:ext uri="{FF2B5EF4-FFF2-40B4-BE49-F238E27FC236}">
                        <a16:creationId xmlns:a16="http://schemas.microsoft.com/office/drawing/2014/main" id="{2A781582-1697-B0C3-FD48-1DB2E21B58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7" name="テキスト ボックス 176">
                  <a:extLst>
                    <a:ext uri="{FF2B5EF4-FFF2-40B4-BE49-F238E27FC236}">
                      <a16:creationId xmlns:a16="http://schemas.microsoft.com/office/drawing/2014/main" id="{04A8B2B5-0037-D31C-0BD5-E6B33C62C4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4" name="グループ化 183">
            <a:extLst>
              <a:ext uri="{FF2B5EF4-FFF2-40B4-BE49-F238E27FC236}">
                <a16:creationId xmlns:a16="http://schemas.microsoft.com/office/drawing/2014/main" id="{57B718FA-FFDE-5EAD-0A6E-3BA0CFB71C39}"/>
              </a:ext>
            </a:extLst>
          </p:cNvPr>
          <p:cNvGrpSpPr/>
          <p:nvPr/>
        </p:nvGrpSpPr>
        <p:grpSpPr>
          <a:xfrm>
            <a:off x="8962119" y="2372047"/>
            <a:ext cx="2561811" cy="632926"/>
            <a:chOff x="8957885" y="4574183"/>
            <a:chExt cx="2561811" cy="632926"/>
          </a:xfrm>
        </p:grpSpPr>
        <p:sp>
          <p:nvSpPr>
            <p:cNvPr id="187" name="楕円 186">
              <a:extLst>
                <a:ext uri="{FF2B5EF4-FFF2-40B4-BE49-F238E27FC236}">
                  <a16:creationId xmlns:a16="http://schemas.microsoft.com/office/drawing/2014/main" id="{8E64583E-6847-91AD-BD4C-10AABCD1AA9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8" name="四角形: 角を丸くする 187">
              <a:extLst>
                <a:ext uri="{FF2B5EF4-FFF2-40B4-BE49-F238E27FC236}">
                  <a16:creationId xmlns:a16="http://schemas.microsoft.com/office/drawing/2014/main" id="{6A62FB2C-DB08-332C-76F4-ACB39C0BF03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9" name="グループ化 188">
              <a:extLst>
                <a:ext uri="{FF2B5EF4-FFF2-40B4-BE49-F238E27FC236}">
                  <a16:creationId xmlns:a16="http://schemas.microsoft.com/office/drawing/2014/main" id="{A8831379-F066-2C74-4B74-E06DF53A6ED2}"/>
                </a:ext>
              </a:extLst>
            </p:cNvPr>
            <p:cNvGrpSpPr/>
            <p:nvPr/>
          </p:nvGrpSpPr>
          <p:grpSpPr>
            <a:xfrm>
              <a:off x="9498429" y="4598805"/>
              <a:ext cx="1505416" cy="601824"/>
              <a:chOff x="1980734" y="3149081"/>
              <a:chExt cx="1505416" cy="601824"/>
            </a:xfrm>
          </p:grpSpPr>
          <p:sp>
            <p:nvSpPr>
              <p:cNvPr id="190" name="楕円 189">
                <a:extLst>
                  <a:ext uri="{FF2B5EF4-FFF2-40B4-BE49-F238E27FC236}">
                    <a16:creationId xmlns:a16="http://schemas.microsoft.com/office/drawing/2014/main" id="{5A1A6BF3-98F3-A2E2-9B00-5D00B571100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1" name="グループ化 190">
                <a:extLst>
                  <a:ext uri="{FF2B5EF4-FFF2-40B4-BE49-F238E27FC236}">
                    <a16:creationId xmlns:a16="http://schemas.microsoft.com/office/drawing/2014/main" id="{AD26FBA7-9C47-5277-EA3D-288AF5CC6881}"/>
                  </a:ext>
                </a:extLst>
              </p:cNvPr>
              <p:cNvGrpSpPr/>
              <p:nvPr/>
            </p:nvGrpSpPr>
            <p:grpSpPr>
              <a:xfrm>
                <a:off x="1980734" y="3175652"/>
                <a:ext cx="1505416" cy="575253"/>
                <a:chOff x="1980734" y="3175652"/>
                <a:chExt cx="1505416" cy="575253"/>
              </a:xfrm>
            </p:grpSpPr>
            <p:grpSp>
              <p:nvGrpSpPr>
                <p:cNvPr id="192" name="グループ化 191">
                  <a:extLst>
                    <a:ext uri="{FF2B5EF4-FFF2-40B4-BE49-F238E27FC236}">
                      <a16:creationId xmlns:a16="http://schemas.microsoft.com/office/drawing/2014/main" id="{93DC2E65-54A3-D07B-0236-E6596764A2D0}"/>
                    </a:ext>
                  </a:extLst>
                </p:cNvPr>
                <p:cNvGrpSpPr/>
                <p:nvPr/>
              </p:nvGrpSpPr>
              <p:grpSpPr>
                <a:xfrm>
                  <a:off x="1980734" y="3473931"/>
                  <a:ext cx="1505416" cy="276974"/>
                  <a:chOff x="4194668" y="3607669"/>
                  <a:chExt cx="1105960" cy="276974"/>
                </a:xfrm>
              </p:grpSpPr>
              <p:sp>
                <p:nvSpPr>
                  <p:cNvPr id="194" name="四角形: 角を丸くする 193">
                    <a:extLst>
                      <a:ext uri="{FF2B5EF4-FFF2-40B4-BE49-F238E27FC236}">
                        <a16:creationId xmlns:a16="http://schemas.microsoft.com/office/drawing/2014/main" id="{5BDEB2EC-235B-F61E-06F9-A92A55C838C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5" name="図 194">
                    <a:extLst>
                      <a:ext uri="{FF2B5EF4-FFF2-40B4-BE49-F238E27FC236}">
                        <a16:creationId xmlns:a16="http://schemas.microsoft.com/office/drawing/2014/main" id="{987BE138-DF54-882F-36F3-EF56239C7F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3" name="テキスト ボックス 192">
                  <a:extLst>
                    <a:ext uri="{FF2B5EF4-FFF2-40B4-BE49-F238E27FC236}">
                      <a16:creationId xmlns:a16="http://schemas.microsoft.com/office/drawing/2014/main" id="{A34E43C1-E9C3-DC8A-74A7-3F5F36EADD9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pic>
        <p:nvPicPr>
          <p:cNvPr id="242" name="図 241">
            <a:extLst>
              <a:ext uri="{FF2B5EF4-FFF2-40B4-BE49-F238E27FC236}">
                <a16:creationId xmlns:a16="http://schemas.microsoft.com/office/drawing/2014/main" id="{3645E094-348D-5072-2EEB-AC90736127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2000" y="3520256"/>
            <a:ext cx="464512" cy="158595"/>
          </a:xfrm>
          <a:prstGeom prst="rect">
            <a:avLst/>
          </a:prstGeom>
        </p:spPr>
      </p:pic>
      <p:pic>
        <p:nvPicPr>
          <p:cNvPr id="243" name="図 242">
            <a:extLst>
              <a:ext uri="{FF2B5EF4-FFF2-40B4-BE49-F238E27FC236}">
                <a16:creationId xmlns:a16="http://schemas.microsoft.com/office/drawing/2014/main" id="{286CD3BD-04D0-02CD-3755-3AA25D6D430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2000" y="4250364"/>
            <a:ext cx="464512" cy="158595"/>
          </a:xfrm>
          <a:prstGeom prst="rect">
            <a:avLst/>
          </a:prstGeom>
        </p:spPr>
      </p:pic>
      <p:pic>
        <p:nvPicPr>
          <p:cNvPr id="244" name="図 243">
            <a:extLst>
              <a:ext uri="{FF2B5EF4-FFF2-40B4-BE49-F238E27FC236}">
                <a16:creationId xmlns:a16="http://schemas.microsoft.com/office/drawing/2014/main" id="{DCF41D52-107D-1897-00DF-E1933D3E617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9753" y="4980472"/>
            <a:ext cx="464512" cy="158595"/>
          </a:xfrm>
          <a:prstGeom prst="rect">
            <a:avLst/>
          </a:prstGeom>
        </p:spPr>
      </p:pic>
      <p:pic>
        <p:nvPicPr>
          <p:cNvPr id="240" name="図 239">
            <a:extLst>
              <a:ext uri="{FF2B5EF4-FFF2-40B4-BE49-F238E27FC236}">
                <a16:creationId xmlns:a16="http://schemas.microsoft.com/office/drawing/2014/main" id="{8D877B77-1104-E5FB-6545-2B54B10D72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270575" y="2570313"/>
            <a:ext cx="4179971" cy="3134978"/>
          </a:xfrm>
          <a:prstGeom prst="rect">
            <a:avLst/>
          </a:prstGeom>
        </p:spPr>
      </p:pic>
      <p:sp>
        <p:nvSpPr>
          <p:cNvPr id="272" name="テキスト ボックス 271">
            <a:extLst>
              <a:ext uri="{FF2B5EF4-FFF2-40B4-BE49-F238E27FC236}">
                <a16:creationId xmlns:a16="http://schemas.microsoft.com/office/drawing/2014/main" id="{9D7C61CE-FD70-0DC4-5F4B-3DFDE1F7DF76}"/>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73" name="テキスト ボックス 272">
            <a:extLst>
              <a:ext uri="{FF2B5EF4-FFF2-40B4-BE49-F238E27FC236}">
                <a16:creationId xmlns:a16="http://schemas.microsoft.com/office/drawing/2014/main" id="{C8551834-E8C1-614E-E003-310C6A6EFC2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74" name="グループ化 273">
            <a:extLst>
              <a:ext uri="{FF2B5EF4-FFF2-40B4-BE49-F238E27FC236}">
                <a16:creationId xmlns:a16="http://schemas.microsoft.com/office/drawing/2014/main" id="{0A2A9ECC-DCA4-495D-0676-75B9136DD44D}"/>
              </a:ext>
            </a:extLst>
          </p:cNvPr>
          <p:cNvGrpSpPr/>
          <p:nvPr/>
        </p:nvGrpSpPr>
        <p:grpSpPr>
          <a:xfrm>
            <a:off x="1719571" y="303092"/>
            <a:ext cx="3092165" cy="338875"/>
            <a:chOff x="1719571" y="274517"/>
            <a:chExt cx="3092165" cy="338875"/>
          </a:xfrm>
        </p:grpSpPr>
        <p:grpSp>
          <p:nvGrpSpPr>
            <p:cNvPr id="275" name="グループ化 274">
              <a:extLst>
                <a:ext uri="{FF2B5EF4-FFF2-40B4-BE49-F238E27FC236}">
                  <a16:creationId xmlns:a16="http://schemas.microsoft.com/office/drawing/2014/main" id="{054EFBE1-0D95-1A5B-96DC-51E52116BB6E}"/>
                </a:ext>
              </a:extLst>
            </p:cNvPr>
            <p:cNvGrpSpPr/>
            <p:nvPr/>
          </p:nvGrpSpPr>
          <p:grpSpPr>
            <a:xfrm>
              <a:off x="1719571" y="274517"/>
              <a:ext cx="3092165" cy="338875"/>
              <a:chOff x="1719571" y="215382"/>
              <a:chExt cx="3888059" cy="426098"/>
            </a:xfrm>
          </p:grpSpPr>
          <p:sp>
            <p:nvSpPr>
              <p:cNvPr id="280" name="平行四辺形 279">
                <a:extLst>
                  <a:ext uri="{FF2B5EF4-FFF2-40B4-BE49-F238E27FC236}">
                    <a16:creationId xmlns:a16="http://schemas.microsoft.com/office/drawing/2014/main" id="{0EB3C52F-FDEA-7BC2-1EC3-006AC0A256DD}"/>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1" name="平行四辺形 280">
                <a:extLst>
                  <a:ext uri="{FF2B5EF4-FFF2-40B4-BE49-F238E27FC236}">
                    <a16:creationId xmlns:a16="http://schemas.microsoft.com/office/drawing/2014/main" id="{F6837B0E-9702-7CEE-9952-4F93683BB70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2" name="平行四辺形 281">
                <a:extLst>
                  <a:ext uri="{FF2B5EF4-FFF2-40B4-BE49-F238E27FC236}">
                    <a16:creationId xmlns:a16="http://schemas.microsoft.com/office/drawing/2014/main" id="{C18E0BF8-3797-FAD4-7151-D61FAC80B74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3" name="平行四辺形 282">
                <a:extLst>
                  <a:ext uri="{FF2B5EF4-FFF2-40B4-BE49-F238E27FC236}">
                    <a16:creationId xmlns:a16="http://schemas.microsoft.com/office/drawing/2014/main" id="{3A73F8C0-4336-3B15-C847-518BD03CA1CB}"/>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4" name="平行四辺形 283">
                <a:extLst>
                  <a:ext uri="{FF2B5EF4-FFF2-40B4-BE49-F238E27FC236}">
                    <a16:creationId xmlns:a16="http://schemas.microsoft.com/office/drawing/2014/main" id="{AD465241-F397-FDDE-CFCB-3BF410A4F159}"/>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6" name="楕円 275">
              <a:extLst>
                <a:ext uri="{FF2B5EF4-FFF2-40B4-BE49-F238E27FC236}">
                  <a16:creationId xmlns:a16="http://schemas.microsoft.com/office/drawing/2014/main" id="{3AFC9C8B-AE4D-289F-8249-A21BC5F8CBAF}"/>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7" name="楕円 276">
              <a:extLst>
                <a:ext uri="{FF2B5EF4-FFF2-40B4-BE49-F238E27FC236}">
                  <a16:creationId xmlns:a16="http://schemas.microsoft.com/office/drawing/2014/main" id="{EE07D5F0-892F-7EF8-7D70-8D24B3A62556}"/>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8" name="楕円 277">
              <a:extLst>
                <a:ext uri="{FF2B5EF4-FFF2-40B4-BE49-F238E27FC236}">
                  <a16:creationId xmlns:a16="http://schemas.microsoft.com/office/drawing/2014/main" id="{E3656CAE-699E-5225-F9A2-BEF94C9D483C}"/>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9" name="楕円 278">
              <a:extLst>
                <a:ext uri="{FF2B5EF4-FFF2-40B4-BE49-F238E27FC236}">
                  <a16:creationId xmlns:a16="http://schemas.microsoft.com/office/drawing/2014/main" id="{7273D4E2-D747-FC5F-3FA4-DE5D835E779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3481073501"/>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A4A7E-BD8C-B646-B471-BFE345CF9393}"/>
            </a:ext>
          </a:extLst>
        </p:cNvPr>
        <p:cNvGrpSpPr/>
        <p:nvPr/>
      </p:nvGrpSpPr>
      <p:grpSpPr>
        <a:xfrm>
          <a:off x="0" y="0"/>
          <a:ext cx="0" cy="0"/>
          <a:chOff x="0" y="0"/>
          <a:chExt cx="0" cy="0"/>
        </a:xfrm>
      </p:grpSpPr>
      <p:sp>
        <p:nvSpPr>
          <p:cNvPr id="18" name="二等辺三角形 17">
            <a:extLst>
              <a:ext uri="{FF2B5EF4-FFF2-40B4-BE49-F238E27FC236}">
                <a16:creationId xmlns:a16="http://schemas.microsoft.com/office/drawing/2014/main" id="{8F46BAEC-7BC9-A2EF-6A27-9BC296A5EC68}"/>
              </a:ext>
            </a:extLst>
          </p:cNvPr>
          <p:cNvSpPr/>
          <p:nvPr/>
        </p:nvSpPr>
        <p:spPr>
          <a:xfrm>
            <a:off x="8547593" y="5152024"/>
            <a:ext cx="2678705" cy="1021201"/>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609E78EC-E4D7-69F5-EB6E-BBE9348939B4}"/>
              </a:ext>
            </a:extLst>
          </p:cNvPr>
          <p:cNvSpPr txBox="1"/>
          <p:nvPr/>
        </p:nvSpPr>
        <p:spPr>
          <a:xfrm>
            <a:off x="4464785" y="507521"/>
            <a:ext cx="3262432"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勝利報酬選択</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 name="四角形: 角を丸くする 4">
            <a:extLst>
              <a:ext uri="{FF2B5EF4-FFF2-40B4-BE49-F238E27FC236}">
                <a16:creationId xmlns:a16="http://schemas.microsoft.com/office/drawing/2014/main" id="{B8B77414-5CA1-9690-9F8E-6A012EB521DE}"/>
              </a:ext>
            </a:extLst>
          </p:cNvPr>
          <p:cNvSpPr/>
          <p:nvPr/>
        </p:nvSpPr>
        <p:spPr>
          <a:xfrm>
            <a:off x="940061" y="1642186"/>
            <a:ext cx="2904151" cy="3760237"/>
          </a:xfrm>
          <a:prstGeom prst="roundRect">
            <a:avLst>
              <a:gd name="adj" fmla="val 2174"/>
            </a:avLst>
          </a:prstGeom>
          <a:solidFill>
            <a:schemeClr val="accent6">
              <a:alpha val="70000"/>
            </a:schemeClr>
          </a:solidFill>
          <a:ln w="63500" cmpd="thickThi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7ADA6A65-0256-6E1E-9C75-028B89074EDC}"/>
              </a:ext>
            </a:extLst>
          </p:cNvPr>
          <p:cNvSpPr/>
          <p:nvPr/>
        </p:nvSpPr>
        <p:spPr>
          <a:xfrm>
            <a:off x="4643924" y="1642185"/>
            <a:ext cx="2904151" cy="3760237"/>
          </a:xfrm>
          <a:prstGeom prst="roundRect">
            <a:avLst>
              <a:gd name="adj" fmla="val 2174"/>
            </a:avLst>
          </a:prstGeom>
          <a:solidFill>
            <a:schemeClr val="accent2">
              <a:alpha val="70000"/>
            </a:schemeClr>
          </a:solidFill>
          <a:ln w="63500" cmpd="thickThi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1109CC32-A717-7B93-B700-AC8D07F9F57A}"/>
              </a:ext>
            </a:extLst>
          </p:cNvPr>
          <p:cNvSpPr/>
          <p:nvPr/>
        </p:nvSpPr>
        <p:spPr>
          <a:xfrm>
            <a:off x="8347787" y="1642185"/>
            <a:ext cx="2904151" cy="3760237"/>
          </a:xfrm>
          <a:prstGeom prst="roundRect">
            <a:avLst>
              <a:gd name="adj" fmla="val 2174"/>
            </a:avLst>
          </a:prstGeom>
          <a:gradFill>
            <a:gsLst>
              <a:gs pos="0">
                <a:schemeClr val="accent6">
                  <a:alpha val="70000"/>
                </a:schemeClr>
              </a:gs>
              <a:gs pos="83000">
                <a:schemeClr val="accent2">
                  <a:alpha val="70000"/>
                </a:schemeClr>
              </a:gs>
              <a:gs pos="100000">
                <a:schemeClr val="accent6">
                  <a:alpha val="80000"/>
                </a:schemeClr>
              </a:gs>
            </a:gsLst>
            <a:lin ang="5400000" scaled="1"/>
          </a:gradFill>
          <a:ln w="63500" cmpd="thickThi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8B3BCBF0-09CA-56D4-C7A4-957A5070837E}"/>
              </a:ext>
            </a:extLst>
          </p:cNvPr>
          <p:cNvSpPr txBox="1"/>
          <p:nvPr/>
        </p:nvSpPr>
        <p:spPr>
          <a:xfrm>
            <a:off x="1422960" y="4345516"/>
            <a:ext cx="1938351" cy="461665"/>
          </a:xfrm>
          <a:prstGeom prst="rect">
            <a:avLst/>
          </a:prstGeom>
          <a:noFill/>
        </p:spPr>
        <p:txBody>
          <a:bodyPr wrap="none" rtlCol="0">
            <a:spAutoFit/>
          </a:bodyPr>
          <a:lstStyle/>
          <a:p>
            <a:pPr algn="ct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ATK</a:t>
            </a: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30</a:t>
            </a: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 name="テキスト ボックス 2">
            <a:extLst>
              <a:ext uri="{FF2B5EF4-FFF2-40B4-BE49-F238E27FC236}">
                <a16:creationId xmlns:a16="http://schemas.microsoft.com/office/drawing/2014/main" id="{EDE3D7FB-2223-3F73-9DFA-033ACCAD604D}"/>
              </a:ext>
            </a:extLst>
          </p:cNvPr>
          <p:cNvSpPr txBox="1"/>
          <p:nvPr/>
        </p:nvSpPr>
        <p:spPr>
          <a:xfrm>
            <a:off x="1889435" y="1997308"/>
            <a:ext cx="1005403"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バフ</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A</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 name="テキスト ボックス 7">
            <a:extLst>
              <a:ext uri="{FF2B5EF4-FFF2-40B4-BE49-F238E27FC236}">
                <a16:creationId xmlns:a16="http://schemas.microsoft.com/office/drawing/2014/main" id="{65B294D5-C485-B820-43EA-911E18161546}"/>
              </a:ext>
            </a:extLst>
          </p:cNvPr>
          <p:cNvSpPr txBox="1"/>
          <p:nvPr/>
        </p:nvSpPr>
        <p:spPr>
          <a:xfrm>
            <a:off x="5388116" y="1997308"/>
            <a:ext cx="1415772"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強化素材</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9" name="テキスト ボックス 8">
            <a:extLst>
              <a:ext uri="{FF2B5EF4-FFF2-40B4-BE49-F238E27FC236}">
                <a16:creationId xmlns:a16="http://schemas.microsoft.com/office/drawing/2014/main" id="{4F3A9933-CDD2-4A34-5CE6-B4F5725C8EA7}"/>
              </a:ext>
            </a:extLst>
          </p:cNvPr>
          <p:cNvSpPr txBox="1"/>
          <p:nvPr/>
        </p:nvSpPr>
        <p:spPr>
          <a:xfrm>
            <a:off x="5379296" y="4345516"/>
            <a:ext cx="1433406"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イシ＋</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50</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0" name="テキスト ボックス 9">
            <a:extLst>
              <a:ext uri="{FF2B5EF4-FFF2-40B4-BE49-F238E27FC236}">
                <a16:creationId xmlns:a16="http://schemas.microsoft.com/office/drawing/2014/main" id="{C9F6C45A-59E6-DFF0-E7EF-B802A2707CDA}"/>
              </a:ext>
            </a:extLst>
          </p:cNvPr>
          <p:cNvSpPr txBox="1"/>
          <p:nvPr/>
        </p:nvSpPr>
        <p:spPr>
          <a:xfrm>
            <a:off x="9312389" y="1997308"/>
            <a:ext cx="974947"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バフ</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B</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1" name="テキスト ボックス 10">
            <a:extLst>
              <a:ext uri="{FF2B5EF4-FFF2-40B4-BE49-F238E27FC236}">
                <a16:creationId xmlns:a16="http://schemas.microsoft.com/office/drawing/2014/main" id="{31A8B8CB-8EBA-4499-4AE5-30EC792E5F00}"/>
              </a:ext>
            </a:extLst>
          </p:cNvPr>
          <p:cNvSpPr txBox="1"/>
          <p:nvPr/>
        </p:nvSpPr>
        <p:spPr>
          <a:xfrm>
            <a:off x="8411501" y="4437848"/>
            <a:ext cx="2776722" cy="369332"/>
          </a:xfrm>
          <a:prstGeom prst="rect">
            <a:avLst/>
          </a:prstGeom>
          <a:noFill/>
        </p:spPr>
        <p:txBody>
          <a:bodyPr wrap="none" rtlCol="0">
            <a:spAutoFit/>
          </a:bodyPr>
          <a:lstStyle/>
          <a:p>
            <a:pPr algn="ct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ENB</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チャージ効率＋</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20</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2" name="二等辺三角形 11">
            <a:extLst>
              <a:ext uri="{FF2B5EF4-FFF2-40B4-BE49-F238E27FC236}">
                <a16:creationId xmlns:a16="http://schemas.microsoft.com/office/drawing/2014/main" id="{8C6540A4-88F7-D635-177A-E3085A480367}"/>
              </a:ext>
            </a:extLst>
          </p:cNvPr>
          <p:cNvSpPr/>
          <p:nvPr/>
        </p:nvSpPr>
        <p:spPr>
          <a:xfrm>
            <a:off x="8460509" y="5130255"/>
            <a:ext cx="2678705" cy="102120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E8B1DA72-EFEC-D776-B512-53787C9CAE8D}"/>
              </a:ext>
            </a:extLst>
          </p:cNvPr>
          <p:cNvSpPr txBox="1"/>
          <p:nvPr/>
        </p:nvSpPr>
        <p:spPr>
          <a:xfrm>
            <a:off x="9312480" y="5447825"/>
            <a:ext cx="1005404" cy="584775"/>
          </a:xfrm>
          <a:prstGeom prst="rect">
            <a:avLst/>
          </a:prstGeom>
          <a:noFill/>
        </p:spPr>
        <p:txBody>
          <a:bodyPr wrap="none" rtlCol="0">
            <a:spAutoFit/>
          </a:bodyPr>
          <a:lstStyle/>
          <a:p>
            <a:pPr algn="ctr"/>
            <a:r>
              <a:rPr lang="ja-JP" altLang="en-US" sz="3200" b="1" dirty="0">
                <a:solidFill>
                  <a:schemeClr val="tx1">
                    <a:lumMod val="85000"/>
                    <a:lumOff val="15000"/>
                  </a:schemeClr>
                </a:solidFill>
                <a:latin typeface="BIZ UDP明朝 Medium" panose="02020500000000000000" pitchFamily="18" charset="-128"/>
                <a:ea typeface="BIZ UDP明朝 Medium" panose="02020500000000000000" pitchFamily="18" charset="-128"/>
              </a:rPr>
              <a:t>選択</a:t>
            </a:r>
            <a:endParaRPr kumimoji="1" lang="ja-JP" altLang="en-US" sz="32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3" name="テキスト ボックス 12">
            <a:extLst>
              <a:ext uri="{FF2B5EF4-FFF2-40B4-BE49-F238E27FC236}">
                <a16:creationId xmlns:a16="http://schemas.microsoft.com/office/drawing/2014/main" id="{9F05EDAF-06C1-6651-C325-6FBF69AD74AA}"/>
              </a:ext>
            </a:extLst>
          </p:cNvPr>
          <p:cNvSpPr txBox="1"/>
          <p:nvPr/>
        </p:nvSpPr>
        <p:spPr>
          <a:xfrm>
            <a:off x="9281383" y="5435385"/>
            <a:ext cx="1005404" cy="584775"/>
          </a:xfrm>
          <a:prstGeom prst="rect">
            <a:avLst/>
          </a:prstGeom>
          <a:noFill/>
        </p:spPr>
        <p:txBody>
          <a:bodyPr wrap="none" rtlCol="0">
            <a:spAutoFit/>
          </a:bodyPr>
          <a:lstStyle/>
          <a:p>
            <a:pPr algn="ct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選択</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pic>
        <p:nvPicPr>
          <p:cNvPr id="15" name="図 14">
            <a:extLst>
              <a:ext uri="{FF2B5EF4-FFF2-40B4-BE49-F238E27FC236}">
                <a16:creationId xmlns:a16="http://schemas.microsoft.com/office/drawing/2014/main" id="{7E57DD39-2854-3F36-377F-14310FA694EF}"/>
              </a:ext>
            </a:extLst>
          </p:cNvPr>
          <p:cNvPicPr>
            <a:picLocks noChangeAspect="1"/>
          </p:cNvPicPr>
          <p:nvPr/>
        </p:nvPicPr>
        <p:blipFill>
          <a:blip r:embed="rId2">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1698258" y="2781438"/>
            <a:ext cx="1387753" cy="1275741"/>
          </a:xfrm>
          <a:prstGeom prst="rect">
            <a:avLst/>
          </a:prstGeom>
        </p:spPr>
      </p:pic>
      <p:pic>
        <p:nvPicPr>
          <p:cNvPr id="17" name="図 16">
            <a:extLst>
              <a:ext uri="{FF2B5EF4-FFF2-40B4-BE49-F238E27FC236}">
                <a16:creationId xmlns:a16="http://schemas.microsoft.com/office/drawing/2014/main" id="{9D5429BA-2B52-6F6F-C124-D2EF467D5A97}"/>
              </a:ext>
            </a:extLst>
          </p:cNvPr>
          <p:cNvPicPr>
            <a:picLocks noChangeAspect="1"/>
          </p:cNvPicPr>
          <p:nvPr/>
        </p:nvPicPr>
        <p:blipFill>
          <a:blip r:embed="rId3">
            <a:grayscl/>
            <a:extLst>
              <a:ext uri="{28A0092B-C50C-407E-A947-70E740481C1C}">
                <a14:useLocalDpi xmlns:a14="http://schemas.microsoft.com/office/drawing/2010/main" val="0"/>
              </a:ext>
            </a:extLst>
          </a:blip>
          <a:stretch>
            <a:fillRect/>
          </a:stretch>
        </p:blipFill>
        <p:spPr>
          <a:xfrm>
            <a:off x="9230609" y="2875524"/>
            <a:ext cx="1106951" cy="1106951"/>
          </a:xfrm>
          <a:prstGeom prst="rect">
            <a:avLst/>
          </a:prstGeom>
        </p:spPr>
      </p:pic>
      <p:pic>
        <p:nvPicPr>
          <p:cNvPr id="20" name="図 19">
            <a:extLst>
              <a:ext uri="{FF2B5EF4-FFF2-40B4-BE49-F238E27FC236}">
                <a16:creationId xmlns:a16="http://schemas.microsoft.com/office/drawing/2014/main" id="{E6E0BF93-0355-AF6E-74A9-A6AB894B28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79296" y="2671108"/>
            <a:ext cx="1433406" cy="1396462"/>
          </a:xfrm>
          <a:prstGeom prst="rect">
            <a:avLst/>
          </a:prstGeom>
        </p:spPr>
      </p:pic>
    </p:spTree>
    <p:extLst>
      <p:ext uri="{BB962C8B-B14F-4D97-AF65-F5344CB8AC3E}">
        <p14:creationId xmlns:p14="http://schemas.microsoft.com/office/powerpoint/2010/main" val="3095881830"/>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93D59-6BC5-68FC-4718-921B9042B7BA}"/>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3848D86-63BB-CE21-C4C3-9DAD2BB03142}"/>
              </a:ext>
            </a:extLst>
          </p:cNvPr>
          <p:cNvSpPr txBox="1"/>
          <p:nvPr/>
        </p:nvSpPr>
        <p:spPr>
          <a:xfrm>
            <a:off x="5490712" y="694133"/>
            <a:ext cx="1210588"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撤退</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84783153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F744C5E1-9930-4E47-7100-A4F00AA8B197}"/>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327916FE-FC1B-16BA-ACF1-6014CC23D0D6}"/>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5FDAD3E-3C41-F51E-3D7F-9141352C4D9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1F9F815-8342-87D5-2C52-697112C69CE5}"/>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8ADB817F-08C7-AA68-A9CC-71ECE0FE05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062B074-40FB-DFC8-7EA0-B76F37B8C446}"/>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D9668B1C-1FEA-0500-36C8-648951027F6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AE97E393-CD12-EBA9-146D-840DACA9D93F}"/>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3055234C-7145-1424-C33A-A1D47AD6A7BB}"/>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F6D251EA-EE7B-6C11-9184-3144A8FA4879}"/>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バフ</a:t>
            </a:r>
          </a:p>
        </p:txBody>
      </p:sp>
      <p:grpSp>
        <p:nvGrpSpPr>
          <p:cNvPr id="7" name="グループ化 6">
            <a:extLst>
              <a:ext uri="{FF2B5EF4-FFF2-40B4-BE49-F238E27FC236}">
                <a16:creationId xmlns:a16="http://schemas.microsoft.com/office/drawing/2014/main" id="{C0FE1AC0-5335-4758-CF0C-42D0FDA9C214}"/>
              </a:ext>
            </a:extLst>
          </p:cNvPr>
          <p:cNvGrpSpPr/>
          <p:nvPr/>
        </p:nvGrpSpPr>
        <p:grpSpPr>
          <a:xfrm>
            <a:off x="2417859" y="1556921"/>
            <a:ext cx="5118491" cy="3713993"/>
            <a:chOff x="1510189" y="1621647"/>
            <a:chExt cx="5118491" cy="3713993"/>
          </a:xfrm>
        </p:grpSpPr>
        <p:grpSp>
          <p:nvGrpSpPr>
            <p:cNvPr id="189" name="グループ化 188">
              <a:extLst>
                <a:ext uri="{FF2B5EF4-FFF2-40B4-BE49-F238E27FC236}">
                  <a16:creationId xmlns:a16="http://schemas.microsoft.com/office/drawing/2014/main" id="{D919E197-C003-0E75-ABFC-90B22FBF7B50}"/>
                </a:ext>
              </a:extLst>
            </p:cNvPr>
            <p:cNvGrpSpPr/>
            <p:nvPr/>
          </p:nvGrpSpPr>
          <p:grpSpPr>
            <a:xfrm>
              <a:off x="5139046" y="1621647"/>
              <a:ext cx="1485182" cy="1716321"/>
              <a:chOff x="4788263" y="1594808"/>
              <a:chExt cx="1485182" cy="1716321"/>
            </a:xfrm>
          </p:grpSpPr>
          <p:grpSp>
            <p:nvGrpSpPr>
              <p:cNvPr id="219" name="グループ化 218">
                <a:extLst>
                  <a:ext uri="{FF2B5EF4-FFF2-40B4-BE49-F238E27FC236}">
                    <a16:creationId xmlns:a16="http://schemas.microsoft.com/office/drawing/2014/main" id="{5A37A735-356B-B1ED-779C-D707F442FBCE}"/>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CE612A58-BF05-92FB-1810-FC466D9E170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FC0BCBE0-2E7B-A638-7E3B-9499E898D44E}"/>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8F80D3D3-FB9D-364A-5915-8E851AF8FD31}"/>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56C987F7-B63E-9060-D35F-78A614C8AF8A}"/>
                </a:ext>
              </a:extLst>
            </p:cNvPr>
            <p:cNvGrpSpPr/>
            <p:nvPr/>
          </p:nvGrpSpPr>
          <p:grpSpPr>
            <a:xfrm>
              <a:off x="3327247" y="1621647"/>
              <a:ext cx="1485182" cy="1716321"/>
              <a:chOff x="3032545" y="1594808"/>
              <a:chExt cx="1485182" cy="1716321"/>
            </a:xfrm>
          </p:grpSpPr>
          <p:grpSp>
            <p:nvGrpSpPr>
              <p:cNvPr id="215" name="グループ化 214">
                <a:extLst>
                  <a:ext uri="{FF2B5EF4-FFF2-40B4-BE49-F238E27FC236}">
                    <a16:creationId xmlns:a16="http://schemas.microsoft.com/office/drawing/2014/main" id="{DED5E159-A169-5C37-40D8-C89F64EE05EE}"/>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8DA34BFD-DD4B-2F55-AABA-05A360B1B02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EAE214C6-EB2B-E9A5-F27F-058DEE9380A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04187CC8-774A-886D-CD37-2D84074ECAD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5" name="フリーフォーム: 図形 4">
              <a:extLst>
                <a:ext uri="{FF2B5EF4-FFF2-40B4-BE49-F238E27FC236}">
                  <a16:creationId xmlns:a16="http://schemas.microsoft.com/office/drawing/2014/main" id="{BA513B29-966E-C477-B9E3-74CB46A6BF5C}"/>
                </a:ext>
              </a:extLst>
            </p:cNvPr>
            <p:cNvSpPr/>
            <p:nvPr/>
          </p:nvSpPr>
          <p:spPr>
            <a:xfrm>
              <a:off x="1510189" y="1621647"/>
              <a:ext cx="5114039" cy="1716321"/>
            </a:xfrm>
            <a:custGeom>
              <a:avLst/>
              <a:gdLst>
                <a:gd name="csX0" fmla="*/ 247535 w 5114039"/>
                <a:gd name="csY0" fmla="*/ 0 h 1716321"/>
                <a:gd name="csX1" fmla="*/ 1237647 w 5114039"/>
                <a:gd name="csY1" fmla="*/ 0 h 1716321"/>
                <a:gd name="csX2" fmla="*/ 1485182 w 5114039"/>
                <a:gd name="csY2" fmla="*/ 247535 h 1716321"/>
                <a:gd name="csX3" fmla="*/ 1485182 w 5114039"/>
                <a:gd name="csY3" fmla="*/ 1162874 h 1716321"/>
                <a:gd name="csX4" fmla="*/ 5114039 w 5114039"/>
                <a:gd name="csY4" fmla="*/ 1162874 h 1716321"/>
                <a:gd name="csX5" fmla="*/ 5114039 w 5114039"/>
                <a:gd name="csY5" fmla="*/ 1711914 h 1716321"/>
                <a:gd name="csX6" fmla="*/ 1281364 w 5114039"/>
                <a:gd name="csY6" fmla="*/ 1711914 h 1716321"/>
                <a:gd name="csX7" fmla="*/ 1237647 w 5114039"/>
                <a:gd name="csY7" fmla="*/ 1716321 h 1716321"/>
                <a:gd name="csX8" fmla="*/ 247535 w 5114039"/>
                <a:gd name="csY8" fmla="*/ 1716321 h 1716321"/>
                <a:gd name="csX9" fmla="*/ 203819 w 5114039"/>
                <a:gd name="csY9" fmla="*/ 1711914 h 1716321"/>
                <a:gd name="csX10" fmla="*/ 91508 w 5114039"/>
                <a:gd name="csY10" fmla="*/ 1711914 h 1716321"/>
                <a:gd name="csX11" fmla="*/ 0 w 5114039"/>
                <a:gd name="csY11" fmla="*/ 1620406 h 1716321"/>
                <a:gd name="csX12" fmla="*/ 0 w 5114039"/>
                <a:gd name="csY12" fmla="*/ 1468786 h 1716321"/>
                <a:gd name="csX13" fmla="*/ 0 w 5114039"/>
                <a:gd name="csY13" fmla="*/ 1254382 h 1716321"/>
                <a:gd name="csX14" fmla="*/ 0 w 5114039"/>
                <a:gd name="csY14" fmla="*/ 247535 h 1716321"/>
                <a:gd name="csX15" fmla="*/ 247535 w 5114039"/>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14039" h="1716321">
                  <a:moveTo>
                    <a:pt x="247535" y="0"/>
                  </a:moveTo>
                  <a:lnTo>
                    <a:pt x="1237647" y="0"/>
                  </a:lnTo>
                  <a:cubicBezTo>
                    <a:pt x="1374357" y="0"/>
                    <a:pt x="1485182" y="110825"/>
                    <a:pt x="1485182" y="247535"/>
                  </a:cubicBezTo>
                  <a:lnTo>
                    <a:pt x="1485182" y="1162874"/>
                  </a:lnTo>
                  <a:lnTo>
                    <a:pt x="5114039" y="1162874"/>
                  </a:lnTo>
                  <a:lnTo>
                    <a:pt x="5114039"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BEDAB362-FEBA-314E-145D-3DD13FFDADA1}"/>
                </a:ext>
              </a:extLst>
            </p:cNvPr>
            <p:cNvSpPr txBox="1"/>
            <p:nvPr/>
          </p:nvSpPr>
          <p:spPr>
            <a:xfrm>
              <a:off x="1560939" y="1663915"/>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31CC179C-BAD8-F68B-EAB1-587626C11E20}"/>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1834216" y="2021738"/>
              <a:ext cx="814582" cy="702580"/>
            </a:xfrm>
            <a:prstGeom prst="rect">
              <a:avLst/>
            </a:prstGeom>
          </p:spPr>
        </p:pic>
        <p:sp>
          <p:nvSpPr>
            <p:cNvPr id="198" name="テキスト ボックス 197">
              <a:extLst>
                <a:ext uri="{FF2B5EF4-FFF2-40B4-BE49-F238E27FC236}">
                  <a16:creationId xmlns:a16="http://schemas.microsoft.com/office/drawing/2014/main" id="{877AD6D5-FE7C-217E-B02B-BF97A50BDD76}"/>
                </a:ext>
              </a:extLst>
            </p:cNvPr>
            <p:cNvSpPr txBox="1"/>
            <p:nvPr/>
          </p:nvSpPr>
          <p:spPr>
            <a:xfrm>
              <a:off x="1579602" y="2883567"/>
              <a:ext cx="5044626"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3F8C7D90-F38B-297F-E4D3-B165F38ED32F}"/>
                </a:ext>
              </a:extLst>
            </p:cNvPr>
            <p:cNvGrpSpPr/>
            <p:nvPr/>
          </p:nvGrpSpPr>
          <p:grpSpPr>
            <a:xfrm>
              <a:off x="3328158" y="3619319"/>
              <a:ext cx="1485182" cy="1716321"/>
              <a:chOff x="1276828" y="4105786"/>
              <a:chExt cx="1144222" cy="1716321"/>
            </a:xfrm>
          </p:grpSpPr>
          <p:sp>
            <p:nvSpPr>
              <p:cNvPr id="209" name="四角形: 角を丸くする 208">
                <a:extLst>
                  <a:ext uri="{FF2B5EF4-FFF2-40B4-BE49-F238E27FC236}">
                    <a16:creationId xmlns:a16="http://schemas.microsoft.com/office/drawing/2014/main" id="{F1D581FE-9D8F-18B9-134C-B3DAFFA890C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48C24105-DC54-0870-D4D3-09D14832F6E9}"/>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CB7D65EB-AE5D-56D4-C88C-83E91B6FE0C9}"/>
                </a:ext>
              </a:extLst>
            </p:cNvPr>
            <p:cNvGrpSpPr/>
            <p:nvPr/>
          </p:nvGrpSpPr>
          <p:grpSpPr>
            <a:xfrm>
              <a:off x="5143498" y="3619319"/>
              <a:ext cx="1485182" cy="1716321"/>
              <a:chOff x="1276828" y="4105786"/>
              <a:chExt cx="1144222" cy="1716321"/>
            </a:xfrm>
          </p:grpSpPr>
          <p:sp>
            <p:nvSpPr>
              <p:cNvPr id="207" name="四角形: 角を丸くする 206">
                <a:extLst>
                  <a:ext uri="{FF2B5EF4-FFF2-40B4-BE49-F238E27FC236}">
                    <a16:creationId xmlns:a16="http://schemas.microsoft.com/office/drawing/2014/main" id="{A9F92400-C340-AA98-84B9-3D6EE9348BE4}"/>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7B417843-09D7-1A5A-8645-E14C4CB9F9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2691382E-E071-CBBC-2580-7AF1B15F633F}"/>
                </a:ext>
              </a:extLst>
            </p:cNvPr>
            <p:cNvGrpSpPr/>
            <p:nvPr/>
          </p:nvGrpSpPr>
          <p:grpSpPr>
            <a:xfrm>
              <a:off x="1512818" y="3619319"/>
              <a:ext cx="1485182" cy="1716321"/>
              <a:chOff x="1276828" y="4105786"/>
              <a:chExt cx="1144222" cy="1716321"/>
            </a:xfrm>
          </p:grpSpPr>
          <p:sp>
            <p:nvSpPr>
              <p:cNvPr id="203" name="四角形: 角を丸くする 202">
                <a:extLst>
                  <a:ext uri="{FF2B5EF4-FFF2-40B4-BE49-F238E27FC236}">
                    <a16:creationId xmlns:a16="http://schemas.microsoft.com/office/drawing/2014/main" id="{D1AECC9D-6D8C-C055-DEDE-9DE0EE577B4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32ABB284-C4B6-7FE1-B7B8-D2FDBEFCCC4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sp>
        <p:nvSpPr>
          <p:cNvPr id="3" name="二等辺三角形 2">
            <a:extLst>
              <a:ext uri="{FF2B5EF4-FFF2-40B4-BE49-F238E27FC236}">
                <a16:creationId xmlns:a16="http://schemas.microsoft.com/office/drawing/2014/main" id="{1AA05A47-6BF9-0614-286E-C4AE1FEF5E6E}"/>
              </a:ext>
            </a:extLst>
          </p:cNvPr>
          <p:cNvSpPr/>
          <p:nvPr/>
        </p:nvSpPr>
        <p:spPr>
          <a:xfrm rot="5400000">
            <a:off x="7759044" y="3125862"/>
            <a:ext cx="1237334" cy="606275"/>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二等辺三角形 7">
            <a:extLst>
              <a:ext uri="{FF2B5EF4-FFF2-40B4-BE49-F238E27FC236}">
                <a16:creationId xmlns:a16="http://schemas.microsoft.com/office/drawing/2014/main" id="{8DBF03C0-4548-CA92-C1E3-FCE5509BF4EA}"/>
              </a:ext>
            </a:extLst>
          </p:cNvPr>
          <p:cNvSpPr/>
          <p:nvPr/>
        </p:nvSpPr>
        <p:spPr>
          <a:xfrm rot="16200000" flipH="1">
            <a:off x="853692" y="3125862"/>
            <a:ext cx="1237334" cy="606275"/>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9" name="グループ化 8">
            <a:extLst>
              <a:ext uri="{FF2B5EF4-FFF2-40B4-BE49-F238E27FC236}">
                <a16:creationId xmlns:a16="http://schemas.microsoft.com/office/drawing/2014/main" id="{FC18B92B-1B49-F57E-41D7-C012DE6C63F7}"/>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88225BC9-1B93-0203-997C-FD61F97EED1F}"/>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97BF908-16D0-501B-1797-FF22586F67BA}"/>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BE3FBE0-26EB-4C57-92F2-96249A95DF32}"/>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7BAA62CD-ABB6-9D31-425B-84BB8FBAF2F9}"/>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6CCF1A9F-2D30-DA0B-218B-DF9BB10F7EF9}"/>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EE23E36F-DA91-BE93-28DC-D0040B14F2BE}"/>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E3F83926-6A13-FC17-D195-DFFF2F3FA2E2}"/>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45AA9F8E-BB9C-1B90-D27A-AA3A7B5508B7}"/>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12374973"/>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9B526-0435-4863-A5DC-7B930752A8E2}"/>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A707DFEC-B361-B48C-D3E2-665CA19606E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ADD5FEB-9796-11DF-289C-7C496E71A21A}"/>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D4374241-426A-587E-FC32-97B8C13FE655}"/>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3EA0606A-6203-3276-44DF-21DD0D8596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772EDA93-452D-021A-5F35-467B2CA77FC5}"/>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6EEA478-CA68-2EB7-8F4A-54B420F7B08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6F2B593C-0E04-93F6-A4FD-E533F4904010}"/>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D6B88165-1442-D8BD-C209-9D57264AF96E}"/>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E7750EA8-39CF-3BF3-0234-F661DF737F53}"/>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キャラ</a:t>
            </a:r>
          </a:p>
        </p:txBody>
      </p:sp>
      <p:grpSp>
        <p:nvGrpSpPr>
          <p:cNvPr id="9" name="グループ化 8">
            <a:extLst>
              <a:ext uri="{FF2B5EF4-FFF2-40B4-BE49-F238E27FC236}">
                <a16:creationId xmlns:a16="http://schemas.microsoft.com/office/drawing/2014/main" id="{F0AE91F4-8D38-170F-2364-80AB0902E25A}"/>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D846923E-76BF-FAE8-3329-81AE26E1BAB7}"/>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3C8F5AF4-A4E7-9EE7-4D74-E665E619944E}"/>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6EC67429-9969-CCFC-3B1F-A50D2F0DF9FE}"/>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9B42ACC0-9DA0-039B-B5DD-5AF14562CB6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5F6A35FC-3153-265A-4D27-26BCFA2D62A4}"/>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4C75DBC5-43DF-8D00-0255-7465D526ECAD}"/>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6B04E5AF-E4C2-F9C7-4C51-925703E635A5}"/>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762EBA90-4742-3A44-0514-62E48DE778E5}"/>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 name="グループ化 7">
            <a:extLst>
              <a:ext uri="{FF2B5EF4-FFF2-40B4-BE49-F238E27FC236}">
                <a16:creationId xmlns:a16="http://schemas.microsoft.com/office/drawing/2014/main" id="{F3A0A41C-3368-487A-18F6-3541D3CF1A94}"/>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4DDF7E87-BD5E-F1EE-AF82-B274481B347E}"/>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3" name="二等辺三角形 2">
              <a:extLst>
                <a:ext uri="{FF2B5EF4-FFF2-40B4-BE49-F238E27FC236}">
                  <a16:creationId xmlns:a16="http://schemas.microsoft.com/office/drawing/2014/main" id="{BB1B25EE-116E-A8A1-0841-9E406CA4835A}"/>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4" name="テキスト ボックス 3">
              <a:extLst>
                <a:ext uri="{FF2B5EF4-FFF2-40B4-BE49-F238E27FC236}">
                  <a16:creationId xmlns:a16="http://schemas.microsoft.com/office/drawing/2014/main" id="{3DF9B145-750D-9D5D-3AEF-327780ECBCC7}"/>
                </a:ext>
              </a:extLst>
            </p:cNvPr>
            <p:cNvSpPr txBox="1"/>
            <p:nvPr/>
          </p:nvSpPr>
          <p:spPr>
            <a:xfrm>
              <a:off x="4314266" y="5027649"/>
              <a:ext cx="1438214" cy="523220"/>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BIZ UDP明朝 Medium" panose="02020500000000000000" pitchFamily="18" charset="-128"/>
                  <a:ea typeface="BIZ UDP明朝 Medium" panose="02020500000000000000" pitchFamily="18" charset="-128"/>
                </a:rPr>
                <a:t>キャラ名</a:t>
              </a:r>
            </a:p>
          </p:txBody>
        </p:sp>
      </p:grpSp>
      <p:pic>
        <p:nvPicPr>
          <p:cNvPr id="7" name="図 6">
            <a:extLst>
              <a:ext uri="{FF2B5EF4-FFF2-40B4-BE49-F238E27FC236}">
                <a16:creationId xmlns:a16="http://schemas.microsoft.com/office/drawing/2014/main" id="{AA4C9E84-5910-7A19-10EE-FD9B156B5D8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54531" y="1909983"/>
            <a:ext cx="2020045" cy="2851553"/>
          </a:xfrm>
          <a:prstGeom prst="rect">
            <a:avLst/>
          </a:prstGeom>
        </p:spPr>
      </p:pic>
      <p:grpSp>
        <p:nvGrpSpPr>
          <p:cNvPr id="30" name="グループ化 29">
            <a:extLst>
              <a:ext uri="{FF2B5EF4-FFF2-40B4-BE49-F238E27FC236}">
                <a16:creationId xmlns:a16="http://schemas.microsoft.com/office/drawing/2014/main" id="{6C7686E1-E032-68EC-84D8-0D99D1CD0D3F}"/>
              </a:ext>
            </a:extLst>
          </p:cNvPr>
          <p:cNvGrpSpPr/>
          <p:nvPr/>
        </p:nvGrpSpPr>
        <p:grpSpPr>
          <a:xfrm>
            <a:off x="6824700" y="1076972"/>
            <a:ext cx="1908156" cy="1590027"/>
            <a:chOff x="4186264" y="3538386"/>
            <a:chExt cx="1422939" cy="1185706"/>
          </a:xfrm>
        </p:grpSpPr>
        <p:grpSp>
          <p:nvGrpSpPr>
            <p:cNvPr id="20" name="グループ化 19">
              <a:extLst>
                <a:ext uri="{FF2B5EF4-FFF2-40B4-BE49-F238E27FC236}">
                  <a16:creationId xmlns:a16="http://schemas.microsoft.com/office/drawing/2014/main" id="{A52B8E99-861B-0D02-4B9D-BBF49CEFB728}"/>
                </a:ext>
              </a:extLst>
            </p:cNvPr>
            <p:cNvGrpSpPr/>
            <p:nvPr/>
          </p:nvGrpSpPr>
          <p:grpSpPr>
            <a:xfrm>
              <a:off x="4289547" y="3896395"/>
              <a:ext cx="1212888" cy="746671"/>
              <a:chOff x="7088997" y="4289392"/>
              <a:chExt cx="1212888" cy="746671"/>
            </a:xfrm>
          </p:grpSpPr>
          <p:pic>
            <p:nvPicPr>
              <p:cNvPr id="21" name="図 20">
                <a:extLst>
                  <a:ext uri="{FF2B5EF4-FFF2-40B4-BE49-F238E27FC236}">
                    <a16:creationId xmlns:a16="http://schemas.microsoft.com/office/drawing/2014/main" id="{84514B42-6778-7F00-A1D6-F40DFCA9CFF0}"/>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22" name="テキスト ボックス 21">
                <a:extLst>
                  <a:ext uri="{FF2B5EF4-FFF2-40B4-BE49-F238E27FC236}">
                    <a16:creationId xmlns:a16="http://schemas.microsoft.com/office/drawing/2014/main" id="{92637A8E-393E-BB90-2248-D56041D73E7E}"/>
                  </a:ext>
                </a:extLst>
              </p:cNvPr>
              <p:cNvSpPr txBox="1"/>
              <p:nvPr/>
            </p:nvSpPr>
            <p:spPr>
              <a:xfrm>
                <a:off x="7472051" y="4372863"/>
                <a:ext cx="829834" cy="344270"/>
              </a:xfrm>
              <a:prstGeom prst="rect">
                <a:avLst/>
              </a:prstGeom>
              <a:noFill/>
              <a:effectLst>
                <a:glow rad="63500">
                  <a:schemeClr val="accent3">
                    <a:satMod val="175000"/>
                    <a:alpha val="40000"/>
                  </a:schemeClr>
                </a:glow>
              </a:effectLst>
            </p:spPr>
            <p:txBody>
              <a:bodyPr wrap="none" rtlCol="0">
                <a:spAutoFit/>
              </a:bodyPr>
              <a:lstStyle/>
              <a:p>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3" name="テキスト ボックス 22">
                <a:extLst>
                  <a:ext uri="{FF2B5EF4-FFF2-40B4-BE49-F238E27FC236}">
                    <a16:creationId xmlns:a16="http://schemas.microsoft.com/office/drawing/2014/main" id="{51E0A74D-1F1C-8A83-3053-75DF2991CF81}"/>
                  </a:ext>
                </a:extLst>
              </p:cNvPr>
              <p:cNvSpPr txBox="1"/>
              <p:nvPr/>
            </p:nvSpPr>
            <p:spPr>
              <a:xfrm>
                <a:off x="7088997" y="4760647"/>
                <a:ext cx="1164542" cy="275416"/>
              </a:xfrm>
              <a:prstGeom prst="rect">
                <a:avLst/>
              </a:prstGeom>
              <a:noFill/>
            </p:spPr>
            <p:txBody>
              <a:bodyPr wrap="none" rtlCol="0">
                <a:spAutoFit/>
              </a:bodyPr>
              <a:lstStyle/>
              <a:p>
                <a:r>
                  <a:rPr lang="ja-JP" altLang="en-US" sz="1400" dirty="0">
                    <a:solidFill>
                      <a:schemeClr val="tx1">
                        <a:lumMod val="75000"/>
                        <a:lumOff val="25000"/>
                      </a:schemeClr>
                    </a:solidFill>
                    <a:latin typeface="HGS明朝E" panose="02020900000000000000" pitchFamily="18" charset="-128"/>
                    <a:ea typeface="HGS明朝E" panose="02020900000000000000" pitchFamily="18" charset="-128"/>
                  </a:rPr>
                  <a:t>毎ターン</a:t>
                </a:r>
                <a:r>
                  <a:rPr lang="en-US" altLang="ja-JP" dirty="0">
                    <a:solidFill>
                      <a:schemeClr val="tx1">
                        <a:lumMod val="75000"/>
                        <a:lumOff val="25000"/>
                      </a:schemeClr>
                    </a:solidFill>
                    <a:latin typeface="HGS明朝E" panose="02020900000000000000" pitchFamily="18" charset="-128"/>
                    <a:ea typeface="HGS明朝E" panose="02020900000000000000" pitchFamily="18" charset="-128"/>
                  </a:rPr>
                  <a:t>5</a:t>
                </a:r>
                <a:r>
                  <a:rPr lang="ja-JP" altLang="en-US" sz="1400" dirty="0">
                    <a:solidFill>
                      <a:schemeClr val="tx1">
                        <a:lumMod val="75000"/>
                        <a:lumOff val="25000"/>
                      </a:schemeClr>
                    </a:solidFill>
                    <a:latin typeface="HGS明朝E" panose="02020900000000000000" pitchFamily="18" charset="-128"/>
                    <a:ea typeface="HGS明朝E" panose="02020900000000000000" pitchFamily="18" charset="-128"/>
                  </a:rPr>
                  <a:t>％回復</a:t>
                </a:r>
                <a:endParaRPr lang="en-US" altLang="ja-JP" sz="1400" dirty="0">
                  <a:solidFill>
                    <a:schemeClr val="tx1">
                      <a:lumMod val="75000"/>
                      <a:lumOff val="25000"/>
                    </a:schemeClr>
                  </a:solidFill>
                  <a:latin typeface="HGS明朝E" panose="02020900000000000000" pitchFamily="18" charset="-128"/>
                  <a:ea typeface="HGS明朝E" panose="02020900000000000000" pitchFamily="18" charset="-128"/>
                </a:endParaRPr>
              </a:p>
            </p:txBody>
          </p:sp>
        </p:grpSp>
        <p:grpSp>
          <p:nvGrpSpPr>
            <p:cNvPr id="24" name="グループ化 23">
              <a:extLst>
                <a:ext uri="{FF2B5EF4-FFF2-40B4-BE49-F238E27FC236}">
                  <a16:creationId xmlns:a16="http://schemas.microsoft.com/office/drawing/2014/main" id="{0C043B9B-EB26-5D6C-D302-D40E7B8A6289}"/>
                </a:ext>
              </a:extLst>
            </p:cNvPr>
            <p:cNvGrpSpPr/>
            <p:nvPr/>
          </p:nvGrpSpPr>
          <p:grpSpPr>
            <a:xfrm>
              <a:off x="4186264" y="3538386"/>
              <a:ext cx="1422939" cy="1185706"/>
              <a:chOff x="4343042" y="2005061"/>
              <a:chExt cx="4595682" cy="1782085"/>
            </a:xfrm>
          </p:grpSpPr>
          <p:sp>
            <p:nvSpPr>
              <p:cNvPr id="25" name="四角形: 角を丸くする 24">
                <a:extLst>
                  <a:ext uri="{FF2B5EF4-FFF2-40B4-BE49-F238E27FC236}">
                    <a16:creationId xmlns:a16="http://schemas.microsoft.com/office/drawing/2014/main" id="{F18BC4E9-769F-7E2A-5F1C-B72CE2EBF1B2}"/>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HGS明朝E" panose="02020900000000000000" pitchFamily="18" charset="-128"/>
                  <a:ea typeface="HGS明朝E" panose="02020900000000000000" pitchFamily="18" charset="-128"/>
                </a:endParaRPr>
              </a:p>
            </p:txBody>
          </p:sp>
          <p:sp>
            <p:nvSpPr>
              <p:cNvPr id="26" name="四角形: 角を丸くする 25">
                <a:extLst>
                  <a:ext uri="{FF2B5EF4-FFF2-40B4-BE49-F238E27FC236}">
                    <a16:creationId xmlns:a16="http://schemas.microsoft.com/office/drawing/2014/main" id="{B0CA8EE6-DA0E-E695-6061-35852D02E69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latin typeface="HGS明朝E" panose="02020900000000000000" pitchFamily="18" charset="-128"/>
                    <a:ea typeface="HGS明朝E" panose="02020900000000000000" pitchFamily="18" charset="-128"/>
                  </a:rPr>
                  <a:t>ロール</a:t>
                </a:r>
              </a:p>
            </p:txBody>
          </p:sp>
        </p:grpSp>
      </p:grpSp>
      <p:grpSp>
        <p:nvGrpSpPr>
          <p:cNvPr id="36" name="グループ化 35">
            <a:extLst>
              <a:ext uri="{FF2B5EF4-FFF2-40B4-BE49-F238E27FC236}">
                <a16:creationId xmlns:a16="http://schemas.microsoft.com/office/drawing/2014/main" id="{4B81B7E4-A6FE-7B62-7DAA-061AB9FEDBDA}"/>
              </a:ext>
            </a:extLst>
          </p:cNvPr>
          <p:cNvGrpSpPr/>
          <p:nvPr/>
        </p:nvGrpSpPr>
        <p:grpSpPr>
          <a:xfrm>
            <a:off x="3231561" y="3360984"/>
            <a:ext cx="3228080" cy="1676109"/>
            <a:chOff x="3044934" y="3491513"/>
            <a:chExt cx="2512235" cy="1304422"/>
          </a:xfrm>
        </p:grpSpPr>
        <p:pic>
          <p:nvPicPr>
            <p:cNvPr id="19" name="図 18">
              <a:extLst>
                <a:ext uri="{FF2B5EF4-FFF2-40B4-BE49-F238E27FC236}">
                  <a16:creationId xmlns:a16="http://schemas.microsoft.com/office/drawing/2014/main" id="{26D80FB2-60AE-3043-CA7E-2CECC7ADE4EC}"/>
                </a:ext>
              </a:extLst>
            </p:cNvPr>
            <p:cNvPicPr>
              <a:picLocks noChangeAspect="1"/>
            </p:cNvPicPr>
            <p:nvPr/>
          </p:nvPicPr>
          <p:blipFill>
            <a:blip r:embed="rId8">
              <a:extLst>
                <a:ext uri="{28A0092B-C50C-407E-A947-70E740481C1C}">
                  <a14:useLocalDpi xmlns:a14="http://schemas.microsoft.com/office/drawing/2010/main" val="0"/>
                </a:ext>
              </a:extLst>
            </a:blip>
            <a:srcRect t="58323"/>
            <a:stretch>
              <a:fillRect/>
            </a:stretch>
          </p:blipFill>
          <p:spPr>
            <a:xfrm>
              <a:off x="3044934" y="3491513"/>
              <a:ext cx="2512235" cy="1304422"/>
            </a:xfrm>
            <a:prstGeom prst="rect">
              <a:avLst/>
            </a:prstGeom>
          </p:spPr>
        </p:pic>
        <p:sp>
          <p:nvSpPr>
            <p:cNvPr id="28" name="テキスト ボックス 27">
              <a:extLst>
                <a:ext uri="{FF2B5EF4-FFF2-40B4-BE49-F238E27FC236}">
                  <a16:creationId xmlns:a16="http://schemas.microsoft.com/office/drawing/2014/main" id="{0D2EE082-CE94-4EE3-28B0-AFD3610B1750}"/>
                </a:ext>
              </a:extLst>
            </p:cNvPr>
            <p:cNvSpPr txBox="1"/>
            <p:nvPr/>
          </p:nvSpPr>
          <p:spPr>
            <a:xfrm>
              <a:off x="3773649" y="3981726"/>
              <a:ext cx="1062446" cy="239526"/>
            </a:xfrm>
            <a:prstGeom prst="rect">
              <a:avLst/>
            </a:prstGeom>
            <a:noFill/>
          </p:spPr>
          <p:txBody>
            <a:bodyPr wrap="square">
              <a:spAutoFit/>
            </a:bodyPr>
            <a:lstStyle/>
            <a:p>
              <a:pPr algn="ctr"/>
              <a:r>
                <a:rPr lang="ja-JP" altLang="en-US" sz="1400" b="1" dirty="0">
                  <a:solidFill>
                    <a:schemeClr val="bg1">
                      <a:lumMod val="95000"/>
                    </a:schemeClr>
                  </a:solidFill>
                  <a:highlight>
                    <a:srgbClr val="3A3A3A"/>
                  </a:highlight>
                  <a:latin typeface="BIZ UDP明朝 Medium" panose="02020500000000000000" pitchFamily="18" charset="-128"/>
                  <a:ea typeface="BIZ UDP明朝 Medium" panose="02020500000000000000" pitchFamily="18" charset="-128"/>
                </a:rPr>
                <a:t>武器</a:t>
              </a:r>
              <a:endParaRPr kumimoji="1" lang="ja-JP" altLang="en-US" sz="1400" b="1" dirty="0">
                <a:solidFill>
                  <a:schemeClr val="bg1">
                    <a:lumMod val="95000"/>
                  </a:schemeClr>
                </a:solidFill>
                <a:highlight>
                  <a:srgbClr val="3A3A3A"/>
                </a:highlight>
                <a:latin typeface="BIZ UDP明朝 Medium" panose="02020500000000000000" pitchFamily="18" charset="-128"/>
                <a:ea typeface="BIZ UDP明朝 Medium" panose="02020500000000000000" pitchFamily="18" charset="-128"/>
              </a:endParaRPr>
            </a:p>
          </p:txBody>
        </p:sp>
      </p:grpSp>
      <p:grpSp>
        <p:nvGrpSpPr>
          <p:cNvPr id="35" name="グループ化 34">
            <a:extLst>
              <a:ext uri="{FF2B5EF4-FFF2-40B4-BE49-F238E27FC236}">
                <a16:creationId xmlns:a16="http://schemas.microsoft.com/office/drawing/2014/main" id="{2B1C7FEA-8FAA-CAF0-A93B-B612467CFDAB}"/>
              </a:ext>
            </a:extLst>
          </p:cNvPr>
          <p:cNvGrpSpPr/>
          <p:nvPr/>
        </p:nvGrpSpPr>
        <p:grpSpPr>
          <a:xfrm>
            <a:off x="3248919" y="1046664"/>
            <a:ext cx="3228080" cy="2432029"/>
            <a:chOff x="5861102" y="766511"/>
            <a:chExt cx="2512235" cy="1892713"/>
          </a:xfrm>
        </p:grpSpPr>
        <p:pic>
          <p:nvPicPr>
            <p:cNvPr id="33" name="図 32">
              <a:extLst>
                <a:ext uri="{FF2B5EF4-FFF2-40B4-BE49-F238E27FC236}">
                  <a16:creationId xmlns:a16="http://schemas.microsoft.com/office/drawing/2014/main" id="{DC6D1584-22BD-F30D-1BBA-85F8AE97F7DE}"/>
                </a:ext>
              </a:extLst>
            </p:cNvPr>
            <p:cNvPicPr>
              <a:picLocks noChangeAspect="1"/>
            </p:cNvPicPr>
            <p:nvPr/>
          </p:nvPicPr>
          <p:blipFill>
            <a:blip r:embed="rId8">
              <a:extLst>
                <a:ext uri="{28A0092B-C50C-407E-A947-70E740481C1C}">
                  <a14:useLocalDpi xmlns:a14="http://schemas.microsoft.com/office/drawing/2010/main" val="0"/>
                </a:ext>
              </a:extLst>
            </a:blip>
            <a:srcRect b="39527"/>
            <a:stretch>
              <a:fillRect/>
            </a:stretch>
          </p:blipFill>
          <p:spPr>
            <a:xfrm>
              <a:off x="5861102" y="766511"/>
              <a:ext cx="2512235" cy="1892713"/>
            </a:xfrm>
            <a:prstGeom prst="rect">
              <a:avLst/>
            </a:prstGeom>
          </p:spPr>
        </p:pic>
        <p:sp>
          <p:nvSpPr>
            <p:cNvPr id="34" name="楕円 33">
              <a:extLst>
                <a:ext uri="{FF2B5EF4-FFF2-40B4-BE49-F238E27FC236}">
                  <a16:creationId xmlns:a16="http://schemas.microsoft.com/office/drawing/2014/main" id="{5BEEE3B1-9E4D-1A02-0F30-AC3E16C8C59F}"/>
                </a:ext>
              </a:extLst>
            </p:cNvPr>
            <p:cNvSpPr/>
            <p:nvPr/>
          </p:nvSpPr>
          <p:spPr>
            <a:xfrm>
              <a:off x="7279982" y="1486832"/>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BIZ UDP明朝 Medium" panose="02020500000000000000" pitchFamily="18" charset="-128"/>
                  <a:ea typeface="BIZ UDP明朝 Medium" panose="02020500000000000000" pitchFamily="18" charset="-128"/>
                </a:rPr>
                <a:t>剛</a:t>
              </a:r>
              <a:endParaRPr kumimoji="1" lang="ja-JP" altLang="en-US" sz="120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39" name="グループ化 38">
            <a:extLst>
              <a:ext uri="{FF2B5EF4-FFF2-40B4-BE49-F238E27FC236}">
                <a16:creationId xmlns:a16="http://schemas.microsoft.com/office/drawing/2014/main" id="{C98CBFB8-2144-119E-5885-BB1CAC3C5BE5}"/>
              </a:ext>
            </a:extLst>
          </p:cNvPr>
          <p:cNvGrpSpPr/>
          <p:nvPr/>
        </p:nvGrpSpPr>
        <p:grpSpPr>
          <a:xfrm>
            <a:off x="6838521" y="2824906"/>
            <a:ext cx="1908156" cy="2212187"/>
            <a:chOff x="4343042" y="2005061"/>
            <a:chExt cx="4595682" cy="2479395"/>
          </a:xfrm>
        </p:grpSpPr>
        <p:sp>
          <p:nvSpPr>
            <p:cNvPr id="40" name="四角形: 角を丸くする 39">
              <a:extLst>
                <a:ext uri="{FF2B5EF4-FFF2-40B4-BE49-F238E27FC236}">
                  <a16:creationId xmlns:a16="http://schemas.microsoft.com/office/drawing/2014/main" id="{1E816AEC-863B-AE05-41D7-F6736A29F64E}"/>
                </a:ext>
              </a:extLst>
            </p:cNvPr>
            <p:cNvSpPr/>
            <p:nvPr/>
          </p:nvSpPr>
          <p:spPr>
            <a:xfrm>
              <a:off x="4343042" y="2434991"/>
              <a:ext cx="4595682" cy="204946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HGS明朝E" panose="02020900000000000000" pitchFamily="18" charset="-128"/>
                <a:ea typeface="HGS明朝E" panose="02020900000000000000" pitchFamily="18" charset="-128"/>
              </a:endParaRPr>
            </a:p>
          </p:txBody>
        </p:sp>
        <p:sp>
          <p:nvSpPr>
            <p:cNvPr id="41" name="四角形: 角を丸くする 40">
              <a:extLst>
                <a:ext uri="{FF2B5EF4-FFF2-40B4-BE49-F238E27FC236}">
                  <a16:creationId xmlns:a16="http://schemas.microsoft.com/office/drawing/2014/main" id="{6653785A-D0EC-7BE9-B5A6-4961728C91C4}"/>
                </a:ext>
              </a:extLst>
            </p:cNvPr>
            <p:cNvSpPr/>
            <p:nvPr/>
          </p:nvSpPr>
          <p:spPr>
            <a:xfrm>
              <a:off x="5027040" y="2005061"/>
              <a:ext cx="3294263" cy="461666"/>
            </a:xfrm>
            <a:prstGeom prst="roundRect">
              <a:avLst/>
            </a:prstGeom>
            <a:solidFill>
              <a:srgbClr val="3A3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latin typeface="HGS明朝E" panose="02020900000000000000" pitchFamily="18" charset="-128"/>
                  <a:ea typeface="HGS明朝E" panose="02020900000000000000" pitchFamily="18" charset="-128"/>
                </a:rPr>
                <a:t>発動バフ</a:t>
              </a:r>
              <a:endParaRPr kumimoji="1" lang="ja-JP" altLang="en-US" sz="1600" dirty="0">
                <a:latin typeface="HGS明朝E" panose="02020900000000000000" pitchFamily="18" charset="-128"/>
                <a:ea typeface="HGS明朝E" panose="02020900000000000000" pitchFamily="18" charset="-128"/>
              </a:endParaRPr>
            </a:p>
          </p:txBody>
        </p:sp>
      </p:grpSp>
      <p:sp>
        <p:nvSpPr>
          <p:cNvPr id="46" name="テキスト ボックス 45">
            <a:extLst>
              <a:ext uri="{FF2B5EF4-FFF2-40B4-BE49-F238E27FC236}">
                <a16:creationId xmlns:a16="http://schemas.microsoft.com/office/drawing/2014/main" id="{ED1C4E60-A8A4-E58B-92DE-5150C885A9C7}"/>
              </a:ext>
            </a:extLst>
          </p:cNvPr>
          <p:cNvSpPr txBox="1"/>
          <p:nvPr/>
        </p:nvSpPr>
        <p:spPr>
          <a:xfrm>
            <a:off x="7122521" y="3259722"/>
            <a:ext cx="1365183" cy="338554"/>
          </a:xfrm>
          <a:prstGeom prst="rect">
            <a:avLst/>
          </a:prstGeom>
          <a:noFill/>
        </p:spPr>
        <p:txBody>
          <a:bodyPr wrap="square">
            <a:spAutoFit/>
          </a:bodyPr>
          <a:lstStyle/>
          <a:p>
            <a:pPr algn="ct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00/00</a:t>
            </a:r>
            <a:endPar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1" name="フレーム (半分) 50">
            <a:extLst>
              <a:ext uri="{FF2B5EF4-FFF2-40B4-BE49-F238E27FC236}">
                <a16:creationId xmlns:a16="http://schemas.microsoft.com/office/drawing/2014/main" id="{93CF35DB-9873-3FA6-3856-7824279BFCC3}"/>
              </a:ext>
            </a:extLst>
          </p:cNvPr>
          <p:cNvSpPr/>
          <p:nvPr/>
        </p:nvSpPr>
        <p:spPr>
          <a:xfrm rot="18906493">
            <a:off x="7086772" y="3944025"/>
            <a:ext cx="403191" cy="403191"/>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2" name="フレーム (半分) 51">
            <a:extLst>
              <a:ext uri="{FF2B5EF4-FFF2-40B4-BE49-F238E27FC236}">
                <a16:creationId xmlns:a16="http://schemas.microsoft.com/office/drawing/2014/main" id="{1395534D-C3F8-EDF8-4550-0518A5598BFE}"/>
              </a:ext>
            </a:extLst>
          </p:cNvPr>
          <p:cNvSpPr/>
          <p:nvPr/>
        </p:nvSpPr>
        <p:spPr>
          <a:xfrm rot="2693507" flipH="1">
            <a:off x="8124997" y="3944025"/>
            <a:ext cx="403191" cy="403191"/>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55" name="グループ化 54">
            <a:extLst>
              <a:ext uri="{FF2B5EF4-FFF2-40B4-BE49-F238E27FC236}">
                <a16:creationId xmlns:a16="http://schemas.microsoft.com/office/drawing/2014/main" id="{DF8E6D41-3330-055B-135F-F31BE0F03B2A}"/>
              </a:ext>
            </a:extLst>
          </p:cNvPr>
          <p:cNvGrpSpPr/>
          <p:nvPr/>
        </p:nvGrpSpPr>
        <p:grpSpPr>
          <a:xfrm>
            <a:off x="7438776" y="3786175"/>
            <a:ext cx="729972" cy="729972"/>
            <a:chOff x="8374620" y="5203596"/>
            <a:chExt cx="914400" cy="914400"/>
          </a:xfrm>
        </p:grpSpPr>
        <p:sp>
          <p:nvSpPr>
            <p:cNvPr id="54" name="楕円 53">
              <a:extLst>
                <a:ext uri="{FF2B5EF4-FFF2-40B4-BE49-F238E27FC236}">
                  <a16:creationId xmlns:a16="http://schemas.microsoft.com/office/drawing/2014/main" id="{343DBCA0-B478-5911-91D8-B5F411051C54}"/>
                </a:ext>
              </a:extLst>
            </p:cNvPr>
            <p:cNvSpPr/>
            <p:nvPr/>
          </p:nvSpPr>
          <p:spPr>
            <a:xfrm>
              <a:off x="8374620" y="5203596"/>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3" name="矢印: 下 52">
              <a:extLst>
                <a:ext uri="{FF2B5EF4-FFF2-40B4-BE49-F238E27FC236}">
                  <a16:creationId xmlns:a16="http://schemas.microsoft.com/office/drawing/2014/main" id="{A8084571-6096-6E6D-6771-F0D8A58C6E5C}"/>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6" name="フローチャート: 端子 55">
            <a:extLst>
              <a:ext uri="{FF2B5EF4-FFF2-40B4-BE49-F238E27FC236}">
                <a16:creationId xmlns:a16="http://schemas.microsoft.com/office/drawing/2014/main" id="{0E224C23-9D81-5D47-B013-A91D944C6C21}"/>
              </a:ext>
            </a:extLst>
          </p:cNvPr>
          <p:cNvSpPr/>
          <p:nvPr/>
        </p:nvSpPr>
        <p:spPr>
          <a:xfrm>
            <a:off x="7196450" y="4615456"/>
            <a:ext cx="1214624" cy="311899"/>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400" dirty="0">
                <a:latin typeface="02流線形 Bold" pitchFamily="2" charset="-128"/>
                <a:ea typeface="02流線形 Bold" pitchFamily="2" charset="-128"/>
              </a:rPr>
              <a:t>バフ詳細ヘ</a:t>
            </a:r>
          </a:p>
        </p:txBody>
      </p:sp>
    </p:spTree>
    <p:extLst>
      <p:ext uri="{BB962C8B-B14F-4D97-AF65-F5344CB8AC3E}">
        <p14:creationId xmlns:p14="http://schemas.microsoft.com/office/powerpoint/2010/main" val="159074336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8625E-E233-8C89-BA01-450618FDFD77}"/>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02A33662-F45A-A178-938A-5DAD120F296C}"/>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06F11D18-D42C-D84C-3651-C16D5CE6C034}"/>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1EC70213-39D5-BF5F-2A81-F767830715C5}"/>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95100C2B-081A-59C7-084B-61CFC7866E5D}"/>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0" name="テキスト ボックス 9">
            <a:extLst>
              <a:ext uri="{FF2B5EF4-FFF2-40B4-BE49-F238E27FC236}">
                <a16:creationId xmlns:a16="http://schemas.microsoft.com/office/drawing/2014/main" id="{A15382F8-8890-69B4-7965-3969F5DB0009}"/>
              </a:ext>
            </a:extLst>
          </p:cNvPr>
          <p:cNvSpPr txBox="1"/>
          <p:nvPr/>
        </p:nvSpPr>
        <p:spPr>
          <a:xfrm>
            <a:off x="999610" y="2256611"/>
            <a:ext cx="3103735" cy="1015663"/>
          </a:xfrm>
          <a:prstGeom prst="rect">
            <a:avLst/>
          </a:prstGeom>
          <a:noFill/>
        </p:spPr>
        <p:txBody>
          <a:bodyPr wrap="none" rtlCol="0">
            <a:spAutoFit/>
          </a:bodyPr>
          <a:lstStyle/>
          <a:p>
            <a:pPr algn="ctr"/>
            <a:r>
              <a:rPr lang="ja-JP" altLang="en-US" sz="4800" b="1" dirty="0">
                <a:solidFill>
                  <a:schemeClr val="bg1">
                    <a:lumMod val="95000"/>
                  </a:schemeClr>
                </a:solidFill>
                <a:latin typeface="02流線形 Bold" pitchFamily="2" charset="-128"/>
                <a:ea typeface="02流線形 Bold" pitchFamily="2" charset="-128"/>
              </a:rPr>
              <a:t>瀕死が</a:t>
            </a:r>
            <a:r>
              <a:rPr lang="en-US" altLang="ja-JP" sz="6000" b="1" dirty="0">
                <a:solidFill>
                  <a:srgbClr val="CC00FF"/>
                </a:solidFill>
                <a:latin typeface="02流線形 Bold" pitchFamily="2" charset="-128"/>
                <a:ea typeface="02流線形 Bold" pitchFamily="2" charset="-128"/>
              </a:rPr>
              <a:t>2</a:t>
            </a:r>
            <a:r>
              <a:rPr lang="ja-JP" altLang="en-US" sz="4800" b="1" dirty="0">
                <a:solidFill>
                  <a:schemeClr val="bg1">
                    <a:lumMod val="95000"/>
                  </a:schemeClr>
                </a:solidFill>
                <a:latin typeface="02流線形 Bold" pitchFamily="2" charset="-128"/>
                <a:ea typeface="02流線形 Bold" pitchFamily="2" charset="-128"/>
              </a:rPr>
              <a:t>人</a:t>
            </a:r>
            <a:endParaRPr kumimoji="1" lang="ja-JP" altLang="en-US" sz="4800" b="1" dirty="0">
              <a:solidFill>
                <a:schemeClr val="bg1">
                  <a:lumMod val="95000"/>
                </a:schemeClr>
              </a:solidFill>
              <a:latin typeface="02流線形 Bold" pitchFamily="2" charset="-128"/>
              <a:ea typeface="02流線形 Bold" pitchFamily="2" charset="-128"/>
            </a:endParaRPr>
          </a:p>
        </p:txBody>
      </p:sp>
      <p:sp>
        <p:nvSpPr>
          <p:cNvPr id="11" name="テキスト ボックス 10">
            <a:extLst>
              <a:ext uri="{FF2B5EF4-FFF2-40B4-BE49-F238E27FC236}">
                <a16:creationId xmlns:a16="http://schemas.microsoft.com/office/drawing/2014/main" id="{E248D9E5-A751-C6BE-220E-61521A9B04FC}"/>
              </a:ext>
            </a:extLst>
          </p:cNvPr>
          <p:cNvSpPr txBox="1"/>
          <p:nvPr/>
        </p:nvSpPr>
        <p:spPr>
          <a:xfrm>
            <a:off x="1398124" y="3916741"/>
            <a:ext cx="3698448" cy="1862048"/>
          </a:xfrm>
          <a:prstGeom prst="rect">
            <a:avLst/>
          </a:prstGeom>
          <a:noFill/>
        </p:spPr>
        <p:txBody>
          <a:bodyPr wrap="none" rtlCol="0">
            <a:spAutoFit/>
          </a:bodyPr>
          <a:lstStyle/>
          <a:p>
            <a:pPr algn="ctr"/>
            <a:r>
              <a:rPr lang="ja-JP" altLang="en-US" sz="115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115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2" name="テキスト ボックス 11">
            <a:extLst>
              <a:ext uri="{FF2B5EF4-FFF2-40B4-BE49-F238E27FC236}">
                <a16:creationId xmlns:a16="http://schemas.microsoft.com/office/drawing/2014/main" id="{2462E8F0-F181-0591-B8EB-31FC11007FA0}"/>
              </a:ext>
            </a:extLst>
          </p:cNvPr>
          <p:cNvSpPr txBox="1"/>
          <p:nvPr/>
        </p:nvSpPr>
        <p:spPr>
          <a:xfrm>
            <a:off x="6087141" y="2136774"/>
            <a:ext cx="2199641" cy="1107996"/>
          </a:xfrm>
          <a:prstGeom prst="rect">
            <a:avLst/>
          </a:prstGeom>
          <a:noFill/>
        </p:spPr>
        <p:txBody>
          <a:bodyPr wrap="none" rtlCol="0">
            <a:spAutoFit/>
          </a:bodyPr>
          <a:lstStyle/>
          <a:p>
            <a:pPr algn="ctr"/>
            <a:r>
              <a:rPr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3" name="テキスト ボックス 12">
            <a:extLst>
              <a:ext uri="{FF2B5EF4-FFF2-40B4-BE49-F238E27FC236}">
                <a16:creationId xmlns:a16="http://schemas.microsoft.com/office/drawing/2014/main" id="{6DE4EDA2-4473-84CA-B66D-DBCE0C97B97F}"/>
              </a:ext>
            </a:extLst>
          </p:cNvPr>
          <p:cNvSpPr txBox="1"/>
          <p:nvPr/>
        </p:nvSpPr>
        <p:spPr>
          <a:xfrm>
            <a:off x="8275507" y="2275273"/>
            <a:ext cx="3036409"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ボーナス</a:t>
            </a:r>
            <a:r>
              <a:rPr lang="en-US" altLang="ja-JP" sz="40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C7A0E9E0-B0BF-0E59-249B-B8E4673157EA}"/>
              </a:ext>
            </a:extLst>
          </p:cNvPr>
          <p:cNvSpPr txBox="1"/>
          <p:nvPr/>
        </p:nvSpPr>
        <p:spPr>
          <a:xfrm rot="20897315">
            <a:off x="9813730" y="4757571"/>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7B6C36D5-2415-3ABE-9F45-55335DA7D8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E73A2F80-D6BC-B5A9-B09C-4F0101F5FE57}"/>
              </a:ext>
            </a:extLst>
          </p:cNvPr>
          <p:cNvSpPr txBox="1"/>
          <p:nvPr/>
        </p:nvSpPr>
        <p:spPr>
          <a:xfrm>
            <a:off x="8257566" y="3996312"/>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Tree>
    <p:extLst>
      <p:ext uri="{BB962C8B-B14F-4D97-AF65-F5344CB8AC3E}">
        <p14:creationId xmlns:p14="http://schemas.microsoft.com/office/powerpoint/2010/main" val="208994254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E65DB-D97C-6F6E-D9B8-D7833BA08F23}"/>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B490425C-6ADF-62DF-AECE-09D3FAB20384}"/>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D573984-06C0-9577-E430-B2FDB78D1E88}"/>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4778C34-48F6-224D-B0AE-94192C8F6880}"/>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F25A0ACA-AC2F-DF08-C6D8-9F4C62AEF4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AC89C07D-EFA9-66D1-0BA6-DA42303CC496}"/>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999F17FA-EF57-9073-1BCF-EF12EAE69CC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8E26185E-058E-0554-C54D-EBD73C3EA0E3}"/>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CC4687EA-61B1-6E4A-A0D4-DF1D21BC3CD4}"/>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41682B10-0A30-1F46-163D-F2C151803458}"/>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回復</a:t>
            </a:r>
          </a:p>
        </p:txBody>
      </p:sp>
      <p:grpSp>
        <p:nvGrpSpPr>
          <p:cNvPr id="9" name="グループ化 8">
            <a:extLst>
              <a:ext uri="{FF2B5EF4-FFF2-40B4-BE49-F238E27FC236}">
                <a16:creationId xmlns:a16="http://schemas.microsoft.com/office/drawing/2014/main" id="{DC1C447F-20F5-A814-BC6F-CA15D5399644}"/>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281B4086-2EC0-DEC4-FF2D-DE00525251E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D8C8579C-DEDB-F65D-5515-864EAB47C717}"/>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C79D4882-8C43-F5F9-89E6-6AB74BF14C9C}"/>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9FA3ED8B-62D3-EB1E-EBE8-31496AA8BD4D}"/>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1F141844-216F-6132-C7A0-7784AF537AF9}"/>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A22EE786-A101-CC50-160F-AE65FE7A707E}"/>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C4F737F3-7B28-D593-4E8C-DC8BE7C6D324}"/>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0763253E-E656-9713-A36C-D51F77AFEBA6}"/>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 name="直線コネクタ 3">
            <a:extLst>
              <a:ext uri="{FF2B5EF4-FFF2-40B4-BE49-F238E27FC236}">
                <a16:creationId xmlns:a16="http://schemas.microsoft.com/office/drawing/2014/main" id="{C839BF39-9B7E-6FA4-6FFE-F95CF7CDCE1F}"/>
              </a:ext>
            </a:extLst>
          </p:cNvPr>
          <p:cNvCxnSpPr/>
          <p:nvPr/>
        </p:nvCxnSpPr>
        <p:spPr>
          <a:xfrm>
            <a:off x="1421363" y="4329404"/>
            <a:ext cx="7175241"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pic>
        <p:nvPicPr>
          <p:cNvPr id="20" name="図 19">
            <a:extLst>
              <a:ext uri="{FF2B5EF4-FFF2-40B4-BE49-F238E27FC236}">
                <a16:creationId xmlns:a16="http://schemas.microsoft.com/office/drawing/2014/main" id="{F0391E68-1171-6491-5277-CEBB66F42937}"/>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1908136" y="4592243"/>
            <a:ext cx="1124312" cy="1124312"/>
          </a:xfrm>
          <a:prstGeom prst="rect">
            <a:avLst/>
          </a:prstGeom>
        </p:spPr>
      </p:pic>
      <p:pic>
        <p:nvPicPr>
          <p:cNvPr id="21" name="図 20">
            <a:extLst>
              <a:ext uri="{FF2B5EF4-FFF2-40B4-BE49-F238E27FC236}">
                <a16:creationId xmlns:a16="http://schemas.microsoft.com/office/drawing/2014/main" id="{F528852F-7678-1C1B-00B5-A10E1877FBF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201579" y="4607820"/>
            <a:ext cx="1124312" cy="1124312"/>
          </a:xfrm>
          <a:prstGeom prst="rect">
            <a:avLst/>
          </a:prstGeom>
        </p:spPr>
      </p:pic>
      <p:pic>
        <p:nvPicPr>
          <p:cNvPr id="22" name="図 21">
            <a:extLst>
              <a:ext uri="{FF2B5EF4-FFF2-40B4-BE49-F238E27FC236}">
                <a16:creationId xmlns:a16="http://schemas.microsoft.com/office/drawing/2014/main" id="{301789CE-031C-0BB3-EEAB-46B143B4FD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95022" y="4615609"/>
            <a:ext cx="1124312" cy="1124312"/>
          </a:xfrm>
          <a:prstGeom prst="rect">
            <a:avLst/>
          </a:prstGeom>
        </p:spPr>
      </p:pic>
      <p:grpSp>
        <p:nvGrpSpPr>
          <p:cNvPr id="23" name="グループ化 22">
            <a:extLst>
              <a:ext uri="{FF2B5EF4-FFF2-40B4-BE49-F238E27FC236}">
                <a16:creationId xmlns:a16="http://schemas.microsoft.com/office/drawing/2014/main" id="{85FF6C33-5304-C477-2876-D5318B1B8124}"/>
              </a:ext>
            </a:extLst>
          </p:cNvPr>
          <p:cNvGrpSpPr/>
          <p:nvPr/>
        </p:nvGrpSpPr>
        <p:grpSpPr>
          <a:xfrm>
            <a:off x="1419053" y="1719520"/>
            <a:ext cx="7116105" cy="1040826"/>
            <a:chOff x="922576" y="2450171"/>
            <a:chExt cx="5301952" cy="1309138"/>
          </a:xfrm>
          <a:solidFill>
            <a:schemeClr val="tx1">
              <a:lumMod val="75000"/>
              <a:lumOff val="25000"/>
              <a:alpha val="85000"/>
            </a:schemeClr>
          </a:solidFill>
        </p:grpSpPr>
        <p:sp>
          <p:nvSpPr>
            <p:cNvPr id="24" name="四角形: 角を丸くする 23">
              <a:extLst>
                <a:ext uri="{FF2B5EF4-FFF2-40B4-BE49-F238E27FC236}">
                  <a16:creationId xmlns:a16="http://schemas.microsoft.com/office/drawing/2014/main" id="{C8C46460-AE80-7207-DEA3-92E22E9603D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02流線形 Black" pitchFamily="2" charset="-128"/>
                  <a:ea typeface="02流線形 Black" pitchFamily="2" charset="-128"/>
                </a:rPr>
                <a:t>キャラ</a:t>
              </a:r>
            </a:p>
          </p:txBody>
        </p:sp>
        <p:sp>
          <p:nvSpPr>
            <p:cNvPr id="25" name="四角形: 角を丸くする 24">
              <a:extLst>
                <a:ext uri="{FF2B5EF4-FFF2-40B4-BE49-F238E27FC236}">
                  <a16:creationId xmlns:a16="http://schemas.microsoft.com/office/drawing/2014/main" id="{4AD06AE7-CF28-E35C-DD94-503FF11CF47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26" name="四角形: 角を丸くする 25">
              <a:extLst>
                <a:ext uri="{FF2B5EF4-FFF2-40B4-BE49-F238E27FC236}">
                  <a16:creationId xmlns:a16="http://schemas.microsoft.com/office/drawing/2014/main" id="{10BB68E8-143A-A38A-0E39-64D281F660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27" name="四角形: 角を丸くする 26">
              <a:extLst>
                <a:ext uri="{FF2B5EF4-FFF2-40B4-BE49-F238E27FC236}">
                  <a16:creationId xmlns:a16="http://schemas.microsoft.com/office/drawing/2014/main" id="{3447AE82-BD9D-4DB1-AC16-04F8E60568D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grpSp>
      <p:grpSp>
        <p:nvGrpSpPr>
          <p:cNvPr id="28" name="グループ化 27">
            <a:extLst>
              <a:ext uri="{FF2B5EF4-FFF2-40B4-BE49-F238E27FC236}">
                <a16:creationId xmlns:a16="http://schemas.microsoft.com/office/drawing/2014/main" id="{536FD46A-4012-BE18-DEA2-12881D8D1BB9}"/>
              </a:ext>
            </a:extLst>
          </p:cNvPr>
          <p:cNvGrpSpPr/>
          <p:nvPr/>
        </p:nvGrpSpPr>
        <p:grpSpPr>
          <a:xfrm>
            <a:off x="1419053" y="3001124"/>
            <a:ext cx="7116105" cy="1040826"/>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7E235D91-54FC-ABC3-B0A4-A5C9F3E9050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0" name="四角形: 角を丸くする 29">
              <a:extLst>
                <a:ext uri="{FF2B5EF4-FFF2-40B4-BE49-F238E27FC236}">
                  <a16:creationId xmlns:a16="http://schemas.microsoft.com/office/drawing/2014/main" id="{F996E8C5-857A-8EF9-AA23-A2610D0A694E}"/>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1" name="四角形: 角を丸くする 30">
              <a:extLst>
                <a:ext uri="{FF2B5EF4-FFF2-40B4-BE49-F238E27FC236}">
                  <a16:creationId xmlns:a16="http://schemas.microsoft.com/office/drawing/2014/main" id="{060D7F4E-EF8A-3389-A20A-3B04DE902A5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2" name="四角形: 角を丸くする 31">
              <a:extLst>
                <a:ext uri="{FF2B5EF4-FFF2-40B4-BE49-F238E27FC236}">
                  <a16:creationId xmlns:a16="http://schemas.microsoft.com/office/drawing/2014/main" id="{A83368CA-E7C9-6F67-11D2-745C1E1122B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grpSp>
    </p:spTree>
    <p:extLst>
      <p:ext uri="{BB962C8B-B14F-4D97-AF65-F5344CB8AC3E}">
        <p14:creationId xmlns:p14="http://schemas.microsoft.com/office/powerpoint/2010/main" val="2983787397"/>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19573-D092-795B-9A53-6C3D1E48D103}"/>
            </a:ext>
          </a:extLst>
        </p:cNvPr>
        <p:cNvGrpSpPr/>
        <p:nvPr/>
      </p:nvGrpSpPr>
      <p:grpSpPr>
        <a:xfrm>
          <a:off x="0" y="0"/>
          <a:ext cx="0" cy="0"/>
          <a:chOff x="0" y="0"/>
          <a:chExt cx="0" cy="0"/>
        </a:xfrm>
      </p:grpSpPr>
      <p:cxnSp>
        <p:nvCxnSpPr>
          <p:cNvPr id="77" name="直線コネクタ 76">
            <a:extLst>
              <a:ext uri="{FF2B5EF4-FFF2-40B4-BE49-F238E27FC236}">
                <a16:creationId xmlns:a16="http://schemas.microsoft.com/office/drawing/2014/main" id="{969F419B-9B02-96A5-F0A3-14B18F46A11F}"/>
              </a:ext>
            </a:extLst>
          </p:cNvPr>
          <p:cNvCxnSpPr>
            <a:cxnSpLocks/>
            <a:stCxn id="45" idx="6"/>
            <a:endCxn id="48" idx="2"/>
          </p:cNvCxnSpPr>
          <p:nvPr/>
        </p:nvCxnSpPr>
        <p:spPr>
          <a:xfrm>
            <a:off x="4052275"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D5E9DAED-BD06-E859-DBC0-65D33E5CA6A2}"/>
              </a:ext>
            </a:extLst>
          </p:cNvPr>
          <p:cNvSpPr/>
          <p:nvPr/>
        </p:nvSpPr>
        <p:spPr>
          <a:xfrm>
            <a:off x="-307971"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26C1167A-F76F-7D1B-1C67-2D077D3ECCB8}"/>
              </a:ext>
            </a:extLst>
          </p:cNvPr>
          <p:cNvSpPr/>
          <p:nvPr/>
        </p:nvSpPr>
        <p:spPr>
          <a:xfrm>
            <a:off x="1029479"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7E7E96D9-0DCF-3EC0-DAD9-6AD55A7EF747}"/>
              </a:ext>
            </a:extLst>
          </p:cNvPr>
          <p:cNvSpPr/>
          <p:nvPr/>
        </p:nvSpPr>
        <p:spPr>
          <a:xfrm>
            <a:off x="6364643"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2AD8A0B-46B0-4C64-B223-69C11FC9C59F}"/>
              </a:ext>
            </a:extLst>
          </p:cNvPr>
          <p:cNvSpPr txBox="1"/>
          <p:nvPr/>
        </p:nvSpPr>
        <p:spPr>
          <a:xfrm>
            <a:off x="4067370" y="225481"/>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5" name="楕円 44">
            <a:extLst>
              <a:ext uri="{FF2B5EF4-FFF2-40B4-BE49-F238E27FC236}">
                <a16:creationId xmlns:a16="http://schemas.microsoft.com/office/drawing/2014/main" id="{3500F19E-E30B-B393-50B6-134CEBA76866}"/>
              </a:ext>
            </a:extLst>
          </p:cNvPr>
          <p:cNvSpPr/>
          <p:nvPr/>
        </p:nvSpPr>
        <p:spPr>
          <a:xfrm>
            <a:off x="2889059" y="2422007"/>
            <a:ext cx="1163216" cy="1163216"/>
          </a:xfrm>
          <a:prstGeom prst="ellipse">
            <a:avLst/>
          </a:prstGeom>
          <a:solidFill>
            <a:schemeClr val="bg1">
              <a:lumMod val="95000"/>
            </a:schemeClr>
          </a:solidFill>
          <a:ln w="635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8B45C55F-4F59-EF28-BE57-3B81FD96E76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5C2F1EB5-5946-E524-EF51-AD8A58D3B21C}"/>
              </a:ext>
            </a:extLst>
          </p:cNvPr>
          <p:cNvSpPr/>
          <p:nvPr/>
        </p:nvSpPr>
        <p:spPr>
          <a:xfrm>
            <a:off x="4615934"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EA2D9D3A-E4DB-2B3F-1B24-A4B6505F8B94}"/>
              </a:ext>
            </a:extLst>
          </p:cNvPr>
          <p:cNvCxnSpPr>
            <a:cxnSpLocks/>
            <a:stCxn id="47" idx="6"/>
            <a:endCxn id="3" idx="2"/>
          </p:cNvCxnSpPr>
          <p:nvPr/>
        </p:nvCxnSpPr>
        <p:spPr>
          <a:xfrm flipV="1">
            <a:off x="-974658"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CFEB6FA9-1724-8F61-1459-8FD26CC33F5E}"/>
              </a:ext>
            </a:extLst>
          </p:cNvPr>
          <p:cNvCxnSpPr>
            <a:cxnSpLocks/>
            <a:stCxn id="19" idx="1"/>
            <a:endCxn id="3" idx="5"/>
          </p:cNvCxnSpPr>
          <p:nvPr/>
        </p:nvCxnSpPr>
        <p:spPr>
          <a:xfrm flipH="1" flipV="1">
            <a:off x="684896"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54F36002-76F0-995A-9251-696E2EF81F66}"/>
              </a:ext>
            </a:extLst>
          </p:cNvPr>
          <p:cNvCxnSpPr>
            <a:cxnSpLocks/>
            <a:stCxn id="19" idx="7"/>
            <a:endCxn id="45" idx="2"/>
          </p:cNvCxnSpPr>
          <p:nvPr/>
        </p:nvCxnSpPr>
        <p:spPr>
          <a:xfrm flipV="1">
            <a:off x="2022346" y="3003615"/>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F6E36D9F-1562-57CF-4A1D-343B65DC0E13}"/>
              </a:ext>
            </a:extLst>
          </p:cNvPr>
          <p:cNvCxnSpPr>
            <a:cxnSpLocks/>
            <a:stCxn id="48" idx="6"/>
            <a:endCxn id="31" idx="2"/>
          </p:cNvCxnSpPr>
          <p:nvPr/>
        </p:nvCxnSpPr>
        <p:spPr>
          <a:xfrm flipV="1">
            <a:off x="5779150"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C824AFF2-7440-3CDC-5DA9-3863CEE48AC1}"/>
              </a:ext>
            </a:extLst>
          </p:cNvPr>
          <p:cNvGrpSpPr/>
          <p:nvPr/>
        </p:nvGrpSpPr>
        <p:grpSpPr>
          <a:xfrm>
            <a:off x="3050369" y="1541955"/>
            <a:ext cx="840596" cy="833567"/>
            <a:chOff x="1367715" y="1890973"/>
            <a:chExt cx="840596" cy="833567"/>
          </a:xfrm>
        </p:grpSpPr>
        <p:sp>
          <p:nvSpPr>
            <p:cNvPr id="88" name="吹き出し: 円形 87">
              <a:extLst>
                <a:ext uri="{FF2B5EF4-FFF2-40B4-BE49-F238E27FC236}">
                  <a16:creationId xmlns:a16="http://schemas.microsoft.com/office/drawing/2014/main" id="{A77BCCA2-18A3-4F80-3B64-2A8AE2E58D04}"/>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F672D98A-1F42-F18D-A379-6FDD722418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7FA0B43A-717C-8A4C-2397-233FA01ADA33}"/>
              </a:ext>
            </a:extLst>
          </p:cNvPr>
          <p:cNvSpPr/>
          <p:nvPr/>
        </p:nvSpPr>
        <p:spPr>
          <a:xfrm>
            <a:off x="6081503" y="2473614"/>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四角形: 角を丸くする 15">
            <a:extLst>
              <a:ext uri="{FF2B5EF4-FFF2-40B4-BE49-F238E27FC236}">
                <a16:creationId xmlns:a16="http://schemas.microsoft.com/office/drawing/2014/main" id="{196DEB38-4871-FAA6-065F-F24730084214}"/>
              </a:ext>
            </a:extLst>
          </p:cNvPr>
          <p:cNvSpPr/>
          <p:nvPr/>
        </p:nvSpPr>
        <p:spPr>
          <a:xfrm>
            <a:off x="7205693" y="1355396"/>
            <a:ext cx="4348066" cy="3416753"/>
          </a:xfrm>
          <a:prstGeom prst="roundRect">
            <a:avLst>
              <a:gd name="adj" fmla="val 9570"/>
            </a:avLst>
          </a:prstGeom>
          <a:solidFill>
            <a:schemeClr val="accent1">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B54C0C6F-EEE0-037D-9AE1-3C2D4902B0A6}"/>
              </a:ext>
            </a:extLst>
          </p:cNvPr>
          <p:cNvSpPr txBox="1"/>
          <p:nvPr/>
        </p:nvSpPr>
        <p:spPr>
          <a:xfrm>
            <a:off x="8577260" y="1524150"/>
            <a:ext cx="1604928"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VS.</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敵群名</a:t>
            </a:r>
          </a:p>
        </p:txBody>
      </p:sp>
      <p:sp>
        <p:nvSpPr>
          <p:cNvPr id="51" name="矢印: 山形 50">
            <a:extLst>
              <a:ext uri="{FF2B5EF4-FFF2-40B4-BE49-F238E27FC236}">
                <a16:creationId xmlns:a16="http://schemas.microsoft.com/office/drawing/2014/main" id="{71465EE7-8612-CED9-2031-D16A038A0ACD}"/>
              </a:ext>
            </a:extLst>
          </p:cNvPr>
          <p:cNvSpPr/>
          <p:nvPr/>
        </p:nvSpPr>
        <p:spPr>
          <a:xfrm flipH="1">
            <a:off x="598090" y="2472415"/>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55" name="グループ化 54">
            <a:extLst>
              <a:ext uri="{FF2B5EF4-FFF2-40B4-BE49-F238E27FC236}">
                <a16:creationId xmlns:a16="http://schemas.microsoft.com/office/drawing/2014/main" id="{07BFE39A-F384-B6FF-DF9B-1B00DCB0CDBF}"/>
              </a:ext>
            </a:extLst>
          </p:cNvPr>
          <p:cNvGrpSpPr/>
          <p:nvPr/>
        </p:nvGrpSpPr>
        <p:grpSpPr>
          <a:xfrm rot="651301">
            <a:off x="2074985" y="3233187"/>
            <a:ext cx="560995" cy="489333"/>
            <a:chOff x="2420469" y="2760201"/>
            <a:chExt cx="560995" cy="489333"/>
          </a:xfrm>
        </p:grpSpPr>
        <p:sp>
          <p:nvSpPr>
            <p:cNvPr id="53" name="矢印: 山形 52">
              <a:extLst>
                <a:ext uri="{FF2B5EF4-FFF2-40B4-BE49-F238E27FC236}">
                  <a16:creationId xmlns:a16="http://schemas.microsoft.com/office/drawing/2014/main" id="{63755B0A-8CBE-BB8E-A954-936757DB6133}"/>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45EF24E0-5373-7037-C6E5-C6AA3565E852}"/>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56" name="四角形: 角を丸くする 55">
            <a:extLst>
              <a:ext uri="{FF2B5EF4-FFF2-40B4-BE49-F238E27FC236}">
                <a16:creationId xmlns:a16="http://schemas.microsoft.com/office/drawing/2014/main" id="{1DCE6A4B-F163-6E76-E4FB-4289D09285C1}"/>
              </a:ext>
            </a:extLst>
          </p:cNvPr>
          <p:cNvSpPr/>
          <p:nvPr/>
        </p:nvSpPr>
        <p:spPr>
          <a:xfrm>
            <a:off x="8251098"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前衛</a:t>
            </a:r>
          </a:p>
        </p:txBody>
      </p:sp>
      <p:sp>
        <p:nvSpPr>
          <p:cNvPr id="57" name="四角形: 角を丸くする 56">
            <a:extLst>
              <a:ext uri="{FF2B5EF4-FFF2-40B4-BE49-F238E27FC236}">
                <a16:creationId xmlns:a16="http://schemas.microsoft.com/office/drawing/2014/main" id="{0A0A907C-3B19-72F5-0AF0-61FB1606A90F}"/>
              </a:ext>
            </a:extLst>
          </p:cNvPr>
          <p:cNvSpPr/>
          <p:nvPr/>
        </p:nvSpPr>
        <p:spPr>
          <a:xfrm>
            <a:off x="8251098"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四角形: 角を丸くする 57">
            <a:extLst>
              <a:ext uri="{FF2B5EF4-FFF2-40B4-BE49-F238E27FC236}">
                <a16:creationId xmlns:a16="http://schemas.microsoft.com/office/drawing/2014/main" id="{DD4794AD-409C-B51E-8087-6E157C3EA561}"/>
              </a:ext>
            </a:extLst>
          </p:cNvPr>
          <p:cNvSpPr/>
          <p:nvPr/>
        </p:nvSpPr>
        <p:spPr>
          <a:xfrm>
            <a:off x="8251098"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四角形: 角を丸くする 58">
            <a:extLst>
              <a:ext uri="{FF2B5EF4-FFF2-40B4-BE49-F238E27FC236}">
                <a16:creationId xmlns:a16="http://schemas.microsoft.com/office/drawing/2014/main" id="{99C147E0-5351-535E-DB3D-2CC344D74492}"/>
              </a:ext>
            </a:extLst>
          </p:cNvPr>
          <p:cNvSpPr/>
          <p:nvPr/>
        </p:nvSpPr>
        <p:spPr>
          <a:xfrm>
            <a:off x="8251098"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0" name="図 59" descr="ロゴ&#10;&#10;AI 生成コンテンツは誤りを含む可能性があります。">
            <a:extLst>
              <a:ext uri="{FF2B5EF4-FFF2-40B4-BE49-F238E27FC236}">
                <a16:creationId xmlns:a16="http://schemas.microsoft.com/office/drawing/2014/main" id="{D8874F2A-1747-2771-BD0A-CA4F984FF4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05512" y="3003615"/>
            <a:ext cx="785746" cy="352533"/>
          </a:xfrm>
          <a:prstGeom prst="rect">
            <a:avLst/>
          </a:prstGeom>
        </p:spPr>
      </p:pic>
      <p:sp>
        <p:nvSpPr>
          <p:cNvPr id="62" name="四角形: 角を丸くする 61">
            <a:extLst>
              <a:ext uri="{FF2B5EF4-FFF2-40B4-BE49-F238E27FC236}">
                <a16:creationId xmlns:a16="http://schemas.microsoft.com/office/drawing/2014/main" id="{173E1AF2-3EB6-2BAB-DB5B-E8EF54460FE4}"/>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後衛</a:t>
            </a:r>
          </a:p>
        </p:txBody>
      </p:sp>
      <p:sp>
        <p:nvSpPr>
          <p:cNvPr id="63" name="四角形: 角を丸くする 62">
            <a:extLst>
              <a:ext uri="{FF2B5EF4-FFF2-40B4-BE49-F238E27FC236}">
                <a16:creationId xmlns:a16="http://schemas.microsoft.com/office/drawing/2014/main" id="{B5432138-C2BE-E0C8-1B18-510A49FA3710}"/>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四角形: 角を丸くする 63">
            <a:extLst>
              <a:ext uri="{FF2B5EF4-FFF2-40B4-BE49-F238E27FC236}">
                <a16:creationId xmlns:a16="http://schemas.microsoft.com/office/drawing/2014/main" id="{03EEB818-E34B-83B0-E534-C2EB4EDE05FD}"/>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四角形: 角を丸くする 64">
            <a:extLst>
              <a:ext uri="{FF2B5EF4-FFF2-40B4-BE49-F238E27FC236}">
                <a16:creationId xmlns:a16="http://schemas.microsoft.com/office/drawing/2014/main" id="{636E9B2E-C5F7-E031-1B03-EC60AB6E7838}"/>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231D6209-FA80-CEC3-52AF-8CDB86E63F4D}"/>
              </a:ext>
            </a:extLst>
          </p:cNvPr>
          <p:cNvGrpSpPr/>
          <p:nvPr/>
        </p:nvGrpSpPr>
        <p:grpSpPr>
          <a:xfrm flipH="1">
            <a:off x="9918364" y="2003876"/>
            <a:ext cx="1314639" cy="2573030"/>
            <a:chOff x="7658677" y="2156276"/>
            <a:chExt cx="1314639" cy="2573030"/>
          </a:xfrm>
          <a:solidFill>
            <a:schemeClr val="tx1">
              <a:lumMod val="95000"/>
              <a:lumOff val="5000"/>
            </a:schemeClr>
          </a:solidFill>
        </p:grpSpPr>
        <p:sp>
          <p:nvSpPr>
            <p:cNvPr id="66" name="四角形: 角を丸くする 65">
              <a:extLst>
                <a:ext uri="{FF2B5EF4-FFF2-40B4-BE49-F238E27FC236}">
                  <a16:creationId xmlns:a16="http://schemas.microsoft.com/office/drawing/2014/main" id="{A811E7AB-4304-EFF8-4486-7EC7A50AADA2}"/>
                </a:ext>
              </a:extLst>
            </p:cNvPr>
            <p:cNvSpPr/>
            <p:nvPr/>
          </p:nvSpPr>
          <p:spPr>
            <a:xfrm>
              <a:off x="8403498" y="21562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四角形: 角を丸くする 66">
              <a:extLst>
                <a:ext uri="{FF2B5EF4-FFF2-40B4-BE49-F238E27FC236}">
                  <a16:creationId xmlns:a16="http://schemas.microsoft.com/office/drawing/2014/main" id="{F162B75A-33C7-2AD7-352B-2778E22A55F5}"/>
                </a:ext>
              </a:extLst>
            </p:cNvPr>
            <p:cNvSpPr/>
            <p:nvPr/>
          </p:nvSpPr>
          <p:spPr>
            <a:xfrm>
              <a:off x="8403498" y="28262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四角形: 角を丸くする 67">
              <a:extLst>
                <a:ext uri="{FF2B5EF4-FFF2-40B4-BE49-F238E27FC236}">
                  <a16:creationId xmlns:a16="http://schemas.microsoft.com/office/drawing/2014/main" id="{ABBDFD99-ED15-9C90-6A16-6D0DA9198D9D}"/>
                </a:ext>
              </a:extLst>
            </p:cNvPr>
            <p:cNvSpPr/>
            <p:nvPr/>
          </p:nvSpPr>
          <p:spPr>
            <a:xfrm>
              <a:off x="8403498" y="34936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01A668C1-6302-B972-3089-1FC840A4EB8E}"/>
                </a:ext>
              </a:extLst>
            </p:cNvPr>
            <p:cNvSpPr/>
            <p:nvPr/>
          </p:nvSpPr>
          <p:spPr>
            <a:xfrm>
              <a:off x="8403498" y="41594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四角形: 角を丸くする 69">
              <a:extLst>
                <a:ext uri="{FF2B5EF4-FFF2-40B4-BE49-F238E27FC236}">
                  <a16:creationId xmlns:a16="http://schemas.microsoft.com/office/drawing/2014/main" id="{B34B78F1-6675-8AC6-D939-483CCA778BAE}"/>
                </a:ext>
              </a:extLst>
            </p:cNvPr>
            <p:cNvSpPr/>
            <p:nvPr/>
          </p:nvSpPr>
          <p:spPr>
            <a:xfrm>
              <a:off x="7658677" y="21562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四角形: 角を丸くする 70">
              <a:extLst>
                <a:ext uri="{FF2B5EF4-FFF2-40B4-BE49-F238E27FC236}">
                  <a16:creationId xmlns:a16="http://schemas.microsoft.com/office/drawing/2014/main" id="{43F19596-0844-7134-319D-C12BB3C1206F}"/>
                </a:ext>
              </a:extLst>
            </p:cNvPr>
            <p:cNvSpPr/>
            <p:nvPr/>
          </p:nvSpPr>
          <p:spPr>
            <a:xfrm>
              <a:off x="7658677" y="28262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角を丸くする 71">
              <a:extLst>
                <a:ext uri="{FF2B5EF4-FFF2-40B4-BE49-F238E27FC236}">
                  <a16:creationId xmlns:a16="http://schemas.microsoft.com/office/drawing/2014/main" id="{AB5121B5-FBF4-D4BD-0592-D20D0DEA3C80}"/>
                </a:ext>
              </a:extLst>
            </p:cNvPr>
            <p:cNvSpPr/>
            <p:nvPr/>
          </p:nvSpPr>
          <p:spPr>
            <a:xfrm>
              <a:off x="7658677" y="34936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四角形: 角を丸くする 72">
              <a:extLst>
                <a:ext uri="{FF2B5EF4-FFF2-40B4-BE49-F238E27FC236}">
                  <a16:creationId xmlns:a16="http://schemas.microsoft.com/office/drawing/2014/main" id="{E4C5C345-F956-6683-99F2-E5CA34B4187F}"/>
                </a:ext>
              </a:extLst>
            </p:cNvPr>
            <p:cNvSpPr/>
            <p:nvPr/>
          </p:nvSpPr>
          <p:spPr>
            <a:xfrm>
              <a:off x="7658677" y="41594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テキスト ボックス 77">
            <a:extLst>
              <a:ext uri="{FF2B5EF4-FFF2-40B4-BE49-F238E27FC236}">
                <a16:creationId xmlns:a16="http://schemas.microsoft.com/office/drawing/2014/main" id="{2FCC1E62-03B9-C230-9BCA-88C2EC5B5780}"/>
              </a:ext>
            </a:extLst>
          </p:cNvPr>
          <p:cNvSpPr txBox="1"/>
          <p:nvPr/>
        </p:nvSpPr>
        <p:spPr>
          <a:xfrm>
            <a:off x="7256803" y="2943037"/>
            <a:ext cx="1780591" cy="584775"/>
          </a:xfrm>
          <a:prstGeom prst="rect">
            <a:avLst/>
          </a:prstGeom>
          <a:noFill/>
        </p:spPr>
        <p:txBody>
          <a:bodyPr wrap="square">
            <a:spAutoFit/>
          </a:bodyPr>
          <a:lstStyle/>
          <a:p>
            <a:pPr algn="ctr"/>
            <a:r>
              <a:rPr lang="ja-JP" altLang="en-US" sz="3200" b="1" dirty="0">
                <a:latin typeface="BIZ UDP明朝 Medium" panose="02020500000000000000" pitchFamily="18" charset="-128"/>
                <a:ea typeface="BIZ UDP明朝 Medium" panose="02020500000000000000" pitchFamily="18" charset="-128"/>
              </a:rPr>
              <a:t>味方</a:t>
            </a:r>
            <a:endParaRPr kumimoji="1" lang="ja-JP" altLang="en-US" sz="3200" b="1" dirty="0">
              <a:latin typeface="BIZ UDP明朝 Medium" panose="02020500000000000000" pitchFamily="18" charset="-128"/>
              <a:ea typeface="BIZ UDP明朝 Medium" panose="02020500000000000000" pitchFamily="18" charset="-128"/>
            </a:endParaRPr>
          </a:p>
        </p:txBody>
      </p:sp>
      <p:sp>
        <p:nvSpPr>
          <p:cNvPr id="79" name="テキスト ボックス 78">
            <a:extLst>
              <a:ext uri="{FF2B5EF4-FFF2-40B4-BE49-F238E27FC236}">
                <a16:creationId xmlns:a16="http://schemas.microsoft.com/office/drawing/2014/main" id="{1F82DC66-1E7B-C9C4-B321-B5F6737E8ACC}"/>
              </a:ext>
            </a:extLst>
          </p:cNvPr>
          <p:cNvSpPr txBox="1"/>
          <p:nvPr/>
        </p:nvSpPr>
        <p:spPr>
          <a:xfrm>
            <a:off x="9676952" y="2929545"/>
            <a:ext cx="1780591" cy="584775"/>
          </a:xfrm>
          <a:prstGeom prst="rect">
            <a:avLst/>
          </a:prstGeom>
          <a:noFill/>
        </p:spPr>
        <p:txBody>
          <a:bodyPr wrap="square">
            <a:spAutoFit/>
          </a:bodyPr>
          <a:lstStyle/>
          <a:p>
            <a:pPr algn="ctr"/>
            <a:r>
              <a:rPr lang="ja-JP" altLang="en-US" sz="3200" b="1" dirty="0">
                <a:solidFill>
                  <a:schemeClr val="accent1">
                    <a:lumMod val="60000"/>
                    <a:lumOff val="40000"/>
                  </a:schemeClr>
                </a:solidFill>
                <a:latin typeface="BIZ UDP明朝 Medium" panose="02020500000000000000" pitchFamily="18" charset="-128"/>
                <a:ea typeface="BIZ UDP明朝 Medium" panose="02020500000000000000" pitchFamily="18" charset="-128"/>
              </a:rPr>
              <a:t>敵</a:t>
            </a:r>
            <a:endParaRPr kumimoji="1" lang="ja-JP" altLang="en-US" sz="3200" b="1" dirty="0">
              <a:solidFill>
                <a:schemeClr val="accent1">
                  <a:lumMod val="60000"/>
                  <a:lumOff val="40000"/>
                </a:schemeClr>
              </a:solidFill>
              <a:latin typeface="BIZ UDP明朝 Medium" panose="02020500000000000000" pitchFamily="18" charset="-128"/>
              <a:ea typeface="BIZ UDP明朝 Medium" panose="02020500000000000000" pitchFamily="18" charset="-128"/>
            </a:endParaRPr>
          </a:p>
        </p:txBody>
      </p:sp>
      <p:sp>
        <p:nvSpPr>
          <p:cNvPr id="5" name="矢印: 五方向 4">
            <a:extLst>
              <a:ext uri="{FF2B5EF4-FFF2-40B4-BE49-F238E27FC236}">
                <a16:creationId xmlns:a16="http://schemas.microsoft.com/office/drawing/2014/main" id="{BCDB5C53-4F70-D5B9-E6C7-F25F4812C82D}"/>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6" name="四角形: 角を丸くする 5">
            <a:extLst>
              <a:ext uri="{FF2B5EF4-FFF2-40B4-BE49-F238E27FC236}">
                <a16:creationId xmlns:a16="http://schemas.microsoft.com/office/drawing/2014/main" id="{D0DC1AC3-0BF0-85DD-8614-6E47D8B209BD}"/>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9E19BE6-6AF7-13DB-B917-EBE198A4CBB6}"/>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戦闘開始</a:t>
            </a:r>
          </a:p>
        </p:txBody>
      </p:sp>
      <p:sp>
        <p:nvSpPr>
          <p:cNvPr id="9" name="四角形: 角を丸くする 8">
            <a:extLst>
              <a:ext uri="{FF2B5EF4-FFF2-40B4-BE49-F238E27FC236}">
                <a16:creationId xmlns:a16="http://schemas.microsoft.com/office/drawing/2014/main" id="{DAF143DA-3613-8021-FCBA-79352FB0713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1" name="四角形: 角を丸くする 10">
            <a:extLst>
              <a:ext uri="{FF2B5EF4-FFF2-40B4-BE49-F238E27FC236}">
                <a16:creationId xmlns:a16="http://schemas.microsoft.com/office/drawing/2014/main" id="{D4855662-BF4F-9288-F756-EC7C874D76C2}"/>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12" name="図 11">
            <a:extLst>
              <a:ext uri="{FF2B5EF4-FFF2-40B4-BE49-F238E27FC236}">
                <a16:creationId xmlns:a16="http://schemas.microsoft.com/office/drawing/2014/main" id="{EDA36AD7-6289-F810-9904-7E979EFEC592}"/>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3" name="図 12" descr="アイコン&#10;&#10;AI 生成コンテンツは誤りを含む可能性があります。">
            <a:extLst>
              <a:ext uri="{FF2B5EF4-FFF2-40B4-BE49-F238E27FC236}">
                <a16:creationId xmlns:a16="http://schemas.microsoft.com/office/drawing/2014/main" id="{7DB9170B-9B49-72D2-6E53-EE9EE50AE5F7}"/>
              </a:ext>
            </a:extLst>
          </p:cNvPr>
          <p:cNvPicPr>
            <a:picLocks noChangeAspect="1"/>
          </p:cNvPicPr>
          <p:nvPr/>
        </p:nvPicPr>
        <p:blipFill>
          <a:blip r:embed="rId6">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4" name="直線コネクタ 13">
            <a:extLst>
              <a:ext uri="{FF2B5EF4-FFF2-40B4-BE49-F238E27FC236}">
                <a16:creationId xmlns:a16="http://schemas.microsoft.com/office/drawing/2014/main" id="{C8316511-6E1D-E269-D7EC-AC9DD93CD815}"/>
              </a:ext>
            </a:extLst>
          </p:cNvPr>
          <p:cNvCxnSpPr>
            <a:cxnSpLocks/>
          </p:cNvCxnSpPr>
          <p:nvPr/>
        </p:nvCxnSpPr>
        <p:spPr>
          <a:xfrm flipV="1">
            <a:off x="1794290"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15" name="四角形: 角を丸くする 14">
            <a:extLst>
              <a:ext uri="{FF2B5EF4-FFF2-40B4-BE49-F238E27FC236}">
                <a16:creationId xmlns:a16="http://schemas.microsoft.com/office/drawing/2014/main" id="{CA9B6AA5-97C3-C754-9FC2-4FC5AD8E65F4}"/>
              </a:ext>
            </a:extLst>
          </p:cNvPr>
          <p:cNvSpPr/>
          <p:nvPr/>
        </p:nvSpPr>
        <p:spPr>
          <a:xfrm>
            <a:off x="194581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7" name="四角形: 角を丸くする 16">
            <a:extLst>
              <a:ext uri="{FF2B5EF4-FFF2-40B4-BE49-F238E27FC236}">
                <a16:creationId xmlns:a16="http://schemas.microsoft.com/office/drawing/2014/main" id="{FB3157A1-4F10-BD7C-D74F-8532371671C5}"/>
              </a:ext>
            </a:extLst>
          </p:cNvPr>
          <p:cNvSpPr/>
          <p:nvPr/>
        </p:nvSpPr>
        <p:spPr>
          <a:xfrm>
            <a:off x="2486995"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0" name="四角形: 角を丸くする 19">
            <a:extLst>
              <a:ext uri="{FF2B5EF4-FFF2-40B4-BE49-F238E27FC236}">
                <a16:creationId xmlns:a16="http://schemas.microsoft.com/office/drawing/2014/main" id="{3E5584BD-AA0F-0831-F615-5C45E6AE3CB6}"/>
              </a:ext>
            </a:extLst>
          </p:cNvPr>
          <p:cNvSpPr/>
          <p:nvPr/>
        </p:nvSpPr>
        <p:spPr>
          <a:xfrm>
            <a:off x="302817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1" name="四角形: 角を丸くする 20">
            <a:extLst>
              <a:ext uri="{FF2B5EF4-FFF2-40B4-BE49-F238E27FC236}">
                <a16:creationId xmlns:a16="http://schemas.microsoft.com/office/drawing/2014/main" id="{D72B3DA2-E06E-5322-515D-243CE5991109}"/>
              </a:ext>
            </a:extLst>
          </p:cNvPr>
          <p:cNvSpPr/>
          <p:nvPr/>
        </p:nvSpPr>
        <p:spPr>
          <a:xfrm>
            <a:off x="3569349"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2" name="四角形: 角を丸くする 21">
            <a:extLst>
              <a:ext uri="{FF2B5EF4-FFF2-40B4-BE49-F238E27FC236}">
                <a16:creationId xmlns:a16="http://schemas.microsoft.com/office/drawing/2014/main" id="{4D88169C-48A8-C08A-E1C0-24617C80ACD2}"/>
              </a:ext>
            </a:extLst>
          </p:cNvPr>
          <p:cNvSpPr/>
          <p:nvPr/>
        </p:nvSpPr>
        <p:spPr>
          <a:xfrm>
            <a:off x="4110526"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3" name="四角形: 角を丸くする 22">
            <a:extLst>
              <a:ext uri="{FF2B5EF4-FFF2-40B4-BE49-F238E27FC236}">
                <a16:creationId xmlns:a16="http://schemas.microsoft.com/office/drawing/2014/main" id="{32CBC0C8-DFA6-5084-0F0C-59555C7D373B}"/>
              </a:ext>
            </a:extLst>
          </p:cNvPr>
          <p:cNvSpPr/>
          <p:nvPr/>
        </p:nvSpPr>
        <p:spPr>
          <a:xfrm>
            <a:off x="4651703"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4" name="四角形: 角を丸くする 23">
            <a:extLst>
              <a:ext uri="{FF2B5EF4-FFF2-40B4-BE49-F238E27FC236}">
                <a16:creationId xmlns:a16="http://schemas.microsoft.com/office/drawing/2014/main" id="{3D7B89F0-ABEF-AD36-382F-D3CBFFFEFC33}"/>
              </a:ext>
            </a:extLst>
          </p:cNvPr>
          <p:cNvSpPr/>
          <p:nvPr/>
        </p:nvSpPr>
        <p:spPr>
          <a:xfrm>
            <a:off x="519287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5" name="四角形: 角を丸くする 24">
            <a:extLst>
              <a:ext uri="{FF2B5EF4-FFF2-40B4-BE49-F238E27FC236}">
                <a16:creationId xmlns:a16="http://schemas.microsoft.com/office/drawing/2014/main" id="{7D6F414F-BC02-BB35-119C-51C9867034FD}"/>
              </a:ext>
            </a:extLst>
          </p:cNvPr>
          <p:cNvSpPr/>
          <p:nvPr/>
        </p:nvSpPr>
        <p:spPr>
          <a:xfrm>
            <a:off x="564369"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6" name="四角形: 角を丸くする 25">
            <a:extLst>
              <a:ext uri="{FF2B5EF4-FFF2-40B4-BE49-F238E27FC236}">
                <a16:creationId xmlns:a16="http://schemas.microsoft.com/office/drawing/2014/main" id="{9291053D-32E9-C2B2-65DF-9B8F1F722632}"/>
              </a:ext>
            </a:extLst>
          </p:cNvPr>
          <p:cNvSpPr/>
          <p:nvPr/>
        </p:nvSpPr>
        <p:spPr>
          <a:xfrm>
            <a:off x="978238"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7" name="四角形: 角を丸くする 26">
            <a:extLst>
              <a:ext uri="{FF2B5EF4-FFF2-40B4-BE49-F238E27FC236}">
                <a16:creationId xmlns:a16="http://schemas.microsoft.com/office/drawing/2014/main" id="{33AB0803-0216-73FB-5F26-622AB7C4F6F4}"/>
              </a:ext>
            </a:extLst>
          </p:cNvPr>
          <p:cNvSpPr/>
          <p:nvPr/>
        </p:nvSpPr>
        <p:spPr>
          <a:xfrm>
            <a:off x="1392106"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288239564"/>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9B6F8-AE16-F9A5-39D6-1A703F022879}"/>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50D79803-1FC0-12F0-AE5F-8E83975923FF}"/>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326465B-2864-2EF6-701F-7F8DF9918770}"/>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F31D58DE-5F88-7787-D2F4-E37FA44FEAC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735630A3-EB00-EB09-CC48-A7586F8738A7}"/>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C8AF0F3-BB4B-ACB0-F234-12A65C197890}"/>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C852C3F7-DE93-B32C-F169-F0BF168F0DFD}"/>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21BC0017-EADB-B600-E7BC-44BCF5233738}"/>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2C6193E-D890-DE14-294A-AF59DB1B2BE7}"/>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D5B6046E-7ADE-7EFC-6446-3B452317A722}"/>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AA6DE2C7-488D-A193-7D52-1DE98B9D3062}"/>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83FF075F-CD3C-4513-AD08-B67AEF5B0E7B}"/>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860F6ED0-D06C-A39A-CABA-82F3059DCDC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F4E70927-4F6C-014B-27A9-2B349F48E705}"/>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B861CDF9-C283-73C4-88EF-ECCEBB60C75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BCD53409-0D3E-8C30-DE8D-69EBE29C36A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990A92BF-D6BC-7246-1726-2D97CF39075E}"/>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0C0499D6-462A-97F1-B468-49D5DCCD06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50A4066D-CF05-209C-E222-AF5ECE3843C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39417DB5-6B90-016D-C705-604D9A208EC7}"/>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2BC1CF63-433D-1920-5E9C-F28AA058B88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4C753FD6-97F2-8105-5F78-472151F8872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052703CE-310F-3A36-AF6D-E97FA49F8CDE}"/>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D2D2776E-E42D-0E65-6203-B50D1D35436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EDF89E74-A707-37C1-4162-27F94997A7F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70C8EDB8-F342-F83A-3A45-2732066210B9}"/>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0A7AC508-66A2-E1C7-CCB1-8B0091D16AB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C3B2EEEE-4C54-E6DF-97F5-05B9221C7EB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006B56FC-CF9E-AD5D-F010-4AF0AA93CAAE}"/>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D3CFD5CB-DEED-E9A5-2121-E9D6DA6956CE}"/>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80B525FC-F348-2238-7150-EA2314FF3A64}"/>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5EEA5A46-5997-1B89-10C2-4B49D532E4AA}"/>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987E0348-D65C-0EEA-0532-7C0806031701}"/>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1AAB8F6-0AFC-AED5-A599-7E00C4922471}"/>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688F2431-6309-3055-3F6C-356DDAD91492}"/>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A138BC36-D66A-17A3-782E-FBD4606CA9D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8D2F97A7-DB42-56FE-2430-AB25C8AC0A0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49DC0299-6D50-6FDE-378A-372599D2236F}"/>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D2FA3479-E6B1-E191-0D49-48463B719B18}"/>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9A186031-169F-BE42-96A8-CF9E40B0F3CD}"/>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20517FAA-91B1-4A79-5C27-0E3F8B97728B}"/>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59B34FD-CBFE-E728-F57B-6066B90F91D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C59D6F91-1651-AA7D-D2AF-C16F06DC62FC}"/>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8B08BF68-2950-061B-B0AE-D9C26BE9A8BC}"/>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22E923D8-EDE7-9E08-4722-D0111394F63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DAE673AE-5433-FA1E-34B9-EBC92883F6A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41401E97-BC16-DC3C-7D21-DC1A27E1D41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335C0B1-C7EC-793F-BA66-4C4CFEF6CB1B}"/>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924DB97-B363-CBAE-EEEB-D2532E55A50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22BF0DE2-4E14-8ECD-019A-A5D9A073C98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F86DB6FC-A60C-7B0B-B41C-67B012835155}"/>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096ED86D-F81A-C826-6BE4-B91C146B774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171F88A-6786-5C9D-E2A2-D3C55C5B937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CAE51D28-AD75-7560-E94B-F14282224A63}"/>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E837F1C2-DC2F-247B-B72E-345272B2162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208EDB20-B329-CD49-37F2-81EA27140AB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BB6594D1-79E5-F348-990A-F5FF493758C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BBF8C048-7903-F181-9DB0-606DB034A543}"/>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F089C883-4B6B-C9E1-D2C7-B864BDB97F6A}"/>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B9026309-1A5F-30DC-F89B-8467812799AF}"/>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3AF3913-8FE6-47CE-2D0E-FD50A192BC32}"/>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9F032FAA-7CDE-B193-B4D7-9949D1DBAA4D}"/>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E22E0F5A-1452-DCD0-B30B-409AAD62E05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8FC54D34-10AC-E7C9-3209-9C87BFDFC62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5F2E2D99-33A5-1734-9137-B97E32600EA3}"/>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583F1F68-9C3C-BDE2-ADED-3C7816667DC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3E7898B2-2097-A03E-77EC-B2968D4CA66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403C0C61-A9F3-77CB-0A13-2701B5780797}"/>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AA3BD8BC-BE7F-8804-C705-12B0E7A1EA4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727E6A7E-EA90-7D06-F8DA-660335036857}"/>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FB4CEBC-3672-C458-E970-AF63ED5D7B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8B2B23F8-1146-FBE2-45CA-514E64CE937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1A184581-F427-D5AF-8A31-042245FB6650}"/>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226CC14A-49D2-99BF-743E-40DDCDADC24D}"/>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B8EC1F81-C9C6-AB36-ADB2-93961F436005}"/>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80C92079-8703-79A4-11D0-1FD3A492BBF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331334-8C6F-14FD-DF02-57DDF55EA90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2B5B664-AB01-3BCB-7330-D47920D55794}"/>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45F52E6D-56D6-B0FF-49AB-C461234B658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EBB5D926-1A91-9413-414F-E55144F86636}"/>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2E76C3D7-A207-D995-7D5C-3523BB6EDB98}"/>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AF46E433-3545-DAE7-838E-8F7DADB4FA1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69C5183-3402-6EB8-5C20-17F8831C802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72DF929F-7D45-CAFB-4DB6-87F3BDFC059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1C6F8B97-47BF-C328-F5C9-F07D99CBFA8F}"/>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08205289-A773-8188-6729-1BEAFD63CA3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A3A3B588-9B58-5260-D0A0-3C33B9D2D573}"/>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3DEC5D18-1F19-98A8-65BC-AD55EA423D27}"/>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AA96097-C27F-1AB6-F782-A958F57552F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D5C58447-874C-2A1E-5572-ACFF05059AB0}"/>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5DCDEA1F-75B8-B769-5DAF-D7B80126283E}"/>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0CBE2E75-E73B-0040-D5BE-AA5212558D88}"/>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AFD346F-BFE6-512A-17E3-87B4B29B8E17}"/>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1CA26DDF-5F64-7699-8037-832FA1FD71B9}"/>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6F09D623-D693-7464-19C4-ADC9D2248AFB}"/>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4D3EF831-00B1-2B44-BBC7-59130B94E462}"/>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B56BEDB2-8BA6-A664-9AB0-9B91DF26C83A}"/>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 name="楕円 3">
            <a:extLst>
              <a:ext uri="{FF2B5EF4-FFF2-40B4-BE49-F238E27FC236}">
                <a16:creationId xmlns:a16="http://schemas.microsoft.com/office/drawing/2014/main" id="{95F967F7-BC86-AFDA-07B5-418498D9926F}"/>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11" name="グループ化 10">
            <a:extLst>
              <a:ext uri="{FF2B5EF4-FFF2-40B4-BE49-F238E27FC236}">
                <a16:creationId xmlns:a16="http://schemas.microsoft.com/office/drawing/2014/main" id="{E5031EC9-EE32-D106-CCE1-5E328DFF492D}"/>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FC4A7FD9-3C0E-BE1D-E186-B9F954C8D3D5}"/>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3728C954-447A-11E9-9071-9B2F944019F5}"/>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473116A2-04DF-606B-782E-DA75BF2D97F2}"/>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DA0B2D2F-54D1-1E59-3F1E-C9CF36368A7E}"/>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B26E5776-70C2-156D-C476-4D4FDF179774}"/>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6B9AE413-29A2-B95A-6477-39F34E05188A}"/>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2AEFFF9D-2DFF-D566-5875-85A7F31D0A9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BBF3039C-43D4-BFC5-E8C5-084D782DA2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10FB2F33-5959-916E-C701-7D8205BAECE0}"/>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67EABD49-F6DE-2B99-DDDA-E271CEF2BB0D}"/>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D5E33953-32A8-1622-98C8-D9FC2329C74C}"/>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BC7D5E87-4AC1-2430-7C94-5D0ED6405A22}"/>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3A650030-A946-0B12-37B4-E96C1F29016D}"/>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59DBB37C-1B14-67A3-B8A5-0AA0752A353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F8FC0077-89B6-299C-A587-C6D209C50F4E}"/>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830AB978-4B96-B80E-F2A6-4ADEDE0B2B5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E5D78F1D-43A8-4526-78D5-607794E0437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B482431B-4319-59F3-197D-290F0906D65D}"/>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569E9863-B5CB-9EFD-13D2-19A3FDBD47FA}"/>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D61F41BB-4F3F-C9CA-79AF-D657F909DF47}"/>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A508D7AF-7163-2DB7-C456-94A4776D218E}"/>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1F4FD167-A13D-4B05-22F0-35B230EB8164}"/>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2DC81D8A-C450-2971-315C-7A28A9A3B01D}"/>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3173AF62-0165-F969-7B21-19DB5DA71B8C}"/>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DE4F351D-7E25-FEE7-8693-058C865CA5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73A09618-8B95-6CCD-ED1A-7A3BED8828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7B2C9022-8526-8C58-E1E0-8FC571A79C3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0136E3C8-39F3-F4FA-2DE0-1B943E17079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A4B031A9-80F7-269D-E667-D42AD45121F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7C9FD950-04BD-2F62-F2F0-3EA43CA4CEA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8026627F-8A9C-D0C2-9769-DEB7E79AA46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44256468-31A9-2DDE-5BFF-9B063F4CAA4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44653" y="4514268"/>
            <a:ext cx="1063687" cy="797765"/>
          </a:xfrm>
          <a:prstGeom prst="rect">
            <a:avLst/>
          </a:prstGeom>
        </p:spPr>
      </p:pic>
      <p:sp>
        <p:nvSpPr>
          <p:cNvPr id="158" name="四角形: 角を丸くする 157">
            <a:extLst>
              <a:ext uri="{FF2B5EF4-FFF2-40B4-BE49-F238E27FC236}">
                <a16:creationId xmlns:a16="http://schemas.microsoft.com/office/drawing/2014/main" id="{8BF7F2C6-61F3-F113-E2A3-D9DED4BEB7AE}"/>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61" name="テキスト ボックス 160">
            <a:extLst>
              <a:ext uri="{FF2B5EF4-FFF2-40B4-BE49-F238E27FC236}">
                <a16:creationId xmlns:a16="http://schemas.microsoft.com/office/drawing/2014/main" id="{B2702E9E-1160-F40D-B845-2AE7CA776361}"/>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pic>
        <p:nvPicPr>
          <p:cNvPr id="177" name="図 176">
            <a:extLst>
              <a:ext uri="{FF2B5EF4-FFF2-40B4-BE49-F238E27FC236}">
                <a16:creationId xmlns:a16="http://schemas.microsoft.com/office/drawing/2014/main" id="{19C4BC32-0F4C-0ADF-16D9-6EB33D9A964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21683" y="2577742"/>
            <a:ext cx="4179971" cy="3134978"/>
          </a:xfrm>
          <a:prstGeom prst="rect">
            <a:avLst/>
          </a:prstGeom>
        </p:spPr>
      </p:pic>
      <p:grpSp>
        <p:nvGrpSpPr>
          <p:cNvPr id="185" name="グループ化 184">
            <a:extLst>
              <a:ext uri="{FF2B5EF4-FFF2-40B4-BE49-F238E27FC236}">
                <a16:creationId xmlns:a16="http://schemas.microsoft.com/office/drawing/2014/main" id="{0C7193A7-E2C8-3ED2-D0DE-D3E59CAB35DF}"/>
              </a:ext>
            </a:extLst>
          </p:cNvPr>
          <p:cNvGrpSpPr/>
          <p:nvPr/>
        </p:nvGrpSpPr>
        <p:grpSpPr>
          <a:xfrm>
            <a:off x="2341393" y="5040743"/>
            <a:ext cx="2015331" cy="684955"/>
            <a:chOff x="2341393" y="5180704"/>
            <a:chExt cx="2015331" cy="684955"/>
          </a:xfrm>
        </p:grpSpPr>
        <p:sp>
          <p:nvSpPr>
            <p:cNvPr id="160" name="テキスト ボックス 159">
              <a:extLst>
                <a:ext uri="{FF2B5EF4-FFF2-40B4-BE49-F238E27FC236}">
                  <a16:creationId xmlns:a16="http://schemas.microsoft.com/office/drawing/2014/main" id="{F667051E-EE90-19D9-3DDD-BAF73833789E}"/>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184" name="グループ化 183">
              <a:extLst>
                <a:ext uri="{FF2B5EF4-FFF2-40B4-BE49-F238E27FC236}">
                  <a16:creationId xmlns:a16="http://schemas.microsoft.com/office/drawing/2014/main" id="{748A39D5-7187-348A-87B9-971996F9494C}"/>
                </a:ext>
              </a:extLst>
            </p:cNvPr>
            <p:cNvGrpSpPr/>
            <p:nvPr/>
          </p:nvGrpSpPr>
          <p:grpSpPr>
            <a:xfrm>
              <a:off x="2453923" y="5679787"/>
              <a:ext cx="732508" cy="185872"/>
              <a:chOff x="2453923" y="5679787"/>
              <a:chExt cx="732508" cy="185872"/>
            </a:xfrm>
          </p:grpSpPr>
          <p:sp>
            <p:nvSpPr>
              <p:cNvPr id="181" name="楕円 180">
                <a:extLst>
                  <a:ext uri="{FF2B5EF4-FFF2-40B4-BE49-F238E27FC236}">
                    <a16:creationId xmlns:a16="http://schemas.microsoft.com/office/drawing/2014/main" id="{5806B228-C267-0CE7-E3F2-2E1739FF50CB}"/>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2" name="楕円 181">
                <a:extLst>
                  <a:ext uri="{FF2B5EF4-FFF2-40B4-BE49-F238E27FC236}">
                    <a16:creationId xmlns:a16="http://schemas.microsoft.com/office/drawing/2014/main" id="{EB1DFAA3-B477-8FB3-B1E9-F2626513708E}"/>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3" name="楕円 182">
                <a:extLst>
                  <a:ext uri="{FF2B5EF4-FFF2-40B4-BE49-F238E27FC236}">
                    <a16:creationId xmlns:a16="http://schemas.microsoft.com/office/drawing/2014/main" id="{491BAA19-9E9C-0849-9A79-58834E06E78A}"/>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sp>
        <p:nvSpPr>
          <p:cNvPr id="186" name="テキスト ボックス 185">
            <a:extLst>
              <a:ext uri="{FF2B5EF4-FFF2-40B4-BE49-F238E27FC236}">
                <a16:creationId xmlns:a16="http://schemas.microsoft.com/office/drawing/2014/main" id="{66CB2E41-45F1-AAB5-29E8-DA35AD463B35}"/>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87" name="テキスト ボックス 186">
            <a:extLst>
              <a:ext uri="{FF2B5EF4-FFF2-40B4-BE49-F238E27FC236}">
                <a16:creationId xmlns:a16="http://schemas.microsoft.com/office/drawing/2014/main" id="{DC312D80-7FFD-6D04-94DC-CC67C38E9ECA}"/>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8" name="グループ化 187">
            <a:extLst>
              <a:ext uri="{FF2B5EF4-FFF2-40B4-BE49-F238E27FC236}">
                <a16:creationId xmlns:a16="http://schemas.microsoft.com/office/drawing/2014/main" id="{00F81E5C-08D1-A44E-6E8E-74DA29750D06}"/>
              </a:ext>
            </a:extLst>
          </p:cNvPr>
          <p:cNvGrpSpPr/>
          <p:nvPr/>
        </p:nvGrpSpPr>
        <p:grpSpPr>
          <a:xfrm>
            <a:off x="1310523" y="282304"/>
            <a:ext cx="3681355" cy="387045"/>
            <a:chOff x="1719571" y="274515"/>
            <a:chExt cx="4262430" cy="338877"/>
          </a:xfrm>
        </p:grpSpPr>
        <p:grpSp>
          <p:nvGrpSpPr>
            <p:cNvPr id="189" name="グループ化 188">
              <a:extLst>
                <a:ext uri="{FF2B5EF4-FFF2-40B4-BE49-F238E27FC236}">
                  <a16:creationId xmlns:a16="http://schemas.microsoft.com/office/drawing/2014/main" id="{A561BC5B-9443-21C7-6B7E-3814CB0A35B5}"/>
                </a:ext>
              </a:extLst>
            </p:cNvPr>
            <p:cNvGrpSpPr/>
            <p:nvPr/>
          </p:nvGrpSpPr>
          <p:grpSpPr>
            <a:xfrm>
              <a:off x="1719571" y="274517"/>
              <a:ext cx="3092165" cy="338875"/>
              <a:chOff x="1719571" y="215382"/>
              <a:chExt cx="3888059" cy="426098"/>
            </a:xfrm>
          </p:grpSpPr>
          <p:sp>
            <p:nvSpPr>
              <p:cNvPr id="192" name="平行四辺形 191">
                <a:extLst>
                  <a:ext uri="{FF2B5EF4-FFF2-40B4-BE49-F238E27FC236}">
                    <a16:creationId xmlns:a16="http://schemas.microsoft.com/office/drawing/2014/main" id="{27E7E854-D44A-269C-B6E8-A811CD22211E}"/>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平行四辺形 192">
                <a:extLst>
                  <a:ext uri="{FF2B5EF4-FFF2-40B4-BE49-F238E27FC236}">
                    <a16:creationId xmlns:a16="http://schemas.microsoft.com/office/drawing/2014/main" id="{8FFA20CA-F724-D64A-5BEA-5906B4F21D9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4" name="平行四辺形 193">
                <a:extLst>
                  <a:ext uri="{FF2B5EF4-FFF2-40B4-BE49-F238E27FC236}">
                    <a16:creationId xmlns:a16="http://schemas.microsoft.com/office/drawing/2014/main" id="{A99B9C1F-F766-F557-3321-D86C2859869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5" name="平行四辺形 194">
                <a:extLst>
                  <a:ext uri="{FF2B5EF4-FFF2-40B4-BE49-F238E27FC236}">
                    <a16:creationId xmlns:a16="http://schemas.microsoft.com/office/drawing/2014/main" id="{B882B0D8-8040-EFB8-E533-9F9265769F46}"/>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6" name="平行四辺形 195">
                <a:extLst>
                  <a:ext uri="{FF2B5EF4-FFF2-40B4-BE49-F238E27FC236}">
                    <a16:creationId xmlns:a16="http://schemas.microsoft.com/office/drawing/2014/main" id="{D20AE1C7-CD73-7E2B-7311-8BE76B81D90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0" name="平行四辺形 189">
              <a:extLst>
                <a:ext uri="{FF2B5EF4-FFF2-40B4-BE49-F238E27FC236}">
                  <a16:creationId xmlns:a16="http://schemas.microsoft.com/office/drawing/2014/main" id="{0071DD04-4E4A-0AB1-F4AA-6E63533C7147}"/>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1" name="平行四辺形 190">
              <a:extLst>
                <a:ext uri="{FF2B5EF4-FFF2-40B4-BE49-F238E27FC236}">
                  <a16:creationId xmlns:a16="http://schemas.microsoft.com/office/drawing/2014/main" id="{3F9BA913-7F7E-B684-D101-6E4E68078019}"/>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97" name="矢印: 五方向 196">
            <a:extLst>
              <a:ext uri="{FF2B5EF4-FFF2-40B4-BE49-F238E27FC236}">
                <a16:creationId xmlns:a16="http://schemas.microsoft.com/office/drawing/2014/main" id="{BB25D9D7-3EFC-7B74-0202-65B452B38E08}"/>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2114979927"/>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9144D-026E-7D33-47E7-23B6C6E7B7BC}"/>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0CA6373C-AB48-672E-42D5-2BE9517E3EBA}"/>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7" name="直線コネクタ 76">
            <a:extLst>
              <a:ext uri="{FF2B5EF4-FFF2-40B4-BE49-F238E27FC236}">
                <a16:creationId xmlns:a16="http://schemas.microsoft.com/office/drawing/2014/main" id="{D6013B6F-E880-AA74-06CE-4D1C500EC9F5}"/>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52264197-ADBE-0146-9898-F4B83FC7F56D}"/>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4991834A-1CAA-0A63-C34E-5D60F9FD904A}"/>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FE22A472-32EC-73BF-2EE4-7E0C4730EEE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94FC88A5-D3E9-B9F6-102A-5B30014350B5}"/>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2F51A033-30D8-D70C-5546-0CAD00BF124E}"/>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5" name="楕円 44">
            <a:extLst>
              <a:ext uri="{FF2B5EF4-FFF2-40B4-BE49-F238E27FC236}">
                <a16:creationId xmlns:a16="http://schemas.microsoft.com/office/drawing/2014/main" id="{3BC50BAE-F4B4-E9D6-B900-6F8A834E2D45}"/>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16142CB4-2CB6-6B22-CAB5-A5BFA843EB24}"/>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193C7F77-B5B1-AD39-7933-D3E82A2907C7}"/>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D397E647-E74D-DE23-C204-4EA5CE2E6A19}"/>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E2B78B6-B968-6703-7AB1-1D6DF330782B}"/>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F87DB54D-79BA-05B0-95DD-7A3AA7E223DC}"/>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AFC6FC4E-A333-9737-EE0A-E2FD3E9DC428}"/>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527AC8E2-ACC1-6F14-4C31-48D174336982}"/>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F878BEF9-0955-86B9-F840-603C63B04002}"/>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E9B46155-F156-9510-425C-BC4B285B1A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A29F4941-688E-AD47-D17A-06AD96C5E7B5}"/>
              </a:ext>
            </a:extLst>
          </p:cNvPr>
          <p:cNvSpPr/>
          <p:nvPr/>
        </p:nvSpPr>
        <p:spPr>
          <a:xfrm>
            <a:off x="6081503" y="2417628"/>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9" name="四角形: 角を丸くする 48">
            <a:extLst>
              <a:ext uri="{FF2B5EF4-FFF2-40B4-BE49-F238E27FC236}">
                <a16:creationId xmlns:a16="http://schemas.microsoft.com/office/drawing/2014/main" id="{17C53748-833D-0679-BAE5-86530A773BCE}"/>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イベント開始</a:t>
            </a:r>
          </a:p>
        </p:txBody>
      </p:sp>
      <p:sp>
        <p:nvSpPr>
          <p:cNvPr id="16" name="四角形: 角を丸くする 15">
            <a:extLst>
              <a:ext uri="{FF2B5EF4-FFF2-40B4-BE49-F238E27FC236}">
                <a16:creationId xmlns:a16="http://schemas.microsoft.com/office/drawing/2014/main" id="{60D812B4-1E49-9969-D05B-EB8FFC55AC89}"/>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5" name="グループ化 54">
            <a:extLst>
              <a:ext uri="{FF2B5EF4-FFF2-40B4-BE49-F238E27FC236}">
                <a16:creationId xmlns:a16="http://schemas.microsoft.com/office/drawing/2014/main" id="{B365D5D3-56CE-7077-4A4B-3036A49612C9}"/>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982D9099-1433-5F50-9232-A9772EDAF21F}"/>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059DD2FB-10F8-7251-00CE-58D5E246AA4D}"/>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60" name="楕円 59">
            <a:extLst>
              <a:ext uri="{FF2B5EF4-FFF2-40B4-BE49-F238E27FC236}">
                <a16:creationId xmlns:a16="http://schemas.microsoft.com/office/drawing/2014/main" id="{862896E5-AB81-C507-C7C6-05470C5E9AEE}"/>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51" name="矢印: 山形 50">
            <a:extLst>
              <a:ext uri="{FF2B5EF4-FFF2-40B4-BE49-F238E27FC236}">
                <a16:creationId xmlns:a16="http://schemas.microsoft.com/office/drawing/2014/main" id="{010B3773-16F8-CC65-C86E-C38409E6CA92}"/>
              </a:ext>
            </a:extLst>
          </p:cNvPr>
          <p:cNvSpPr/>
          <p:nvPr/>
        </p:nvSpPr>
        <p:spPr>
          <a:xfrm flipH="1">
            <a:off x="598090" y="2416429"/>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66" name="テキスト ボックス 65">
            <a:extLst>
              <a:ext uri="{FF2B5EF4-FFF2-40B4-BE49-F238E27FC236}">
                <a16:creationId xmlns:a16="http://schemas.microsoft.com/office/drawing/2014/main" id="{16E94E21-9B6A-72A6-EFFE-402C7BE2E4BC}"/>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28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86D07955-5948-FA80-2C7F-C5B93D0C47CD}"/>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7" name="四角形: 角を丸くする 36">
            <a:extLst>
              <a:ext uri="{FF2B5EF4-FFF2-40B4-BE49-F238E27FC236}">
                <a16:creationId xmlns:a16="http://schemas.microsoft.com/office/drawing/2014/main" id="{5147B7BC-A306-22FA-F28D-178EF39E9B9A}"/>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62" name="図 61">
            <a:extLst>
              <a:ext uri="{FF2B5EF4-FFF2-40B4-BE49-F238E27FC236}">
                <a16:creationId xmlns:a16="http://schemas.microsoft.com/office/drawing/2014/main" id="{CC9A91C0-A984-E00D-0780-21F31E0C6B45}"/>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CE206EFB-61F2-3770-C6D8-0BFA636037BB}"/>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C2EE0087-F3F8-DD57-B922-3DE3E95509F7}"/>
              </a:ext>
            </a:extLst>
          </p:cNvPr>
          <p:cNvCxnSpPr>
            <a:cxnSpLocks/>
          </p:cNvCxnSpPr>
          <p:nvPr/>
        </p:nvCxnSpPr>
        <p:spPr>
          <a:xfrm flipV="1">
            <a:off x="1794290"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58" name="四角形: 角を丸くする 57">
            <a:extLst>
              <a:ext uri="{FF2B5EF4-FFF2-40B4-BE49-F238E27FC236}">
                <a16:creationId xmlns:a16="http://schemas.microsoft.com/office/drawing/2014/main" id="{4BFCF975-9D09-441B-3EF9-ED2A61B731C1}"/>
              </a:ext>
            </a:extLst>
          </p:cNvPr>
          <p:cNvSpPr/>
          <p:nvPr/>
        </p:nvSpPr>
        <p:spPr>
          <a:xfrm>
            <a:off x="194581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5" name="四角形: 角を丸くする 64">
            <a:extLst>
              <a:ext uri="{FF2B5EF4-FFF2-40B4-BE49-F238E27FC236}">
                <a16:creationId xmlns:a16="http://schemas.microsoft.com/office/drawing/2014/main" id="{5CE708B8-496E-706A-9B19-ACD4C8C77E14}"/>
              </a:ext>
            </a:extLst>
          </p:cNvPr>
          <p:cNvSpPr/>
          <p:nvPr/>
        </p:nvSpPr>
        <p:spPr>
          <a:xfrm>
            <a:off x="2486995"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7" name="四角形: 角を丸くする 66">
            <a:extLst>
              <a:ext uri="{FF2B5EF4-FFF2-40B4-BE49-F238E27FC236}">
                <a16:creationId xmlns:a16="http://schemas.microsoft.com/office/drawing/2014/main" id="{EBB30CE7-E9C2-D0EB-F2FD-B4B2E9B1559E}"/>
              </a:ext>
            </a:extLst>
          </p:cNvPr>
          <p:cNvSpPr/>
          <p:nvPr/>
        </p:nvSpPr>
        <p:spPr>
          <a:xfrm>
            <a:off x="302817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8" name="四角形: 角を丸くする 67">
            <a:extLst>
              <a:ext uri="{FF2B5EF4-FFF2-40B4-BE49-F238E27FC236}">
                <a16:creationId xmlns:a16="http://schemas.microsoft.com/office/drawing/2014/main" id="{2B3E4EFA-FECA-E944-50F7-977847E2EB89}"/>
              </a:ext>
            </a:extLst>
          </p:cNvPr>
          <p:cNvSpPr/>
          <p:nvPr/>
        </p:nvSpPr>
        <p:spPr>
          <a:xfrm>
            <a:off x="3569349"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9" name="四角形: 角を丸くする 68">
            <a:extLst>
              <a:ext uri="{FF2B5EF4-FFF2-40B4-BE49-F238E27FC236}">
                <a16:creationId xmlns:a16="http://schemas.microsoft.com/office/drawing/2014/main" id="{FACFE944-9F29-C654-B34C-CA53D681EBBA}"/>
              </a:ext>
            </a:extLst>
          </p:cNvPr>
          <p:cNvSpPr/>
          <p:nvPr/>
        </p:nvSpPr>
        <p:spPr>
          <a:xfrm>
            <a:off x="4110526"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0" name="四角形: 角を丸くする 69">
            <a:extLst>
              <a:ext uri="{FF2B5EF4-FFF2-40B4-BE49-F238E27FC236}">
                <a16:creationId xmlns:a16="http://schemas.microsoft.com/office/drawing/2014/main" id="{C6CC82B7-BE7D-5A9D-CDB1-9338F16DF696}"/>
              </a:ext>
            </a:extLst>
          </p:cNvPr>
          <p:cNvSpPr/>
          <p:nvPr/>
        </p:nvSpPr>
        <p:spPr>
          <a:xfrm>
            <a:off x="4651703"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1" name="四角形: 角を丸くする 70">
            <a:extLst>
              <a:ext uri="{FF2B5EF4-FFF2-40B4-BE49-F238E27FC236}">
                <a16:creationId xmlns:a16="http://schemas.microsoft.com/office/drawing/2014/main" id="{3CC830CE-FC3B-1349-96D2-81D015DF4B1C}"/>
              </a:ext>
            </a:extLst>
          </p:cNvPr>
          <p:cNvSpPr/>
          <p:nvPr/>
        </p:nvSpPr>
        <p:spPr>
          <a:xfrm>
            <a:off x="519287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73" name="図 72">
            <a:extLst>
              <a:ext uri="{FF2B5EF4-FFF2-40B4-BE49-F238E27FC236}">
                <a16:creationId xmlns:a16="http://schemas.microsoft.com/office/drawing/2014/main" id="{3C68150F-4ED4-8DE3-B0B1-83771F14F51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67E0150E-C507-6AD3-F759-60E572EA6653}"/>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東雲が話しかけてきた</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9BC3CCF5-8A21-EC48-B095-DE6263F12AED}"/>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6" name="テキスト ボックス 75">
            <a:extLst>
              <a:ext uri="{FF2B5EF4-FFF2-40B4-BE49-F238E27FC236}">
                <a16:creationId xmlns:a16="http://schemas.microsoft.com/office/drawing/2014/main" id="{9DE5B403-053F-E109-48E3-67105FE85870}"/>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endParaRPr>
          </a:p>
        </p:txBody>
      </p:sp>
      <p:sp>
        <p:nvSpPr>
          <p:cNvPr id="80" name="テキスト ボックス 79">
            <a:extLst>
              <a:ext uri="{FF2B5EF4-FFF2-40B4-BE49-F238E27FC236}">
                <a16:creationId xmlns:a16="http://schemas.microsoft.com/office/drawing/2014/main" id="{54CF1670-3AAD-4592-A2B8-51A51003A104}"/>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pic>
        <p:nvPicPr>
          <p:cNvPr id="82" name="図 81">
            <a:extLst>
              <a:ext uri="{FF2B5EF4-FFF2-40B4-BE49-F238E27FC236}">
                <a16:creationId xmlns:a16="http://schemas.microsoft.com/office/drawing/2014/main" id="{F9975CCB-3672-3238-EECE-3F22694AF5A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812122" y="350742"/>
            <a:ext cx="410695" cy="400110"/>
          </a:xfrm>
          <a:prstGeom prst="rect">
            <a:avLst/>
          </a:prstGeom>
        </p:spPr>
      </p:pic>
      <p:sp>
        <p:nvSpPr>
          <p:cNvPr id="92" name="テキスト ボックス 91">
            <a:extLst>
              <a:ext uri="{FF2B5EF4-FFF2-40B4-BE49-F238E27FC236}">
                <a16:creationId xmlns:a16="http://schemas.microsoft.com/office/drawing/2014/main" id="{787199DD-DD6A-F0FD-2BBB-DF8DAEC45228}"/>
              </a:ext>
            </a:extLst>
          </p:cNvPr>
          <p:cNvSpPr txBox="1"/>
          <p:nvPr/>
        </p:nvSpPr>
        <p:spPr>
          <a:xfrm>
            <a:off x="545213" y="6186869"/>
            <a:ext cx="562032" cy="276999"/>
          </a:xfrm>
          <a:prstGeom prst="rect">
            <a:avLst/>
          </a:prstGeom>
          <a:noFill/>
        </p:spPr>
        <p:txBody>
          <a:bodyPr wrap="square">
            <a:spAutoFit/>
          </a:bodyPr>
          <a:lstStyle/>
          <a:p>
            <a:pPr algn="ctr"/>
            <a:r>
              <a:rPr kumimoji="1" lang="en-US" altLang="ja-JP" sz="1050" b="1" dirty="0">
                <a:ln w="3175">
                  <a:noFill/>
                </a:ln>
                <a:latin typeface="BIZ UDP明朝 Medium" panose="02020500000000000000" pitchFamily="18" charset="-128"/>
                <a:ea typeface="BIZ UDP明朝 Medium" panose="02020500000000000000" pitchFamily="18" charset="-128"/>
              </a:rPr>
              <a:t>×</a:t>
            </a:r>
            <a:r>
              <a:rPr kumimoji="1" lang="en-US" altLang="ja-JP" sz="1200" b="1" dirty="0">
                <a:ln w="3175">
                  <a:noFill/>
                </a:ln>
                <a:latin typeface="BIZ UDP明朝 Medium" panose="02020500000000000000" pitchFamily="18" charset="-128"/>
                <a:ea typeface="BIZ UDP明朝 Medium" panose="02020500000000000000" pitchFamily="18" charset="-128"/>
              </a:rPr>
              <a:t>00</a:t>
            </a:r>
            <a:endParaRPr kumimoji="1" lang="ja-JP" altLang="en-US" sz="1200" b="1" dirty="0">
              <a:ln w="3175">
                <a:noFill/>
              </a:ln>
              <a:latin typeface="BIZ UDP明朝 Medium" panose="02020500000000000000" pitchFamily="18" charset="-128"/>
              <a:ea typeface="BIZ UDP明朝 Medium" panose="02020500000000000000" pitchFamily="18" charset="-128"/>
            </a:endParaRPr>
          </a:p>
        </p:txBody>
      </p:sp>
      <p:sp>
        <p:nvSpPr>
          <p:cNvPr id="96" name="テキスト ボックス 95">
            <a:extLst>
              <a:ext uri="{FF2B5EF4-FFF2-40B4-BE49-F238E27FC236}">
                <a16:creationId xmlns:a16="http://schemas.microsoft.com/office/drawing/2014/main" id="{E86B79B9-24A8-4CC0-BC82-8AB9D8C0C525}"/>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BIZ UDP明朝 Medium" panose="02020500000000000000" pitchFamily="18" charset="-128"/>
                <a:ea typeface="BIZ UDP明朝 Medium" panose="02020500000000000000" pitchFamily="18" charset="-128"/>
              </a:rPr>
              <a:t>×</a:t>
            </a:r>
            <a:r>
              <a:rPr kumimoji="1" lang="en-US" altLang="ja-JP" sz="1200" b="1" dirty="0">
                <a:ln w="3175">
                  <a:noFill/>
                </a:ln>
                <a:latin typeface="BIZ UDP明朝 Medium" panose="02020500000000000000" pitchFamily="18" charset="-128"/>
                <a:ea typeface="BIZ UDP明朝 Medium" panose="02020500000000000000" pitchFamily="18" charset="-128"/>
              </a:rPr>
              <a:t>00</a:t>
            </a:r>
            <a:endParaRPr kumimoji="1" lang="ja-JP" altLang="en-US" sz="1200" b="1" dirty="0">
              <a:ln w="3175">
                <a:noFill/>
              </a:ln>
              <a:latin typeface="BIZ UDP明朝 Medium" panose="02020500000000000000" pitchFamily="18" charset="-128"/>
              <a:ea typeface="BIZ UDP明朝 Medium" panose="02020500000000000000" pitchFamily="18" charset="-128"/>
            </a:endParaRPr>
          </a:p>
        </p:txBody>
      </p:sp>
      <p:grpSp>
        <p:nvGrpSpPr>
          <p:cNvPr id="5" name="グループ化 4">
            <a:extLst>
              <a:ext uri="{FF2B5EF4-FFF2-40B4-BE49-F238E27FC236}">
                <a16:creationId xmlns:a16="http://schemas.microsoft.com/office/drawing/2014/main" id="{84990440-5738-D1DB-EC81-84C013014555}"/>
              </a:ext>
            </a:extLst>
          </p:cNvPr>
          <p:cNvGrpSpPr/>
          <p:nvPr/>
        </p:nvGrpSpPr>
        <p:grpSpPr>
          <a:xfrm>
            <a:off x="601603" y="5718857"/>
            <a:ext cx="449656" cy="456234"/>
            <a:chOff x="526955" y="5853203"/>
            <a:chExt cx="339583" cy="344551"/>
          </a:xfrm>
        </p:grpSpPr>
        <p:sp>
          <p:nvSpPr>
            <p:cNvPr id="83" name="四角形: 角を丸くする 82">
              <a:extLst>
                <a:ext uri="{FF2B5EF4-FFF2-40B4-BE49-F238E27FC236}">
                  <a16:creationId xmlns:a16="http://schemas.microsoft.com/office/drawing/2014/main" id="{9135F873-E6E2-350E-083D-0A018CADCB10}"/>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矢印: 下 3">
              <a:extLst>
                <a:ext uri="{FF2B5EF4-FFF2-40B4-BE49-F238E27FC236}">
                  <a16:creationId xmlns:a16="http://schemas.microsoft.com/office/drawing/2014/main" id="{EE56113C-E92A-E4D4-5C18-7B0E1C86AD61}"/>
                </a:ext>
              </a:extLst>
            </p:cNvPr>
            <p:cNvSpPr/>
            <p:nvPr/>
          </p:nvSpPr>
          <p:spPr>
            <a:xfrm>
              <a:off x="611564" y="5914083"/>
              <a:ext cx="170364" cy="222791"/>
            </a:xfrm>
            <a:prstGeom prst="downArrow">
              <a:avLst/>
            </a:prstGeom>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6D43B6D4-811D-4E2B-3A22-0B991D884434}"/>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A93AB7CA-4AB8-7C89-099A-91D6A4477ECA}"/>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矢印: 下 8">
              <a:extLst>
                <a:ext uri="{FF2B5EF4-FFF2-40B4-BE49-F238E27FC236}">
                  <a16:creationId xmlns:a16="http://schemas.microsoft.com/office/drawing/2014/main" id="{CFA71E24-5482-FFF8-686C-3010A9FD209F}"/>
                </a:ext>
              </a:extLst>
            </p:cNvPr>
            <p:cNvSpPr/>
            <p:nvPr/>
          </p:nvSpPr>
          <p:spPr>
            <a:xfrm>
              <a:off x="611564" y="5914083"/>
              <a:ext cx="170364" cy="222791"/>
            </a:xfrm>
            <a:prstGeom prst="downArrow">
              <a:avLst/>
            </a:prstGeom>
            <a:solidFill>
              <a:schemeClr val="accent5"/>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504485683"/>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5B593-9E1E-66CC-058B-41A796C1BC5F}"/>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0401BE01-F149-186D-99CE-E2B8D8E7065A}"/>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E11E4510-D417-36AF-E2DE-EE82E3644833}"/>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B411020B-CCD3-ED4D-1215-5192A8512BDC}"/>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F4292392-7433-9C7C-F493-5DBCE2CACBBC}"/>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373915FF-17C4-0F80-A61E-71B775F250A4}"/>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220F562D-49ED-FE90-895F-34E6612D4983}"/>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2F0BB9C7-092A-1CF2-4D15-E2A9F1E093AC}"/>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31DE1600-AF3C-D1BD-01CA-073E6D7BF5E0}"/>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B85B77F2-7963-8EF5-406D-D7A85DEBAFEB}"/>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6D269D1A-E9FA-B8EC-0D47-347C53CD8A3B}"/>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4BF7E553-91F0-2632-18FC-15338651C29A}"/>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275C967E-77AE-5D15-48D0-3ECA955BFEB9}"/>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08411CDD-5758-16F2-ACE9-FF86D46622F5}"/>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6D47C0AB-EAEF-9128-4204-CC595A3EB005}"/>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13F0AC13-AFEC-4430-498E-8268BB817C15}"/>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38BE7CF1-452C-6548-409F-B8416EB7ACBF}"/>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D23FAD36-1990-BBB6-C45C-6CDB7261A0BA}"/>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784AF816-7602-99EC-91A8-83C2818E05E1}"/>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29F5E262-0798-8E73-0BF9-76FE35C9EAC0}"/>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6AF27454-C1AE-5612-1269-D3C5DB052287}"/>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94BB6986-3EC3-D06E-96C6-0764DF489D9C}"/>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4633A8BB-3E26-E66D-B78B-F961D38D6434}"/>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51198AFE-CAFA-8087-5E73-83DDA3685DB2}"/>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E39F6AC-8BF7-4725-1AEC-A9C5707F044F}"/>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0AAC181-C548-6985-4B79-BB8BF08D283B}"/>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9A56222-026E-20BA-EE51-E6FA06EC06D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D9B23E3-2FC0-16A0-1C26-2D9DFE5500A4}"/>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16AEC79C-5BDC-FA76-2938-375716A82BD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4E9A37F6-56D2-FB06-E705-E43FE7B7F0A4}"/>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A9B4B106-7F73-D9E7-1586-8DB945DC244F}"/>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89CA0039-4948-F245-2FD8-BBB03EDAF29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21DDB65C-960D-7E5D-2820-75F341EC9B7F}"/>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A81CBB1-9299-53DB-697C-8726FE41875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0B3B20D6-0294-02C1-40F2-6B4EE1B6EB6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9217E31-28D1-279E-F3B2-E413BAEF792A}"/>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5FAE295D-4E69-4521-1AAB-BA5B6BFE006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3FF95A71-8453-17D6-00A6-4C46340F03B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52C04F5E-7B76-A0DA-93D8-CB061F276922}"/>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F03DF46F-EAB0-9032-2795-2EA809A2F0D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46433AE3-5827-F1ED-450A-6DCDBCE431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68BDE666-7F83-8D7D-2FA4-5B7EBEFBF3C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EFD08EA1-9FB7-DD89-3C0B-9C375A37F05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B3F19684-D08E-AF9D-230C-3DF1BED3363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02772D3C-5EE8-8A35-50CA-0A5C9217063D}"/>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432CA47-4612-0AD6-BD03-B0D91A89E6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C3CD2E18-9BDC-7470-C3B7-FCB7D467BAC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08A311B0-87B4-E0A3-401B-8257FDB2FF9B}"/>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39F96111-8F55-B679-E26D-4D0E0FC7B5F8}"/>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17E959CC-E66C-91F4-C21F-8ABC543C92AC}"/>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E3BC061C-0378-E519-F792-E8A28BA48EF8}"/>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F138792-05FA-B002-42EF-62E0418DFC4F}"/>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CBE9A1B-CFA3-9B2A-7C0C-00C9B84FF8C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AA3DF6C7-3393-A4C5-AC94-20337D23D23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CB4BD7B9-73D9-AC1E-4454-029A49F34488}"/>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8435F4D3-38A3-CAAB-96C1-2DD6A1D4F178}"/>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1CD10083-D00D-1D9D-B995-DACBA2E532B3}"/>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B778761F-B0AE-AD2C-9958-D3F9717A979A}"/>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FA0AE9A-513A-0A41-6386-403B073B2BF2}"/>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863F3F7-826B-EB5B-47D4-7621076C5B6F}"/>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5226BD2B-3914-C2EF-5117-CED24766C636}"/>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D63809CB-3BD2-2A30-F43E-4667C845AC21}"/>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24A164F-AD25-D1D2-67A7-FE3462718B5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C30C28BF-449A-BB77-1BDD-EA8A3B763BE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53B23A12-1023-F1F6-C3FE-5EA66652335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443976B4-6F43-F724-4107-F7918135E278}"/>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8CEF8A18-6529-3323-20E3-17EDD46B3E37}"/>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441F928C-76C6-D019-77E3-E8D698DAF0AB}"/>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2779322E-3499-2EF7-D68F-76237DDC184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92D42291-ABB9-BD84-9E77-D5103D3962F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313309C-C94F-4B4A-A514-A888B0F12E3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6905254F-B9C9-BDF3-2F47-A04F727498D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818177C5-8DA1-23A8-CB39-5C6BBAF11BD3}"/>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D4635E01-D7C6-1EA2-F1BC-ADF2E47CFD03}"/>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9D55383-D2B0-F9CC-FB56-5BC14C607BA3}"/>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D6A77BC-7DED-DC35-CCEF-12FCCE9875A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42F6FDD-2CAA-C7C9-3A7E-462AD6499F6A}"/>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9E89E697-16A8-E29C-522B-E53829199C52}"/>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09C7BCA2-E5F8-6359-E7DE-5654D2B5F324}"/>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F4379288-01E4-9BBF-FCAB-F0ABA6C1F4E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7D1051ED-F6F4-D50B-E4BE-CD7FA64E3B4D}"/>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0C616D89-23E2-9BA7-ACFC-C43304826AE8}"/>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ADC583A8-7C81-371B-9060-399AD5177FB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78FF07F-CE5E-3918-CA61-184E32AEF1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5CBC32D-E507-33BB-9FD0-0AF3306FFC6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04B7991B-E3A2-F23E-EF10-E7D0C6B588F8}"/>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6FBE501A-2B3D-09E9-1899-80CC76ED0B0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013B0BFA-91BF-8ACA-9997-AE70927F5207}"/>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AB3BE16-FE6D-448A-E730-70C2F9DDFE78}"/>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C162EDC2-1217-6D68-1028-36C1E294201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8CBA662-A839-AD7F-1A9F-AB50F5A45A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FBC8F4A6-85DD-FEE2-EDC7-9133DDE9C35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AC368013-71A4-861D-5103-A084904CB6F5}"/>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BFA6FE66-48D6-CCC1-4584-912FF9A78C1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9BCFC966-0F33-AAC7-AE39-C6EB740A0410}"/>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6F80A93B-3FD8-278D-C6F3-16637D2FAE83}"/>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A2ABEF0B-75B2-0366-04D5-C55C10DEA5D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68F1D290-3AA3-4339-CE02-C4FBDE0AAE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0338408-F739-0345-DB4D-F127F182AE2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DC93C34-AC88-6A89-8654-E4A86DA7D4F3}"/>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33880990-7142-2CC6-A10C-A24F3B4FFD1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6B8AD8AC-9BD3-EC84-322F-5383E7FD66C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8640EC41-9166-E09E-79EF-00887113565A}"/>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1C9EC5B-30E3-BD67-7581-55917A7DC8F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5B4A3366-CAF1-A1A5-C8A1-64E9F2B648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630B33E1-F670-8B51-E64D-AD9FD14B2F6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5E1D2019-88CF-D5CC-91DC-818558CEE2CF}"/>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269F1AEB-B10F-C892-D2A7-08CDCB75690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C965CDB7-E03F-9835-2082-54576E327F45}"/>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B682BB02-54C2-C321-FB8E-26ABC28B17F7}"/>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B3D6090-FE0C-8998-0F55-992E0FA4B2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23856C3C-4324-2216-EA1D-3BD366DBE4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88244E8E-2EFD-1E0A-F5E7-F77F1C1C9B6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3CC7379D-546B-7100-C6AB-0ABB55E5E5E3}"/>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A1AC7D98-14A0-9793-FB01-892803870F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E1F38743-3CC2-4870-F096-455EF67B3CE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6F51BA0E-6947-511B-F7EA-08A81098E146}"/>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012E9F28-CD85-D22A-D63A-6948B30F215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1EC6B973-21AD-7E90-942A-7D25C889A0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6C330675-F95F-4A67-E50C-0550E7C2C22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33BEB30-FAA3-B823-FDB2-B06C9EC69783}"/>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35574671-588C-79F1-6C94-F238F2B3891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51F5A738-F169-BEF1-3946-C0155BC2B0C8}"/>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D6CFD4E1-B0BD-D11F-6B9E-4DB4CFC56A4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CF5E2C9-33C8-065F-2E95-51A8C2B390F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A30BAED2-C8A1-BC01-CAE7-3138323473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228C0F0-BE2A-1F98-B7F7-D09FD19AEFB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9CD9A3D9-AE8B-439F-6768-5873A97114CC}"/>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984F93E4-352B-6044-EECB-023AFB9EB50D}"/>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C972ECFC-D524-D621-D166-16B4402084D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E041CD56-0232-FBA4-B9C3-3A426C5608A0}"/>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957F0CD5-E469-E6CE-8B5B-81BEDC50BB5B}"/>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1949850-5351-74FE-60EE-44295AFBE0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2FB1D9F5-B1C1-B83E-985C-8FEC5F47C95A}"/>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5B981826-8406-D00F-2564-F67B8A0319FD}"/>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8EDE9AB7-D53B-4328-0529-9DF5BAD7600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CC2FD909-628C-B102-205D-C1663C2DE87E}"/>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B66AC02C-2AE1-B0BB-A298-73E04562A4F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CB9B17AA-2F1A-EAE8-9858-28109F9E8E4C}"/>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C0108138-D146-239E-B74E-EED3160C4EC6}"/>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9F905336-22A4-E12E-C67F-89309E621CE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032142AE-BF49-78CF-D0DB-37D6B007ACD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06B72411-0A64-002D-8C35-F2951692242D}"/>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9DA24595-733E-6FE6-3EBA-839B91E259B3}"/>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F9CDF844-E134-FB19-143B-1670E0FC406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10341E89-9439-5E5A-59AB-75643E63AABD}"/>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2C02363A-154C-EF94-A65E-DD58ED4AA11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B47D5E43-E1A9-4D04-358B-85E344BCBB4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327FD2FE-CA10-5593-D0C6-147DABEBA725}"/>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A96AA576-1171-28AB-97CB-317D571ACEE5}"/>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30FC8B93-56C6-408A-427A-16B2DCABEF56}"/>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256AEFD-B582-0A90-18D9-6B5DE9CD9D5F}"/>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D84D5B6E-50D6-75D6-8AE9-CAAD35F40F25}"/>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B7AC421B-2A4A-A0DE-4D2B-D1477231DDC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030176DD-C5AB-84A5-CF29-306E70FF56C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C94DBC84-3F12-A602-1396-F9896208A04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3DA308CB-A44F-655E-5E2E-AF08B641823C}"/>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F391D1F3-3F8D-A06C-2269-98699D079086}"/>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DDDB9E2E-AACA-0B5E-54BE-D842AA1CE1F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C12C257F-545A-E804-06A7-99324A9EAF23}"/>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9AC99BA2-4B77-F654-A12E-55F490BA3647}"/>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62ECB59D-8581-8900-9CA3-B75975B0437C}"/>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9E1F3071-DE87-C159-82B9-1ADE64079BA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AB4B7333-1F8A-0578-8510-E45A98A23413}"/>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5B68AD17-701F-703F-ECEF-A75A7C0EA0C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3614B6B6-951D-E041-DF4B-79C017B17C0F}"/>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89B19A6F-890C-6098-6395-C9460607E88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643821A5-2072-C08C-D359-7F0F3F7C677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4" name="グループ化 3">
            <a:extLst>
              <a:ext uri="{FF2B5EF4-FFF2-40B4-BE49-F238E27FC236}">
                <a16:creationId xmlns:a16="http://schemas.microsoft.com/office/drawing/2014/main" id="{9279C65B-695C-7DF6-0256-63E399FC13C0}"/>
              </a:ext>
            </a:extLst>
          </p:cNvPr>
          <p:cNvGrpSpPr/>
          <p:nvPr/>
        </p:nvGrpSpPr>
        <p:grpSpPr>
          <a:xfrm>
            <a:off x="2209889" y="4943475"/>
            <a:ext cx="4022675" cy="999461"/>
            <a:chOff x="2209889" y="4943475"/>
            <a:chExt cx="4022675" cy="999461"/>
          </a:xfrm>
        </p:grpSpPr>
        <p:sp>
          <p:nvSpPr>
            <p:cNvPr id="21" name="四角形: 角を丸くする 20">
              <a:extLst>
                <a:ext uri="{FF2B5EF4-FFF2-40B4-BE49-F238E27FC236}">
                  <a16:creationId xmlns:a16="http://schemas.microsoft.com/office/drawing/2014/main" id="{6A19B587-E99D-1AF8-E084-3C78B554CEBE}"/>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710D98DF-A7FA-3D4B-E842-1FBAD276FD25}"/>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nvGrpSpPr>
            <p:cNvPr id="25" name="グループ化 24">
              <a:extLst>
                <a:ext uri="{FF2B5EF4-FFF2-40B4-BE49-F238E27FC236}">
                  <a16:creationId xmlns:a16="http://schemas.microsoft.com/office/drawing/2014/main" id="{CE8DA557-94F9-6510-C30F-026EFEBF209A}"/>
                </a:ext>
              </a:extLst>
            </p:cNvPr>
            <p:cNvGrpSpPr/>
            <p:nvPr/>
          </p:nvGrpSpPr>
          <p:grpSpPr>
            <a:xfrm>
              <a:off x="2341393" y="5040743"/>
              <a:ext cx="2015331" cy="684955"/>
              <a:chOff x="2341393" y="5180704"/>
              <a:chExt cx="2015331" cy="684955"/>
            </a:xfrm>
          </p:grpSpPr>
          <p:sp>
            <p:nvSpPr>
              <p:cNvPr id="32" name="テキスト ボックス 31">
                <a:extLst>
                  <a:ext uri="{FF2B5EF4-FFF2-40B4-BE49-F238E27FC236}">
                    <a16:creationId xmlns:a16="http://schemas.microsoft.com/office/drawing/2014/main" id="{6546C82F-D8B6-C7F9-96A8-E1C0F5BC305F}"/>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33" name="グループ化 32">
                <a:extLst>
                  <a:ext uri="{FF2B5EF4-FFF2-40B4-BE49-F238E27FC236}">
                    <a16:creationId xmlns:a16="http://schemas.microsoft.com/office/drawing/2014/main" id="{5F4DFD93-3BAD-D9C1-209C-7128CE1C88FA}"/>
                  </a:ext>
                </a:extLst>
              </p:cNvPr>
              <p:cNvGrpSpPr/>
              <p:nvPr/>
            </p:nvGrpSpPr>
            <p:grpSpPr>
              <a:xfrm>
                <a:off x="2453923" y="5679787"/>
                <a:ext cx="732508" cy="185872"/>
                <a:chOff x="2453923" y="5679787"/>
                <a:chExt cx="732508" cy="185872"/>
              </a:xfrm>
            </p:grpSpPr>
            <p:sp>
              <p:nvSpPr>
                <p:cNvPr id="43" name="楕円 42">
                  <a:extLst>
                    <a:ext uri="{FF2B5EF4-FFF2-40B4-BE49-F238E27FC236}">
                      <a16:creationId xmlns:a16="http://schemas.microsoft.com/office/drawing/2014/main" id="{BC259A5C-6843-2EFC-AD82-F73A52397E14}"/>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79" name="楕円 78">
                  <a:extLst>
                    <a:ext uri="{FF2B5EF4-FFF2-40B4-BE49-F238E27FC236}">
                      <a16:creationId xmlns:a16="http://schemas.microsoft.com/office/drawing/2014/main" id="{7C5B1EBE-9252-9846-A1EE-8707E4D40CA3}"/>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7" name="楕円 96">
                  <a:extLst>
                    <a:ext uri="{FF2B5EF4-FFF2-40B4-BE49-F238E27FC236}">
                      <a16:creationId xmlns:a16="http://schemas.microsoft.com/office/drawing/2014/main" id="{54F5EA72-9740-5D8E-A9DD-E8EE93A49236}"/>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grpSp>
      <p:grpSp>
        <p:nvGrpSpPr>
          <p:cNvPr id="99" name="グループ化 98">
            <a:extLst>
              <a:ext uri="{FF2B5EF4-FFF2-40B4-BE49-F238E27FC236}">
                <a16:creationId xmlns:a16="http://schemas.microsoft.com/office/drawing/2014/main" id="{D7FA65EE-B370-BDF9-3B8B-EDD80058E0D3}"/>
              </a:ext>
            </a:extLst>
          </p:cNvPr>
          <p:cNvGrpSpPr/>
          <p:nvPr/>
        </p:nvGrpSpPr>
        <p:grpSpPr>
          <a:xfrm>
            <a:off x="8962119" y="905845"/>
            <a:ext cx="2561811" cy="5035298"/>
            <a:chOff x="8962119" y="905845"/>
            <a:chExt cx="2561811" cy="5035298"/>
          </a:xfrm>
        </p:grpSpPr>
        <p:grpSp>
          <p:nvGrpSpPr>
            <p:cNvPr id="100" name="グループ化 99">
              <a:extLst>
                <a:ext uri="{FF2B5EF4-FFF2-40B4-BE49-F238E27FC236}">
                  <a16:creationId xmlns:a16="http://schemas.microsoft.com/office/drawing/2014/main" id="{18654C8C-5076-AE0F-3647-5B04B5D0DFD2}"/>
                </a:ext>
              </a:extLst>
            </p:cNvPr>
            <p:cNvGrpSpPr/>
            <p:nvPr/>
          </p:nvGrpSpPr>
          <p:grpSpPr>
            <a:xfrm>
              <a:off x="8962119" y="905845"/>
              <a:ext cx="2561811" cy="632926"/>
              <a:chOff x="8957885" y="4574183"/>
              <a:chExt cx="2561811" cy="632926"/>
            </a:xfrm>
          </p:grpSpPr>
          <p:sp>
            <p:nvSpPr>
              <p:cNvPr id="189" name="楕円 188">
                <a:extLst>
                  <a:ext uri="{FF2B5EF4-FFF2-40B4-BE49-F238E27FC236}">
                    <a16:creationId xmlns:a16="http://schemas.microsoft.com/office/drawing/2014/main" id="{334BFD47-27D7-EE06-A96B-741412101D6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0" name="四角形: 角を丸くする 189">
                <a:extLst>
                  <a:ext uri="{FF2B5EF4-FFF2-40B4-BE49-F238E27FC236}">
                    <a16:creationId xmlns:a16="http://schemas.microsoft.com/office/drawing/2014/main" id="{074F80A7-43BF-7824-30A2-663F69E5653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1" name="グループ化 190">
                <a:extLst>
                  <a:ext uri="{FF2B5EF4-FFF2-40B4-BE49-F238E27FC236}">
                    <a16:creationId xmlns:a16="http://schemas.microsoft.com/office/drawing/2014/main" id="{9B9C862A-CB6F-F9C1-D75F-F8B138A83397}"/>
                  </a:ext>
                </a:extLst>
              </p:cNvPr>
              <p:cNvGrpSpPr/>
              <p:nvPr/>
            </p:nvGrpSpPr>
            <p:grpSpPr>
              <a:xfrm>
                <a:off x="9498429" y="4598805"/>
                <a:ext cx="1505416" cy="601824"/>
                <a:chOff x="1980734" y="3149081"/>
                <a:chExt cx="1505416" cy="601824"/>
              </a:xfrm>
            </p:grpSpPr>
            <p:sp>
              <p:nvSpPr>
                <p:cNvPr id="192" name="楕円 191">
                  <a:extLst>
                    <a:ext uri="{FF2B5EF4-FFF2-40B4-BE49-F238E27FC236}">
                      <a16:creationId xmlns:a16="http://schemas.microsoft.com/office/drawing/2014/main" id="{DDF25FA0-28B2-D04A-E863-BC3940FD44B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3" name="グループ化 192">
                  <a:extLst>
                    <a:ext uri="{FF2B5EF4-FFF2-40B4-BE49-F238E27FC236}">
                      <a16:creationId xmlns:a16="http://schemas.microsoft.com/office/drawing/2014/main" id="{1989BAD7-D9F2-FD87-FEB6-395F01E9E806}"/>
                    </a:ext>
                  </a:extLst>
                </p:cNvPr>
                <p:cNvGrpSpPr/>
                <p:nvPr/>
              </p:nvGrpSpPr>
              <p:grpSpPr>
                <a:xfrm>
                  <a:off x="1980734" y="3175652"/>
                  <a:ext cx="1505416" cy="575253"/>
                  <a:chOff x="1980734" y="3175652"/>
                  <a:chExt cx="1505416" cy="575253"/>
                </a:xfrm>
              </p:grpSpPr>
              <p:grpSp>
                <p:nvGrpSpPr>
                  <p:cNvPr id="194" name="グループ化 193">
                    <a:extLst>
                      <a:ext uri="{FF2B5EF4-FFF2-40B4-BE49-F238E27FC236}">
                        <a16:creationId xmlns:a16="http://schemas.microsoft.com/office/drawing/2014/main" id="{D1FB0CFE-D1F8-8608-91A9-6404D1F5985A}"/>
                      </a:ext>
                    </a:extLst>
                  </p:cNvPr>
                  <p:cNvGrpSpPr/>
                  <p:nvPr/>
                </p:nvGrpSpPr>
                <p:grpSpPr>
                  <a:xfrm>
                    <a:off x="1980734" y="3473931"/>
                    <a:ext cx="1505416" cy="276974"/>
                    <a:chOff x="4194668" y="3607669"/>
                    <a:chExt cx="1105960" cy="276974"/>
                  </a:xfrm>
                </p:grpSpPr>
                <p:sp>
                  <p:nvSpPr>
                    <p:cNvPr id="196" name="四角形: 角を丸くする 195">
                      <a:extLst>
                        <a:ext uri="{FF2B5EF4-FFF2-40B4-BE49-F238E27FC236}">
                          <a16:creationId xmlns:a16="http://schemas.microsoft.com/office/drawing/2014/main" id="{29BB3E67-0D25-A485-6F0C-13B5364ACE7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0" name="図 239">
                      <a:extLst>
                        <a:ext uri="{FF2B5EF4-FFF2-40B4-BE49-F238E27FC236}">
                          <a16:creationId xmlns:a16="http://schemas.microsoft.com/office/drawing/2014/main" id="{BA7A45DB-412A-9CB2-0E10-233DC810A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5" name="テキスト ボックス 194">
                    <a:extLst>
                      <a:ext uri="{FF2B5EF4-FFF2-40B4-BE49-F238E27FC236}">
                        <a16:creationId xmlns:a16="http://schemas.microsoft.com/office/drawing/2014/main" id="{E8108628-7020-1BB9-5162-EB83C865D76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1" name="グループ化 100">
              <a:extLst>
                <a:ext uri="{FF2B5EF4-FFF2-40B4-BE49-F238E27FC236}">
                  <a16:creationId xmlns:a16="http://schemas.microsoft.com/office/drawing/2014/main" id="{63283D3F-535A-758A-D928-CAAAA659940E}"/>
                </a:ext>
              </a:extLst>
            </p:cNvPr>
            <p:cNvGrpSpPr/>
            <p:nvPr/>
          </p:nvGrpSpPr>
          <p:grpSpPr>
            <a:xfrm>
              <a:off x="8962119" y="5308217"/>
              <a:ext cx="2561811" cy="632926"/>
              <a:chOff x="8957885" y="4574183"/>
              <a:chExt cx="2561811" cy="632926"/>
            </a:xfrm>
          </p:grpSpPr>
          <p:sp>
            <p:nvSpPr>
              <p:cNvPr id="160" name="楕円 159">
                <a:extLst>
                  <a:ext uri="{FF2B5EF4-FFF2-40B4-BE49-F238E27FC236}">
                    <a16:creationId xmlns:a16="http://schemas.microsoft.com/office/drawing/2014/main" id="{4C5E6AB1-5443-CB92-1F63-CA57A3AC34C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61" name="四角形: 角を丸くする 160">
                <a:extLst>
                  <a:ext uri="{FF2B5EF4-FFF2-40B4-BE49-F238E27FC236}">
                    <a16:creationId xmlns:a16="http://schemas.microsoft.com/office/drawing/2014/main" id="{F1139426-705C-1689-A47B-80735318E4D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3" name="グループ化 172">
                <a:extLst>
                  <a:ext uri="{FF2B5EF4-FFF2-40B4-BE49-F238E27FC236}">
                    <a16:creationId xmlns:a16="http://schemas.microsoft.com/office/drawing/2014/main" id="{1929AFB5-E31B-8350-69C7-7C3DF4C8690E}"/>
                  </a:ext>
                </a:extLst>
              </p:cNvPr>
              <p:cNvGrpSpPr/>
              <p:nvPr/>
            </p:nvGrpSpPr>
            <p:grpSpPr>
              <a:xfrm>
                <a:off x="9498429" y="4598805"/>
                <a:ext cx="1505416" cy="601824"/>
                <a:chOff x="1980734" y="3149081"/>
                <a:chExt cx="1505416" cy="601824"/>
              </a:xfrm>
            </p:grpSpPr>
            <p:sp>
              <p:nvSpPr>
                <p:cNvPr id="177" name="楕円 176">
                  <a:extLst>
                    <a:ext uri="{FF2B5EF4-FFF2-40B4-BE49-F238E27FC236}">
                      <a16:creationId xmlns:a16="http://schemas.microsoft.com/office/drawing/2014/main" id="{2E22C661-942F-9946-9D77-EC7A3A7377F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8" name="グループ化 177">
                  <a:extLst>
                    <a:ext uri="{FF2B5EF4-FFF2-40B4-BE49-F238E27FC236}">
                      <a16:creationId xmlns:a16="http://schemas.microsoft.com/office/drawing/2014/main" id="{0D7EA04B-5FA2-9D3A-B80F-EA409066D682}"/>
                    </a:ext>
                  </a:extLst>
                </p:cNvPr>
                <p:cNvGrpSpPr/>
                <p:nvPr/>
              </p:nvGrpSpPr>
              <p:grpSpPr>
                <a:xfrm>
                  <a:off x="1980734" y="3175652"/>
                  <a:ext cx="1505416" cy="575253"/>
                  <a:chOff x="1980734" y="3175652"/>
                  <a:chExt cx="1505416" cy="575253"/>
                </a:xfrm>
              </p:grpSpPr>
              <p:grpSp>
                <p:nvGrpSpPr>
                  <p:cNvPr id="182" name="グループ化 181">
                    <a:extLst>
                      <a:ext uri="{FF2B5EF4-FFF2-40B4-BE49-F238E27FC236}">
                        <a16:creationId xmlns:a16="http://schemas.microsoft.com/office/drawing/2014/main" id="{D632670D-A42C-EAD7-AB93-3D1C5F9ABA25}"/>
                      </a:ext>
                    </a:extLst>
                  </p:cNvPr>
                  <p:cNvGrpSpPr/>
                  <p:nvPr/>
                </p:nvGrpSpPr>
                <p:grpSpPr>
                  <a:xfrm>
                    <a:off x="1980734" y="3473931"/>
                    <a:ext cx="1505416" cy="276974"/>
                    <a:chOff x="4194668" y="3607669"/>
                    <a:chExt cx="1105960" cy="276974"/>
                  </a:xfrm>
                </p:grpSpPr>
                <p:sp>
                  <p:nvSpPr>
                    <p:cNvPr id="187" name="四角形: 角を丸くする 186">
                      <a:extLst>
                        <a:ext uri="{FF2B5EF4-FFF2-40B4-BE49-F238E27FC236}">
                          <a16:creationId xmlns:a16="http://schemas.microsoft.com/office/drawing/2014/main" id="{E8918913-9B27-0BDD-366B-4BBB3BBC0E2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8" name="図 187">
                      <a:extLst>
                        <a:ext uri="{FF2B5EF4-FFF2-40B4-BE49-F238E27FC236}">
                          <a16:creationId xmlns:a16="http://schemas.microsoft.com/office/drawing/2014/main" id="{EB10677A-B1F4-140B-6999-22439BEE82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4" name="テキスト ボックス 183">
                    <a:extLst>
                      <a:ext uri="{FF2B5EF4-FFF2-40B4-BE49-F238E27FC236}">
                        <a16:creationId xmlns:a16="http://schemas.microsoft.com/office/drawing/2014/main" id="{B56B9B2D-15F4-1856-5A84-E88310AC16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2" name="グループ化 101">
              <a:extLst>
                <a:ext uri="{FF2B5EF4-FFF2-40B4-BE49-F238E27FC236}">
                  <a16:creationId xmlns:a16="http://schemas.microsoft.com/office/drawing/2014/main" id="{301C7132-ABF3-A8F8-1CE4-2090654BC55B}"/>
                </a:ext>
              </a:extLst>
            </p:cNvPr>
            <p:cNvGrpSpPr/>
            <p:nvPr/>
          </p:nvGrpSpPr>
          <p:grpSpPr>
            <a:xfrm>
              <a:off x="8962119" y="1639574"/>
              <a:ext cx="2561811" cy="632926"/>
              <a:chOff x="8957885" y="4574183"/>
              <a:chExt cx="2561811" cy="632926"/>
            </a:xfrm>
          </p:grpSpPr>
          <p:sp>
            <p:nvSpPr>
              <p:cNvPr id="148" name="楕円 147">
                <a:extLst>
                  <a:ext uri="{FF2B5EF4-FFF2-40B4-BE49-F238E27FC236}">
                    <a16:creationId xmlns:a16="http://schemas.microsoft.com/office/drawing/2014/main" id="{6DB58F9D-51E4-2020-B7B9-417242C51B1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9" name="四角形: 角を丸くする 148">
                <a:extLst>
                  <a:ext uri="{FF2B5EF4-FFF2-40B4-BE49-F238E27FC236}">
                    <a16:creationId xmlns:a16="http://schemas.microsoft.com/office/drawing/2014/main" id="{26BA0FE4-0B35-7404-B591-1E18F70CCED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0" name="グループ化 149">
                <a:extLst>
                  <a:ext uri="{FF2B5EF4-FFF2-40B4-BE49-F238E27FC236}">
                    <a16:creationId xmlns:a16="http://schemas.microsoft.com/office/drawing/2014/main" id="{F2AB25B6-EDE7-4D82-F6F6-BB4B15E648EB}"/>
                  </a:ext>
                </a:extLst>
              </p:cNvPr>
              <p:cNvGrpSpPr/>
              <p:nvPr/>
            </p:nvGrpSpPr>
            <p:grpSpPr>
              <a:xfrm>
                <a:off x="9498429" y="4598805"/>
                <a:ext cx="1505416" cy="601824"/>
                <a:chOff x="1980734" y="3149081"/>
                <a:chExt cx="1505416" cy="601824"/>
              </a:xfrm>
            </p:grpSpPr>
            <p:sp>
              <p:nvSpPr>
                <p:cNvPr id="151" name="楕円 150">
                  <a:extLst>
                    <a:ext uri="{FF2B5EF4-FFF2-40B4-BE49-F238E27FC236}">
                      <a16:creationId xmlns:a16="http://schemas.microsoft.com/office/drawing/2014/main" id="{715E7AD8-C249-A3A2-6AE7-7B61FCC249B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52" name="グループ化 151">
                  <a:extLst>
                    <a:ext uri="{FF2B5EF4-FFF2-40B4-BE49-F238E27FC236}">
                      <a16:creationId xmlns:a16="http://schemas.microsoft.com/office/drawing/2014/main" id="{96A19990-A4F4-8694-EB69-EE2A094AB3DD}"/>
                    </a:ext>
                  </a:extLst>
                </p:cNvPr>
                <p:cNvGrpSpPr/>
                <p:nvPr/>
              </p:nvGrpSpPr>
              <p:grpSpPr>
                <a:xfrm>
                  <a:off x="1980734" y="3175652"/>
                  <a:ext cx="1505416" cy="575253"/>
                  <a:chOff x="1980734" y="3175652"/>
                  <a:chExt cx="1505416" cy="575253"/>
                </a:xfrm>
              </p:grpSpPr>
              <p:grpSp>
                <p:nvGrpSpPr>
                  <p:cNvPr id="156" name="グループ化 155">
                    <a:extLst>
                      <a:ext uri="{FF2B5EF4-FFF2-40B4-BE49-F238E27FC236}">
                        <a16:creationId xmlns:a16="http://schemas.microsoft.com/office/drawing/2014/main" id="{6F187BE8-BC46-6FA2-ED8B-CC25994FF2BB}"/>
                      </a:ext>
                    </a:extLst>
                  </p:cNvPr>
                  <p:cNvGrpSpPr/>
                  <p:nvPr/>
                </p:nvGrpSpPr>
                <p:grpSpPr>
                  <a:xfrm>
                    <a:off x="1980734" y="3473931"/>
                    <a:ext cx="1505416" cy="276974"/>
                    <a:chOff x="4194668" y="3607669"/>
                    <a:chExt cx="1105960" cy="276974"/>
                  </a:xfrm>
                </p:grpSpPr>
                <p:sp>
                  <p:nvSpPr>
                    <p:cNvPr id="158" name="四角形: 角を丸くする 157">
                      <a:extLst>
                        <a:ext uri="{FF2B5EF4-FFF2-40B4-BE49-F238E27FC236}">
                          <a16:creationId xmlns:a16="http://schemas.microsoft.com/office/drawing/2014/main" id="{99F0C54D-AFDA-A85C-C973-0E094F25D93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9" name="図 158">
                      <a:extLst>
                        <a:ext uri="{FF2B5EF4-FFF2-40B4-BE49-F238E27FC236}">
                          <a16:creationId xmlns:a16="http://schemas.microsoft.com/office/drawing/2014/main" id="{CBE3F70B-0B09-A59C-35BC-2FAB2EA30E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7" name="テキスト ボックス 156">
                    <a:extLst>
                      <a:ext uri="{FF2B5EF4-FFF2-40B4-BE49-F238E27FC236}">
                        <a16:creationId xmlns:a16="http://schemas.microsoft.com/office/drawing/2014/main" id="{9C694CD0-E389-D68A-A893-134F5ED83FF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3" name="グループ化 102">
              <a:extLst>
                <a:ext uri="{FF2B5EF4-FFF2-40B4-BE49-F238E27FC236}">
                  <a16:creationId xmlns:a16="http://schemas.microsoft.com/office/drawing/2014/main" id="{E126131C-0CD1-4904-4783-2065AB97712F}"/>
                </a:ext>
              </a:extLst>
            </p:cNvPr>
            <p:cNvGrpSpPr/>
            <p:nvPr/>
          </p:nvGrpSpPr>
          <p:grpSpPr>
            <a:xfrm>
              <a:off x="8962119" y="2373303"/>
              <a:ext cx="2561811" cy="632926"/>
              <a:chOff x="8957885" y="4574183"/>
              <a:chExt cx="2561811" cy="632926"/>
            </a:xfrm>
          </p:grpSpPr>
          <p:sp>
            <p:nvSpPr>
              <p:cNvPr id="138" name="楕円 137">
                <a:extLst>
                  <a:ext uri="{FF2B5EF4-FFF2-40B4-BE49-F238E27FC236}">
                    <a16:creationId xmlns:a16="http://schemas.microsoft.com/office/drawing/2014/main" id="{524439A9-0627-D216-45CC-712F643A0F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0" name="四角形: 角を丸くする 139">
                <a:extLst>
                  <a:ext uri="{FF2B5EF4-FFF2-40B4-BE49-F238E27FC236}">
                    <a16:creationId xmlns:a16="http://schemas.microsoft.com/office/drawing/2014/main" id="{3E0700E6-08DA-36DA-877C-0604C53B971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1" name="グループ化 140">
                <a:extLst>
                  <a:ext uri="{FF2B5EF4-FFF2-40B4-BE49-F238E27FC236}">
                    <a16:creationId xmlns:a16="http://schemas.microsoft.com/office/drawing/2014/main" id="{2A4A8D42-FA21-09F4-52E1-9BBF271B1CA0}"/>
                  </a:ext>
                </a:extLst>
              </p:cNvPr>
              <p:cNvGrpSpPr/>
              <p:nvPr/>
            </p:nvGrpSpPr>
            <p:grpSpPr>
              <a:xfrm>
                <a:off x="9498429" y="4598805"/>
                <a:ext cx="1505416" cy="601824"/>
                <a:chOff x="1980734" y="3149081"/>
                <a:chExt cx="1505416" cy="601824"/>
              </a:xfrm>
            </p:grpSpPr>
            <p:sp>
              <p:nvSpPr>
                <p:cNvPr id="142" name="楕円 141">
                  <a:extLst>
                    <a:ext uri="{FF2B5EF4-FFF2-40B4-BE49-F238E27FC236}">
                      <a16:creationId xmlns:a16="http://schemas.microsoft.com/office/drawing/2014/main" id="{6D29208D-9A21-4755-749F-D5FA763D5A1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3" name="グループ化 142">
                  <a:extLst>
                    <a:ext uri="{FF2B5EF4-FFF2-40B4-BE49-F238E27FC236}">
                      <a16:creationId xmlns:a16="http://schemas.microsoft.com/office/drawing/2014/main" id="{21A5E3AE-016E-0BCA-B963-0ACB2A349306}"/>
                    </a:ext>
                  </a:extLst>
                </p:cNvPr>
                <p:cNvGrpSpPr/>
                <p:nvPr/>
              </p:nvGrpSpPr>
              <p:grpSpPr>
                <a:xfrm>
                  <a:off x="1980734" y="3175652"/>
                  <a:ext cx="1505416" cy="575253"/>
                  <a:chOff x="1980734" y="3175652"/>
                  <a:chExt cx="1505416" cy="575253"/>
                </a:xfrm>
              </p:grpSpPr>
              <p:grpSp>
                <p:nvGrpSpPr>
                  <p:cNvPr id="144" name="グループ化 143">
                    <a:extLst>
                      <a:ext uri="{FF2B5EF4-FFF2-40B4-BE49-F238E27FC236}">
                        <a16:creationId xmlns:a16="http://schemas.microsoft.com/office/drawing/2014/main" id="{6CDEBE58-17BC-2CF6-62C5-241E4EC6A029}"/>
                      </a:ext>
                    </a:extLst>
                  </p:cNvPr>
                  <p:cNvGrpSpPr/>
                  <p:nvPr/>
                </p:nvGrpSpPr>
                <p:grpSpPr>
                  <a:xfrm>
                    <a:off x="1980734" y="3473931"/>
                    <a:ext cx="1505416" cy="276974"/>
                    <a:chOff x="4194668" y="3607669"/>
                    <a:chExt cx="1105960" cy="276974"/>
                  </a:xfrm>
                </p:grpSpPr>
                <p:sp>
                  <p:nvSpPr>
                    <p:cNvPr id="146" name="四角形: 角を丸くする 145">
                      <a:extLst>
                        <a:ext uri="{FF2B5EF4-FFF2-40B4-BE49-F238E27FC236}">
                          <a16:creationId xmlns:a16="http://schemas.microsoft.com/office/drawing/2014/main" id="{4874A6E5-003C-00D0-80A6-F8614E68621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7" name="図 146">
                      <a:extLst>
                        <a:ext uri="{FF2B5EF4-FFF2-40B4-BE49-F238E27FC236}">
                          <a16:creationId xmlns:a16="http://schemas.microsoft.com/office/drawing/2014/main" id="{F4736444-8125-F5E3-7619-E6FC573D51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5" name="テキスト ボックス 144">
                    <a:extLst>
                      <a:ext uri="{FF2B5EF4-FFF2-40B4-BE49-F238E27FC236}">
                        <a16:creationId xmlns:a16="http://schemas.microsoft.com/office/drawing/2014/main" id="{55D72F6B-2FDD-8ADE-D56C-B8D54E0DE53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4" name="グループ化 103">
              <a:extLst>
                <a:ext uri="{FF2B5EF4-FFF2-40B4-BE49-F238E27FC236}">
                  <a16:creationId xmlns:a16="http://schemas.microsoft.com/office/drawing/2014/main" id="{BE40D5E6-B42D-E78E-58F6-270348167E07}"/>
                </a:ext>
              </a:extLst>
            </p:cNvPr>
            <p:cNvGrpSpPr/>
            <p:nvPr/>
          </p:nvGrpSpPr>
          <p:grpSpPr>
            <a:xfrm>
              <a:off x="8962119" y="3107032"/>
              <a:ext cx="2561811" cy="632926"/>
              <a:chOff x="8957885" y="4574183"/>
              <a:chExt cx="2561811" cy="632926"/>
            </a:xfrm>
          </p:grpSpPr>
          <p:sp>
            <p:nvSpPr>
              <p:cNvPr id="128" name="楕円 127">
                <a:extLst>
                  <a:ext uri="{FF2B5EF4-FFF2-40B4-BE49-F238E27FC236}">
                    <a16:creationId xmlns:a16="http://schemas.microsoft.com/office/drawing/2014/main" id="{E8CF30C2-2B61-618A-C483-BD01926EEF4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9" name="四角形: 角を丸くする 128">
                <a:extLst>
                  <a:ext uri="{FF2B5EF4-FFF2-40B4-BE49-F238E27FC236}">
                    <a16:creationId xmlns:a16="http://schemas.microsoft.com/office/drawing/2014/main" id="{3CE0848B-D525-F419-91F9-54A9EDB7527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0" name="グループ化 129">
                <a:extLst>
                  <a:ext uri="{FF2B5EF4-FFF2-40B4-BE49-F238E27FC236}">
                    <a16:creationId xmlns:a16="http://schemas.microsoft.com/office/drawing/2014/main" id="{146B6C2D-21B6-F119-9ADA-88D19B10F686}"/>
                  </a:ext>
                </a:extLst>
              </p:cNvPr>
              <p:cNvGrpSpPr/>
              <p:nvPr/>
            </p:nvGrpSpPr>
            <p:grpSpPr>
              <a:xfrm>
                <a:off x="9498429" y="4598805"/>
                <a:ext cx="1505416" cy="601824"/>
                <a:chOff x="1980734" y="3149081"/>
                <a:chExt cx="1505416" cy="601824"/>
              </a:xfrm>
            </p:grpSpPr>
            <p:sp>
              <p:nvSpPr>
                <p:cNvPr id="131" name="楕円 130">
                  <a:extLst>
                    <a:ext uri="{FF2B5EF4-FFF2-40B4-BE49-F238E27FC236}">
                      <a16:creationId xmlns:a16="http://schemas.microsoft.com/office/drawing/2014/main" id="{EBA04D24-4117-2BC8-60DD-D0C061E594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2" name="グループ化 131">
                  <a:extLst>
                    <a:ext uri="{FF2B5EF4-FFF2-40B4-BE49-F238E27FC236}">
                      <a16:creationId xmlns:a16="http://schemas.microsoft.com/office/drawing/2014/main" id="{A51DE9CB-B307-4A5C-4218-532605313C59}"/>
                    </a:ext>
                  </a:extLst>
                </p:cNvPr>
                <p:cNvGrpSpPr/>
                <p:nvPr/>
              </p:nvGrpSpPr>
              <p:grpSpPr>
                <a:xfrm>
                  <a:off x="1980734" y="3175652"/>
                  <a:ext cx="1505416" cy="575253"/>
                  <a:chOff x="1980734" y="3175652"/>
                  <a:chExt cx="1505416" cy="575253"/>
                </a:xfrm>
              </p:grpSpPr>
              <p:grpSp>
                <p:nvGrpSpPr>
                  <p:cNvPr id="133" name="グループ化 132">
                    <a:extLst>
                      <a:ext uri="{FF2B5EF4-FFF2-40B4-BE49-F238E27FC236}">
                        <a16:creationId xmlns:a16="http://schemas.microsoft.com/office/drawing/2014/main" id="{48F404FD-50F8-CD6E-00BE-20345736BDE8}"/>
                      </a:ext>
                    </a:extLst>
                  </p:cNvPr>
                  <p:cNvGrpSpPr/>
                  <p:nvPr/>
                </p:nvGrpSpPr>
                <p:grpSpPr>
                  <a:xfrm>
                    <a:off x="1980734" y="3473931"/>
                    <a:ext cx="1505416" cy="276974"/>
                    <a:chOff x="4194668" y="3607669"/>
                    <a:chExt cx="1105960" cy="276974"/>
                  </a:xfrm>
                </p:grpSpPr>
                <p:sp>
                  <p:nvSpPr>
                    <p:cNvPr id="135" name="四角形: 角を丸くする 134">
                      <a:extLst>
                        <a:ext uri="{FF2B5EF4-FFF2-40B4-BE49-F238E27FC236}">
                          <a16:creationId xmlns:a16="http://schemas.microsoft.com/office/drawing/2014/main" id="{4F712992-2CE0-CD03-E4BE-A90CBC9505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6" name="図 135">
                      <a:extLst>
                        <a:ext uri="{FF2B5EF4-FFF2-40B4-BE49-F238E27FC236}">
                          <a16:creationId xmlns:a16="http://schemas.microsoft.com/office/drawing/2014/main" id="{2F80B80F-A525-5C70-AFF9-B2D01F465A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4" name="テキスト ボックス 133">
                    <a:extLst>
                      <a:ext uri="{FF2B5EF4-FFF2-40B4-BE49-F238E27FC236}">
                        <a16:creationId xmlns:a16="http://schemas.microsoft.com/office/drawing/2014/main" id="{81042108-D4BF-D587-253F-5E2BA259806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5" name="グループ化 104">
              <a:extLst>
                <a:ext uri="{FF2B5EF4-FFF2-40B4-BE49-F238E27FC236}">
                  <a16:creationId xmlns:a16="http://schemas.microsoft.com/office/drawing/2014/main" id="{D474E0F9-3478-4085-73DC-5EB99AB4FE25}"/>
                </a:ext>
              </a:extLst>
            </p:cNvPr>
            <p:cNvGrpSpPr/>
            <p:nvPr/>
          </p:nvGrpSpPr>
          <p:grpSpPr>
            <a:xfrm>
              <a:off x="8962119" y="3840761"/>
              <a:ext cx="2561811" cy="632926"/>
              <a:chOff x="8957885" y="4574183"/>
              <a:chExt cx="2561811" cy="632926"/>
            </a:xfrm>
          </p:grpSpPr>
          <p:sp>
            <p:nvSpPr>
              <p:cNvPr id="116" name="楕円 115">
                <a:extLst>
                  <a:ext uri="{FF2B5EF4-FFF2-40B4-BE49-F238E27FC236}">
                    <a16:creationId xmlns:a16="http://schemas.microsoft.com/office/drawing/2014/main" id="{5AD93F5D-5587-2233-D771-CF06923686A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7" name="四角形: 角を丸くする 116">
                <a:extLst>
                  <a:ext uri="{FF2B5EF4-FFF2-40B4-BE49-F238E27FC236}">
                    <a16:creationId xmlns:a16="http://schemas.microsoft.com/office/drawing/2014/main" id="{7016A8B7-9A0D-FE4A-9A36-B13560F58BB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8" name="グループ化 117">
                <a:extLst>
                  <a:ext uri="{FF2B5EF4-FFF2-40B4-BE49-F238E27FC236}">
                    <a16:creationId xmlns:a16="http://schemas.microsoft.com/office/drawing/2014/main" id="{B72DF287-73E1-4B08-AC36-A82DE63E12C0}"/>
                  </a:ext>
                </a:extLst>
              </p:cNvPr>
              <p:cNvGrpSpPr/>
              <p:nvPr/>
            </p:nvGrpSpPr>
            <p:grpSpPr>
              <a:xfrm>
                <a:off x="9498429" y="4598805"/>
                <a:ext cx="1505416" cy="601824"/>
                <a:chOff x="1980734" y="3149081"/>
                <a:chExt cx="1505416" cy="601824"/>
              </a:xfrm>
            </p:grpSpPr>
            <p:sp>
              <p:nvSpPr>
                <p:cNvPr id="119" name="楕円 118">
                  <a:extLst>
                    <a:ext uri="{FF2B5EF4-FFF2-40B4-BE49-F238E27FC236}">
                      <a16:creationId xmlns:a16="http://schemas.microsoft.com/office/drawing/2014/main" id="{BA388A09-E7BC-BF6B-D219-28DC1A566E6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1" name="グループ化 120">
                  <a:extLst>
                    <a:ext uri="{FF2B5EF4-FFF2-40B4-BE49-F238E27FC236}">
                      <a16:creationId xmlns:a16="http://schemas.microsoft.com/office/drawing/2014/main" id="{8DB159FD-A834-A8AA-0DE9-08EE3359E8B8}"/>
                    </a:ext>
                  </a:extLst>
                </p:cNvPr>
                <p:cNvGrpSpPr/>
                <p:nvPr/>
              </p:nvGrpSpPr>
              <p:grpSpPr>
                <a:xfrm>
                  <a:off x="1980734" y="3175652"/>
                  <a:ext cx="1505416" cy="575253"/>
                  <a:chOff x="1980734" y="3175652"/>
                  <a:chExt cx="1505416" cy="575253"/>
                </a:xfrm>
              </p:grpSpPr>
              <p:grpSp>
                <p:nvGrpSpPr>
                  <p:cNvPr id="122" name="グループ化 121">
                    <a:extLst>
                      <a:ext uri="{FF2B5EF4-FFF2-40B4-BE49-F238E27FC236}">
                        <a16:creationId xmlns:a16="http://schemas.microsoft.com/office/drawing/2014/main" id="{BAB1B430-3C58-0BAF-9BC7-BFF14113E611}"/>
                      </a:ext>
                    </a:extLst>
                  </p:cNvPr>
                  <p:cNvGrpSpPr/>
                  <p:nvPr/>
                </p:nvGrpSpPr>
                <p:grpSpPr>
                  <a:xfrm>
                    <a:off x="1980734" y="3473931"/>
                    <a:ext cx="1505416" cy="276974"/>
                    <a:chOff x="4194668" y="3607669"/>
                    <a:chExt cx="1105960" cy="276974"/>
                  </a:xfrm>
                </p:grpSpPr>
                <p:sp>
                  <p:nvSpPr>
                    <p:cNvPr id="124" name="四角形: 角を丸くする 123">
                      <a:extLst>
                        <a:ext uri="{FF2B5EF4-FFF2-40B4-BE49-F238E27FC236}">
                          <a16:creationId xmlns:a16="http://schemas.microsoft.com/office/drawing/2014/main" id="{4C75B491-CA71-A3C2-9438-739DBFDD34D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7" name="図 126">
                      <a:extLst>
                        <a:ext uri="{FF2B5EF4-FFF2-40B4-BE49-F238E27FC236}">
                          <a16:creationId xmlns:a16="http://schemas.microsoft.com/office/drawing/2014/main" id="{0761359F-E76B-4B3F-B492-4A97B7057F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3" name="テキスト ボックス 122">
                    <a:extLst>
                      <a:ext uri="{FF2B5EF4-FFF2-40B4-BE49-F238E27FC236}">
                        <a16:creationId xmlns:a16="http://schemas.microsoft.com/office/drawing/2014/main" id="{9B52CAF4-4D4D-2711-BA9F-7FC64680C85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6" name="グループ化 105">
              <a:extLst>
                <a:ext uri="{FF2B5EF4-FFF2-40B4-BE49-F238E27FC236}">
                  <a16:creationId xmlns:a16="http://schemas.microsoft.com/office/drawing/2014/main" id="{F455AB79-12A9-70B9-0A59-09A0A0AAD3A8}"/>
                </a:ext>
              </a:extLst>
            </p:cNvPr>
            <p:cNvGrpSpPr/>
            <p:nvPr/>
          </p:nvGrpSpPr>
          <p:grpSpPr>
            <a:xfrm>
              <a:off x="8962119" y="4574490"/>
              <a:ext cx="2561811" cy="632926"/>
              <a:chOff x="8957885" y="4574183"/>
              <a:chExt cx="2561811" cy="632926"/>
            </a:xfrm>
          </p:grpSpPr>
          <p:sp>
            <p:nvSpPr>
              <p:cNvPr id="107" name="楕円 106">
                <a:extLst>
                  <a:ext uri="{FF2B5EF4-FFF2-40B4-BE49-F238E27FC236}">
                    <a16:creationId xmlns:a16="http://schemas.microsoft.com/office/drawing/2014/main" id="{411E137D-9F06-4020-8385-402BD898066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8" name="四角形: 角を丸くする 107">
                <a:extLst>
                  <a:ext uri="{FF2B5EF4-FFF2-40B4-BE49-F238E27FC236}">
                    <a16:creationId xmlns:a16="http://schemas.microsoft.com/office/drawing/2014/main" id="{848A6DBE-2D32-82F6-FE5C-53D20718B1F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9" name="グループ化 108">
                <a:extLst>
                  <a:ext uri="{FF2B5EF4-FFF2-40B4-BE49-F238E27FC236}">
                    <a16:creationId xmlns:a16="http://schemas.microsoft.com/office/drawing/2014/main" id="{220EEE12-D3DC-9BFA-C28A-AF1909212013}"/>
                  </a:ext>
                </a:extLst>
              </p:cNvPr>
              <p:cNvGrpSpPr/>
              <p:nvPr/>
            </p:nvGrpSpPr>
            <p:grpSpPr>
              <a:xfrm>
                <a:off x="9498429" y="4598805"/>
                <a:ext cx="1505416" cy="601824"/>
                <a:chOff x="1980734" y="3149081"/>
                <a:chExt cx="1505416" cy="601824"/>
              </a:xfrm>
            </p:grpSpPr>
            <p:sp>
              <p:nvSpPr>
                <p:cNvPr id="110" name="楕円 109">
                  <a:extLst>
                    <a:ext uri="{FF2B5EF4-FFF2-40B4-BE49-F238E27FC236}">
                      <a16:creationId xmlns:a16="http://schemas.microsoft.com/office/drawing/2014/main" id="{82ACA965-CBFC-049E-DBE8-625930ED5AE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1" name="グループ化 110">
                  <a:extLst>
                    <a:ext uri="{FF2B5EF4-FFF2-40B4-BE49-F238E27FC236}">
                      <a16:creationId xmlns:a16="http://schemas.microsoft.com/office/drawing/2014/main" id="{BBD8A16F-E190-0AE4-9B2C-ED2EE7C82B24}"/>
                    </a:ext>
                  </a:extLst>
                </p:cNvPr>
                <p:cNvGrpSpPr/>
                <p:nvPr/>
              </p:nvGrpSpPr>
              <p:grpSpPr>
                <a:xfrm>
                  <a:off x="1980734" y="3175652"/>
                  <a:ext cx="1505416" cy="575253"/>
                  <a:chOff x="1980734" y="3175652"/>
                  <a:chExt cx="1505416" cy="575253"/>
                </a:xfrm>
              </p:grpSpPr>
              <p:grpSp>
                <p:nvGrpSpPr>
                  <p:cNvPr id="112" name="グループ化 111">
                    <a:extLst>
                      <a:ext uri="{FF2B5EF4-FFF2-40B4-BE49-F238E27FC236}">
                        <a16:creationId xmlns:a16="http://schemas.microsoft.com/office/drawing/2014/main" id="{2617CAE7-E1EB-7569-265D-45D895BBD001}"/>
                      </a:ext>
                    </a:extLst>
                  </p:cNvPr>
                  <p:cNvGrpSpPr/>
                  <p:nvPr/>
                </p:nvGrpSpPr>
                <p:grpSpPr>
                  <a:xfrm>
                    <a:off x="1980734" y="3473931"/>
                    <a:ext cx="1505416" cy="276974"/>
                    <a:chOff x="4194668" y="3607669"/>
                    <a:chExt cx="1105960" cy="276974"/>
                  </a:xfrm>
                </p:grpSpPr>
                <p:sp>
                  <p:nvSpPr>
                    <p:cNvPr id="114" name="四角形: 角を丸くする 113">
                      <a:extLst>
                        <a:ext uri="{FF2B5EF4-FFF2-40B4-BE49-F238E27FC236}">
                          <a16:creationId xmlns:a16="http://schemas.microsoft.com/office/drawing/2014/main" id="{4F9B3374-8901-37D1-F5A2-971AF16FC35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5" name="図 114">
                      <a:extLst>
                        <a:ext uri="{FF2B5EF4-FFF2-40B4-BE49-F238E27FC236}">
                          <a16:creationId xmlns:a16="http://schemas.microsoft.com/office/drawing/2014/main" id="{00EDAAEC-EE51-77F5-EB90-E8FC6B333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3" name="テキスト ボックス 112">
                    <a:extLst>
                      <a:ext uri="{FF2B5EF4-FFF2-40B4-BE49-F238E27FC236}">
                        <a16:creationId xmlns:a16="http://schemas.microsoft.com/office/drawing/2014/main" id="{8A974F0A-8218-1986-0348-F351B6657B2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268" name="テキスト ボックス 267">
            <a:extLst>
              <a:ext uri="{FF2B5EF4-FFF2-40B4-BE49-F238E27FC236}">
                <a16:creationId xmlns:a16="http://schemas.microsoft.com/office/drawing/2014/main" id="{F146E045-9DC9-6031-910D-E8C514AE6565}"/>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69" name="テキスト ボックス 268">
            <a:extLst>
              <a:ext uri="{FF2B5EF4-FFF2-40B4-BE49-F238E27FC236}">
                <a16:creationId xmlns:a16="http://schemas.microsoft.com/office/drawing/2014/main" id="{D3B325A6-EB37-A741-987C-93792970DEE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70" name="グループ化 269">
            <a:extLst>
              <a:ext uri="{FF2B5EF4-FFF2-40B4-BE49-F238E27FC236}">
                <a16:creationId xmlns:a16="http://schemas.microsoft.com/office/drawing/2014/main" id="{1ECBA091-4AD8-CD78-45AE-7E466DB1184F}"/>
              </a:ext>
            </a:extLst>
          </p:cNvPr>
          <p:cNvGrpSpPr/>
          <p:nvPr/>
        </p:nvGrpSpPr>
        <p:grpSpPr>
          <a:xfrm>
            <a:off x="1719571" y="303092"/>
            <a:ext cx="3092165" cy="338875"/>
            <a:chOff x="1719571" y="274517"/>
            <a:chExt cx="3092165" cy="338875"/>
          </a:xfrm>
        </p:grpSpPr>
        <p:grpSp>
          <p:nvGrpSpPr>
            <p:cNvPr id="271" name="グループ化 270">
              <a:extLst>
                <a:ext uri="{FF2B5EF4-FFF2-40B4-BE49-F238E27FC236}">
                  <a16:creationId xmlns:a16="http://schemas.microsoft.com/office/drawing/2014/main" id="{46020CC1-8F77-B430-4513-E63F078CF9FA}"/>
                </a:ext>
              </a:extLst>
            </p:cNvPr>
            <p:cNvGrpSpPr/>
            <p:nvPr/>
          </p:nvGrpSpPr>
          <p:grpSpPr>
            <a:xfrm>
              <a:off x="1719571" y="274517"/>
              <a:ext cx="3092165" cy="338875"/>
              <a:chOff x="1719571" y="215382"/>
              <a:chExt cx="3888059" cy="426098"/>
            </a:xfrm>
          </p:grpSpPr>
          <p:sp>
            <p:nvSpPr>
              <p:cNvPr id="276" name="平行四辺形 275">
                <a:extLst>
                  <a:ext uri="{FF2B5EF4-FFF2-40B4-BE49-F238E27FC236}">
                    <a16:creationId xmlns:a16="http://schemas.microsoft.com/office/drawing/2014/main" id="{0778D51A-8C0C-D257-FB43-5691D0154C87}"/>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7" name="平行四辺形 276">
                <a:extLst>
                  <a:ext uri="{FF2B5EF4-FFF2-40B4-BE49-F238E27FC236}">
                    <a16:creationId xmlns:a16="http://schemas.microsoft.com/office/drawing/2014/main" id="{971768D7-DE97-C849-AB07-093AB05D4B74}"/>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8" name="平行四辺形 277">
                <a:extLst>
                  <a:ext uri="{FF2B5EF4-FFF2-40B4-BE49-F238E27FC236}">
                    <a16:creationId xmlns:a16="http://schemas.microsoft.com/office/drawing/2014/main" id="{3B460E14-9A83-BBD6-D979-6CC5E3F0BA50}"/>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9" name="平行四辺形 278">
                <a:extLst>
                  <a:ext uri="{FF2B5EF4-FFF2-40B4-BE49-F238E27FC236}">
                    <a16:creationId xmlns:a16="http://schemas.microsoft.com/office/drawing/2014/main" id="{9F1385CA-330B-D54E-2748-8ACC7D9918FC}"/>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0" name="平行四辺形 279">
                <a:extLst>
                  <a:ext uri="{FF2B5EF4-FFF2-40B4-BE49-F238E27FC236}">
                    <a16:creationId xmlns:a16="http://schemas.microsoft.com/office/drawing/2014/main" id="{7D94496A-ED9C-3DE7-C64D-0D02FBDE5604}"/>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714CEF52-AF8B-89E2-FA18-3428D0453E41}"/>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AEC3DEE2-719E-56FB-D9EA-04503F7FE5EC}"/>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0B1F721D-DC5F-7DFF-35D7-4EEBB0561CA6}"/>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CF6C4F98-C590-DDEA-8895-69270DF76113}"/>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833958757"/>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82F2C-0CAD-F65D-D7FA-9E1D97E826A5}"/>
            </a:ext>
          </a:extLst>
        </p:cNvPr>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0ED31EFE-1C33-32E1-68F0-6F975EEC2D81}"/>
              </a:ext>
            </a:extLst>
          </p:cNvPr>
          <p:cNvCxnSpPr>
            <a:cxnSpLocks/>
          </p:cNvCxnSpPr>
          <p:nvPr/>
        </p:nvCxnSpPr>
        <p:spPr>
          <a:xfrm>
            <a:off x="0" y="3760235"/>
            <a:ext cx="12192000"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0" name="楕円 79">
            <a:extLst>
              <a:ext uri="{FF2B5EF4-FFF2-40B4-BE49-F238E27FC236}">
                <a16:creationId xmlns:a16="http://schemas.microsoft.com/office/drawing/2014/main" id="{BABF187C-18B1-E034-C344-19B6055D0CF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4E36D9C9-C691-5C33-58E2-42321F4424C4}"/>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90A6310-9B93-13CA-470E-C1AB21CE9818}"/>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92DF819-C672-A77A-1750-B0038A0365F3}"/>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13D76267-E859-26F1-BA1A-51F644158F80}"/>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BA388059-C431-8AF8-6D6F-6C1988D3BF4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F5BB8A0E-7BB5-6624-3C3E-2E6BE26946BC}"/>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25F97F15-C39C-3052-FA38-46C628B3A75F}"/>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16A84A76-9016-1B12-9246-082046F302FC}"/>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FD753A72-15A8-59DA-937B-2E46F79D8EE0}"/>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A866020-C7AC-F018-C9E3-6E9D98747F63}"/>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3031F81E-8935-908A-C34C-EB1816713340}"/>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2A4D0E0B-EC0F-8AA4-F29D-5B2DC95D65B2}"/>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CC58D8CC-5E27-5E30-FC23-6FCC789FBBDC}"/>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08406F2-AD52-759F-17A0-345BA102701E}"/>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93A0125-F74F-21D1-F8B0-225D2EF11A2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0D34A26C-8EC6-6E05-4E24-F655E0BB4108}"/>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ACECB192-6E81-E3B3-68F8-371F0A7B7176}"/>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6E80E1E3-F5F4-4E2F-60D2-08B4DA97BF4E}"/>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E8CE2C36-8A70-5705-2F5B-295A70927F7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FF5382F-404F-C0B1-A0E8-D8EAC59AE4BF}"/>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04EA118-BCF9-AE88-7FB7-D5F71D493EE1}"/>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29F47FF0-7EE9-1273-C400-509160F4032A}"/>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7726480D-AD00-DE77-D07B-52C6B8EA4B60}"/>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058E71E1-AB88-D206-351D-21BF2400EF82}"/>
              </a:ext>
            </a:extLst>
          </p:cNvPr>
          <p:cNvSpPr/>
          <p:nvPr/>
        </p:nvSpPr>
        <p:spPr>
          <a:xfrm flipV="1">
            <a:off x="8838120" y="299506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6CD9B53-01D7-6A0B-680E-576CB84CC6F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1BD61FA-3AF7-CE02-AEF6-BEFF81F53C39}"/>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C8744DA0-08C5-A561-CC69-DE7924172D75}"/>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2" name="楕円 51">
            <a:extLst>
              <a:ext uri="{FF2B5EF4-FFF2-40B4-BE49-F238E27FC236}">
                <a16:creationId xmlns:a16="http://schemas.microsoft.com/office/drawing/2014/main" id="{57364A6F-4F34-6899-C541-B9083F77BBB4}"/>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4BE2271D-E490-F69A-04B2-D38FB915C1F9}"/>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55" name="楕円 54">
            <a:extLst>
              <a:ext uri="{FF2B5EF4-FFF2-40B4-BE49-F238E27FC236}">
                <a16:creationId xmlns:a16="http://schemas.microsoft.com/office/drawing/2014/main" id="{387395FD-C0A0-A765-AAD7-C0A7DCABFC0D}"/>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B717E083-7E70-756C-8721-740894D638C5}"/>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nvGrpSpPr>
          <p:cNvPr id="57" name="グループ化 56">
            <a:extLst>
              <a:ext uri="{FF2B5EF4-FFF2-40B4-BE49-F238E27FC236}">
                <a16:creationId xmlns:a16="http://schemas.microsoft.com/office/drawing/2014/main" id="{25035554-2E56-6E47-073C-7413C22CA781}"/>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DAE33F32-E0CE-97C6-37FD-49B2A537013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377B21DC-849D-4FF8-9C6D-B1F1278F82E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5148FCD6-D364-C9E5-6831-3DF453CA8FA6}"/>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28FBBED6-566D-69CF-304F-1DCFF81E284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A2C4387C-8336-DC1C-3EC6-2CF246BCF21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67" name="楕円 66">
            <a:extLst>
              <a:ext uri="{FF2B5EF4-FFF2-40B4-BE49-F238E27FC236}">
                <a16:creationId xmlns:a16="http://schemas.microsoft.com/office/drawing/2014/main" id="{3422BE1D-0B3C-300F-1986-CBA153E37706}"/>
              </a:ext>
            </a:extLst>
          </p:cNvPr>
          <p:cNvSpPr/>
          <p:nvPr/>
        </p:nvSpPr>
        <p:spPr>
          <a:xfrm>
            <a:off x="9869638" y="3046380"/>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9A0F156-20E1-5799-A1C1-159015A4B89B}"/>
              </a:ext>
            </a:extLst>
          </p:cNvPr>
          <p:cNvSpPr/>
          <p:nvPr/>
        </p:nvSpPr>
        <p:spPr>
          <a:xfrm>
            <a:off x="9012488" y="3046380"/>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0" name="楕円 69">
            <a:extLst>
              <a:ext uri="{FF2B5EF4-FFF2-40B4-BE49-F238E27FC236}">
                <a16:creationId xmlns:a16="http://schemas.microsoft.com/office/drawing/2014/main" id="{05B9EE10-C321-0691-A71E-C979F6DEDDC2}"/>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400FB9AB-3B39-456F-601D-119E2F3ACE86}"/>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2" name="四角形: 角を丸くする 71">
            <a:extLst>
              <a:ext uri="{FF2B5EF4-FFF2-40B4-BE49-F238E27FC236}">
                <a16:creationId xmlns:a16="http://schemas.microsoft.com/office/drawing/2014/main" id="{6AB121FD-94C6-1A6D-D093-1FD727AADACB}"/>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A8113C3F-E94C-29AD-48E0-183B184EF41E}"/>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53B660E2-BAE6-BE14-B195-B4CAA95E5722}"/>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2CB5707C-8A08-E59E-950B-81B8AEC8D525}"/>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DEDD3AA-E9BC-127A-41E5-5A9134E6F606}"/>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5366D97-C7B4-8DEC-6C09-2593458C97A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B0F853A7-0B9E-C6B0-5445-7D73362F2BB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CD3C6D49-C8AE-7CCB-9B94-3F9EA6552B1B}"/>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0383A77D-6300-4371-8328-55FA6F10047B}"/>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D7F75501-26FB-1AA5-68EB-20A2336C8C32}"/>
              </a:ext>
            </a:extLst>
          </p:cNvPr>
          <p:cNvSpPr/>
          <p:nvPr/>
        </p:nvSpPr>
        <p:spPr>
          <a:xfrm>
            <a:off x="10941877" y="301683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4EA7B451-91B9-104C-4909-7D49758AE6F5}"/>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6727EF-9041-AFF8-0D28-4859064FB9BD}"/>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76350E23-7A9A-CC18-6529-17E7852F027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79FBD17-7037-EAC4-573C-423D158C199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46F32D0C-4D27-8F69-03C6-8B1C345AAE4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C9F985F-55F5-3ACD-4FAC-AE03B74A6003}"/>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B2E1581B-ACFF-1EDD-0B1A-41B3528E44E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2725C4E3-00C0-F9FF-D0A4-12EC41A5F448}"/>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C5E15C74-BFE4-D60F-D3FD-C8DEA94A79D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ACFC3B9D-7D08-D5BC-F0B8-F92700430D35}"/>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151F570C-2894-212E-8777-E522D9E1824A}"/>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068BBAB6-C67A-0994-AD2E-0488C0BBC8C7}"/>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E9A1A4D6-514F-A43A-7FD8-1F1613CF458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FFAC45E3-3E8C-501F-04F2-2F8226C4CAB9}"/>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BABFB80C-4227-446C-0CD1-646736A948C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B2F9FA3C-1188-F18E-00FA-CDE6261986C3}"/>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658A683D-50A5-40B4-BA05-1D81BF8D8CE1}"/>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8897CD8-E02B-D010-1CBA-FE6CCCEC00E7}"/>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E99CA4E5-F31C-6DC8-9762-360D5E910EA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6460E551-BA97-CEF0-2083-C516F3E4AF4B}"/>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83823F5B-17CA-C786-7AF9-3420A83BC367}"/>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04C6FC2E-5CC4-8201-7EFB-5B536BB1C67B}"/>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87" name="テキスト ボックス 86">
            <a:extLst>
              <a:ext uri="{FF2B5EF4-FFF2-40B4-BE49-F238E27FC236}">
                <a16:creationId xmlns:a16="http://schemas.microsoft.com/office/drawing/2014/main" id="{3839D46F-C21A-8450-F7C1-F82CC2AFD82D}"/>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7" name="グループ化 196">
            <a:extLst>
              <a:ext uri="{FF2B5EF4-FFF2-40B4-BE49-F238E27FC236}">
                <a16:creationId xmlns:a16="http://schemas.microsoft.com/office/drawing/2014/main" id="{3FD2C741-E30A-5993-B629-303936560BCE}"/>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04A5E036-B552-2636-F9C0-37520CCF1F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8A414E1B-987E-3666-10D2-D935427C0F0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5B956915-0FBE-DFDD-7CFE-CB29F1BE1D9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71E0577F-C919-1E30-F8A5-CDC4041FD02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06A313D4-4ABF-F524-B335-72D5BFAE0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36C2041A-8694-3C55-F093-CE1E9E6D624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996BEDD9-1CF4-5A5A-F017-89CC1C600601}"/>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3CB7D453-A415-F243-D590-1B9E9D974C0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FFE52AF7-01AC-3D15-5A81-3D63C3FDC37F}"/>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05FB0D21-CDBC-1241-12C0-5D71B88ED06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38CF37C1-C9CA-942B-15CC-6CFAF6BAB0C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464B0BB6-B5F9-A9D2-F3F3-3EB9F8590B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1CECB019-783B-3F78-ECF0-57E2EA290A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3E74A450-A9E0-1ADA-D4F8-50DA2CB1D702}"/>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AFC236A6-1580-B485-BCD1-A1991CFA54A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ED2A6DC5-603A-D5C4-A730-D8B29B18DAE1}"/>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D3386668-E636-AAB8-179E-8EF3396AD81D}"/>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BB7A5D53-F483-E331-34B8-5D5AC04F38A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DE7787E-6E23-B168-082C-B31B56596B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12ACF803-3C1F-4235-F4CB-B835FF9531A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149E7EC-39E3-88F1-BBF5-9480B0811585}"/>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10709DCD-666B-A340-C30C-750DB38E739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EFE0C420-E29E-8820-B048-B4DF20CC3A89}"/>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E1DA695-39D8-29D7-35B8-F98DA52838A2}"/>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B5B991C1-2777-D185-5A67-AFDD9EB8691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DEB66BCF-1C62-BFE9-8106-7F1715B8C0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3C15A47B-5471-E2D0-6A2F-7E38A7A5975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60E847EA-7E22-48D9-A632-0B9C5DB151C2}"/>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A2436EDA-E32C-014D-72FF-7F58BF94248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C3305B16-DF54-497C-EBCB-5775A21550CD}"/>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1C10C32B-B50A-7CE5-F3F4-D20FB10EA969}"/>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8DDB063F-7175-1D8D-9579-1F867DA5428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1E12762-8471-8E05-C0F9-5EB00622E6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2526C2C-3F13-EA83-F691-7CCB54EF311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B2FAC601-0DC5-6C1A-9943-11BE03164EA8}"/>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994D1E4B-4474-A26E-BAFC-69681A63464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20441BDA-3022-2B29-8F71-6344C00B3088}"/>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9B2C003D-B2F4-7B5F-FE27-447AF6428180}"/>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691F5FD1-A93E-31E1-709B-6E6F86BE65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CF1F71BD-772E-DD36-D06D-98A27E7C29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811DB3AE-E785-C39A-4816-F6AC81E042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C8B90FF0-FACA-9978-B77D-7E0ACD864E01}"/>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5F8C1C7E-7115-267E-EA13-1F908B999F9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D3712265-E339-4CC8-157C-F35C2E6DF6B6}"/>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0216B6C5-EFC6-321B-2289-70160E4AE0A3}"/>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8FEC32C9-CA15-050C-CC2E-BB5954E31B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44C7DE3B-1BB6-E55E-08FA-DBCB332C8F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2110403-ACC7-C3A1-E492-3EA19D64AAC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5C972D01-3ECB-52C5-A81D-DE3834B46D50}"/>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10F6F114-FFEB-B3EC-86B0-3E7EB1154635}"/>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F38DE5B0-540F-5D6D-77A3-86A755CF213E}"/>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EE0E0ADB-5B7B-6C4C-AA63-E3A18BDC29D0}"/>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C53FD468-A167-2E90-8CED-5CC3F05CC3FA}"/>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22E1CAD7-5846-E10E-3F7F-83019C3D83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0C7A8EE4-FDB1-90E4-252C-9D00BDA81ED7}"/>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3B6CD1DA-9CC7-902A-1197-90390CC13EBD}"/>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61755546-032E-9A90-7E5A-739788477B3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527AE859-7B82-423C-7AF5-9578E6EF7FF2}"/>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32E7DACD-754E-47BA-0D48-CC98FA7FD273}"/>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5937685E-17AC-38DC-6272-31B6A511B6C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CF3F939E-C636-506C-8F23-D769BCCA5383}"/>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057323E9-C7B3-E73A-CCF1-10416E89DD1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CB45385E-A992-F3A4-B9D3-99F71E74587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042181C1-6D43-4324-DB34-D31FAFF03ADB}"/>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228EBF4B-0A0F-EC81-A7BB-457FC1273534}"/>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92FE8F6B-9A64-32BA-676F-F219394CCAA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7E96085D-4DCD-A7DE-2EC3-95DD38D36D6D}"/>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A162803-B128-04D8-94F2-8BE12945B28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09046E6D-A0D0-24EE-2CA9-A2A952D7C2A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BBDEB5D2-70BB-E68C-E2EE-8359759AE27E}"/>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02ECC24C-BCCD-527A-FA92-CCDB59AEE8B7}"/>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E1D66AEE-A78C-5F91-1D3C-682A9E84EE1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4A0B545C-7D7E-CDAE-84A8-96A52E3CFBF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9B08168-4D52-314D-305C-DE87CDA4D313}"/>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1C116AC3-FA53-47B7-08E5-C7416261C04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2A51B629-AE52-06D8-5CF8-402EBCF3FEEF}"/>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F4C03B87-0FEA-4A30-76AB-D093A808CEF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CFD6254A-61CD-E141-5867-2DEAF43ECBC9}"/>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2DB9205C-952F-43F3-EBC6-157BA9AA0C94}"/>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CC443182-BA4E-46BA-E757-EECB140AEBB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A09C0A03-09A9-A802-70D4-B0D4BACF2AAA}"/>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6C334297-60D1-B178-1A7A-693E7D8CDF2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27A6E55-45AC-1E76-C813-E6C43D4F2504}"/>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12CEF409-D2AC-9921-4B0C-01A8507A016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D4A20DA6-B464-5C6E-99D1-99E038CB216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74D5B359-0441-38EF-B412-3071DF4399A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472D8CBA-3545-DA7D-DF70-4D1E6FF89E7A}"/>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AAFDB4CF-AE3A-99F1-500C-2C58D5A3DC0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38BF3176-AD68-E1AB-E2EC-81EF5329E115}"/>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9" name="グループ化 98">
            <a:extLst>
              <a:ext uri="{FF2B5EF4-FFF2-40B4-BE49-F238E27FC236}">
                <a16:creationId xmlns:a16="http://schemas.microsoft.com/office/drawing/2014/main" id="{C9E84B37-3F53-80F4-88B8-F93F53AC34E1}"/>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12C14682-BA33-B053-73EE-130849B2348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F1A6BF4B-30BC-8AEF-B80C-7DD23D3D5A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11BCEE11-7C4F-8BFD-8AEA-0ACDF4E068FC}"/>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F3F651EC-3AB5-E125-CE4C-DEE05FF94D3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6E391F1E-7202-F876-634C-E6B0C95C2174}"/>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E6BB7D25-0C54-90DD-0604-9EF2316D5AB2}"/>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39D6FC42-C5C6-8B89-A8AF-163C27199FC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81C28BC0-BB3A-ADD8-095D-6C3F2E5FEC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A4E49EBA-7636-4929-7F93-BF027355C9E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25FBD4A1-15CF-E67A-E786-B9D03E37CAD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22D6AAF-AE31-2A14-90A7-A1DEAA5B3AD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041B869B-D862-6E47-F47C-EDFFD362363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53B15623-F707-F5FE-F0FC-BBF5697067B5}"/>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C7628E2A-2559-2DE7-C554-FA96F6B3B61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4366A03A-93A0-5FE7-81F6-CC920EB6AFC2}"/>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57D0B67D-C56F-04FC-B349-152222F55279}"/>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B2F8CE44-6A1E-9DBB-C8C5-B43551B4F5C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16088207-5F8A-7FC1-52B3-6FC641B664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ADA513A0-9BD9-F50F-2B33-9716996041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8219760C-AE97-F5F2-7AF6-3D24BBB5AEE2}"/>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AECA5415-1172-2B0E-5BB7-03904CD33DE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12950A8E-87BB-87A5-9C66-492FAC92F80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922452C2-423C-1BE1-5E26-DEF6C66146E3}"/>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0A8238CC-8EA6-E2CC-C30B-4A15D5EEB0D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6DAB895-C3F2-0125-5852-962F102A544D}"/>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C0206E95-E7B0-EAB1-228A-71F664FD3594}"/>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D9C69D35-1D75-53BA-C95F-AE6C258B98B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11DB87CD-EB10-ED88-32CB-12D4E89A7C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BEE73372-5591-0B34-95E5-9BFA6D95676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D63A1521-EE18-0318-9095-FF09D0F1D2FA}"/>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419200AF-2300-A164-61B4-DDBD6E44670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F3096922-55F0-742B-87A1-64082D3C95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8AE9E7A6-A0EA-3EE1-711C-E20F9ABACECB}"/>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51C4F9A4-8042-702E-3476-FC66F159DA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CAEEEE6D-E0F9-7302-7AB5-AC1F69D4245F}"/>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61480807-36B1-EC6C-9708-392A371F198D}"/>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6EEDC10F-E6C0-3E22-E378-5D4CEA655C1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3AA1AD8A-1764-8B7E-78EF-866AA5F26B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D3A7EE83-CF08-B582-197A-65C014025F0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B1AAC997-3713-EA18-539E-8CB4F9798743}"/>
              </a:ext>
            </a:extLst>
          </p:cNvPr>
          <p:cNvGrpSpPr/>
          <p:nvPr/>
        </p:nvGrpSpPr>
        <p:grpSpPr>
          <a:xfrm>
            <a:off x="8962119" y="3013662"/>
            <a:ext cx="2561811" cy="632926"/>
            <a:chOff x="8957885" y="4574183"/>
            <a:chExt cx="2561811" cy="632926"/>
          </a:xfrm>
        </p:grpSpPr>
        <p:sp>
          <p:nvSpPr>
            <p:cNvPr id="145" name="楕円 144">
              <a:extLst>
                <a:ext uri="{FF2B5EF4-FFF2-40B4-BE49-F238E27FC236}">
                  <a16:creationId xmlns:a16="http://schemas.microsoft.com/office/drawing/2014/main" id="{CB3AE4BA-DE65-559A-EBB0-F5E08F0BE5B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660DFD27-0501-66D8-CC32-62B28EA8D0D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DC0C16A5-74FC-8917-62F9-02EC5105B268}"/>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F3D1EF36-250F-6558-8608-D11F582D51D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689854FE-FCF5-361D-E07D-789DAFF76D00}"/>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F800419E-986D-C545-629E-EDEE85FA2E89}"/>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D65E688A-0899-6F95-7AF5-49960B6E683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CF88ACEB-41AD-DE19-5DDA-64A5FA51EB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5281C232-A94D-B939-AB49-0FB431248FD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5055483F-1E6E-302E-F971-DF9FDF84361A}"/>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07F79DF1-86CB-F20C-4AFC-9930EFDFA10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4D0640EC-B8D9-5BF1-2744-10B51B535B8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B67357C8-F54C-3280-458E-D36BD39304B9}"/>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21CABAE9-C3B5-A10C-9492-B82AA336D43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7E767308-791E-4AB1-1281-AA102D804C2B}"/>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FCADA065-CB16-3EDD-A257-22069483AF9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21478607-21D9-EB02-692F-27653B09E1E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36E33698-A4C0-427A-37B7-B859F47846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867635D9-020F-4314-3B08-18223F71730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C531DADB-2F85-7683-E1CE-538CDEBF5636}"/>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E50DEE3F-0DA0-E5F0-5187-180DF16043B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3C03CCBC-4605-3FCE-1CFF-DC065A99D7E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6566A74F-51D2-1E1B-9D50-BDB9586120D1}"/>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14153E38-FA2F-8490-9F82-AF308B29B25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373DAB7C-E51F-C478-CA8D-01CC8B3F5A9B}"/>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601EDA1A-1655-B626-0894-42CD939E16DD}"/>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E23CB77C-8F09-97DE-AE35-C2D0303743E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89D1AD64-4394-43C7-0EBB-43A0EB72F9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898A8679-6976-9E70-A0E9-DCA0B8BA27C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76" name="グループ化 275">
            <a:extLst>
              <a:ext uri="{FF2B5EF4-FFF2-40B4-BE49-F238E27FC236}">
                <a16:creationId xmlns:a16="http://schemas.microsoft.com/office/drawing/2014/main" id="{2D471092-1241-60E8-CAF9-0673CF2674BB}"/>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DEAC029E-8FAC-633C-4784-E31F0A6EA4AA}"/>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B499509E-244A-2632-684C-05891C7713C3}"/>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3" name="平行四辺形 242">
                <a:extLst>
                  <a:ext uri="{FF2B5EF4-FFF2-40B4-BE49-F238E27FC236}">
                    <a16:creationId xmlns:a16="http://schemas.microsoft.com/office/drawing/2014/main" id="{2F13CE91-19FD-DF48-A926-B4FF7EB71D36}"/>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4" name="平行四辺形 243">
                <a:extLst>
                  <a:ext uri="{FF2B5EF4-FFF2-40B4-BE49-F238E27FC236}">
                    <a16:creationId xmlns:a16="http://schemas.microsoft.com/office/drawing/2014/main" id="{4B447136-7277-6A27-A335-7D75687EAB7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平行四辺形 244">
                <a:extLst>
                  <a:ext uri="{FF2B5EF4-FFF2-40B4-BE49-F238E27FC236}">
                    <a16:creationId xmlns:a16="http://schemas.microsoft.com/office/drawing/2014/main" id="{F7570AF6-01F2-4C2C-F96E-3903549B0D3C}"/>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平行四辺形 245">
                <a:extLst>
                  <a:ext uri="{FF2B5EF4-FFF2-40B4-BE49-F238E27FC236}">
                    <a16:creationId xmlns:a16="http://schemas.microsoft.com/office/drawing/2014/main" id="{259EC3E0-B561-407E-3F06-FBBA2E7117BC}"/>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4ABA04A3-EF1C-0316-9A67-419BA7566408}"/>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79F65C0E-3266-415D-EA81-468FD352A55E}"/>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AE6536B2-DC58-CE93-BBB1-B4646ED8B9FF}"/>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7D142A78-FD0D-BF48-2A70-322A6B02C190}"/>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
        <p:nvSpPr>
          <p:cNvPr id="21" name="テキスト ボックス 20">
            <a:extLst>
              <a:ext uri="{FF2B5EF4-FFF2-40B4-BE49-F238E27FC236}">
                <a16:creationId xmlns:a16="http://schemas.microsoft.com/office/drawing/2014/main" id="{0D5FDA72-5E68-F8EB-4862-6F835A09C660}"/>
              </a:ext>
            </a:extLst>
          </p:cNvPr>
          <p:cNvSpPr txBox="1"/>
          <p:nvPr/>
        </p:nvSpPr>
        <p:spPr>
          <a:xfrm>
            <a:off x="5319848" y="3339701"/>
            <a:ext cx="1550692" cy="400110"/>
          </a:xfrm>
          <a:prstGeom prst="rect">
            <a:avLst/>
          </a:prstGeom>
          <a:noFill/>
        </p:spPr>
        <p:txBody>
          <a:bodyPr wrap="square" rtlCol="0">
            <a:spAutoFit/>
          </a:bodyPr>
          <a:lstStyle/>
          <a:p>
            <a:pPr algn="ct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前衛</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2EC2AC79-351E-13C7-4416-57A57B6B63F3}"/>
              </a:ext>
            </a:extLst>
          </p:cNvPr>
          <p:cNvSpPr txBox="1"/>
          <p:nvPr/>
        </p:nvSpPr>
        <p:spPr>
          <a:xfrm>
            <a:off x="5319848" y="3777769"/>
            <a:ext cx="1550692" cy="400110"/>
          </a:xfrm>
          <a:prstGeom prst="rect">
            <a:avLst/>
          </a:prstGeom>
          <a:noFill/>
        </p:spPr>
        <p:txBody>
          <a:bodyPr wrap="square" rtlCol="0">
            <a:spAutoFit/>
          </a:bodyPr>
          <a:lstStyle/>
          <a:p>
            <a:pPr algn="ct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後衛</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837348611"/>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B8BAC-83B5-5C30-B4F2-7DB48A30430B}"/>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979A2A4F-3F65-81E5-F4BA-D9D4A7AD294E}"/>
              </a:ext>
            </a:extLst>
          </p:cNvPr>
          <p:cNvSpPr>
            <a:spLocks/>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DF4A180-823D-1A51-3E6E-F07D009616AB}"/>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F9B260AD-A5D1-520D-2DF4-0DB4D08555C2}"/>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A6C3E322-EB65-671D-73A7-9BBF80ABB65C}"/>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70290DC0-853E-DB41-D779-AD6B482BC4FD}"/>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52E6B6C-40EB-C5BD-A5B0-87C69F4A233D}"/>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FA72DE09-9AA8-F6D1-1217-DE3A0EC67CB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577B602-1489-BF1F-A3CA-CD3B6992B4A7}"/>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E92FB4FD-8EDC-18C1-AE62-8C7ADDBCD809}"/>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A0462959-BAC9-54EC-41FC-B95FA3983E0D}"/>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DE0B40F-90B8-A8F6-D186-482D800685DA}"/>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0E367C20-70E0-3F87-AE50-BAC3B7F003F3}"/>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6ED5735E-3FB0-17E8-B455-F0E93AB08677}"/>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A6AE6668-6359-7319-0610-1427BDDB7B46}"/>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52175551-15DB-81B7-4CE4-75E94075977D}"/>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1D0BD529-83D4-571A-FC30-AC25C1CD20A4}"/>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828EFFD5-2D62-9C94-42D6-C667C4F09510}"/>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BBECEC85-E33D-2A9F-1BA8-9BCE60329EE9}"/>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0967199E-0BA1-89DE-8391-8E8666B84891}"/>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D19623FF-D2B5-30CC-473A-E820AD2721BC}"/>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0308EFB1-A7D9-EE09-C5B8-1A9F592BA3C3}"/>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50D2E2DC-ABB6-5ABE-74CD-200750905EB3}"/>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19B650C-9D44-B40A-9DC3-8180968A01CB}"/>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B6D332C7-C8CF-7AC2-3F6B-9EAD92585AC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1ABE110-9955-178D-6228-4AA143D6587E}"/>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CFC5D32F-320C-71B8-D663-6C004EC2205A}"/>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D56687F9-D5C9-B28E-AD9E-B2899A43F039}"/>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9DA3335C-FEA9-EA0F-D261-7333C23BC42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5F21A4DF-FF78-26A0-A226-FBB1E8EE1818}"/>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3145AC10-56EE-D9D5-C089-2910F800A38C}"/>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D06D9331-24D1-4F5C-1CC5-9B73264DD48C}"/>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1B57DF7A-DB73-1AAD-F33D-C36C266DB5F9}"/>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667DECA-2E35-E530-E2FB-EA87FF97C557}"/>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C4F3F65A-8FF9-19AE-6C2F-73E651E38D3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325F00D9-9D67-8F5E-A3C9-6BF2AFA424C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BBE07F55-2F51-D839-9621-6445ACE045A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3F55EBE8-4754-8673-BD1F-6BC6534DD4B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2F337532-A508-36DF-427D-CBCCAC6A3B3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E91AF7A2-F0DC-00D5-4695-556268AE8E0E}"/>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F585701D-9CD0-3359-39CF-51FC6340F62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9CBD7640-53AE-3786-D2B3-8D2AE441836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C81652EF-E30F-2E05-F40C-F2DAA93ACABE}"/>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93A00BD4-DF00-9636-CEED-A4AEAA2F290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E898699F-D326-DE5F-2E63-9F213AFD961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E65F681D-F833-DCB7-F310-E9B2E327D1BE}"/>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DF881728-50C7-7B63-D08F-1F454FCAC15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6C559B4-4AF2-D9F7-479E-8DA99259222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59D0E34A-60DF-DA80-C89D-CBCD9055B011}"/>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9BB8FFCE-FC07-2F86-11A9-0585AA1BCB63}"/>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98B293A6-AB60-DEC3-9FFF-0009F2215475}"/>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08BB33BF-4CA6-3129-235C-3DE481C40FA4}"/>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1DFB6364-071D-FE80-01C5-89DBC79C3B0A}"/>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EF81D1E5-C0B2-F84E-4819-486CB0926DB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7A619326-DFB7-ABE1-F868-961FE1A83DF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DB00DDF5-1119-767B-4F8A-060140F7C454}"/>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E3ED1D54-1FD2-5006-5DB3-CAAC88829670}"/>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2D87E72A-D1C3-4B75-A936-7C393117FB68}"/>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69B4BAF7-5D39-B71F-B6E0-AD072CDBBDEA}"/>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8A72010B-369C-ACE9-C4FB-CF67351B548D}"/>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A090ACC9-00E8-0A18-E27C-4BA29262CFF7}"/>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318BE90A-49AD-4F61-F2A7-06779C91D710}"/>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358B038C-3594-BF78-DDAC-C669989A640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89D9A74-8A56-6442-108A-B4F1EB8CC184}"/>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16D84A05-3BA2-1A93-A3FC-143336767C8C}"/>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D22695E1-CD53-DC1D-93CF-297C52B245C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61637E9D-E8A7-4126-1152-7D87E3002B62}"/>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56282AA2-EB9E-7845-6789-DCE1F004E6C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5BAE4961-7D74-F893-6D3D-84B4E7CB9041}"/>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422E1A43-5EE7-2ACC-7884-AE468E3A3168}"/>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C39EAEBC-F42F-D5E3-F54B-65DA8BEEFD3E}"/>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3838AD41-7B0A-FED3-AD0C-C0F42CC8F49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9B549E53-94A8-EAD2-A62F-A2566100285C}"/>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81CEFF53-E616-B277-CEEF-12B75352B605}"/>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5F4C1ED4-7399-4620-B8C2-72C5C3D99E1C}"/>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BC6E7F9D-3F22-5F6B-E479-C83F1DD437D6}"/>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7F79C9CB-F6F4-D1D3-CBE0-2AA10AC44366}"/>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829313EC-8434-954D-D133-DCF93FBD5C96}"/>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F469FB69-9C08-98AB-6728-2EB5E27B3B36}"/>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5F6E48ED-57AD-E591-7C15-04930E1AF204}"/>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52B9F476-7BF2-F50A-3C73-A6C847918E4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FB60404E-4296-563F-C09C-629495D2641B}"/>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C4E3C32C-60E2-1E83-8424-AF194C37A6E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04D258C4-AF3B-09DF-6E4C-07A73C8C040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A1ADCBC-169D-3782-FF85-B8D323ECA5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72310B5A-638A-C492-BA93-FE55ED8B578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C343D9F3-C8A8-A21B-50FF-95AB86120C3E}"/>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FA3C8A64-6900-F749-CC76-F455CC222C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8C9212D5-B0A7-E7D6-5F65-E9F5C36002C9}"/>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B703C9C9-6083-C480-B1DC-A5C5F677BA6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B19291E7-BE1C-FBCC-17D7-3721FF8D695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FCBB9090-6DBB-BB12-8C4C-58533DBEA8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E6AB5D27-D569-461B-49BF-C337893A8C6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18F610F4-3F18-516E-F77B-18EB622E32E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315F63C0-C98E-48D0-8662-92B6B995B0D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6DEC4E9-5496-F4D8-8C8D-A9BF11B013E7}"/>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A9798D27-EA52-8C21-DBE3-A5AE42DA086E}"/>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52C49EB9-EF22-CFE2-E754-F4E81AF620F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8DC188E-CC8E-5F25-AE03-0753BBD460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4DB46C93-E0C0-3D97-ABBF-A2BCA789993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3578603-7026-6498-0FD2-F7FDCDD66EC4}"/>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B55790E1-A308-F426-D6BC-956150300BB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EF9E6C1B-AD00-210D-69B8-2E18CC2BF30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752937CD-2075-5811-5FDC-3B91BA8398E9}"/>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6E9201BA-79EB-520B-57F2-F5A193F7259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97A045F5-DE84-1AEC-97D3-88B6C81ABA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EF4555A6-63CA-131C-8307-6562DCF976E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DAF90ED1-8C2C-93E2-1712-672519C865C9}"/>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1C4D96EB-F5A2-F54F-70B8-7A0CDC8B8A9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0174202F-96FF-AF8A-5014-7462D0202C6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2C85A97E-84E0-EC0B-4F89-A17102C9F87B}"/>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5F716087-5FCF-6F08-03EB-751EB7E3CC6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FCB85928-B2AF-CD7E-7327-1B778228F6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4EA786CF-1CB3-199D-EB4B-D632DF419E6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E6CCB37B-24AB-4859-D1AF-D873C587893A}"/>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00402D07-553F-53D1-47D4-40D5B9DE063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E66D56A4-AA98-9F40-0E85-8F485353F6C0}"/>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184A38E4-9ECC-71D9-FBA9-02BF3F4C9B32}"/>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1C17FBD0-BDB2-C5E4-93BD-04AD5BFC936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9FA54D71-40F6-1997-62BD-87BC4BBEC3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41FB08FB-1BFE-E65D-9025-D7C982448D4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6B713D8D-CCA5-CCCE-E75A-DF50E806A84A}"/>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796A3324-D084-FE1E-B9BA-249186A1CED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E6DB3FF6-D83F-CC12-0963-B89FD75EFCCD}"/>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4A016C1F-03DC-A69B-AD43-2032E8BAB904}"/>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A720AA9-485E-D384-0080-11CBA2F464E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8692ABD0-914A-4C0A-55C4-605FEE22F2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25695ECF-3F08-9427-E9B2-42E224B3852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D4AA15E3-9532-F210-740D-890F09AC33BA}"/>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EBD74087-4646-10D4-606E-CBC3F20F9FD1}"/>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6D53B90A-F7BC-9D26-7B81-9B93274B2D1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D1B0D386-8094-9D97-3579-EB8E64DBF7A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C63B4FA9-00F9-A569-7568-F8DD66CF33AB}"/>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5752226B-9030-9CF8-133B-01CE81BB8FD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921E25F4-466D-7911-0882-D4C09DB94403}"/>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D9DEF2EC-8C4C-4FAF-D40D-5A8F5828D54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A343671B-97F3-9804-977D-B69D185EF43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8935D3EE-ED46-FF83-318C-C6EB1B7EBA42}"/>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07A732C-C54C-AF36-E7D5-6B8007E25B3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9FCBE335-CFC3-6FB1-3C0C-C95B3234264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671E11FB-6C11-1E29-72FA-A363F25C78A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CA667082-F489-D689-0DA8-267E50F4FE37}"/>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14CC5654-1901-A949-C6CF-0A19B9B7162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946422DA-7662-76A1-C40D-8021B9CE724D}"/>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1B82C04A-7862-0BAE-B819-4A228ECBD470}"/>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142CDF09-9BAF-CE3C-DABD-F963298BC52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8865F289-218C-4AEA-86A1-7225EFE4705E}"/>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5EF9A3EC-3A60-F3F3-4ECB-1E9A164D1F7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3D891AEA-B6EF-623F-51CC-16E37F379AD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5EF00969-6337-9AAC-518D-DC94B235025C}"/>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3BD24B41-FCD1-83D8-1A82-3BB0ED75CD80}"/>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FE6BB755-324D-BCD9-6742-D3BD1E99D9E4}"/>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4856B6BB-625C-66E5-E435-2FFDF863DFA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1B922AD5-770A-9112-EFBC-81BADBF68E41}"/>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C1ABE9CF-FE12-179E-97EE-10465D2CD61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8B6BA62-D88F-A7E9-F994-9F002898FAD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0C235C5F-818B-0CF3-7B7F-727FBF7B521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AE50A187-AE29-9AE7-90EB-AB39D205ECD9}"/>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E3D9E1AC-B859-238C-1280-64919BD910FE}"/>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2D1588A1-30C0-950D-3DB6-1A0BBACE104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4131A3B3-127A-46E2-CEA2-10349256699F}"/>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CBF447BC-7DF0-C569-97DC-420B96CCA7DC}"/>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CD85BFCE-65D8-7EE9-1E66-77F95FE6D229}"/>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86DF6393-FCCC-F3DD-4EF0-E5E59EAE744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92DBC46F-5216-5B23-C824-226DE65F12F8}"/>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36A57D65-E823-AFBC-4073-35BDD87C2604}"/>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F9E968E-BB58-8D95-E777-6DDE5DA323F2}"/>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2956E02D-EE44-496D-9543-8ACEF753A4B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617A66AB-8709-6F0E-AAD8-BF10FA9D9F8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40" name="グループ化 239">
            <a:extLst>
              <a:ext uri="{FF2B5EF4-FFF2-40B4-BE49-F238E27FC236}">
                <a16:creationId xmlns:a16="http://schemas.microsoft.com/office/drawing/2014/main" id="{5DC2E175-8CF9-A243-9D82-AA21E09769C0}"/>
              </a:ext>
            </a:extLst>
          </p:cNvPr>
          <p:cNvGrpSpPr/>
          <p:nvPr/>
        </p:nvGrpSpPr>
        <p:grpSpPr>
          <a:xfrm>
            <a:off x="8962119" y="905845"/>
            <a:ext cx="2561811" cy="5035298"/>
            <a:chOff x="8962119" y="905845"/>
            <a:chExt cx="2561811" cy="5035298"/>
          </a:xfrm>
        </p:grpSpPr>
        <p:grpSp>
          <p:nvGrpSpPr>
            <p:cNvPr id="99" name="グループ化 98">
              <a:extLst>
                <a:ext uri="{FF2B5EF4-FFF2-40B4-BE49-F238E27FC236}">
                  <a16:creationId xmlns:a16="http://schemas.microsoft.com/office/drawing/2014/main" id="{7CC6FDE9-F417-91D6-C3FF-2416034B8204}"/>
                </a:ext>
              </a:extLst>
            </p:cNvPr>
            <p:cNvGrpSpPr/>
            <p:nvPr/>
          </p:nvGrpSpPr>
          <p:grpSpPr>
            <a:xfrm>
              <a:off x="8962119" y="905845"/>
              <a:ext cx="2561811" cy="632926"/>
              <a:chOff x="8957885" y="4574183"/>
              <a:chExt cx="2561811" cy="632926"/>
            </a:xfrm>
          </p:grpSpPr>
          <p:sp>
            <p:nvSpPr>
              <p:cNvPr id="100" name="楕円 99">
                <a:extLst>
                  <a:ext uri="{FF2B5EF4-FFF2-40B4-BE49-F238E27FC236}">
                    <a16:creationId xmlns:a16="http://schemas.microsoft.com/office/drawing/2014/main" id="{EC872E6D-5F63-446F-CBC4-14CAA7E04C4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65227643-B5FD-661F-DEA1-9812D074826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D704C807-1558-FBC7-703C-03FC70B8D2C1}"/>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50698014-7CA3-704B-43BB-820AC669B12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BA4B99A7-B5CB-21E2-A64F-199D78C2A695}"/>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0455870-2ACA-770F-4383-5373FA04EA85}"/>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61F508F4-E690-B1D3-045E-3CECF0E3B64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1ACC8E77-D110-BF56-D199-DE10AD202A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570EB7DC-F15D-A3EE-8A59-ECE20A79B7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E4AAED95-4F23-7CD5-A998-56FF48A02832}"/>
                </a:ext>
              </a:extLst>
            </p:cNvPr>
            <p:cNvGrpSpPr/>
            <p:nvPr/>
          </p:nvGrpSpPr>
          <p:grpSpPr>
            <a:xfrm>
              <a:off x="8962119" y="5308217"/>
              <a:ext cx="2561811" cy="632926"/>
              <a:chOff x="8957885" y="4574183"/>
              <a:chExt cx="2561811" cy="632926"/>
            </a:xfrm>
          </p:grpSpPr>
          <p:sp>
            <p:nvSpPr>
              <p:cNvPr id="110" name="楕円 109">
                <a:extLst>
                  <a:ext uri="{FF2B5EF4-FFF2-40B4-BE49-F238E27FC236}">
                    <a16:creationId xmlns:a16="http://schemas.microsoft.com/office/drawing/2014/main" id="{4C227610-C503-BE61-46CB-C2F64E61614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57343A48-8B8C-EF71-F772-92A6A9F49BE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49C0BCBE-CE44-CE28-FDAB-41C97775BA7A}"/>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535923AF-9B60-13B2-7C60-ECA2E8429C0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A35FF5E8-634A-068F-FAA9-F741AA82AFF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9287A9D8-66E6-2324-C9F1-454EDA255C7A}"/>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9CCE70FA-F0D5-3E13-2408-32E33217CD3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154533CC-7534-892C-5A03-58ED299EA8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DDFF2246-1DDD-5924-7008-835B36DE53C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F65F4E41-D6AE-5C2F-B126-805733A89EA2}"/>
                </a:ext>
              </a:extLst>
            </p:cNvPr>
            <p:cNvGrpSpPr/>
            <p:nvPr/>
          </p:nvGrpSpPr>
          <p:grpSpPr>
            <a:xfrm>
              <a:off x="8962119" y="1639574"/>
              <a:ext cx="2561811" cy="632926"/>
              <a:chOff x="8957885" y="4574183"/>
              <a:chExt cx="2561811" cy="632926"/>
            </a:xfrm>
          </p:grpSpPr>
          <p:sp>
            <p:nvSpPr>
              <p:cNvPr id="121" name="楕円 120">
                <a:extLst>
                  <a:ext uri="{FF2B5EF4-FFF2-40B4-BE49-F238E27FC236}">
                    <a16:creationId xmlns:a16="http://schemas.microsoft.com/office/drawing/2014/main" id="{7C14870E-9047-019B-1017-EC02A0A738C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DE02DBAC-C44E-28BC-C638-231FB4D054F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39AE2022-4E86-FA72-4C32-88D2FF55731A}"/>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CFD78671-BBD3-87E6-5877-EE4D9ACBEE9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D281749-F33B-7D8F-EA34-8E63863F769D}"/>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F33FDB50-4AA2-39FC-F773-4D9AAF28ABFE}"/>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42E6C3DA-48BF-30C2-1826-42B48160D3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9FC00AD5-73AB-85D1-41A8-CE1E0C9CF27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F4018686-E7F7-5FD0-297A-735DE2378C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42C39D14-71D6-2A1F-88E8-581D8D22F9E0}"/>
                </a:ext>
              </a:extLst>
            </p:cNvPr>
            <p:cNvGrpSpPr/>
            <p:nvPr/>
          </p:nvGrpSpPr>
          <p:grpSpPr>
            <a:xfrm>
              <a:off x="8962119" y="2373303"/>
              <a:ext cx="2561811" cy="632926"/>
              <a:chOff x="8957885" y="4574183"/>
              <a:chExt cx="2561811" cy="632926"/>
            </a:xfrm>
          </p:grpSpPr>
          <p:sp>
            <p:nvSpPr>
              <p:cNvPr id="133" name="楕円 132">
                <a:extLst>
                  <a:ext uri="{FF2B5EF4-FFF2-40B4-BE49-F238E27FC236}">
                    <a16:creationId xmlns:a16="http://schemas.microsoft.com/office/drawing/2014/main" id="{F6CA5B1F-9157-35F9-BADD-2DF1B5723DC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C46218E8-8CF5-669B-DED8-DE785E4C32E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7A0F8B3E-0DDB-1B3E-58A8-DC1D5EF9988E}"/>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09C8A347-10E2-C87C-FB98-5B602FAFB92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37BE492A-5C6E-20BF-DC33-D5CE62A8E7E2}"/>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D972BE1C-D377-B69D-6840-C1A816B93F0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452A7EB4-B474-7F21-3CB4-74DB7C60246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A65F52F4-F276-ED60-3B21-651E507DE1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591A5083-A0F8-C096-82BA-CB63AC0E64E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442F2A1E-1A41-9A8C-1417-A426E2BFA1AB}"/>
                </a:ext>
              </a:extLst>
            </p:cNvPr>
            <p:cNvGrpSpPr/>
            <p:nvPr/>
          </p:nvGrpSpPr>
          <p:grpSpPr>
            <a:xfrm>
              <a:off x="8962119" y="3107032"/>
              <a:ext cx="2561811" cy="632926"/>
              <a:chOff x="8957885" y="4574183"/>
              <a:chExt cx="2561811" cy="632926"/>
            </a:xfrm>
          </p:grpSpPr>
          <p:sp>
            <p:nvSpPr>
              <p:cNvPr id="145" name="楕円 144">
                <a:extLst>
                  <a:ext uri="{FF2B5EF4-FFF2-40B4-BE49-F238E27FC236}">
                    <a16:creationId xmlns:a16="http://schemas.microsoft.com/office/drawing/2014/main" id="{95B921D6-B8CA-C96E-1DF1-6ECF74B8CC6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5F559161-DEC2-94ED-CC00-FB48D6C6E65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A770E68C-DDF5-3F45-05EE-6AC5F5EF817A}"/>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D9C83D03-8043-5F24-5D38-A7DBA09FFB8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A658296F-D143-02FA-1143-8935798AC0AE}"/>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DDEA8381-2FE1-D3A3-F3D8-7E7BF0727564}"/>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645FA879-7B04-C6E5-A93E-DE2AD462868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5098E76C-FC48-C122-0AD2-8F0C945826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2F47757F-CAEC-B927-3B7B-8A231907531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565CABB7-B7D4-39D6-8277-565181A83C2A}"/>
                </a:ext>
              </a:extLst>
            </p:cNvPr>
            <p:cNvGrpSpPr/>
            <p:nvPr/>
          </p:nvGrpSpPr>
          <p:grpSpPr>
            <a:xfrm>
              <a:off x="8962119" y="3840761"/>
              <a:ext cx="2561811" cy="632926"/>
              <a:chOff x="8957885" y="4574183"/>
              <a:chExt cx="2561811" cy="632926"/>
            </a:xfrm>
          </p:grpSpPr>
          <p:sp>
            <p:nvSpPr>
              <p:cNvPr id="158" name="楕円 157">
                <a:extLst>
                  <a:ext uri="{FF2B5EF4-FFF2-40B4-BE49-F238E27FC236}">
                    <a16:creationId xmlns:a16="http://schemas.microsoft.com/office/drawing/2014/main" id="{71BF7F37-350E-B86F-8EDF-27ED803A1EC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F8C37A4A-DD89-EE1A-E777-A2F123D0BB8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7A6D5F06-060F-38E6-0F0B-9DFF54635319}"/>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EE582A7B-07A0-F1D9-F48D-0CC4DD31BE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C4B71A06-F8C9-7E35-7161-1D83844A5713}"/>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1EC63C87-4F70-F452-1ADC-5CE8DB30492C}"/>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483AC54-23A6-853A-9EB2-C8C2B2B29E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1A9840BA-9AFE-E13E-FB01-982EBFC049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281E14C5-8E82-FA5F-EEEE-B6588B5E5DF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86E2DF7B-1203-B53B-438C-28A0E3328CB0}"/>
                </a:ext>
              </a:extLst>
            </p:cNvPr>
            <p:cNvGrpSpPr/>
            <p:nvPr/>
          </p:nvGrpSpPr>
          <p:grpSpPr>
            <a:xfrm>
              <a:off x="8962119" y="4574490"/>
              <a:ext cx="2561811" cy="632926"/>
              <a:chOff x="8957885" y="4574183"/>
              <a:chExt cx="2561811" cy="632926"/>
            </a:xfrm>
          </p:grpSpPr>
          <p:sp>
            <p:nvSpPr>
              <p:cNvPr id="188" name="楕円 187">
                <a:extLst>
                  <a:ext uri="{FF2B5EF4-FFF2-40B4-BE49-F238E27FC236}">
                    <a16:creationId xmlns:a16="http://schemas.microsoft.com/office/drawing/2014/main" id="{EB325B17-4C7C-6300-6D37-8A62FA18F27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CE71A423-CD91-2E91-D878-291C441EC45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C8CAD464-D3C1-A007-E9EC-4D14974FEE2F}"/>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452E78D4-1E42-6F2D-2BF8-E3E2D096548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8C36F2CC-103D-AB2E-465B-98F3F7621F63}"/>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7245F9FA-AF21-B3C9-8DAE-43F33D93FC26}"/>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C0703B6B-03C5-B613-18FF-E9929A6AA36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BD87716D-3317-93EF-8C65-EC415A13BC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175F5451-2E3F-9FDE-C492-F4CF687EF4A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テキスト ボックス 3">
            <a:extLst>
              <a:ext uri="{FF2B5EF4-FFF2-40B4-BE49-F238E27FC236}">
                <a16:creationId xmlns:a16="http://schemas.microsoft.com/office/drawing/2014/main" id="{5C02A224-FD34-B6C1-8BAE-208FE08AE9A7}"/>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TURN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 name="テキスト ボックス 4">
            <a:extLst>
              <a:ext uri="{FF2B5EF4-FFF2-40B4-BE49-F238E27FC236}">
                <a16:creationId xmlns:a16="http://schemas.microsoft.com/office/drawing/2014/main" id="{C292654B-9726-D3A7-661D-B05277BBA77E}"/>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1" name="グループ化 20">
            <a:extLst>
              <a:ext uri="{FF2B5EF4-FFF2-40B4-BE49-F238E27FC236}">
                <a16:creationId xmlns:a16="http://schemas.microsoft.com/office/drawing/2014/main" id="{88C21FF3-4197-17E3-BAB9-9878A4308DA2}"/>
              </a:ext>
            </a:extLst>
          </p:cNvPr>
          <p:cNvGrpSpPr/>
          <p:nvPr/>
        </p:nvGrpSpPr>
        <p:grpSpPr>
          <a:xfrm>
            <a:off x="1719571" y="303092"/>
            <a:ext cx="3092165" cy="338875"/>
            <a:chOff x="1719571" y="274517"/>
            <a:chExt cx="3092165" cy="338875"/>
          </a:xfrm>
        </p:grpSpPr>
        <p:grpSp>
          <p:nvGrpSpPr>
            <p:cNvPr id="24" name="グループ化 23">
              <a:extLst>
                <a:ext uri="{FF2B5EF4-FFF2-40B4-BE49-F238E27FC236}">
                  <a16:creationId xmlns:a16="http://schemas.microsoft.com/office/drawing/2014/main" id="{1FC9DD36-F2E4-5F04-0276-BBBF3C96ABD7}"/>
                </a:ext>
              </a:extLst>
            </p:cNvPr>
            <p:cNvGrpSpPr/>
            <p:nvPr/>
          </p:nvGrpSpPr>
          <p:grpSpPr>
            <a:xfrm>
              <a:off x="1719571" y="274517"/>
              <a:ext cx="3092165" cy="338875"/>
              <a:chOff x="1719571" y="215382"/>
              <a:chExt cx="3888059" cy="426098"/>
            </a:xfrm>
          </p:grpSpPr>
          <p:sp>
            <p:nvSpPr>
              <p:cNvPr id="79" name="平行四辺形 78">
                <a:extLst>
                  <a:ext uri="{FF2B5EF4-FFF2-40B4-BE49-F238E27FC236}">
                    <a16:creationId xmlns:a16="http://schemas.microsoft.com/office/drawing/2014/main" id="{E16BE48B-55F0-9CFB-1FA9-7E4C79D581CF}"/>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平行四辺形 81">
                <a:extLst>
                  <a:ext uri="{FF2B5EF4-FFF2-40B4-BE49-F238E27FC236}">
                    <a16:creationId xmlns:a16="http://schemas.microsoft.com/office/drawing/2014/main" id="{27521E69-B2E3-EB42-6E3F-06C1005416D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48C47AF5-02EF-E8C9-B0D3-4EC97AFC092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4BE152AC-B318-D8E9-0C67-88803D2FADA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71ECEDE0-7846-77D2-5565-F493AD31682D}"/>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5" name="楕円 24">
              <a:extLst>
                <a:ext uri="{FF2B5EF4-FFF2-40B4-BE49-F238E27FC236}">
                  <a16:creationId xmlns:a16="http://schemas.microsoft.com/office/drawing/2014/main" id="{94FE4565-422B-D189-2196-58200EC81143}"/>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2" name="楕円 31">
              <a:extLst>
                <a:ext uri="{FF2B5EF4-FFF2-40B4-BE49-F238E27FC236}">
                  <a16:creationId xmlns:a16="http://schemas.microsoft.com/office/drawing/2014/main" id="{BF3D3449-09D1-4E91-FA4A-3396FEB10941}"/>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3" name="楕円 32">
              <a:extLst>
                <a:ext uri="{FF2B5EF4-FFF2-40B4-BE49-F238E27FC236}">
                  <a16:creationId xmlns:a16="http://schemas.microsoft.com/office/drawing/2014/main" id="{C5C6702C-366F-F0B5-C580-1FBA4871EADC}"/>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43" name="楕円 42">
              <a:extLst>
                <a:ext uri="{FF2B5EF4-FFF2-40B4-BE49-F238E27FC236}">
                  <a16:creationId xmlns:a16="http://schemas.microsoft.com/office/drawing/2014/main" id="{61A8DF72-01EA-9707-7746-46E7AF49BBFC}"/>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2205520194"/>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559CA-9509-D1DD-117E-57E0DB0DFA25}"/>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C6A75E3B-F1C7-6FDC-87DD-2815D6C3A120}"/>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42CC270-B788-8229-14AE-783A37D17AA3}"/>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A26B3D78-E93E-0DC6-0AF4-4C3600DA7BCB}"/>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2A759BC2-4041-9B61-0C60-D8D26F9DFCE5}"/>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62ECF6BC-5BF5-FD12-5B61-0E465C593FEC}"/>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EB908A57-1D7A-8BD2-67B0-18CE246524BE}"/>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F461A96E-673F-D5E9-BFE4-C1BADEC4AF2B}"/>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92BC838-8F1C-3C6C-13B3-0CB35A33B9FF}"/>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185DAFA6-7C25-B112-EC67-FAE2A1DB8172}"/>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784258F3-39AB-2A92-BBEB-CE67FE1ADBC7}"/>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36B71774-E0B7-7972-2FA1-8E5FAB7A4897}"/>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BB4CD40-6663-E9D4-F412-AE3A0E099DF7}"/>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45C515EC-8E7B-6418-8ADE-671B26735CA4}"/>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1F6FB9A4-C7D1-408B-C7FE-6AE28CB9D81A}"/>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4FF5B373-5F90-D45E-ED98-4F6BB42CF0F5}"/>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904FADC-5874-933C-E121-D533FFAE9F82}"/>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5C226858-BF04-B4AC-8D9A-1095DAC59968}"/>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1B87A90B-A01F-1340-F90F-2C0F7AB924AF}"/>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A4889E5D-140B-E33E-AB76-6611D5F510B3}"/>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5F941D2E-C6A8-3EE4-E6BE-AD63AFD1B16B}"/>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698936C-DB46-F434-2C93-6B9E465CC7AB}"/>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34FBE4ED-2724-C036-E51F-AA86913D11B6}"/>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A72CFFC-1FBC-9FE3-FA0E-7F545AB9A617}"/>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6081298E-0AF4-AADE-AD9C-BA82BF4BC29C}"/>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316EA2D3-5EE7-C7B5-FCC8-3C085F6B0780}"/>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E3683AA2-8A25-F81A-7F9B-6573F51EAB43}"/>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1FDEFD91-8A2D-5254-583C-374A78F0D8FE}"/>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DE5362C6-86D7-8FB2-5F6E-2DFC1F115A77}"/>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FE942FAE-4878-11AF-C83A-B5B596866EF2}"/>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04089AD2-85D7-C3F1-CFDC-335F06798826}"/>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B12F5E5C-3E1C-A944-A843-8D3CCBD888EB}"/>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DF10D7AA-E8DF-FB63-3A03-6DCCA7978C35}"/>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A68EFC0A-0C42-F591-1679-B229720CC949}"/>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416505DC-D80D-D2A5-AF56-CAA010AE2DC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ECF5DEE6-DFD7-C03A-42BB-7DF457ECA96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7D307751-D9F4-DF2E-7FE2-CFA76DAEE36E}"/>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29CF38E0-A33E-8114-0348-9DF6D63827B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14D2EB50-B919-1CAB-D2BC-B9EA2B93701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49CBC8C7-419C-4C1C-23EE-86966BA8FF26}"/>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67BCA7D2-5320-F44F-747C-66F226CADEB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B72EDA15-3C2C-070F-E5C0-884F60F6D7F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3D99E757-F82E-61C9-04BA-858F119D2CE3}"/>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4EE31473-2FF9-269F-4CC2-79EA3820A55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6FADD411-5DBC-24EB-6859-2B0265A29F4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5EAB9184-9CF0-BA55-5D7F-35AAAC1C4438}"/>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61B89D5C-C096-6BA3-F585-D291DF56E75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B944DE47-470A-BC79-13B5-7BDEDC4925A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DB465A87-813F-F5ED-D089-A6E49E1537D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EDC3175D-D03C-7064-F612-101D112C3EBC}"/>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AF44FF67-133C-91E9-CD43-BE2A62053276}"/>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6677547-A83A-CD8F-E097-8E5E6E52927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D0B2179-231B-6670-361F-63C253D474B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6939723-068B-6D88-DB3F-00219AF87F2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D1C6C6BB-E3EC-6046-9AA6-E35AFF2ADD8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9B0A670-E226-80D4-A317-981DAABCF69F}"/>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D17F6A1B-A545-C750-0F78-8854E9C57657}"/>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DB9D1159-4A00-D923-5446-98AB1023EF36}"/>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4E23AC2E-AA39-78D2-9169-9AA9E138BB6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03D2EB1-D926-1CFD-0D22-8FCC7484149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5DDA998B-1F62-8228-D947-0FE82E632008}"/>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8C300777-47C5-2C04-901E-D62BDABCE3F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DB5E4401-FD34-9492-116D-A474B15F7578}"/>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55E6F5B-88A5-6593-129A-4B1F2120AFE7}"/>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56D07E7F-70F0-B0C9-8585-AE80866CA1FB}"/>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ECA90F5-775F-A420-9C26-0E0F1746DE84}"/>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CDC53BD6-DB3F-0E2C-8086-AE4F882243E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16764546-E193-CD80-EFA8-A6EBEF9BA497}"/>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82954E8A-3200-4F46-0D21-4B8C24DCA09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F51662B4-1DB4-695C-1A79-ED0FA449E07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984F0534-BBDB-AE0E-0A26-D518B4A6AFCD}"/>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DB9C4DB0-1E49-8EB5-768D-F50179344789}"/>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A1C11986-DCDA-D855-7E3E-B5EB19212764}"/>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B68459DA-A197-BEDE-31A6-174FD2154024}"/>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0D4A600-D530-0E66-44E8-3460E1D472E7}"/>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E90DE979-471D-064E-97D4-B3939130F067}"/>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BD0523DC-615D-2E19-74D8-CFDECB129F1D}"/>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3BD9CA96-7975-8DEB-8E7C-5E8FAEDB1716}"/>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CAD2091E-57F5-97A6-27E0-B39C532B2FC6}"/>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74430DCA-2C14-8BCC-DD0D-1583849AD0EC}"/>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87" name="テキスト ボックス 86">
            <a:extLst>
              <a:ext uri="{FF2B5EF4-FFF2-40B4-BE49-F238E27FC236}">
                <a16:creationId xmlns:a16="http://schemas.microsoft.com/office/drawing/2014/main" id="{A4B5F14C-A92E-6E96-B54B-F21AB73B1BA2}"/>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3" name="グループ化 182">
            <a:extLst>
              <a:ext uri="{FF2B5EF4-FFF2-40B4-BE49-F238E27FC236}">
                <a16:creationId xmlns:a16="http://schemas.microsoft.com/office/drawing/2014/main" id="{E74878AE-D59A-8A84-2D4A-35AD4DDD0CBE}"/>
              </a:ext>
            </a:extLst>
          </p:cNvPr>
          <p:cNvGrpSpPr/>
          <p:nvPr/>
        </p:nvGrpSpPr>
        <p:grpSpPr>
          <a:xfrm>
            <a:off x="1310523" y="282304"/>
            <a:ext cx="3681355" cy="387045"/>
            <a:chOff x="1719571" y="274515"/>
            <a:chExt cx="4262430" cy="338877"/>
          </a:xfrm>
        </p:grpSpPr>
        <p:grpSp>
          <p:nvGrpSpPr>
            <p:cNvPr id="91" name="グループ化 90">
              <a:extLst>
                <a:ext uri="{FF2B5EF4-FFF2-40B4-BE49-F238E27FC236}">
                  <a16:creationId xmlns:a16="http://schemas.microsoft.com/office/drawing/2014/main" id="{7AF27CCD-5DC0-B2B3-9888-702465D5B88F}"/>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02293F86-4DF1-FDF6-A92B-E665A08CAFB1}"/>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8AA4C5E1-53C1-148A-AFFB-9F9CB6CAC9B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4F321D25-E8CF-8D01-F348-090EC78EC2E6}"/>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E56B980-E3A9-2873-1080-50146FF0FDD3}"/>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6" name="平行四辺形 85">
                <a:extLst>
                  <a:ext uri="{FF2B5EF4-FFF2-40B4-BE49-F238E27FC236}">
                    <a16:creationId xmlns:a16="http://schemas.microsoft.com/office/drawing/2014/main" id="{F8A48581-2A0B-EBB2-E8F6-16C4EFE9AD56}"/>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80" name="平行四辺形 179">
              <a:extLst>
                <a:ext uri="{FF2B5EF4-FFF2-40B4-BE49-F238E27FC236}">
                  <a16:creationId xmlns:a16="http://schemas.microsoft.com/office/drawing/2014/main" id="{66B905B4-0E04-A874-8716-5EE3AAEDED6E}"/>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 name="平行四辺形 180">
              <a:extLst>
                <a:ext uri="{FF2B5EF4-FFF2-40B4-BE49-F238E27FC236}">
                  <a16:creationId xmlns:a16="http://schemas.microsoft.com/office/drawing/2014/main" id="{AC7BFE9E-A8F3-E97C-3DC0-63E82DA5F62F}"/>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97" name="グループ化 196">
            <a:extLst>
              <a:ext uri="{FF2B5EF4-FFF2-40B4-BE49-F238E27FC236}">
                <a16:creationId xmlns:a16="http://schemas.microsoft.com/office/drawing/2014/main" id="{8008F290-7279-ADBB-CE65-BF5B76C0BFC2}"/>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135609FD-E1A3-C6A0-A26E-EAAD5B99614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FD35FBC8-399F-401A-6655-B8FBA13CFB3D}"/>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7199C53F-FA4F-80D4-2492-2A79290CD356}"/>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5E998291-665F-E1C1-816D-160FD766812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907EE515-E359-9E9F-25CF-366A452FCB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037E4B44-107D-B21B-2889-3D28E39ED31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5EC89DA8-574C-45F7-51ED-7940A386368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C71A4C41-E3F2-078B-1BC9-AFA436F3231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B99A55CA-B99A-2FE5-3532-D8B472D15083}"/>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60E16079-D5A9-1406-C410-48680D91AE64}"/>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4F51ECB2-35F4-EB61-95BB-0DFC16E39A7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C4A86E9B-8A1F-B43A-34AD-3479022C21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F8DAC87-8366-2551-7B92-1A3FE32026A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767BB313-7A89-C483-B9A7-3F71C4A0F55F}"/>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6AA08ED0-B338-FC25-E5AF-94B7EFC7B86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472A4FA-71D3-B556-7B68-33453637B51E}"/>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D5F2B306-DAFA-E86A-F166-1C060541629A}"/>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53FF30E2-955E-C772-9237-1F32E9FE19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44FF5656-CC04-44E3-B8A4-D8B677424A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319BA22-E5B5-7A6A-BDFE-3BF21AD7792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201B1F27-439F-C00E-F509-B79B2D339F9D}"/>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66019EFE-2DE9-60B7-FA63-E1752FB5555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FC5BE995-AA95-46B3-80C0-389E85B13CE3}"/>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0E01908-93FA-2786-F910-C1AD7400DB81}"/>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128A02CD-8B2D-0DC1-1461-DCA3B721169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B2026AD6-9DDB-23B0-4BF5-E226F0625B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232F435-B429-E6FF-96F5-1B660073385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308C96CD-DA4E-771D-7A44-4C3E43677507}"/>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48D8EA5A-E8AB-56BD-A30C-086E9B78D1B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269A0A6B-2C26-38BA-D13F-47E41288B870}"/>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87D4CA2-0916-1109-E261-014DDF84B828}"/>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5F5951B5-C377-1416-9E0A-79F89991D42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FC124C8A-98EA-B69E-37AA-16DFF9BF2B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40ADE5C7-9A63-3ADD-8396-DAA723C365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F8E9ABF0-282F-61E2-A4EA-C4788C7C96DC}"/>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35F4AD55-2967-3548-C801-C9F59C790A7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4981D2A8-F6E4-4147-14A3-F2FCA41698B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72C693F7-C179-C397-ACF3-DFF72ADD77F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88AFC967-3903-8675-D00B-F328432659D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E6F14527-B27F-D633-EBA8-22E4212DFB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96F0CFF0-ED8F-C330-35B6-EA0914C16FD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7125E200-7BAD-DF49-9561-C6BCBE338C4E}"/>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1AE71EA6-E902-0769-79DC-B9CEE5E825A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E4C252E-3EE9-7444-3D2E-3688574A510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3CAB668-49E8-9462-CA3D-007DD3DB7670}"/>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B5F57F79-A5DF-EFAD-D912-805E846F4EA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1B78730F-81DE-9970-ADF5-D32329B6B0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C9817DDE-C309-C7E5-434A-03DDAA012A5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AC0BA4EC-CE4B-44E6-C1F2-C85ECA3A5A8B}"/>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941B7B34-8BDF-234B-BB18-F3CA5D297AC2}"/>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17F27E06-CD63-A412-05D7-A4F7DBA7301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B8F0B992-BE65-00E9-EFCF-7FA74A2072CE}"/>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BA306667-B78A-69EB-EC44-59EAB9169F20}"/>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2C38708-9E85-F415-8940-F981319DB00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8F1F9140-5E24-9364-126D-B9CA93F4C46F}"/>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E489D75B-7A1B-66F8-B18B-01856C8A677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4790BE78-6555-4BB7-421F-B8861D26522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7A063689-FD83-3380-1726-D8FEF7A9A696}"/>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0B5FF1EB-F492-499D-9BCD-91D22704333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CD878900-4B35-2C9F-3E68-7D73C8BF39BE}"/>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A237B48E-816A-C3B0-B7B3-2B95F8D8743F}"/>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CFA74ECB-31ED-8AB6-1B96-7AE6768C5D8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E11C259-CA4E-320C-2F7F-ED3D1802EA7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1634A24D-FF8A-A023-265E-56AE2870D830}"/>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F05F0E16-54C8-AFE5-E61D-A4C29226C8A8}"/>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FB3FEFF4-B0B8-49F2-5EC3-E87211CA4DE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DF55C1D-A37C-C942-C50D-A81AB3643775}"/>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F1B1A278-6B4A-DF8D-F386-4FEA2B7E73F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5214143F-FC80-9160-FD41-425C4E0EF8CC}"/>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268" name="楕円 267">
            <a:extLst>
              <a:ext uri="{FF2B5EF4-FFF2-40B4-BE49-F238E27FC236}">
                <a16:creationId xmlns:a16="http://schemas.microsoft.com/office/drawing/2014/main" id="{F37AB1A1-309F-0C25-975F-6048C332A046}"/>
              </a:ext>
            </a:extLst>
          </p:cNvPr>
          <p:cNvSpPr/>
          <p:nvPr/>
        </p:nvSpPr>
        <p:spPr>
          <a:xfrm>
            <a:off x="1455480"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69" name="楕円 268">
            <a:extLst>
              <a:ext uri="{FF2B5EF4-FFF2-40B4-BE49-F238E27FC236}">
                <a16:creationId xmlns:a16="http://schemas.microsoft.com/office/drawing/2014/main" id="{E691A675-0FE2-E174-F85D-1B8FB9DBF3A7}"/>
              </a:ext>
            </a:extLst>
          </p:cNvPr>
          <p:cNvSpPr/>
          <p:nvPr/>
        </p:nvSpPr>
        <p:spPr>
          <a:xfrm>
            <a:off x="1976711"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0" name="楕円 269">
            <a:extLst>
              <a:ext uri="{FF2B5EF4-FFF2-40B4-BE49-F238E27FC236}">
                <a16:creationId xmlns:a16="http://schemas.microsoft.com/office/drawing/2014/main" id="{F0ADA7EE-5A08-81F1-C87D-E825F575DFFF}"/>
              </a:ext>
            </a:extLst>
          </p:cNvPr>
          <p:cNvSpPr/>
          <p:nvPr/>
        </p:nvSpPr>
        <p:spPr>
          <a:xfrm>
            <a:off x="2497942"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1" name="楕円 270">
            <a:extLst>
              <a:ext uri="{FF2B5EF4-FFF2-40B4-BE49-F238E27FC236}">
                <a16:creationId xmlns:a16="http://schemas.microsoft.com/office/drawing/2014/main" id="{1B185987-76E9-9B6A-E58F-B1878E27A78A}"/>
              </a:ext>
            </a:extLst>
          </p:cNvPr>
          <p:cNvSpPr/>
          <p:nvPr/>
        </p:nvSpPr>
        <p:spPr>
          <a:xfrm>
            <a:off x="3019174"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Tree>
    <p:extLst>
      <p:ext uri="{BB962C8B-B14F-4D97-AF65-F5344CB8AC3E}">
        <p14:creationId xmlns:p14="http://schemas.microsoft.com/office/powerpoint/2010/main" val="418579811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CD437-48B5-2B89-BFB1-C9874521C08E}"/>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03C99F8D-CA4F-B65A-5A37-63D525DED9AF}"/>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AB3C8B8C-2101-8165-452A-AD34E811A36C}"/>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5209BB48-971B-37BE-39F7-259F8A488B91}"/>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15937B46-478A-FF6F-57B0-E125735CCB03}"/>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0F78699-C5AB-8F59-C85D-FBEE95E75BEB}"/>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039E691B-7D4F-0E3A-AF08-869E92CF4D13}"/>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AB43264F-DE66-910F-F5D7-532E58B33DFA}"/>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0B911830-EB3B-AF35-8BEF-DF58D2ED5557}"/>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562CDDD3-4287-0D0B-6147-A0973BD98B5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C6BB182E-00EB-548E-0508-E2F30691777C}"/>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EACE059A-80B4-96F3-F3F0-761E2B08B4C0}"/>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17EE9742-1357-04B5-3E11-7047A6432AB4}"/>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77E30FA1-0682-2D9E-A07E-05CA14415D8F}"/>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45DB1462-F77E-2075-4D82-38A79DC9EDE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448DB22A-C3CC-F7D5-ACD3-99D541DD5AC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32A2AD39-28F9-1162-E905-142F589656BB}"/>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6A91A041-FE47-E306-8408-C48B3C3D9D4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28962496-AF60-7DA1-81B6-22929E1B670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E207D917-3757-967B-46FD-2BC8805B4B2B}"/>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9B394275-B2B5-A4D2-17C7-7892AB18182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CA481DA9-5E67-310E-5EDC-B33B721DA8D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45DA0EF0-505B-62A6-331B-9E349A6631FA}"/>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3CFD275B-AE75-3C23-E6FB-D760F6A3B65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486F9F1D-2C79-B4CD-C22B-1015CF9FAB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EBB37F4F-960B-B1A2-589D-99442D93826E}"/>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5D5EA093-6C17-C036-8256-2B1C08CDE58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39AEF8DF-0753-EEFC-F805-B64368059DA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216986E6-6606-F828-0E14-30A44CB364D9}"/>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2E901D00-5C23-3DF8-B740-94D3ECEABD29}"/>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98BEFEE7-31D5-5590-23CA-206705B9DE1D}"/>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88E90C1C-C8EF-9359-A2AC-631B62FCBE17}"/>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6D2D7794-572E-7974-F0C3-5C213E29842A}"/>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E8508CAF-0ABC-E235-DA1C-0D405E06FF0B}"/>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42A7ED7A-BF7B-69F1-4187-972B89FCCC1A}"/>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1BCF3977-4EE6-B954-E1DE-9C04B621359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23C15B08-BE97-D557-CEBA-1AFDBF98C28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A781F232-6A1C-349A-9511-8B967E7DE5AF}"/>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AD5AE858-3C3C-BF2E-EE53-67B82B9882A0}"/>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89EDC2B3-209C-77E8-1FE2-B549FEC21DF7}"/>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1F53C704-E87D-D987-88AE-34BB86E1D8F2}"/>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847F70F1-1364-7F8C-2B8A-28C42AF24B25}"/>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AF312980-F427-B235-B2DA-C67533C0021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BD6BB614-1A0E-1393-03E9-C71F26BF0580}"/>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43D9E6A7-E63A-2CD5-1D37-7EBB43921CA7}"/>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1F981992-A1A3-A15B-4024-139AB0726CE5}"/>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5829CFFE-43C3-E8B9-822B-3EDF1F9FCC77}"/>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F25CE92-FF3F-3F96-F92F-B20C5F9F4F2E}"/>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F4C1A49-BBCB-6A61-D243-ABA9E0751F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4C28F049-5349-351E-4F0D-F0D0E8C8C2A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B89A8558-55A8-7E26-7D41-215B2AC1B760}"/>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ECA83C1E-B79F-0C09-8F64-FE0E3626D12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0A5353BE-DD29-01D5-64D4-C7D2DC5BBAD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E186963F-6D59-8990-CC59-6D5FEC43AD5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5ABE36B0-59D7-2103-A59F-7EF29116603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A9D33128-4E9B-3035-8314-7B6677E296E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A4BE0A9F-6673-E800-97CD-B143B2EB4797}"/>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1945BF65-4470-380C-B45A-FB07B5955946}"/>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8FFD978C-2DA3-8B47-BD0B-6D53F57A79D4}"/>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A304F33E-57D7-E0C4-532C-E04F474E979B}"/>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E198B559-4A1D-E3B9-4712-BA18DC7D033C}"/>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C5A535C7-4160-AEAA-D751-0DFBD588E78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C23E6FD3-4D73-DFA8-28C4-D1F9E8518DB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6E0D6583-24B2-ACDB-9B5A-4E007E080E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9D9CE04B-EDCF-58E3-51D3-88D779DF4A4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24FEFDDC-2019-BDF5-3507-FE5EB43D5D2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7FC335E-5B1F-A876-2FBE-69931067D9A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3EF3B18B-D9CB-2F62-73E1-97B092B834B9}"/>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B9A71C7-61F9-301F-60F9-FCF31449B37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9A8183B-56B1-739A-D2E7-19A9E77A708F}"/>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8123EFE6-72C2-3A2E-2CF7-29111AECA29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62E83268-C53C-0D3E-2EDE-AA698341B4D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762A25D5-49E8-F324-327C-66B8C653F4E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F7EAE5BA-5F79-7D6B-21CA-C5D87598B0B6}"/>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E72CFF09-09EC-7D8A-120B-603CE8C819F2}"/>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7407AB0A-2F1F-F890-AC0F-659055D117C2}"/>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8681C4-6775-B19E-7996-F276D7C230D8}"/>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E96A79AF-76D0-84AF-AF21-9E2C55D3FD5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1011063B-3148-B617-8F68-729D62DED9C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1AEA0133-ABCC-23F2-DF0C-0C357CFEB9F5}"/>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188C926-54A2-5F68-BAD5-9409BBEAB1D2}"/>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4A359E8A-B99D-BF5A-B1AC-7FB849D5976D}"/>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8B07B7DC-7993-D803-9A60-F1D1612A5F8E}"/>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7CB5702-9294-09A5-4898-1B6D9AE974E7}"/>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E03198D1-CAC1-E45E-73F9-7410E52F3406}"/>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A23C785F-EC38-9F05-7498-653C35EF9A7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53FED34-F3B3-F7EC-02FA-B4B454127BC3}"/>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FB837D12-D7F7-8EF5-1A5E-C4D18435E737}"/>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68728B5-D265-3FAB-982F-7370600D96CF}"/>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8DD88116-85E4-1635-A496-6099BF5BC4FB}"/>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40A33B52-7FAA-0698-7F9C-FFE48E0DC456}"/>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5BB53F8-20F1-0C1F-3DB2-D8DB9CF717F5}"/>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B424911A-F25B-1703-6738-85604292D124}"/>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18EFD147-5B25-D73E-3831-D9E82377B067}"/>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DBBC348-7116-8448-3C3A-8FF00466ECE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1" name="グループ化 10">
            <a:extLst>
              <a:ext uri="{FF2B5EF4-FFF2-40B4-BE49-F238E27FC236}">
                <a16:creationId xmlns:a16="http://schemas.microsoft.com/office/drawing/2014/main" id="{FCB07AE9-974F-C25E-2F82-E8F567F4BCE9}"/>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E71FA8FE-C7F4-25E3-CD08-8996F430C9AA}"/>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DC673182-7270-AE90-4D16-0DFE335E832D}"/>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B5061414-C27A-7D9F-EEBA-64E64ABC150A}"/>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6EF357FF-9416-F95D-6423-CCCFA4CF3674}"/>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6AEAFEB1-BA98-9608-A748-72FDA2B9D76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89729366-7C50-87E8-4F09-74AD66C4D447}"/>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0986BFB9-0425-836D-3CFF-AD592FA3576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77709B1E-6848-A3A8-33AB-82C2B270FC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806FBE22-D4F9-ECDD-79B6-3EAA4E75FF99}"/>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01C9D66D-73CC-C640-BAFF-0F9E61A27016}"/>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107E3286-A262-0FA6-1B35-142D22E6F9C6}"/>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1EBCE27E-90E8-0132-859A-E6823FB36827}"/>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0A70AEE7-EA1A-2213-3403-4CE9307682A0}"/>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DDA449F6-19A8-A5DB-2810-A86E6FBC9F0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0F011D34-3486-14C8-39B2-BB95766F60CB}"/>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B63DB559-E2A7-89C0-81B5-6F1FD6864DF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F54AD7CA-0F05-CCC0-33E9-43E992B179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0DD45ADD-C52C-C42B-479F-ABB838D3A5BB}"/>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70B57430-F1E7-97B1-FB44-61F03BACFA2A}"/>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3ADDFD2A-CDBC-B6B3-C3DC-969D1D64704C}"/>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1480DC1A-1E32-555C-971F-865AE35025F6}"/>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4629FD54-9E03-F360-F008-22060AC9BFF1}"/>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DE66446F-5A07-F407-EEAE-8BA946F87AF5}"/>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2CE008F6-2A11-B6FD-A400-A14B7F0DBBB9}"/>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9AC573D5-D03B-4B25-77DD-E19EAFA5BA0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C7760999-3C49-2045-697F-4064D49E493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3DA562BB-6111-42DA-9022-BE36C34D328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6E4A0180-F487-4CDD-F7E7-ABBD1BDACCB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E3098317-CAC9-5865-8790-052CBC7F43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4ABA9989-1751-161A-C9B0-CA8C5295CEF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DAE62D39-C424-C687-F47C-E04EC65C9B3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9B38AC48-1D9B-2661-BE93-E7D36B7C5CD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5065625"/>
            <a:ext cx="1063687" cy="797765"/>
          </a:xfrm>
          <a:prstGeom prst="rect">
            <a:avLst/>
          </a:prstGeom>
        </p:spPr>
      </p:pic>
      <p:pic>
        <p:nvPicPr>
          <p:cNvPr id="177" name="図 176">
            <a:extLst>
              <a:ext uri="{FF2B5EF4-FFF2-40B4-BE49-F238E27FC236}">
                <a16:creationId xmlns:a16="http://schemas.microsoft.com/office/drawing/2014/main" id="{5C719852-7DCD-E239-73E1-7BD4DFD2081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571674" y="2439215"/>
            <a:ext cx="4179971" cy="3134978"/>
          </a:xfrm>
          <a:prstGeom prst="rect">
            <a:avLst/>
          </a:prstGeom>
        </p:spPr>
      </p:pic>
      <p:sp>
        <p:nvSpPr>
          <p:cNvPr id="186" name="テキスト ボックス 185">
            <a:extLst>
              <a:ext uri="{FF2B5EF4-FFF2-40B4-BE49-F238E27FC236}">
                <a16:creationId xmlns:a16="http://schemas.microsoft.com/office/drawing/2014/main" id="{FEF9F4B4-8E5F-459D-C8EE-6D237FC962C9}"/>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87" name="テキスト ボックス 186">
            <a:extLst>
              <a:ext uri="{FF2B5EF4-FFF2-40B4-BE49-F238E27FC236}">
                <a16:creationId xmlns:a16="http://schemas.microsoft.com/office/drawing/2014/main" id="{C9CF60D0-10F0-B3A6-FC14-83B8E706CD0C}"/>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8" name="グループ化 187">
            <a:extLst>
              <a:ext uri="{FF2B5EF4-FFF2-40B4-BE49-F238E27FC236}">
                <a16:creationId xmlns:a16="http://schemas.microsoft.com/office/drawing/2014/main" id="{098EB9D9-F932-2CC0-0497-BA2490F10574}"/>
              </a:ext>
            </a:extLst>
          </p:cNvPr>
          <p:cNvGrpSpPr/>
          <p:nvPr/>
        </p:nvGrpSpPr>
        <p:grpSpPr>
          <a:xfrm>
            <a:off x="1310523" y="282304"/>
            <a:ext cx="3681355" cy="387045"/>
            <a:chOff x="1719571" y="274515"/>
            <a:chExt cx="4262430" cy="338877"/>
          </a:xfrm>
        </p:grpSpPr>
        <p:grpSp>
          <p:nvGrpSpPr>
            <p:cNvPr id="189" name="グループ化 188">
              <a:extLst>
                <a:ext uri="{FF2B5EF4-FFF2-40B4-BE49-F238E27FC236}">
                  <a16:creationId xmlns:a16="http://schemas.microsoft.com/office/drawing/2014/main" id="{2FBDE0FC-3499-03E8-649F-CDAB79322B1A}"/>
                </a:ext>
              </a:extLst>
            </p:cNvPr>
            <p:cNvGrpSpPr/>
            <p:nvPr/>
          </p:nvGrpSpPr>
          <p:grpSpPr>
            <a:xfrm>
              <a:off x="1719571" y="274517"/>
              <a:ext cx="3092165" cy="338875"/>
              <a:chOff x="1719571" y="215382"/>
              <a:chExt cx="3888059" cy="426098"/>
            </a:xfrm>
          </p:grpSpPr>
          <p:sp>
            <p:nvSpPr>
              <p:cNvPr id="192" name="平行四辺形 191">
                <a:extLst>
                  <a:ext uri="{FF2B5EF4-FFF2-40B4-BE49-F238E27FC236}">
                    <a16:creationId xmlns:a16="http://schemas.microsoft.com/office/drawing/2014/main" id="{BD8EE527-9143-57ED-14BE-11E83F7EE4B9}"/>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平行四辺形 192">
                <a:extLst>
                  <a:ext uri="{FF2B5EF4-FFF2-40B4-BE49-F238E27FC236}">
                    <a16:creationId xmlns:a16="http://schemas.microsoft.com/office/drawing/2014/main" id="{7A3282D0-6522-E624-A9F7-F2D02459938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4" name="平行四辺形 193">
                <a:extLst>
                  <a:ext uri="{FF2B5EF4-FFF2-40B4-BE49-F238E27FC236}">
                    <a16:creationId xmlns:a16="http://schemas.microsoft.com/office/drawing/2014/main" id="{43F5E887-BBBE-6E83-BA81-2FF9B504D4BA}"/>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5" name="平行四辺形 194">
                <a:extLst>
                  <a:ext uri="{FF2B5EF4-FFF2-40B4-BE49-F238E27FC236}">
                    <a16:creationId xmlns:a16="http://schemas.microsoft.com/office/drawing/2014/main" id="{7230AE3C-FBEB-B4C1-D473-3F57907B0109}"/>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6" name="平行四辺形 195">
                <a:extLst>
                  <a:ext uri="{FF2B5EF4-FFF2-40B4-BE49-F238E27FC236}">
                    <a16:creationId xmlns:a16="http://schemas.microsoft.com/office/drawing/2014/main" id="{8CC1B8F1-C524-5B09-D3A4-F14F8318907E}"/>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0" name="平行四辺形 189">
              <a:extLst>
                <a:ext uri="{FF2B5EF4-FFF2-40B4-BE49-F238E27FC236}">
                  <a16:creationId xmlns:a16="http://schemas.microsoft.com/office/drawing/2014/main" id="{62A1EAC5-C299-B293-EB38-4CF5979130E0}"/>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1" name="平行四辺形 190">
              <a:extLst>
                <a:ext uri="{FF2B5EF4-FFF2-40B4-BE49-F238E27FC236}">
                  <a16:creationId xmlns:a16="http://schemas.microsoft.com/office/drawing/2014/main" id="{4A1145C7-A7C9-378F-BC39-4B861D062BB3}"/>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97" name="矢印: 五方向 196">
            <a:extLst>
              <a:ext uri="{FF2B5EF4-FFF2-40B4-BE49-F238E27FC236}">
                <a16:creationId xmlns:a16="http://schemas.microsoft.com/office/drawing/2014/main" id="{D6EDE9FC-4A6B-33F3-D206-FE71DA80855D}"/>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2922745279"/>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27BC9-BFEA-A0AF-FFC6-56CFB592E976}"/>
            </a:ext>
          </a:extLst>
        </p:cNvPr>
        <p:cNvGrpSpPr/>
        <p:nvPr/>
      </p:nvGrpSpPr>
      <p:grpSpPr>
        <a:xfrm>
          <a:off x="0" y="0"/>
          <a:ext cx="0" cy="0"/>
          <a:chOff x="0" y="0"/>
          <a:chExt cx="0" cy="0"/>
        </a:xfrm>
      </p:grpSpPr>
    </p:spTree>
    <p:extLst>
      <p:ext uri="{BB962C8B-B14F-4D97-AF65-F5344CB8AC3E}">
        <p14:creationId xmlns:p14="http://schemas.microsoft.com/office/powerpoint/2010/main" val="3758025018"/>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C3E38-C43C-93B6-118A-15E9094AFF16}"/>
            </a:ext>
          </a:extLst>
        </p:cNvPr>
        <p:cNvGrpSpPr/>
        <p:nvPr/>
      </p:nvGrpSpPr>
      <p:grpSpPr>
        <a:xfrm>
          <a:off x="0" y="0"/>
          <a:ext cx="0" cy="0"/>
          <a:chOff x="0" y="0"/>
          <a:chExt cx="0" cy="0"/>
        </a:xfrm>
      </p:grpSpPr>
      <p:sp>
        <p:nvSpPr>
          <p:cNvPr id="3" name="四角形: 角を丸くする 2">
            <a:extLst>
              <a:ext uri="{FF2B5EF4-FFF2-40B4-BE49-F238E27FC236}">
                <a16:creationId xmlns:a16="http://schemas.microsoft.com/office/drawing/2014/main" id="{7D941FC1-AFFA-8DCF-9313-16576969CDD9}"/>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grpSp>
        <p:nvGrpSpPr>
          <p:cNvPr id="34" name="グループ化 33">
            <a:extLst>
              <a:ext uri="{FF2B5EF4-FFF2-40B4-BE49-F238E27FC236}">
                <a16:creationId xmlns:a16="http://schemas.microsoft.com/office/drawing/2014/main" id="{E020E3E5-A94A-C423-F1F5-68A8E68C99BD}"/>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1A145520-B908-20F6-D643-C2A1469475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CD894753-E6E9-0887-46B6-ABDA359542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A91C7A9F-6267-3E4B-321C-DCE56BBC62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60A3BDBF-2422-1D1B-D64B-CCF3527F0A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74AA8D67-7ED4-829C-9F6C-FF3D2B65333F}"/>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EA935922-B1A3-4944-9A6B-F33C185A8B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66E11CCC-8B2A-8161-C1CF-431DEFB67F0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1A19FD96-ECDD-18A6-29B6-BF1C27B5F1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8495EAE6-292F-D614-29F8-C768F3D84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24339BA3-9344-12AB-3B31-53A1E294D5D9}"/>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FF2319A8-572F-9054-BA91-5056CC496E32}"/>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C8011EBD-7EA6-3F59-A848-F2BC59B28E39}"/>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C3B0E90E-5AB4-393D-D87C-9E10F50CCB62}"/>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66497E9E-D79C-C204-D70C-08D741C276C9}"/>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吹き出し: 角を丸めた四角形 3">
            <a:extLst>
              <a:ext uri="{FF2B5EF4-FFF2-40B4-BE49-F238E27FC236}">
                <a16:creationId xmlns:a16="http://schemas.microsoft.com/office/drawing/2014/main" id="{C5985BFF-2760-4129-4655-04242AD996CA}"/>
              </a:ext>
            </a:extLst>
          </p:cNvPr>
          <p:cNvSpPr/>
          <p:nvPr/>
        </p:nvSpPr>
        <p:spPr>
          <a:xfrm rot="167217">
            <a:off x="7530625" y="1928527"/>
            <a:ext cx="3312954" cy="892424"/>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ニューロン衰弱したキャラの</a:t>
            </a:r>
            <a:br>
              <a:rPr kumimoji="1" lang="en-US" altLang="ja-JP" dirty="0">
                <a:solidFill>
                  <a:schemeClr val="tx1">
                    <a:lumMod val="85000"/>
                    <a:lumOff val="15000"/>
                  </a:schemeClr>
                </a:solidFill>
                <a:latin typeface="02流線形 Bold" pitchFamily="2" charset="-128"/>
                <a:ea typeface="02流線形 Bold" pitchFamily="2" charset="-128"/>
              </a:rPr>
            </a:br>
            <a:r>
              <a:rPr kumimoji="1" lang="ja-JP" altLang="en-US" dirty="0">
                <a:solidFill>
                  <a:schemeClr val="tx1">
                    <a:lumMod val="85000"/>
                    <a:lumOff val="15000"/>
                  </a:schemeClr>
                </a:solidFill>
                <a:latin typeface="02流線形 Bold" pitchFamily="2" charset="-128"/>
                <a:ea typeface="02流線形 Bold" pitchFamily="2" charset="-128"/>
              </a:rPr>
              <a:t>ニューロンが元に戻った！</a:t>
            </a:r>
          </a:p>
        </p:txBody>
      </p:sp>
      <p:sp>
        <p:nvSpPr>
          <p:cNvPr id="7" name="楕円 6">
            <a:extLst>
              <a:ext uri="{FF2B5EF4-FFF2-40B4-BE49-F238E27FC236}">
                <a16:creationId xmlns:a16="http://schemas.microsoft.com/office/drawing/2014/main" id="{FE5F99F5-542E-E58E-A2F8-9ADAD8CA8191}"/>
              </a:ext>
            </a:extLst>
          </p:cNvPr>
          <p:cNvSpPr/>
          <p:nvPr/>
        </p:nvSpPr>
        <p:spPr>
          <a:xfrm>
            <a:off x="11244389" y="2534220"/>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台形 8">
            <a:extLst>
              <a:ext uri="{FF2B5EF4-FFF2-40B4-BE49-F238E27FC236}">
                <a16:creationId xmlns:a16="http://schemas.microsoft.com/office/drawing/2014/main" id="{6D0C1ACF-5FEC-E92C-A087-93B7E1AF757E}"/>
              </a:ext>
            </a:extLst>
          </p:cNvPr>
          <p:cNvSpPr/>
          <p:nvPr/>
        </p:nvSpPr>
        <p:spPr>
          <a:xfrm rot="15985624">
            <a:off x="9078591" y="2229580"/>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F9E8D801-1291-8DB2-3F13-911FCEA8A10E}"/>
              </a:ext>
            </a:extLst>
          </p:cNvPr>
          <p:cNvSpPr txBox="1"/>
          <p:nvPr/>
        </p:nvSpPr>
        <p:spPr>
          <a:xfrm>
            <a:off x="7997585" y="3185580"/>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ニューロン回復</a:t>
            </a:r>
          </a:p>
        </p:txBody>
      </p:sp>
      <p:pic>
        <p:nvPicPr>
          <p:cNvPr id="13" name="図 12">
            <a:extLst>
              <a:ext uri="{FF2B5EF4-FFF2-40B4-BE49-F238E27FC236}">
                <a16:creationId xmlns:a16="http://schemas.microsoft.com/office/drawing/2014/main" id="{C6008C98-667B-16C7-B552-A6046211F778}"/>
              </a:ext>
            </a:extLst>
          </p:cNvPr>
          <p:cNvPicPr>
            <a:picLocks noChangeAspect="1"/>
          </p:cNvPicPr>
          <p:nvPr/>
        </p:nvPicPr>
        <p:blipFill>
          <a:blip r:embed="rId3">
            <a:extLst>
              <a:ext uri="{28A0092B-C50C-407E-A947-70E740481C1C}">
                <a14:useLocalDpi xmlns:a14="http://schemas.microsoft.com/office/drawing/2010/main" val="0"/>
              </a:ext>
            </a:extLst>
          </a:blip>
          <a:srcRect t="36238"/>
          <a:stretch>
            <a:fillRect/>
          </a:stretch>
        </p:blipFill>
        <p:spPr>
          <a:xfrm>
            <a:off x="7099201" y="593710"/>
            <a:ext cx="4175801" cy="964678"/>
          </a:xfrm>
          <a:prstGeom prst="rect">
            <a:avLst/>
          </a:prstGeom>
        </p:spPr>
      </p:pic>
      <p:grpSp>
        <p:nvGrpSpPr>
          <p:cNvPr id="30" name="グループ化 29">
            <a:extLst>
              <a:ext uri="{FF2B5EF4-FFF2-40B4-BE49-F238E27FC236}">
                <a16:creationId xmlns:a16="http://schemas.microsoft.com/office/drawing/2014/main" id="{9F8319A6-EA86-A683-6765-408954410769}"/>
              </a:ext>
            </a:extLst>
          </p:cNvPr>
          <p:cNvGrpSpPr/>
          <p:nvPr/>
        </p:nvGrpSpPr>
        <p:grpSpPr>
          <a:xfrm>
            <a:off x="7076276" y="3861082"/>
            <a:ext cx="4344393" cy="1512308"/>
            <a:chOff x="7076276" y="3861082"/>
            <a:chExt cx="4344393" cy="1512308"/>
          </a:xfrm>
        </p:grpSpPr>
        <p:sp>
          <p:nvSpPr>
            <p:cNvPr id="8" name="四角形: 角を丸くする 7">
              <a:extLst>
                <a:ext uri="{FF2B5EF4-FFF2-40B4-BE49-F238E27FC236}">
                  <a16:creationId xmlns:a16="http://schemas.microsoft.com/office/drawing/2014/main" id="{BA31EB4B-9264-051F-A3EB-FAB396E9F7F5}"/>
                </a:ext>
              </a:extLst>
            </p:cNvPr>
            <p:cNvSpPr>
              <a:spLocks/>
            </p:cNvSpPr>
            <p:nvPr/>
          </p:nvSpPr>
          <p:spPr>
            <a:xfrm>
              <a:off x="7244719" y="3861082"/>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図 13">
              <a:extLst>
                <a:ext uri="{FF2B5EF4-FFF2-40B4-BE49-F238E27FC236}">
                  <a16:creationId xmlns:a16="http://schemas.microsoft.com/office/drawing/2014/main" id="{CE8393DC-348E-CD03-9C24-C7D40343D0A9}"/>
                </a:ext>
              </a:extLst>
            </p:cNvPr>
            <p:cNvPicPr>
              <a:picLocks noChangeAspect="1"/>
            </p:cNvPicPr>
            <p:nvPr/>
          </p:nvPicPr>
          <p:blipFill>
            <a:blip r:embed="rId4">
              <a:extLst>
                <a:ext uri="{28A0092B-C50C-407E-A947-70E740481C1C}">
                  <a14:useLocalDpi xmlns:a14="http://schemas.microsoft.com/office/drawing/2010/main" val="0"/>
                </a:ext>
              </a:extLst>
            </a:blip>
            <a:srcRect b="55518"/>
            <a:stretch>
              <a:fillRect/>
            </a:stretch>
          </p:blipFill>
          <p:spPr>
            <a:xfrm>
              <a:off x="7076276" y="3972313"/>
              <a:ext cx="2231275" cy="1401071"/>
            </a:xfrm>
            <a:prstGeom prst="rect">
              <a:avLst/>
            </a:prstGeom>
          </p:spPr>
        </p:pic>
        <p:pic>
          <p:nvPicPr>
            <p:cNvPr id="15" name="図 14">
              <a:extLst>
                <a:ext uri="{FF2B5EF4-FFF2-40B4-BE49-F238E27FC236}">
                  <a16:creationId xmlns:a16="http://schemas.microsoft.com/office/drawing/2014/main" id="{819F3DBE-1E2C-A48D-DB58-C74B5C7CBE62}"/>
                </a:ext>
              </a:extLst>
            </p:cNvPr>
            <p:cNvPicPr>
              <a:picLocks noChangeAspect="1"/>
            </p:cNvPicPr>
            <p:nvPr/>
          </p:nvPicPr>
          <p:blipFill>
            <a:blip r:embed="rId5">
              <a:duotone>
                <a:schemeClr val="accent1">
                  <a:shade val="45000"/>
                  <a:satMod val="135000"/>
                </a:schemeClr>
                <a:prstClr val="white"/>
              </a:duotone>
              <a:extLst>
                <a:ext uri="{28A0092B-C50C-407E-A947-70E740481C1C}">
                  <a14:useLocalDpi xmlns:a14="http://schemas.microsoft.com/office/drawing/2010/main" val="0"/>
                </a:ext>
              </a:extLst>
            </a:blip>
            <a:srcRect l="14083" t="10604" r="55105" b="45782"/>
            <a:stretch>
              <a:fillRect/>
            </a:stretch>
          </p:blipFill>
          <p:spPr>
            <a:xfrm>
              <a:off x="9006414" y="3981644"/>
              <a:ext cx="564949" cy="599754"/>
            </a:xfrm>
            <a:prstGeom prst="rect">
              <a:avLst/>
            </a:prstGeom>
          </p:spPr>
        </p:pic>
        <p:sp>
          <p:nvSpPr>
            <p:cNvPr id="18" name="テキスト ボックス 17">
              <a:extLst>
                <a:ext uri="{FF2B5EF4-FFF2-40B4-BE49-F238E27FC236}">
                  <a16:creationId xmlns:a16="http://schemas.microsoft.com/office/drawing/2014/main" id="{64EB8307-F7C1-A1C3-91F7-7E823D884805}"/>
                </a:ext>
              </a:extLst>
            </p:cNvPr>
            <p:cNvSpPr txBox="1"/>
            <p:nvPr/>
          </p:nvSpPr>
          <p:spPr>
            <a:xfrm>
              <a:off x="9632178" y="4063072"/>
              <a:ext cx="1338828"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デバフ名称</a:t>
              </a:r>
            </a:p>
          </p:txBody>
        </p:sp>
        <p:sp>
          <p:nvSpPr>
            <p:cNvPr id="24" name="テキスト ボックス 23">
              <a:extLst>
                <a:ext uri="{FF2B5EF4-FFF2-40B4-BE49-F238E27FC236}">
                  <a16:creationId xmlns:a16="http://schemas.microsoft.com/office/drawing/2014/main" id="{4852D099-48F8-F2C5-A2F1-7A9AD2B127CB}"/>
                </a:ext>
              </a:extLst>
            </p:cNvPr>
            <p:cNvSpPr txBox="1"/>
            <p:nvPr/>
          </p:nvSpPr>
          <p:spPr>
            <a:xfrm>
              <a:off x="9243287" y="458139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lang="ja-JP" altLang="en-US" b="1" dirty="0">
                  <a:solidFill>
                    <a:schemeClr val="tx1">
                      <a:lumMod val="85000"/>
                      <a:lumOff val="15000"/>
                    </a:schemeClr>
                  </a:solidFill>
                  <a:latin typeface="02流線形 Bold" pitchFamily="2" charset="-128"/>
                  <a:ea typeface="02流線形 Bold" pitchFamily="2" charset="-128"/>
                </a:rPr>
                <a:t>ー</a:t>
              </a:r>
              <a:r>
                <a:rPr lang="en-US" altLang="ja-JP" b="1" dirty="0">
                  <a:solidFill>
                    <a:schemeClr val="tx1">
                      <a:lumMod val="85000"/>
                      <a:lumOff val="15000"/>
                    </a:schemeClr>
                  </a:solidFill>
                  <a:latin typeface="02流線形 Bold" pitchFamily="2" charset="-128"/>
                  <a:ea typeface="02流線形 Bold" pitchFamily="2" charset="-128"/>
                </a:rPr>
                <a:t>1</a:t>
              </a:r>
              <a:r>
                <a:rPr kumimoji="1" lang="en-US" altLang="ja-JP" b="1" dirty="0">
                  <a:solidFill>
                    <a:schemeClr val="tx1">
                      <a:lumMod val="85000"/>
                      <a:lumOff val="15000"/>
                    </a:schemeClr>
                  </a:solidFill>
                  <a:latin typeface="02流線形 Bold" pitchFamily="2" charset="-128"/>
                  <a:ea typeface="02流線形 Bold" pitchFamily="2" charset="-128"/>
                </a:rPr>
                <a:t>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sp>
          <p:nvSpPr>
            <p:cNvPr id="25" name="矢印: 下 24">
              <a:extLst>
                <a:ext uri="{FF2B5EF4-FFF2-40B4-BE49-F238E27FC236}">
                  <a16:creationId xmlns:a16="http://schemas.microsoft.com/office/drawing/2014/main" id="{B00BD320-A1CE-70A3-A629-5F6779C7EA57}"/>
                </a:ext>
              </a:extLst>
            </p:cNvPr>
            <p:cNvSpPr/>
            <p:nvPr/>
          </p:nvSpPr>
          <p:spPr>
            <a:xfrm>
              <a:off x="9012154" y="4329399"/>
              <a:ext cx="170364" cy="22279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9" name="グループ化 28">
            <a:extLst>
              <a:ext uri="{FF2B5EF4-FFF2-40B4-BE49-F238E27FC236}">
                <a16:creationId xmlns:a16="http://schemas.microsoft.com/office/drawing/2014/main" id="{77CAE704-4BDA-43E0-7F2D-14C5E061C68B}"/>
              </a:ext>
            </a:extLst>
          </p:cNvPr>
          <p:cNvGrpSpPr/>
          <p:nvPr/>
        </p:nvGrpSpPr>
        <p:grpSpPr>
          <a:xfrm>
            <a:off x="7075723" y="3851751"/>
            <a:ext cx="4344393" cy="1512308"/>
            <a:chOff x="5664836" y="5475705"/>
            <a:chExt cx="4344393" cy="1512308"/>
          </a:xfrm>
        </p:grpSpPr>
        <p:sp>
          <p:nvSpPr>
            <p:cNvPr id="26" name="四角形: 角を丸くする 25">
              <a:extLst>
                <a:ext uri="{FF2B5EF4-FFF2-40B4-BE49-F238E27FC236}">
                  <a16:creationId xmlns:a16="http://schemas.microsoft.com/office/drawing/2014/main" id="{075F019E-E92A-65CE-6DC2-1C8C39E9378E}"/>
                </a:ext>
              </a:extLst>
            </p:cNvPr>
            <p:cNvSpPr>
              <a:spLocks/>
            </p:cNvSpPr>
            <p:nvPr/>
          </p:nvSpPr>
          <p:spPr>
            <a:xfrm>
              <a:off x="5833279" y="5475705"/>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7" name="図 26">
              <a:extLst>
                <a:ext uri="{FF2B5EF4-FFF2-40B4-BE49-F238E27FC236}">
                  <a16:creationId xmlns:a16="http://schemas.microsoft.com/office/drawing/2014/main" id="{8835AE48-6E7E-E4F7-450E-C9C2ADF96ACB}"/>
                </a:ext>
              </a:extLst>
            </p:cNvPr>
            <p:cNvPicPr>
              <a:picLocks noChangeAspect="1"/>
            </p:cNvPicPr>
            <p:nvPr/>
          </p:nvPicPr>
          <p:blipFill>
            <a:blip r:embed="rId4">
              <a:extLst>
                <a:ext uri="{28A0092B-C50C-407E-A947-70E740481C1C}">
                  <a14:useLocalDpi xmlns:a14="http://schemas.microsoft.com/office/drawing/2010/main" val="0"/>
                </a:ext>
              </a:extLst>
            </a:blip>
            <a:srcRect b="55518"/>
            <a:stretch>
              <a:fillRect/>
            </a:stretch>
          </p:blipFill>
          <p:spPr>
            <a:xfrm>
              <a:off x="5664836" y="5586942"/>
              <a:ext cx="2231275" cy="1401071"/>
            </a:xfrm>
            <a:prstGeom prst="rect">
              <a:avLst/>
            </a:prstGeom>
          </p:spPr>
        </p:pic>
        <p:sp>
          <p:nvSpPr>
            <p:cNvPr id="28" name="テキスト ボックス 27">
              <a:extLst>
                <a:ext uri="{FF2B5EF4-FFF2-40B4-BE49-F238E27FC236}">
                  <a16:creationId xmlns:a16="http://schemas.microsoft.com/office/drawing/2014/main" id="{78498F6A-1BBD-C0A2-A4D8-78884C602E4D}"/>
                </a:ext>
              </a:extLst>
            </p:cNvPr>
            <p:cNvSpPr txBox="1"/>
            <p:nvPr/>
          </p:nvSpPr>
          <p:spPr>
            <a:xfrm>
              <a:off x="7885780" y="6099171"/>
              <a:ext cx="1569660"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元に戻った！</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grpSp>
    </p:spTree>
    <p:extLst>
      <p:ext uri="{BB962C8B-B14F-4D97-AF65-F5344CB8AC3E}">
        <p14:creationId xmlns:p14="http://schemas.microsoft.com/office/powerpoint/2010/main" val="3146578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500"/>
                                  </p:stCondLst>
                                  <p:childTnLst>
                                    <p:animEffect transition="out" filter="fade">
                                      <p:cBhvr>
                                        <p:cTn id="6" dur="750"/>
                                        <p:tgtEl>
                                          <p:spTgt spid="30"/>
                                        </p:tgtEl>
                                      </p:cBhvr>
                                    </p:animEffect>
                                    <p:set>
                                      <p:cBhvr>
                                        <p:cTn id="7" dur="1" fill="hold">
                                          <p:stCondLst>
                                            <p:cond delay="749"/>
                                          </p:stCondLst>
                                        </p:cTn>
                                        <p:tgtEl>
                                          <p:spTgt spid="30"/>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B8970-1ECC-E9FD-DD2B-ADA118F6CFC7}"/>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B4691261-023C-8C36-493B-6065121B2ED4}"/>
              </a:ext>
            </a:extLst>
          </p:cNvPr>
          <p:cNvGrpSpPr/>
          <p:nvPr/>
        </p:nvGrpSpPr>
        <p:grpSpPr>
          <a:xfrm>
            <a:off x="7075723" y="3851751"/>
            <a:ext cx="4344393" cy="1512308"/>
            <a:chOff x="5664836" y="5475705"/>
            <a:chExt cx="4344393" cy="1512308"/>
          </a:xfrm>
        </p:grpSpPr>
        <p:sp>
          <p:nvSpPr>
            <p:cNvPr id="26" name="四角形: 角を丸くする 25">
              <a:extLst>
                <a:ext uri="{FF2B5EF4-FFF2-40B4-BE49-F238E27FC236}">
                  <a16:creationId xmlns:a16="http://schemas.microsoft.com/office/drawing/2014/main" id="{B58BF24D-9B20-6C09-ED31-E5DBF868E6CB}"/>
                </a:ext>
              </a:extLst>
            </p:cNvPr>
            <p:cNvSpPr>
              <a:spLocks/>
            </p:cNvSpPr>
            <p:nvPr/>
          </p:nvSpPr>
          <p:spPr>
            <a:xfrm>
              <a:off x="5833279" y="5475705"/>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7" name="図 26">
              <a:extLst>
                <a:ext uri="{FF2B5EF4-FFF2-40B4-BE49-F238E27FC236}">
                  <a16:creationId xmlns:a16="http://schemas.microsoft.com/office/drawing/2014/main" id="{D2B39063-5942-D112-7183-FCC582C1A539}"/>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5664836" y="5586942"/>
              <a:ext cx="2231275" cy="1401071"/>
            </a:xfrm>
            <a:prstGeom prst="rect">
              <a:avLst/>
            </a:prstGeom>
          </p:spPr>
        </p:pic>
        <p:sp>
          <p:nvSpPr>
            <p:cNvPr id="28" name="テキスト ボックス 27">
              <a:extLst>
                <a:ext uri="{FF2B5EF4-FFF2-40B4-BE49-F238E27FC236}">
                  <a16:creationId xmlns:a16="http://schemas.microsoft.com/office/drawing/2014/main" id="{1CC50F4F-1107-20A2-7715-7D47814D47F7}"/>
                </a:ext>
              </a:extLst>
            </p:cNvPr>
            <p:cNvSpPr txBox="1"/>
            <p:nvPr/>
          </p:nvSpPr>
          <p:spPr>
            <a:xfrm>
              <a:off x="7885780" y="6099171"/>
              <a:ext cx="1569660"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元に戻った！</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grpSp>
      <p:sp>
        <p:nvSpPr>
          <p:cNvPr id="3" name="四角形: 角を丸くする 2">
            <a:extLst>
              <a:ext uri="{FF2B5EF4-FFF2-40B4-BE49-F238E27FC236}">
                <a16:creationId xmlns:a16="http://schemas.microsoft.com/office/drawing/2014/main" id="{A38EF29B-B8CC-2CCF-7D7C-B76AA938D4E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grpSp>
        <p:nvGrpSpPr>
          <p:cNvPr id="34" name="グループ化 33">
            <a:extLst>
              <a:ext uri="{FF2B5EF4-FFF2-40B4-BE49-F238E27FC236}">
                <a16:creationId xmlns:a16="http://schemas.microsoft.com/office/drawing/2014/main" id="{0287FEF6-D15C-0D7B-235B-75642F073B17}"/>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6719F077-AE4C-12BE-AE8E-8E01CDD3F4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6E284C0E-E120-9664-3B9A-6B589C42C9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CA17006B-164E-5FAA-8FCA-CDC2002ECA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EC4411CB-63E1-82F3-2BCB-000C23E24E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BCFA0C17-CF68-6A69-E23C-DE3B608FBA10}"/>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98FDA969-84F1-14F5-8434-1664F7EEE6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3182BBB0-5236-4631-6B4E-61610E6128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F32C8B17-92C2-4647-473E-41E8734528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FB293E7D-EE6D-ED54-4768-6160F36DAE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03D477CA-CB1D-E1EF-2594-78CB45BE09A5}"/>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FE2BC0F5-DD63-B15F-4195-8CE581D26F53}"/>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0BB5E3BC-779C-3A35-4222-4DCB53683E22}"/>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9EDB929E-4B7A-C136-331F-A0B3A6E4BED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436A736F-C817-094C-4B0A-C767ADA7CB6D}"/>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吹き出し: 角を丸めた四角形 3">
            <a:extLst>
              <a:ext uri="{FF2B5EF4-FFF2-40B4-BE49-F238E27FC236}">
                <a16:creationId xmlns:a16="http://schemas.microsoft.com/office/drawing/2014/main" id="{B27DE7CE-EACE-9B92-F8C4-7D66D1C09140}"/>
              </a:ext>
            </a:extLst>
          </p:cNvPr>
          <p:cNvSpPr/>
          <p:nvPr/>
        </p:nvSpPr>
        <p:spPr>
          <a:xfrm rot="167217">
            <a:off x="7530625" y="1928527"/>
            <a:ext cx="3312954" cy="892424"/>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ニューロン衰弱したキャラの</a:t>
            </a:r>
            <a:br>
              <a:rPr kumimoji="1" lang="en-US" altLang="ja-JP" dirty="0">
                <a:solidFill>
                  <a:schemeClr val="tx1">
                    <a:lumMod val="85000"/>
                    <a:lumOff val="15000"/>
                  </a:schemeClr>
                </a:solidFill>
                <a:latin typeface="02流線形 Bold" pitchFamily="2" charset="-128"/>
                <a:ea typeface="02流線形 Bold" pitchFamily="2" charset="-128"/>
              </a:rPr>
            </a:br>
            <a:r>
              <a:rPr kumimoji="1" lang="ja-JP" altLang="en-US" dirty="0">
                <a:solidFill>
                  <a:schemeClr val="tx1">
                    <a:lumMod val="85000"/>
                    <a:lumOff val="15000"/>
                  </a:schemeClr>
                </a:solidFill>
                <a:latin typeface="02流線形 Bold" pitchFamily="2" charset="-128"/>
                <a:ea typeface="02流線形 Bold" pitchFamily="2" charset="-128"/>
              </a:rPr>
              <a:t>ニューロンが元に戻った！</a:t>
            </a:r>
          </a:p>
        </p:txBody>
      </p:sp>
      <p:sp>
        <p:nvSpPr>
          <p:cNvPr id="7" name="楕円 6">
            <a:extLst>
              <a:ext uri="{FF2B5EF4-FFF2-40B4-BE49-F238E27FC236}">
                <a16:creationId xmlns:a16="http://schemas.microsoft.com/office/drawing/2014/main" id="{7D8AF476-117A-9EAA-530A-3123A16D6197}"/>
              </a:ext>
            </a:extLst>
          </p:cNvPr>
          <p:cNvSpPr/>
          <p:nvPr/>
        </p:nvSpPr>
        <p:spPr>
          <a:xfrm>
            <a:off x="11244389" y="2534220"/>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台形 8">
            <a:extLst>
              <a:ext uri="{FF2B5EF4-FFF2-40B4-BE49-F238E27FC236}">
                <a16:creationId xmlns:a16="http://schemas.microsoft.com/office/drawing/2014/main" id="{81B0AFF7-251F-1F4B-8BF6-62644387C86A}"/>
              </a:ext>
            </a:extLst>
          </p:cNvPr>
          <p:cNvSpPr/>
          <p:nvPr/>
        </p:nvSpPr>
        <p:spPr>
          <a:xfrm rot="15985624">
            <a:off x="9078591" y="2229580"/>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567306ED-8432-057A-CE91-F7413DD3195D}"/>
              </a:ext>
            </a:extLst>
          </p:cNvPr>
          <p:cNvSpPr txBox="1"/>
          <p:nvPr/>
        </p:nvSpPr>
        <p:spPr>
          <a:xfrm>
            <a:off x="7997585" y="3185580"/>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ニューロン回復</a:t>
            </a:r>
          </a:p>
        </p:txBody>
      </p:sp>
      <p:pic>
        <p:nvPicPr>
          <p:cNvPr id="13" name="図 12">
            <a:extLst>
              <a:ext uri="{FF2B5EF4-FFF2-40B4-BE49-F238E27FC236}">
                <a16:creationId xmlns:a16="http://schemas.microsoft.com/office/drawing/2014/main" id="{085EF7FC-2AAA-1A93-04E8-78D70DF26A26}"/>
              </a:ext>
            </a:extLst>
          </p:cNvPr>
          <p:cNvPicPr>
            <a:picLocks noChangeAspect="1"/>
          </p:cNvPicPr>
          <p:nvPr/>
        </p:nvPicPr>
        <p:blipFill>
          <a:blip r:embed="rId4">
            <a:extLst>
              <a:ext uri="{28A0092B-C50C-407E-A947-70E740481C1C}">
                <a14:useLocalDpi xmlns:a14="http://schemas.microsoft.com/office/drawing/2010/main" val="0"/>
              </a:ext>
            </a:extLst>
          </a:blip>
          <a:srcRect t="36238"/>
          <a:stretch>
            <a:fillRect/>
          </a:stretch>
        </p:blipFill>
        <p:spPr>
          <a:xfrm>
            <a:off x="7099201" y="593710"/>
            <a:ext cx="4175801" cy="964678"/>
          </a:xfrm>
          <a:prstGeom prst="rect">
            <a:avLst/>
          </a:prstGeom>
        </p:spPr>
      </p:pic>
    </p:spTree>
    <p:extLst>
      <p:ext uri="{BB962C8B-B14F-4D97-AF65-F5344CB8AC3E}">
        <p14:creationId xmlns:p14="http://schemas.microsoft.com/office/powerpoint/2010/main" val="15902509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010A7-EF8D-9C1C-F2B6-652D56AA88C2}"/>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A4852C06-0AD3-6FCD-19B0-69249CACF666}"/>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BC75A115-C640-63BE-8DF8-05376F323904}"/>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a:extLst>
              <a:ext uri="{FF2B5EF4-FFF2-40B4-BE49-F238E27FC236}">
                <a16:creationId xmlns:a16="http://schemas.microsoft.com/office/drawing/2014/main" id="{572BC04B-1CDF-A857-C922-8693C17754F3}"/>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DB30D69A-7517-5EDE-8278-2D2617A1355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D5E77B5D-FE63-0F92-260E-C7381A535120}"/>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96D7114-0383-604E-A05E-19C2051DE9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1638FF1B-78AE-B972-0929-48F8CCCAD227}"/>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049DE7A9-6E12-7D65-42C2-977C68966B40}"/>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sp>
        <p:nvSpPr>
          <p:cNvPr id="37" name="吹き出し: 角を丸めた四角形 36">
            <a:extLst>
              <a:ext uri="{FF2B5EF4-FFF2-40B4-BE49-F238E27FC236}">
                <a16:creationId xmlns:a16="http://schemas.microsoft.com/office/drawing/2014/main" id="{77447014-2D67-2229-004A-5F4867FC40F4}"/>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ばーか</a:t>
            </a:r>
          </a:p>
        </p:txBody>
      </p:sp>
      <p:sp>
        <p:nvSpPr>
          <p:cNvPr id="42" name="吹き出し: 角を丸めた四角形 41">
            <a:extLst>
              <a:ext uri="{FF2B5EF4-FFF2-40B4-BE49-F238E27FC236}">
                <a16:creationId xmlns:a16="http://schemas.microsoft.com/office/drawing/2014/main" id="{FC0546B9-8172-680E-F4BA-4AFF3B2DE5FE}"/>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53E0C293-0736-6C14-D159-D86F36B67C2C}"/>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383A64AB-072E-E717-6C64-025C0895E9A6}"/>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FA0A4AB7-79D1-33AA-9F34-AF00D97E0F14}"/>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C590B2CC-9CB6-B85B-2398-FE73825B918F}"/>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そうですね</a:t>
            </a:r>
          </a:p>
        </p:txBody>
      </p:sp>
      <p:sp>
        <p:nvSpPr>
          <p:cNvPr id="6" name="楕円 5">
            <a:extLst>
              <a:ext uri="{FF2B5EF4-FFF2-40B4-BE49-F238E27FC236}">
                <a16:creationId xmlns:a16="http://schemas.microsoft.com/office/drawing/2014/main" id="{E7860B1E-A691-537D-1633-471B3CA82342}"/>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7C1DCBCA-0480-3E0D-E8EE-AB3509BA781E}"/>
              </a:ext>
            </a:extLst>
          </p:cNvPr>
          <p:cNvSpPr txBox="1"/>
          <p:nvPr/>
        </p:nvSpPr>
        <p:spPr>
          <a:xfrm>
            <a:off x="7997585" y="3250891"/>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ニューロン衰弱</a:t>
            </a:r>
          </a:p>
        </p:txBody>
      </p:sp>
      <p:pic>
        <p:nvPicPr>
          <p:cNvPr id="17" name="図 16">
            <a:extLst>
              <a:ext uri="{FF2B5EF4-FFF2-40B4-BE49-F238E27FC236}">
                <a16:creationId xmlns:a16="http://schemas.microsoft.com/office/drawing/2014/main" id="{C2C4854B-718E-BE32-E384-46E56173BE2B}"/>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 name="図 1">
            <a:extLst>
              <a:ext uri="{FF2B5EF4-FFF2-40B4-BE49-F238E27FC236}">
                <a16:creationId xmlns:a16="http://schemas.microsoft.com/office/drawing/2014/main" id="{A39813E4-B99D-51D9-595F-7473D0263E41}"/>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4" name="テキスト ボックス 3">
            <a:extLst>
              <a:ext uri="{FF2B5EF4-FFF2-40B4-BE49-F238E27FC236}">
                <a16:creationId xmlns:a16="http://schemas.microsoft.com/office/drawing/2014/main" id="{0078B17B-51FD-AD2B-61A0-88BE1AD16464}"/>
              </a:ext>
            </a:extLst>
          </p:cNvPr>
          <p:cNvSpPr txBox="1"/>
          <p:nvPr/>
        </p:nvSpPr>
        <p:spPr>
          <a:xfrm>
            <a:off x="9632178" y="4156382"/>
            <a:ext cx="1338828"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デバフ名称</a:t>
            </a:r>
          </a:p>
        </p:txBody>
      </p:sp>
      <p:sp>
        <p:nvSpPr>
          <p:cNvPr id="8" name="テキスト ボックス 7">
            <a:extLst>
              <a:ext uri="{FF2B5EF4-FFF2-40B4-BE49-F238E27FC236}">
                <a16:creationId xmlns:a16="http://schemas.microsoft.com/office/drawing/2014/main" id="{93C7DDA3-423F-E918-64C5-0F9ED792FB9F}"/>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lang="ja-JP" altLang="en-US" b="1" dirty="0">
                <a:solidFill>
                  <a:schemeClr val="tx1">
                    <a:lumMod val="85000"/>
                    <a:lumOff val="15000"/>
                  </a:schemeClr>
                </a:solidFill>
                <a:latin typeface="02流線形 Bold" pitchFamily="2" charset="-128"/>
                <a:ea typeface="02流線形 Bold" pitchFamily="2" charset="-128"/>
              </a:rPr>
              <a:t>ー</a:t>
            </a:r>
            <a:r>
              <a:rPr lang="en-US" altLang="ja-JP" b="1" dirty="0">
                <a:solidFill>
                  <a:schemeClr val="tx1">
                    <a:lumMod val="85000"/>
                    <a:lumOff val="15000"/>
                  </a:schemeClr>
                </a:solidFill>
                <a:latin typeface="02流線形 Bold" pitchFamily="2" charset="-128"/>
                <a:ea typeface="02流線形 Bold" pitchFamily="2" charset="-128"/>
              </a:rPr>
              <a:t>1</a:t>
            </a:r>
            <a:r>
              <a:rPr kumimoji="1" lang="en-US" altLang="ja-JP" b="1" dirty="0">
                <a:solidFill>
                  <a:schemeClr val="tx1">
                    <a:lumMod val="85000"/>
                    <a:lumOff val="15000"/>
                  </a:schemeClr>
                </a:solidFill>
                <a:latin typeface="02流線形 Bold" pitchFamily="2" charset="-128"/>
                <a:ea typeface="02流線形 Bold" pitchFamily="2" charset="-128"/>
              </a:rPr>
              <a:t>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sp>
        <p:nvSpPr>
          <p:cNvPr id="9" name="矢印: 下 8">
            <a:extLst>
              <a:ext uri="{FF2B5EF4-FFF2-40B4-BE49-F238E27FC236}">
                <a16:creationId xmlns:a16="http://schemas.microsoft.com/office/drawing/2014/main" id="{A13292CD-4659-494A-5DF3-7084B8CA8FF4}"/>
              </a:ext>
            </a:extLst>
          </p:cNvPr>
          <p:cNvSpPr/>
          <p:nvPr/>
        </p:nvSpPr>
        <p:spPr>
          <a:xfrm>
            <a:off x="9012154" y="4422709"/>
            <a:ext cx="170364" cy="22279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891115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52E2A-3772-9EB8-6EC5-0AF2A0E5B33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2EA8155-9A29-ED83-4424-82DED06C125E}"/>
              </a:ext>
            </a:extLst>
          </p:cNvPr>
          <p:cNvSpPr txBox="1"/>
          <p:nvPr/>
        </p:nvSpPr>
        <p:spPr>
          <a:xfrm>
            <a:off x="5533990" y="694133"/>
            <a:ext cx="1124026"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バフ</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 name="グループ化 1">
            <a:extLst>
              <a:ext uri="{FF2B5EF4-FFF2-40B4-BE49-F238E27FC236}">
                <a16:creationId xmlns:a16="http://schemas.microsoft.com/office/drawing/2014/main" id="{E4C0BA90-83ED-82B1-6969-4C0CFC887ACC}"/>
              </a:ext>
            </a:extLst>
          </p:cNvPr>
          <p:cNvGrpSpPr/>
          <p:nvPr/>
        </p:nvGrpSpPr>
        <p:grpSpPr>
          <a:xfrm>
            <a:off x="1123014" y="787605"/>
            <a:ext cx="4009051" cy="771268"/>
            <a:chOff x="4091474" y="345233"/>
            <a:chExt cx="4009051" cy="771268"/>
          </a:xfrm>
        </p:grpSpPr>
        <p:sp>
          <p:nvSpPr>
            <p:cNvPr id="3" name="思考の吹き出し: 雲形 2">
              <a:extLst>
                <a:ext uri="{FF2B5EF4-FFF2-40B4-BE49-F238E27FC236}">
                  <a16:creationId xmlns:a16="http://schemas.microsoft.com/office/drawing/2014/main" id="{434A4022-BA48-F07B-88CD-A33BEC910CCC}"/>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FF0D34C-2073-DA54-D754-42DF806F46F2}"/>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どう答えようか</a:t>
              </a:r>
              <a:r>
                <a:rPr kumimoji="1" lang="en-US" altLang="ja-JP"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2568191241"/>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A1B63-C1A1-8ACB-625C-75B1F2C40248}"/>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4234DDA5-3899-1BFB-019C-ABEBE4A2F237}"/>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587B7FB6-BDE5-6FEE-501F-D23D90250FDC}"/>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38BE3EA3-A8C8-945B-8E90-8DBDAAB867D9}"/>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1E89FD69-E109-CB9A-B007-83BA8246A8FD}"/>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45BE59D4-3EB5-9BBF-041E-A053B1F1F4B3}"/>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BBD65E06-A0E4-7F9D-8E92-06DBFBF6A4D4}"/>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7930E033-DE8F-A016-4CA0-128EC3CD3A85}"/>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E2F4C3EF-C935-BC70-C461-2CDFFF06320A}"/>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06B21EF8-76A2-67CC-25F2-49E939E7D496}"/>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D0DB10EC-D77C-DDBB-59B9-7003434E83B3}"/>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CCB1C2F0-139E-5C2E-519C-6075F508FB9F}"/>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726784DE-808C-489F-1086-F9A6C5A25E64}"/>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179CF91D-7A80-E00C-353F-1D4927E053F1}"/>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D85A49BC-66AB-1430-2223-B11A50E61880}"/>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25B57AE6-72A4-7C46-92FC-2E6D273D53B6}"/>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6001B2B3-227F-C60A-0A2C-5BAD96DAE9DF}"/>
              </a:ext>
            </a:extLst>
          </p:cNvPr>
          <p:cNvGrpSpPr/>
          <p:nvPr/>
        </p:nvGrpSpPr>
        <p:grpSpPr>
          <a:xfrm>
            <a:off x="3165997" y="1149863"/>
            <a:ext cx="840596" cy="833567"/>
            <a:chOff x="1367715" y="1890973"/>
            <a:chExt cx="840596" cy="833567"/>
          </a:xfrm>
        </p:grpSpPr>
        <p:sp>
          <p:nvSpPr>
            <p:cNvPr id="88" name="吹き出し: 円形 87">
              <a:extLst>
                <a:ext uri="{FF2B5EF4-FFF2-40B4-BE49-F238E27FC236}">
                  <a16:creationId xmlns:a16="http://schemas.microsoft.com/office/drawing/2014/main" id="{E8CD6D4E-06B0-DC5C-E025-E89D2BE12BB9}"/>
                </a:ext>
              </a:extLst>
            </p:cNvPr>
            <p:cNvSpPr/>
            <p:nvPr/>
          </p:nvSpPr>
          <p:spPr>
            <a:xfrm>
              <a:off x="1367715" y="1890973"/>
              <a:ext cx="840596" cy="828901"/>
            </a:xfrm>
            <a:prstGeom prst="wedgeEllipseCallout">
              <a:avLst>
                <a:gd name="adj1" fmla="val 257"/>
                <a:gd name="adj2" fmla="val 71505"/>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9AD22C47-2E13-6F0B-C1BD-F7A4812F20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 name="正方形/長方形 3">
            <a:extLst>
              <a:ext uri="{FF2B5EF4-FFF2-40B4-BE49-F238E27FC236}">
                <a16:creationId xmlns:a16="http://schemas.microsoft.com/office/drawing/2014/main" id="{4FB507DB-D0EB-8ABF-162E-ED25763F64DF}"/>
              </a:ext>
            </a:extLst>
          </p:cNvPr>
          <p:cNvSpPr/>
          <p:nvPr/>
        </p:nvSpPr>
        <p:spPr>
          <a:xfrm>
            <a:off x="0" y="1652493"/>
            <a:ext cx="12215323" cy="3553013"/>
          </a:xfrm>
          <a:prstGeom prst="rect">
            <a:avLst/>
          </a:prstGeom>
          <a:solidFill>
            <a:schemeClr val="tx1">
              <a:lumMod val="75000"/>
              <a:lumOff val="2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361D68F5-1D18-97D0-35E5-6EB7DD15BF34}"/>
              </a:ext>
            </a:extLst>
          </p:cNvPr>
          <p:cNvSpPr txBox="1"/>
          <p:nvPr/>
        </p:nvSpPr>
        <p:spPr>
          <a:xfrm>
            <a:off x="3047222" y="1854158"/>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CONSEQUENCE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 name="グループ化 17">
            <a:extLst>
              <a:ext uri="{FF2B5EF4-FFF2-40B4-BE49-F238E27FC236}">
                <a16:creationId xmlns:a16="http://schemas.microsoft.com/office/drawing/2014/main" id="{4BA1E99C-0D75-6929-F9F3-E336EF7C2B63}"/>
              </a:ext>
            </a:extLst>
          </p:cNvPr>
          <p:cNvGrpSpPr/>
          <p:nvPr/>
        </p:nvGrpSpPr>
        <p:grpSpPr>
          <a:xfrm>
            <a:off x="1828799" y="2640743"/>
            <a:ext cx="8534400" cy="1170992"/>
            <a:chOff x="1828800" y="2262673"/>
            <a:chExt cx="8534400" cy="1623527"/>
          </a:xfrm>
        </p:grpSpPr>
        <p:sp>
          <p:nvSpPr>
            <p:cNvPr id="20" name="正方形/長方形 19">
              <a:extLst>
                <a:ext uri="{FF2B5EF4-FFF2-40B4-BE49-F238E27FC236}">
                  <a16:creationId xmlns:a16="http://schemas.microsoft.com/office/drawing/2014/main" id="{27C6DB3B-3B0E-83D5-32C3-FAE0547500D1}"/>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045E5E6-F2DA-8804-DC34-4B762A929B03}"/>
                </a:ext>
              </a:extLst>
            </p:cNvPr>
            <p:cNvSpPr/>
            <p:nvPr/>
          </p:nvSpPr>
          <p:spPr>
            <a:xfrm>
              <a:off x="4061927" y="2971800"/>
              <a:ext cx="4068146" cy="914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A6ACBCC5-2686-2969-6DE0-FAACA0D494B3}"/>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0519D4DD-556A-BAAD-5401-1B1ED2237C99}"/>
                </a:ext>
              </a:extLst>
            </p:cNvPr>
            <p:cNvSpPr txBox="1"/>
            <p:nvPr/>
          </p:nvSpPr>
          <p:spPr>
            <a:xfrm>
              <a:off x="5347607" y="3073577"/>
              <a:ext cx="1496784" cy="725421"/>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成功</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27" name="テキスト ボックス 26">
              <a:extLst>
                <a:ext uri="{FF2B5EF4-FFF2-40B4-BE49-F238E27FC236}">
                  <a16:creationId xmlns:a16="http://schemas.microsoft.com/office/drawing/2014/main" id="{37986410-80A4-8657-8D5D-0754E942491D}"/>
                </a:ext>
              </a:extLst>
            </p:cNvPr>
            <p:cNvSpPr txBox="1"/>
            <p:nvPr/>
          </p:nvSpPr>
          <p:spPr>
            <a:xfrm>
              <a:off x="2196972" y="3063894"/>
              <a:ext cx="1496784" cy="725421"/>
            </a:xfrm>
            <a:prstGeom prst="rect">
              <a:avLst/>
            </a:prstGeom>
            <a:noFill/>
          </p:spPr>
          <p:txBody>
            <a:bodyPr wrap="square">
              <a:spAutoFit/>
            </a:bodyPr>
            <a:lstStyle/>
            <a:p>
              <a:pPr algn="ctr"/>
              <a:r>
                <a:rPr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失敗</a:t>
              </a:r>
              <a:endPar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endParaRPr>
            </a:p>
          </p:txBody>
        </p:sp>
        <p:sp>
          <p:nvSpPr>
            <p:cNvPr id="28" name="テキスト ボックス 27">
              <a:extLst>
                <a:ext uri="{FF2B5EF4-FFF2-40B4-BE49-F238E27FC236}">
                  <a16:creationId xmlns:a16="http://schemas.microsoft.com/office/drawing/2014/main" id="{CD3CB062-AA02-6A19-26A0-D499D10EA04B}"/>
                </a:ext>
              </a:extLst>
            </p:cNvPr>
            <p:cNvSpPr txBox="1"/>
            <p:nvPr/>
          </p:nvSpPr>
          <p:spPr>
            <a:xfrm>
              <a:off x="8498244" y="3063894"/>
              <a:ext cx="1496784" cy="725421"/>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失敗</a:t>
              </a:r>
            </a:p>
          </p:txBody>
        </p:sp>
      </p:grpSp>
      <p:grpSp>
        <p:nvGrpSpPr>
          <p:cNvPr id="32" name="グループ化 31">
            <a:extLst>
              <a:ext uri="{FF2B5EF4-FFF2-40B4-BE49-F238E27FC236}">
                <a16:creationId xmlns:a16="http://schemas.microsoft.com/office/drawing/2014/main" id="{022356A7-894F-02D7-AC7A-D97E0A8023D0}"/>
              </a:ext>
            </a:extLst>
          </p:cNvPr>
          <p:cNvGrpSpPr/>
          <p:nvPr/>
        </p:nvGrpSpPr>
        <p:grpSpPr>
          <a:xfrm>
            <a:off x="2382026" y="4237713"/>
            <a:ext cx="7427943" cy="592966"/>
            <a:chOff x="3047222" y="4396899"/>
            <a:chExt cx="6097554" cy="592966"/>
          </a:xfrm>
        </p:grpSpPr>
        <p:sp>
          <p:nvSpPr>
            <p:cNvPr id="29" name="四角形: 角を丸くする 28">
              <a:extLst>
                <a:ext uri="{FF2B5EF4-FFF2-40B4-BE49-F238E27FC236}">
                  <a16:creationId xmlns:a16="http://schemas.microsoft.com/office/drawing/2014/main" id="{1B7F7BD0-DAA4-D952-2038-B73EEA10A535}"/>
                </a:ext>
              </a:extLst>
            </p:cNvPr>
            <p:cNvSpPr/>
            <p:nvPr/>
          </p:nvSpPr>
          <p:spPr>
            <a:xfrm>
              <a:off x="4048123" y="4396899"/>
              <a:ext cx="4119075" cy="592966"/>
            </a:xfrm>
            <a:prstGeom prst="roundRect">
              <a:avLst/>
            </a:prstGeom>
            <a:gradFill flip="none" rotWithShape="1">
              <a:gsLst>
                <a:gs pos="0">
                  <a:schemeClr val="accent2">
                    <a:lumMod val="20000"/>
                    <a:lumOff val="80000"/>
                  </a:schemeClr>
                </a:gs>
                <a:gs pos="83000">
                  <a:schemeClr val="accent2">
                    <a:lumMod val="75000"/>
                  </a:schemeClr>
                </a:gs>
                <a:gs pos="100000">
                  <a:schemeClr val="accent2">
                    <a:lumMod val="40000"/>
                    <a:lumOff val="60000"/>
                  </a:schemeClr>
                </a:gs>
              </a:gsLst>
              <a:lin ang="13500000" scaled="1"/>
              <a:tileRect/>
            </a:gra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A7B7A4A-8298-9301-B8FA-F138A3711038}"/>
                </a:ext>
              </a:extLst>
            </p:cNvPr>
            <p:cNvSpPr txBox="1"/>
            <p:nvPr/>
          </p:nvSpPr>
          <p:spPr>
            <a:xfrm>
              <a:off x="3047222" y="4507596"/>
              <a:ext cx="6097554" cy="400110"/>
            </a:xfrm>
            <a:prstGeom prst="rect">
              <a:avLst/>
            </a:prstGeom>
            <a:noFill/>
          </p:spPr>
          <p:txBody>
            <a:bodyPr wrap="square">
              <a:spAutoFit/>
            </a:bodyPr>
            <a:lstStyle/>
            <a:p>
              <a:pPr algn="ct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CONSEQUENCE</a:t>
              </a: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決定</a:t>
              </a:r>
            </a:p>
          </p:txBody>
        </p:sp>
      </p:grpSp>
    </p:spTree>
    <p:extLst>
      <p:ext uri="{BB962C8B-B14F-4D97-AF65-F5344CB8AC3E}">
        <p14:creationId xmlns:p14="http://schemas.microsoft.com/office/powerpoint/2010/main" val="7524677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a:extLst>
            <a:ext uri="{FF2B5EF4-FFF2-40B4-BE49-F238E27FC236}">
              <a16:creationId xmlns:a16="http://schemas.microsoft.com/office/drawing/2014/main" id="{D1BA4931-8D13-5A5A-0CF9-58D3DFFB0ACE}"/>
            </a:ext>
          </a:extLst>
        </p:cNvPr>
        <p:cNvGrpSpPr/>
        <p:nvPr/>
      </p:nvGrpSpPr>
      <p:grpSpPr>
        <a:xfrm>
          <a:off x="0" y="0"/>
          <a:ext cx="0" cy="0"/>
          <a:chOff x="0" y="0"/>
          <a:chExt cx="0" cy="0"/>
        </a:xfrm>
      </p:grpSpPr>
      <p:grpSp>
        <p:nvGrpSpPr>
          <p:cNvPr id="16" name="グループ化 15">
            <a:extLst>
              <a:ext uri="{FF2B5EF4-FFF2-40B4-BE49-F238E27FC236}">
                <a16:creationId xmlns:a16="http://schemas.microsoft.com/office/drawing/2014/main" id="{D7EA4617-A7F0-6C41-9091-3A98159A13A7}"/>
              </a:ext>
            </a:extLst>
          </p:cNvPr>
          <p:cNvGrpSpPr/>
          <p:nvPr/>
        </p:nvGrpSpPr>
        <p:grpSpPr>
          <a:xfrm>
            <a:off x="4427378" y="2352610"/>
            <a:ext cx="953277" cy="1032782"/>
            <a:chOff x="4808378" y="1514475"/>
            <a:chExt cx="953277" cy="1032782"/>
          </a:xfrm>
        </p:grpSpPr>
        <p:sp>
          <p:nvSpPr>
            <p:cNvPr id="9" name="楕円 8">
              <a:extLst>
                <a:ext uri="{FF2B5EF4-FFF2-40B4-BE49-F238E27FC236}">
                  <a16:creationId xmlns:a16="http://schemas.microsoft.com/office/drawing/2014/main" id="{38CD4DFA-401B-3EFF-0F0A-1A82FC173941}"/>
                </a:ext>
              </a:extLst>
            </p:cNvPr>
            <p:cNvSpPr/>
            <p:nvPr/>
          </p:nvSpPr>
          <p:spPr>
            <a:xfrm>
              <a:off x="4808378" y="1514475"/>
              <a:ext cx="557309" cy="557309"/>
            </a:xfrm>
            <a:prstGeom prst="ellipse">
              <a:avLst/>
            </a:prstGeom>
            <a:noFill/>
            <a:ln w="165100">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14" name="図 13" descr="アイコン&#10;&#10;AI 生成コンテンツは誤りを含む可能性があります。">
              <a:extLst>
                <a:ext uri="{FF2B5EF4-FFF2-40B4-BE49-F238E27FC236}">
                  <a16:creationId xmlns:a16="http://schemas.microsoft.com/office/drawing/2014/main" id="{ACBC6FDF-43CD-1D56-16A1-45D227CAE3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6">
                  <a:alpha val="40000"/>
                </a:schemeClr>
              </a:glow>
            </a:effectLst>
          </p:spPr>
        </p:pic>
      </p:grpSp>
      <p:grpSp>
        <p:nvGrpSpPr>
          <p:cNvPr id="70" name="グループ化 69">
            <a:extLst>
              <a:ext uri="{FF2B5EF4-FFF2-40B4-BE49-F238E27FC236}">
                <a16:creationId xmlns:a16="http://schemas.microsoft.com/office/drawing/2014/main" id="{BC315FAE-F4EF-2DF3-D068-CA892827C19D}"/>
              </a:ext>
            </a:extLst>
          </p:cNvPr>
          <p:cNvGrpSpPr/>
          <p:nvPr/>
        </p:nvGrpSpPr>
        <p:grpSpPr>
          <a:xfrm>
            <a:off x="2364011" y="1471079"/>
            <a:ext cx="3006824" cy="3613628"/>
            <a:chOff x="2364011" y="1471079"/>
            <a:chExt cx="3006824" cy="3613628"/>
          </a:xfrm>
        </p:grpSpPr>
        <p:sp>
          <p:nvSpPr>
            <p:cNvPr id="15" name="楕円 14">
              <a:extLst>
                <a:ext uri="{FF2B5EF4-FFF2-40B4-BE49-F238E27FC236}">
                  <a16:creationId xmlns:a16="http://schemas.microsoft.com/office/drawing/2014/main" id="{556865E6-F984-5711-A79C-137068217A8B}"/>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866932C9-AA73-C029-0356-E937F5B71F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58" name="図 57" descr="ロゴ&#10;&#10;AI 生成コンテンツは誤りを含む可能性があります。">
              <a:extLst>
                <a:ext uri="{FF2B5EF4-FFF2-40B4-BE49-F238E27FC236}">
                  <a16:creationId xmlns:a16="http://schemas.microsoft.com/office/drawing/2014/main" id="{042E69FE-FFCD-A032-208A-AE28878F26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59" name="図 58" descr="ロゴ&#10;&#10;AI 生成コンテンツは誤りを含む可能性があります。">
              <a:extLst>
                <a:ext uri="{FF2B5EF4-FFF2-40B4-BE49-F238E27FC236}">
                  <a16:creationId xmlns:a16="http://schemas.microsoft.com/office/drawing/2014/main" id="{6C80506E-A8F4-0ED3-A943-12BA5890F78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60" name="図 59" descr="ロゴ&#10;&#10;AI 生成コンテンツは誤りを含む可能性があります。">
              <a:extLst>
                <a:ext uri="{FF2B5EF4-FFF2-40B4-BE49-F238E27FC236}">
                  <a16:creationId xmlns:a16="http://schemas.microsoft.com/office/drawing/2014/main" id="{820BC06E-8343-C0EF-5621-5207BAC7AD5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62" name="図 61" descr="テキスト が含まれている画像&#10;&#10;AI 生成コンテンツは誤りを含む可能性があります。">
              <a:extLst>
                <a:ext uri="{FF2B5EF4-FFF2-40B4-BE49-F238E27FC236}">
                  <a16:creationId xmlns:a16="http://schemas.microsoft.com/office/drawing/2014/main" id="{68223657-A813-EDD0-8B55-B91FACAC4A1D}"/>
                </a:ext>
              </a:extLst>
            </p:cNvPr>
            <p:cNvPicPr>
              <a:picLocks noChangeAspect="1"/>
            </p:cNvPicPr>
            <p:nvPr/>
          </p:nvPicPr>
          <p:blipFill>
            <a:blip r:embed="rId5">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64" name="図 63" descr="テキスト が含まれている画像&#10;&#10;AI 生成コンテンツは誤りを含む可能性があります。">
              <a:extLst>
                <a:ext uri="{FF2B5EF4-FFF2-40B4-BE49-F238E27FC236}">
                  <a16:creationId xmlns:a16="http://schemas.microsoft.com/office/drawing/2014/main" id="{AC4F25B8-AA95-7C68-CC11-FE401B4BF5CD}"/>
                </a:ext>
              </a:extLst>
            </p:cNvPr>
            <p:cNvPicPr>
              <a:picLocks noChangeAspect="1"/>
            </p:cNvPicPr>
            <p:nvPr/>
          </p:nvPicPr>
          <p:blipFill>
            <a:blip r:embed="rId5">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66" name="図 65" descr="アイコン&#10;&#10;AI 生成コンテンツは誤りを含む可能性があります。">
              <a:extLst>
                <a:ext uri="{FF2B5EF4-FFF2-40B4-BE49-F238E27FC236}">
                  <a16:creationId xmlns:a16="http://schemas.microsoft.com/office/drawing/2014/main" id="{C7339A5F-9865-5983-43CC-FC6E06D27B7A}"/>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67" name="図 66" descr="アイコン&#10;&#10;AI 生成コンテンツは誤りを含む可能性があります。">
              <a:extLst>
                <a:ext uri="{FF2B5EF4-FFF2-40B4-BE49-F238E27FC236}">
                  <a16:creationId xmlns:a16="http://schemas.microsoft.com/office/drawing/2014/main" id="{0C320BDF-4998-7F65-53D1-DF6CE3189594}"/>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68" name="図 67" descr="アイコン&#10;&#10;AI 生成コンテンツは誤りを含む可能性があります。">
              <a:extLst>
                <a:ext uri="{FF2B5EF4-FFF2-40B4-BE49-F238E27FC236}">
                  <a16:creationId xmlns:a16="http://schemas.microsoft.com/office/drawing/2014/main" id="{29928452-8E3A-C992-7E7C-9C620738BF1F}"/>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69" name="図 68" descr="アイコン&#10;&#10;AI 生成コンテンツは誤りを含む可能性があります。">
              <a:extLst>
                <a:ext uri="{FF2B5EF4-FFF2-40B4-BE49-F238E27FC236}">
                  <a16:creationId xmlns:a16="http://schemas.microsoft.com/office/drawing/2014/main" id="{8EF3CEB7-CF81-26FC-CA20-4575F2BF11E0}"/>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grpSp>
        <p:nvGrpSpPr>
          <p:cNvPr id="19" name="グループ化 18">
            <a:extLst>
              <a:ext uri="{FF2B5EF4-FFF2-40B4-BE49-F238E27FC236}">
                <a16:creationId xmlns:a16="http://schemas.microsoft.com/office/drawing/2014/main" id="{1F72B2CB-78E5-3882-C19F-6AD65AC95E70}"/>
              </a:ext>
            </a:extLst>
          </p:cNvPr>
          <p:cNvGrpSpPr/>
          <p:nvPr/>
        </p:nvGrpSpPr>
        <p:grpSpPr>
          <a:xfrm>
            <a:off x="4370836" y="5084707"/>
            <a:ext cx="575506" cy="424829"/>
            <a:chOff x="7658100" y="3889667"/>
            <a:chExt cx="575506" cy="424829"/>
          </a:xfrm>
        </p:grpSpPr>
        <p:sp>
          <p:nvSpPr>
            <p:cNvPr id="71" name="吹き出し: 円形 70">
              <a:extLst>
                <a:ext uri="{FF2B5EF4-FFF2-40B4-BE49-F238E27FC236}">
                  <a16:creationId xmlns:a16="http://schemas.microsoft.com/office/drawing/2014/main" id="{CA2BB1F9-FA1A-42D1-89A6-545162BEF316}"/>
                </a:ext>
              </a:extLst>
            </p:cNvPr>
            <p:cNvSpPr/>
            <p:nvPr/>
          </p:nvSpPr>
          <p:spPr>
            <a:xfrm>
              <a:off x="7658100" y="3889667"/>
              <a:ext cx="575506" cy="424829"/>
            </a:xfrm>
            <a:prstGeom prst="wedgeEllipseCallout">
              <a:avLst>
                <a:gd name="adj1" fmla="val 70195"/>
                <a:gd name="adj2" fmla="val 17659"/>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3200" b="1" dirty="0">
                <a:solidFill>
                  <a:schemeClr val="accent1"/>
                </a:solidFill>
                <a:latin typeface="Cambria Math" panose="02040503050406030204" pitchFamily="18" charset="0"/>
              </a:endParaRPr>
            </a:p>
          </p:txBody>
        </p:sp>
        <p:pic>
          <p:nvPicPr>
            <p:cNvPr id="73" name="グラフィックス 72" descr="チェック マーク 単色塗りつぶし">
              <a:extLst>
                <a:ext uri="{FF2B5EF4-FFF2-40B4-BE49-F238E27FC236}">
                  <a16:creationId xmlns:a16="http://schemas.microsoft.com/office/drawing/2014/main" id="{22680B0C-8B18-7A1D-14DC-11D0CDC29B7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754060" y="3913981"/>
              <a:ext cx="367581" cy="367581"/>
            </a:xfrm>
            <a:prstGeom prst="rect">
              <a:avLst/>
            </a:prstGeom>
          </p:spPr>
        </p:pic>
      </p:grpSp>
      <p:sp>
        <p:nvSpPr>
          <p:cNvPr id="2" name="矢印: 山形 1">
            <a:extLst>
              <a:ext uri="{FF2B5EF4-FFF2-40B4-BE49-F238E27FC236}">
                <a16:creationId xmlns:a16="http://schemas.microsoft.com/office/drawing/2014/main" id="{6C04E7E1-27BE-4BE8-C6C9-458E86FBDE41}"/>
              </a:ext>
            </a:extLst>
          </p:cNvPr>
          <p:cNvSpPr/>
          <p:nvPr/>
        </p:nvSpPr>
        <p:spPr>
          <a:xfrm>
            <a:off x="5975822" y="2669002"/>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3" name="矢印: 山形 2">
            <a:extLst>
              <a:ext uri="{FF2B5EF4-FFF2-40B4-BE49-F238E27FC236}">
                <a16:creationId xmlns:a16="http://schemas.microsoft.com/office/drawing/2014/main" id="{9BEB966A-47A6-13C4-1F15-5AB9B285CB0E}"/>
              </a:ext>
            </a:extLst>
          </p:cNvPr>
          <p:cNvSpPr/>
          <p:nvPr/>
        </p:nvSpPr>
        <p:spPr>
          <a:xfrm flipH="1">
            <a:off x="500722" y="2728649"/>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47" name="グループ化 46">
            <a:extLst>
              <a:ext uri="{FF2B5EF4-FFF2-40B4-BE49-F238E27FC236}">
                <a16:creationId xmlns:a16="http://schemas.microsoft.com/office/drawing/2014/main" id="{398DD93C-3E0A-237A-1ABB-0BB0670942E6}"/>
              </a:ext>
            </a:extLst>
          </p:cNvPr>
          <p:cNvGrpSpPr/>
          <p:nvPr/>
        </p:nvGrpSpPr>
        <p:grpSpPr>
          <a:xfrm>
            <a:off x="7473821" y="371475"/>
            <a:ext cx="4348066" cy="3979700"/>
            <a:chOff x="7473821" y="371475"/>
            <a:chExt cx="4348066" cy="3979700"/>
          </a:xfrm>
        </p:grpSpPr>
        <p:grpSp>
          <p:nvGrpSpPr>
            <p:cNvPr id="5" name="グループ化 4">
              <a:extLst>
                <a:ext uri="{FF2B5EF4-FFF2-40B4-BE49-F238E27FC236}">
                  <a16:creationId xmlns:a16="http://schemas.microsoft.com/office/drawing/2014/main" id="{FAD1EA29-09B2-84F0-BC45-E8E0D747104F}"/>
                </a:ext>
              </a:extLst>
            </p:cNvPr>
            <p:cNvGrpSpPr/>
            <p:nvPr/>
          </p:nvGrpSpPr>
          <p:grpSpPr>
            <a:xfrm>
              <a:off x="8430208" y="3788228"/>
              <a:ext cx="2435291" cy="562947"/>
              <a:chOff x="8430208" y="3788228"/>
              <a:chExt cx="2435291" cy="562947"/>
            </a:xfrm>
          </p:grpSpPr>
          <p:sp>
            <p:nvSpPr>
              <p:cNvPr id="6" name="四角形: 角を丸くする 5">
                <a:extLst>
                  <a:ext uri="{FF2B5EF4-FFF2-40B4-BE49-F238E27FC236}">
                    <a16:creationId xmlns:a16="http://schemas.microsoft.com/office/drawing/2014/main" id="{97BE28D8-06AB-9648-88D0-A7D4941D271C}"/>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テキスト ボックス 7">
                <a:extLst>
                  <a:ext uri="{FF2B5EF4-FFF2-40B4-BE49-F238E27FC236}">
                    <a16:creationId xmlns:a16="http://schemas.microsoft.com/office/drawing/2014/main" id="{1D64D588-A65E-CEF7-EFC2-83F9A2238C87}"/>
                  </a:ext>
                </a:extLst>
              </p:cNvPr>
              <p:cNvSpPr txBox="1"/>
              <p:nvPr/>
            </p:nvSpPr>
            <p:spPr>
              <a:xfrm>
                <a:off x="9042559" y="3869646"/>
                <a:ext cx="121058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行動開始</a:t>
                </a:r>
              </a:p>
            </p:txBody>
          </p:sp>
        </p:grpSp>
        <p:grpSp>
          <p:nvGrpSpPr>
            <p:cNvPr id="54" name="グループ化 53">
              <a:extLst>
                <a:ext uri="{FF2B5EF4-FFF2-40B4-BE49-F238E27FC236}">
                  <a16:creationId xmlns:a16="http://schemas.microsoft.com/office/drawing/2014/main" id="{F5C9E3CB-223E-28AB-D1B0-8850A225F6DA}"/>
                </a:ext>
              </a:extLst>
            </p:cNvPr>
            <p:cNvGrpSpPr/>
            <p:nvPr/>
          </p:nvGrpSpPr>
          <p:grpSpPr>
            <a:xfrm>
              <a:off x="7473821" y="371475"/>
              <a:ext cx="4348066" cy="3416753"/>
              <a:chOff x="7473821" y="371475"/>
              <a:chExt cx="4348066" cy="3416753"/>
            </a:xfrm>
          </p:grpSpPr>
          <p:sp>
            <p:nvSpPr>
              <p:cNvPr id="4" name="四角形: 角を丸くする 3">
                <a:extLst>
                  <a:ext uri="{FF2B5EF4-FFF2-40B4-BE49-F238E27FC236}">
                    <a16:creationId xmlns:a16="http://schemas.microsoft.com/office/drawing/2014/main" id="{7DAAB04F-C6B6-DE10-36D0-4C177A2CBE12}"/>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3396E00E-F1FF-895D-8C29-41E173A203CA}"/>
                  </a:ext>
                </a:extLst>
              </p:cNvPr>
              <p:cNvGrpSpPr/>
              <p:nvPr/>
            </p:nvGrpSpPr>
            <p:grpSpPr>
              <a:xfrm>
                <a:off x="9883622" y="1019336"/>
                <a:ext cx="1616504" cy="1576846"/>
                <a:chOff x="9893147" y="1019336"/>
                <a:chExt cx="1616504" cy="1576846"/>
              </a:xfrm>
            </p:grpSpPr>
            <p:grpSp>
              <p:nvGrpSpPr>
                <p:cNvPr id="40" name="グループ化 39">
                  <a:extLst>
                    <a:ext uri="{FF2B5EF4-FFF2-40B4-BE49-F238E27FC236}">
                      <a16:creationId xmlns:a16="http://schemas.microsoft.com/office/drawing/2014/main" id="{1E900ECE-75E2-980B-4ABF-4A03A9F766B3}"/>
                    </a:ext>
                  </a:extLst>
                </p:cNvPr>
                <p:cNvGrpSpPr/>
                <p:nvPr/>
              </p:nvGrpSpPr>
              <p:grpSpPr>
                <a:xfrm>
                  <a:off x="11153582" y="1019336"/>
                  <a:ext cx="309733" cy="309733"/>
                  <a:chOff x="10988360" y="1302517"/>
                  <a:chExt cx="500867" cy="500867"/>
                </a:xfrm>
              </p:grpSpPr>
              <p:sp>
                <p:nvSpPr>
                  <p:cNvPr id="39" name="四角形: 角を丸くする 38">
                    <a:extLst>
                      <a:ext uri="{FF2B5EF4-FFF2-40B4-BE49-F238E27FC236}">
                        <a16:creationId xmlns:a16="http://schemas.microsoft.com/office/drawing/2014/main" id="{D004D68E-3C86-1817-256A-B00E77B11404}"/>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36" name="図 35" descr="アイコン&#10;&#10;AI 生成コンテンツは誤りを含む可能性があります。">
                    <a:extLst>
                      <a:ext uri="{FF2B5EF4-FFF2-40B4-BE49-F238E27FC236}">
                        <a16:creationId xmlns:a16="http://schemas.microsoft.com/office/drawing/2014/main" id="{2573BD4F-9D4E-3B1A-0E7C-FBB5DB1F66A1}"/>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1" name="四角形: 角を丸くする 40">
                  <a:extLst>
                    <a:ext uri="{FF2B5EF4-FFF2-40B4-BE49-F238E27FC236}">
                      <a16:creationId xmlns:a16="http://schemas.microsoft.com/office/drawing/2014/main" id="{9D019DC0-2625-09BF-63CF-84B61B3CC747}"/>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テキスト ボックス 6">
                <a:extLst>
                  <a:ext uri="{FF2B5EF4-FFF2-40B4-BE49-F238E27FC236}">
                    <a16:creationId xmlns:a16="http://schemas.microsoft.com/office/drawing/2014/main" id="{C8F2F1D4-B9AF-D56C-84E0-5D126DFA3E38}"/>
                  </a:ext>
                </a:extLst>
              </p:cNvPr>
              <p:cNvSpPr txBox="1"/>
              <p:nvPr/>
            </p:nvSpPr>
            <p:spPr>
              <a:xfrm>
                <a:off x="8786077" y="540229"/>
                <a:ext cx="1723549" cy="461665"/>
              </a:xfrm>
              <a:prstGeom prst="rect">
                <a:avLst/>
              </a:prstGeom>
              <a:noFill/>
            </p:spPr>
            <p:txBody>
              <a:bodyPr wrap="none" rtlCol="0">
                <a:spAutoFit/>
              </a:bodyPr>
              <a:lstStyle/>
              <a:p>
                <a:pPr algn="ct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イベント名</a:t>
                </a:r>
              </a:p>
            </p:txBody>
          </p:sp>
          <p:sp>
            <p:nvSpPr>
              <p:cNvPr id="10" name="テキスト ボックス 9">
                <a:extLst>
                  <a:ext uri="{FF2B5EF4-FFF2-40B4-BE49-F238E27FC236}">
                    <a16:creationId xmlns:a16="http://schemas.microsoft.com/office/drawing/2014/main" id="{4AA2052A-15C5-F45C-66B8-95BE67F5AEC3}"/>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11" name="グループ化 10">
                <a:extLst>
                  <a:ext uri="{FF2B5EF4-FFF2-40B4-BE49-F238E27FC236}">
                    <a16:creationId xmlns:a16="http://schemas.microsoft.com/office/drawing/2014/main" id="{DF38ECEA-96DD-4A00-0EBB-74ABC96948F4}"/>
                  </a:ext>
                </a:extLst>
              </p:cNvPr>
              <p:cNvGrpSpPr/>
              <p:nvPr/>
            </p:nvGrpSpPr>
            <p:grpSpPr>
              <a:xfrm>
                <a:off x="7776406" y="2344251"/>
                <a:ext cx="1814156" cy="458380"/>
                <a:chOff x="8430208" y="3788228"/>
                <a:chExt cx="2435291" cy="562947"/>
              </a:xfrm>
            </p:grpSpPr>
            <p:sp>
              <p:nvSpPr>
                <p:cNvPr id="13" name="四角形: 角を丸くする 12">
                  <a:extLst>
                    <a:ext uri="{FF2B5EF4-FFF2-40B4-BE49-F238E27FC236}">
                      <a16:creationId xmlns:a16="http://schemas.microsoft.com/office/drawing/2014/main" id="{D3B95927-0533-D80D-9BFA-49EC19237EFB}"/>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 name="テキスト ボックス 16">
                  <a:extLst>
                    <a:ext uri="{FF2B5EF4-FFF2-40B4-BE49-F238E27FC236}">
                      <a16:creationId xmlns:a16="http://schemas.microsoft.com/office/drawing/2014/main" id="{FCF68E57-F6C0-880B-7EC5-43C7A8CFB589}"/>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42" name="グループ化 41">
                <a:extLst>
                  <a:ext uri="{FF2B5EF4-FFF2-40B4-BE49-F238E27FC236}">
                    <a16:creationId xmlns:a16="http://schemas.microsoft.com/office/drawing/2014/main" id="{D3EF2A57-59C4-68D5-589D-FD8D9F4587F5}"/>
                  </a:ext>
                </a:extLst>
              </p:cNvPr>
              <p:cNvGrpSpPr/>
              <p:nvPr/>
            </p:nvGrpSpPr>
            <p:grpSpPr>
              <a:xfrm>
                <a:off x="9597293" y="1418282"/>
                <a:ext cx="1963887" cy="1442837"/>
                <a:chOff x="9597293" y="1418282"/>
                <a:chExt cx="1963887" cy="1442837"/>
              </a:xfrm>
            </p:grpSpPr>
            <p:grpSp>
              <p:nvGrpSpPr>
                <p:cNvPr id="27" name="グループ化 26">
                  <a:extLst>
                    <a:ext uri="{FF2B5EF4-FFF2-40B4-BE49-F238E27FC236}">
                      <a16:creationId xmlns:a16="http://schemas.microsoft.com/office/drawing/2014/main" id="{5D1A2AAB-6E9E-514E-93D0-16E064831483}"/>
                    </a:ext>
                  </a:extLst>
                </p:cNvPr>
                <p:cNvGrpSpPr/>
                <p:nvPr/>
              </p:nvGrpSpPr>
              <p:grpSpPr>
                <a:xfrm>
                  <a:off x="9597293" y="1418282"/>
                  <a:ext cx="1928732" cy="1442837"/>
                  <a:chOff x="9597293" y="1418282"/>
                  <a:chExt cx="1928732" cy="1442837"/>
                </a:xfrm>
              </p:grpSpPr>
              <p:sp>
                <p:nvSpPr>
                  <p:cNvPr id="23" name="四角形: 角を丸くする 22">
                    <a:extLst>
                      <a:ext uri="{FF2B5EF4-FFF2-40B4-BE49-F238E27FC236}">
                        <a16:creationId xmlns:a16="http://schemas.microsoft.com/office/drawing/2014/main" id="{513571A8-9AC2-03B3-51CF-795F95BE093D}"/>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四角形: 角を丸くする 23">
                    <a:extLst>
                      <a:ext uri="{FF2B5EF4-FFF2-40B4-BE49-F238E27FC236}">
                        <a16:creationId xmlns:a16="http://schemas.microsoft.com/office/drawing/2014/main" id="{245B1BBA-5F7D-2947-3C28-929890ABF36F}"/>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四角形: 角を丸くする 24">
                    <a:extLst>
                      <a:ext uri="{FF2B5EF4-FFF2-40B4-BE49-F238E27FC236}">
                        <a16:creationId xmlns:a16="http://schemas.microsoft.com/office/drawing/2014/main" id="{A5FC13B2-BA6F-61EB-3AA5-227CB2ED6B8E}"/>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矢印: 左 17">
                    <a:extLst>
                      <a:ext uri="{FF2B5EF4-FFF2-40B4-BE49-F238E27FC236}">
                        <a16:creationId xmlns:a16="http://schemas.microsoft.com/office/drawing/2014/main" id="{2B953CE8-E6F0-59B5-40F6-1E9B7BBC8658}"/>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6" name="グループ化 25">
                  <a:extLst>
                    <a:ext uri="{FF2B5EF4-FFF2-40B4-BE49-F238E27FC236}">
                      <a16:creationId xmlns:a16="http://schemas.microsoft.com/office/drawing/2014/main" id="{4780FFF1-D30D-AC77-9DAC-BBA4B640A355}"/>
                    </a:ext>
                  </a:extLst>
                </p:cNvPr>
                <p:cNvGrpSpPr/>
                <p:nvPr/>
              </p:nvGrpSpPr>
              <p:grpSpPr>
                <a:xfrm>
                  <a:off x="9854653" y="2362591"/>
                  <a:ext cx="1706527" cy="379187"/>
                  <a:chOff x="9816553" y="2362591"/>
                  <a:chExt cx="1706527" cy="379187"/>
                </a:xfrm>
              </p:grpSpPr>
              <p:sp>
                <p:nvSpPr>
                  <p:cNvPr id="20" name="テキスト ボックス 19">
                    <a:extLst>
                      <a:ext uri="{FF2B5EF4-FFF2-40B4-BE49-F238E27FC236}">
                        <a16:creationId xmlns:a16="http://schemas.microsoft.com/office/drawing/2014/main" id="{34CB3B72-B7DB-7C25-E752-CDD508D34162}"/>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1" name="テキスト ボックス 20">
                    <a:extLst>
                      <a:ext uri="{FF2B5EF4-FFF2-40B4-BE49-F238E27FC236}">
                        <a16:creationId xmlns:a16="http://schemas.microsoft.com/office/drawing/2014/main" id="{045FB6E8-1565-E74B-5C4A-113B48AAA5E1}"/>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2" name="テキスト ボックス 21">
                    <a:extLst>
                      <a:ext uri="{FF2B5EF4-FFF2-40B4-BE49-F238E27FC236}">
                        <a16:creationId xmlns:a16="http://schemas.microsoft.com/office/drawing/2014/main" id="{AD78666B-C073-313F-6479-8C8DCE76EF03}"/>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9" name="直線コネクタ 28">
                <a:extLst>
                  <a:ext uri="{FF2B5EF4-FFF2-40B4-BE49-F238E27FC236}">
                    <a16:creationId xmlns:a16="http://schemas.microsoft.com/office/drawing/2014/main" id="{E422D004-E102-BDEA-AE6F-918BDE3B2358}"/>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521743F5-05FC-EDA2-B8C2-A20522ADF264}"/>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5" name="直線コネクタ 34">
                <a:extLst>
                  <a:ext uri="{FF2B5EF4-FFF2-40B4-BE49-F238E27FC236}">
                    <a16:creationId xmlns:a16="http://schemas.microsoft.com/office/drawing/2014/main" id="{28CA3A0C-90D4-7409-58F0-5CE92F178032}"/>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grpSp>
        <p:pic>
          <p:nvPicPr>
            <p:cNvPr id="30" name="図 29">
              <a:extLst>
                <a:ext uri="{FF2B5EF4-FFF2-40B4-BE49-F238E27FC236}">
                  <a16:creationId xmlns:a16="http://schemas.microsoft.com/office/drawing/2014/main" id="{113DD6D2-EF4D-88FB-00F9-1A740A7017D5}"/>
                </a:ext>
              </a:extLst>
            </p:cNvPr>
            <p:cNvPicPr>
              <a:picLocks noChangeAspect="1"/>
            </p:cNvPicPr>
            <p:nvPr/>
          </p:nvPicPr>
          <p:blipFill>
            <a:blip r:embed="rId10">
              <a:biLevel thresh="50000"/>
              <a:extLst>
                <a:ext uri="{28A0092B-C50C-407E-A947-70E740481C1C}">
                  <a14:useLocalDpi xmlns:a14="http://schemas.microsoft.com/office/drawing/2010/main" val="0"/>
                </a:ext>
              </a:extLst>
            </a:blip>
            <a:srcRect l="19344" t="51937" r="52891" b="8707"/>
            <a:stretch>
              <a:fillRect/>
            </a:stretch>
          </p:blipFill>
          <p:spPr>
            <a:xfrm>
              <a:off x="10556617" y="1997364"/>
              <a:ext cx="297738" cy="316521"/>
            </a:xfrm>
            <a:prstGeom prst="rect">
              <a:avLst/>
            </a:prstGeom>
          </p:spPr>
        </p:pic>
        <p:pic>
          <p:nvPicPr>
            <p:cNvPr id="32" name="図 31">
              <a:extLst>
                <a:ext uri="{FF2B5EF4-FFF2-40B4-BE49-F238E27FC236}">
                  <a16:creationId xmlns:a16="http://schemas.microsoft.com/office/drawing/2014/main" id="{A6152F06-9141-A469-D817-8E69BD694F6E}"/>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11091109" y="2010008"/>
              <a:ext cx="310304" cy="313030"/>
            </a:xfrm>
            <a:prstGeom prst="rect">
              <a:avLst/>
            </a:prstGeom>
          </p:spPr>
        </p:pic>
        <p:pic>
          <p:nvPicPr>
            <p:cNvPr id="33" name="図 32">
              <a:extLst>
                <a:ext uri="{FF2B5EF4-FFF2-40B4-BE49-F238E27FC236}">
                  <a16:creationId xmlns:a16="http://schemas.microsoft.com/office/drawing/2014/main" id="{55875437-FABA-0DD3-6D20-726CCB2A7D5B}"/>
                </a:ext>
              </a:extLst>
            </p:cNvPr>
            <p:cNvPicPr>
              <a:picLocks noChangeAspect="1"/>
            </p:cNvPicPr>
            <p:nvPr/>
          </p:nvPicPr>
          <p:blipFill>
            <a:blip r:embed="rId10">
              <a:biLevel thresh="50000"/>
              <a:extLst>
                <a:ext uri="{28A0092B-C50C-407E-A947-70E740481C1C}">
                  <a14:useLocalDpi xmlns:a14="http://schemas.microsoft.com/office/drawing/2010/main" val="0"/>
                </a:ext>
              </a:extLst>
            </a:blip>
            <a:srcRect l="14083" t="10604" r="55105" b="45782"/>
            <a:stretch>
              <a:fillRect/>
            </a:stretch>
          </p:blipFill>
          <p:spPr>
            <a:xfrm>
              <a:off x="10016541" y="2010963"/>
              <a:ext cx="289426" cy="307257"/>
            </a:xfrm>
            <a:prstGeom prst="rect">
              <a:avLst/>
            </a:prstGeom>
          </p:spPr>
        </p:pic>
        <p:pic>
          <p:nvPicPr>
            <p:cNvPr id="38" name="図 37">
              <a:extLst>
                <a:ext uri="{FF2B5EF4-FFF2-40B4-BE49-F238E27FC236}">
                  <a16:creationId xmlns:a16="http://schemas.microsoft.com/office/drawing/2014/main" id="{C9FA0B83-3877-B94A-9683-BF6405F0AAEA}"/>
                </a:ext>
              </a:extLst>
            </p:cNvPr>
            <p:cNvPicPr>
              <a:picLocks noChangeAspect="1"/>
            </p:cNvPicPr>
            <p:nvPr/>
          </p:nvPicPr>
          <p:blipFill>
            <a:blip r:embed="rId11">
              <a:biLevel thresh="75000"/>
              <a:extLst>
                <a:ext uri="{28A0092B-C50C-407E-A947-70E740481C1C}">
                  <a14:useLocalDpi xmlns:a14="http://schemas.microsoft.com/office/drawing/2010/main" val="0"/>
                </a:ext>
              </a:extLst>
            </a:blip>
            <a:stretch>
              <a:fillRect/>
            </a:stretch>
          </p:blipFill>
          <p:spPr>
            <a:xfrm>
              <a:off x="7674606" y="1283315"/>
              <a:ext cx="1097287" cy="1097287"/>
            </a:xfrm>
            <a:prstGeom prst="rect">
              <a:avLst/>
            </a:prstGeom>
          </p:spPr>
        </p:pic>
        <p:pic>
          <p:nvPicPr>
            <p:cNvPr id="45" name="図 44">
              <a:extLst>
                <a:ext uri="{FF2B5EF4-FFF2-40B4-BE49-F238E27FC236}">
                  <a16:creationId xmlns:a16="http://schemas.microsoft.com/office/drawing/2014/main" id="{F770904F-4629-B595-6F1D-7C0A658A5EE0}"/>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8027840" y="1455893"/>
              <a:ext cx="886478" cy="886478"/>
            </a:xfrm>
            <a:prstGeom prst="rect">
              <a:avLst/>
            </a:prstGeom>
          </p:spPr>
        </p:pic>
        <p:pic>
          <p:nvPicPr>
            <p:cNvPr id="1026" name="Picture 2" descr="斜め後ろ クマのイラスト 線なし：イラスト無料">
              <a:extLst>
                <a:ext uri="{FF2B5EF4-FFF2-40B4-BE49-F238E27FC236}">
                  <a16:creationId xmlns:a16="http://schemas.microsoft.com/office/drawing/2014/main" id="{1D400DA5-2B77-B9EB-E231-B7B63F54D364}"/>
                </a:ext>
              </a:extLst>
            </p:cNvPr>
            <p:cNvPicPr>
              <a:picLocks noChangeAspect="1" noChangeArrowheads="1"/>
            </p:cNvPicPr>
            <p:nvPr/>
          </p:nvPicPr>
          <p:blipFill>
            <a:blip r:embed="rId13">
              <a:extLst>
                <a:ext uri="{BEBA8EAE-BF5A-486C-A8C5-ECC9F3942E4B}">
                  <a14:imgProps xmlns:a14="http://schemas.microsoft.com/office/drawing/2010/main">
                    <a14:imgLayer r:embed="rId1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734574" y="1041507"/>
              <a:ext cx="727585" cy="97011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91541372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64726-8A7B-3A09-9495-4C63624B6488}"/>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0E029A5C-8FAF-C3F5-3FC0-B0A76A8CD1A0}"/>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EF192B03-0BA0-003B-B68D-AD4D50C983F4}"/>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4C74EA0D-06AB-EA71-56AD-DC93363362BE}"/>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F2E93032-C49B-45E0-B570-813A310E3192}"/>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3C4A711B-C160-22C8-791A-849DB0148B2D}"/>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535F7A4-DE47-9270-26EE-F9099E3903B9}"/>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A652482D-50B7-44E5-A735-EFDEC7DC9AC9}"/>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064A263B-525C-362F-69FF-850712DA645D}"/>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AFE5C536-5D8A-66BC-56AB-28A4713AF054}"/>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8326E891-B10C-9605-1866-2DC0DFE96B47}"/>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EFBF73D7-4710-BF78-E8BA-5631DB27A1B7}"/>
              </a:ext>
            </a:extLst>
          </p:cNvPr>
          <p:cNvCxnSpPr>
            <a:cxnSpLocks/>
            <a:stCxn id="47" idx="6"/>
            <a:endCxn id="3" idx="2"/>
          </p:cNvCxnSpPr>
          <p:nvPr/>
        </p:nvCxnSpPr>
        <p:spPr>
          <a:xfrm flipV="1">
            <a:off x="2347039" y="2592356"/>
            <a:ext cx="666687" cy="836644"/>
          </a:xfrm>
          <a:prstGeom prst="line">
            <a:avLst/>
          </a:prstGeom>
          <a:ln w="63500">
            <a:solidFill>
              <a:schemeClr val="accent6">
                <a:lumMod val="60000"/>
                <a:lumOff val="40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32ABF73-D454-509A-37B4-9D6D16297AA1}"/>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09F183AA-6925-4D7A-CBC3-0991B784C0B9}"/>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D51C022A-82AF-F05A-7AE0-73B47F7D6795}"/>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C1A9C7C2-3AE6-2079-22AD-105A81F57591}"/>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97" name="グループ化 96">
            <a:extLst>
              <a:ext uri="{FF2B5EF4-FFF2-40B4-BE49-F238E27FC236}">
                <a16:creationId xmlns:a16="http://schemas.microsoft.com/office/drawing/2014/main" id="{B4C58080-FF3F-4FDC-D24A-186FFD969CE8}"/>
              </a:ext>
            </a:extLst>
          </p:cNvPr>
          <p:cNvGrpSpPr/>
          <p:nvPr/>
        </p:nvGrpSpPr>
        <p:grpSpPr>
          <a:xfrm>
            <a:off x="3165997" y="1256491"/>
            <a:ext cx="840596" cy="833567"/>
            <a:chOff x="1367715" y="1890973"/>
            <a:chExt cx="840596" cy="833567"/>
          </a:xfrm>
        </p:grpSpPr>
        <p:sp>
          <p:nvSpPr>
            <p:cNvPr id="88" name="吹き出し: 円形 87">
              <a:extLst>
                <a:ext uri="{FF2B5EF4-FFF2-40B4-BE49-F238E27FC236}">
                  <a16:creationId xmlns:a16="http://schemas.microsoft.com/office/drawing/2014/main" id="{0F7BDA41-E6E5-69CF-4BE3-6C8603EF2861}"/>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EF2F935B-26AD-78B1-13E3-D81436C8CA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95" name="矢印: 山形 94">
            <a:extLst>
              <a:ext uri="{FF2B5EF4-FFF2-40B4-BE49-F238E27FC236}">
                <a16:creationId xmlns:a16="http://schemas.microsoft.com/office/drawing/2014/main" id="{17F4E590-56BF-91AA-13C9-1C2173329CB0}"/>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矢印: 山形 95">
            <a:extLst>
              <a:ext uri="{FF2B5EF4-FFF2-40B4-BE49-F238E27FC236}">
                <a16:creationId xmlns:a16="http://schemas.microsoft.com/office/drawing/2014/main" id="{1E0DFF9A-0D80-C545-C36E-5FC34DF675B1}"/>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2303058988"/>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9FDD9-C67E-CAF8-9700-41D30FBC156C}"/>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F26ED83D-6F5E-F3C5-4087-4B0BE382B929}"/>
              </a:ext>
            </a:extLst>
          </p:cNvPr>
          <p:cNvSpPr/>
          <p:nvPr/>
        </p:nvSpPr>
        <p:spPr>
          <a:xfrm>
            <a:off x="3013726"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7C4AE2B1-9605-5757-4D01-04BF33BCFDF6}"/>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81731B37-EC0D-4311-54E1-22B70918164C}"/>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3D76A6AD-285F-DFE2-FA00-9052B3A7C095}"/>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D2D72DE3-D3E7-77E0-C9D6-4842E69295CA}"/>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11CE4B8-C91F-A372-A7E0-1A6883AB3A90}"/>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40738EE1-96DD-0501-8C8D-1F6C9943A5FF}"/>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4341ED85-D8A8-BFDC-785F-C1F74A7275B3}"/>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61512D7F-C0E5-7525-AC5C-63B02AC1F0FB}"/>
              </a:ext>
            </a:extLst>
          </p:cNvPr>
          <p:cNvSpPr/>
          <p:nvPr/>
        </p:nvSpPr>
        <p:spPr>
          <a:xfrm>
            <a:off x="1183823" y="2847392"/>
            <a:ext cx="1163216" cy="1163216"/>
          </a:xfrm>
          <a:prstGeom prst="ellipse">
            <a:avLst/>
          </a:prstGeom>
          <a:solidFill>
            <a:schemeClr val="bg1">
              <a:lumMod val="95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5ACAB17D-5729-E60D-8F70-A1422D541607}"/>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13362EA6-2D54-E82A-FA34-E9830E84171F}"/>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DFE2D6F4-5D50-DDC0-4D60-0102E24EC3C1}"/>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1EAE0F4B-8BDC-2736-5022-846C181B8838}"/>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25F94000-E99A-4024-C5D8-776A0E25C7EF}"/>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79ACB1FA-970E-5ACF-1B95-2A1F52A48385}"/>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88" name="吹き出し: 円形 87">
            <a:extLst>
              <a:ext uri="{FF2B5EF4-FFF2-40B4-BE49-F238E27FC236}">
                <a16:creationId xmlns:a16="http://schemas.microsoft.com/office/drawing/2014/main" id="{78BA8AF7-3A88-646D-9CB2-F05743F96FAB}"/>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934CFCBD-D8F6-3008-D486-37EF39A5B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sp>
        <p:nvSpPr>
          <p:cNvPr id="4" name="楕円 3">
            <a:extLst>
              <a:ext uri="{FF2B5EF4-FFF2-40B4-BE49-F238E27FC236}">
                <a16:creationId xmlns:a16="http://schemas.microsoft.com/office/drawing/2014/main" id="{5767CE23-775C-FE23-8EEF-1CD1BBE978D1}"/>
              </a:ext>
            </a:extLst>
          </p:cNvPr>
          <p:cNvSpPr/>
          <p:nvPr/>
        </p:nvSpPr>
        <p:spPr>
          <a:xfrm>
            <a:off x="11475419" y="226578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cxnSp>
        <p:nvCxnSpPr>
          <p:cNvPr id="5" name="直線コネクタ 4">
            <a:extLst>
              <a:ext uri="{FF2B5EF4-FFF2-40B4-BE49-F238E27FC236}">
                <a16:creationId xmlns:a16="http://schemas.microsoft.com/office/drawing/2014/main" id="{E78ED8A8-665E-05B1-BA8B-72B9974FD1F4}"/>
              </a:ext>
            </a:extLst>
          </p:cNvPr>
          <p:cNvCxnSpPr>
            <a:cxnSpLocks/>
            <a:stCxn id="4" idx="2"/>
            <a:endCxn id="31" idx="6"/>
          </p:cNvCxnSpPr>
          <p:nvPr/>
        </p:nvCxnSpPr>
        <p:spPr>
          <a:xfrm flipH="1">
            <a:off x="10849556" y="2847392"/>
            <a:ext cx="62586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10" name="矢印: 山形 9">
            <a:extLst>
              <a:ext uri="{FF2B5EF4-FFF2-40B4-BE49-F238E27FC236}">
                <a16:creationId xmlns:a16="http://schemas.microsoft.com/office/drawing/2014/main" id="{D5D8F413-7C78-7B9F-234E-BD35D549B685}"/>
              </a:ext>
            </a:extLst>
          </p:cNvPr>
          <p:cNvSpPr/>
          <p:nvPr/>
        </p:nvSpPr>
        <p:spPr>
          <a:xfrm>
            <a:off x="11203515" y="2728650"/>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2795719674"/>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BF203-36FA-6F7C-25B7-FCAA5B5BAEEA}"/>
            </a:ext>
          </a:extLst>
        </p:cNvPr>
        <p:cNvGrpSpPr/>
        <p:nvPr/>
      </p:nvGrpSpPr>
      <p:grpSpPr>
        <a:xfrm>
          <a:off x="0" y="0"/>
          <a:ext cx="0" cy="0"/>
          <a:chOff x="0" y="0"/>
          <a:chExt cx="0" cy="0"/>
        </a:xfrm>
      </p:grpSpPr>
      <p:sp>
        <p:nvSpPr>
          <p:cNvPr id="8" name="テキスト ボックス 7">
            <a:extLst>
              <a:ext uri="{FF2B5EF4-FFF2-40B4-BE49-F238E27FC236}">
                <a16:creationId xmlns:a16="http://schemas.microsoft.com/office/drawing/2014/main" id="{7E5741CC-7BCA-A41E-8409-72DA92300B8F}"/>
              </a:ext>
            </a:extLst>
          </p:cNvPr>
          <p:cNvSpPr txBox="1"/>
          <p:nvPr/>
        </p:nvSpPr>
        <p:spPr>
          <a:xfrm>
            <a:off x="3047222" y="1582312"/>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9" name="テキスト ボックス 8">
            <a:extLst>
              <a:ext uri="{FF2B5EF4-FFF2-40B4-BE49-F238E27FC236}">
                <a16:creationId xmlns:a16="http://schemas.microsoft.com/office/drawing/2014/main" id="{3224AEB9-E58F-434A-DD2F-295DD598A5EB}"/>
              </a:ext>
            </a:extLst>
          </p:cNvPr>
          <p:cNvSpPr txBox="1"/>
          <p:nvPr/>
        </p:nvSpPr>
        <p:spPr>
          <a:xfrm>
            <a:off x="3047222" y="4470272"/>
            <a:ext cx="6097554" cy="400110"/>
          </a:xfrm>
          <a:prstGeom prst="rect">
            <a:avLst/>
          </a:prstGeom>
          <a:noFill/>
        </p:spPr>
        <p:txBody>
          <a:bodyPr wrap="square">
            <a:spAutoFit/>
          </a:bodyPr>
          <a:lstStyle/>
          <a:p>
            <a:pPr algn="ctr"/>
            <a:r>
              <a:rPr kumimoji="1" lang="ja-JP" altLang="en-US" sz="2000" b="1" spc="130" dirty="0">
                <a:solidFill>
                  <a:schemeClr val="bg1">
                    <a:lumMod val="9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r>
              <a:rPr kumimoji="1" lang="ja-JP" altLang="en-US" sz="2000" b="1" spc="130" dirty="0">
                <a:solidFill>
                  <a:schemeClr val="bg1">
                    <a:lumMod val="95000"/>
                  </a:schemeClr>
                </a:solidFill>
                <a:latin typeface="BIZ UDP明朝 Medium" panose="02020500000000000000" pitchFamily="18" charset="-128"/>
                <a:ea typeface="BIZ UDP明朝 Medium" panose="02020500000000000000" pitchFamily="18" charset="-128"/>
              </a:rPr>
              <a:t>決定</a:t>
            </a:r>
          </a:p>
        </p:txBody>
      </p:sp>
      <p:grpSp>
        <p:nvGrpSpPr>
          <p:cNvPr id="15" name="グループ化 14">
            <a:extLst>
              <a:ext uri="{FF2B5EF4-FFF2-40B4-BE49-F238E27FC236}">
                <a16:creationId xmlns:a16="http://schemas.microsoft.com/office/drawing/2014/main" id="{B68915C3-AC63-529D-2D3C-FD6A5101F5B6}"/>
              </a:ext>
            </a:extLst>
          </p:cNvPr>
          <p:cNvGrpSpPr/>
          <p:nvPr/>
        </p:nvGrpSpPr>
        <p:grpSpPr>
          <a:xfrm>
            <a:off x="1828800" y="2715208"/>
            <a:ext cx="8534400" cy="1170992"/>
            <a:chOff x="1828800" y="2262673"/>
            <a:chExt cx="8534400" cy="1623527"/>
          </a:xfrm>
        </p:grpSpPr>
        <p:sp>
          <p:nvSpPr>
            <p:cNvPr id="2" name="正方形/長方形 1">
              <a:extLst>
                <a:ext uri="{FF2B5EF4-FFF2-40B4-BE49-F238E27FC236}">
                  <a16:creationId xmlns:a16="http://schemas.microsoft.com/office/drawing/2014/main" id="{85654D0B-BED2-2B50-8D62-D14F8532C67C}"/>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68EFDDB7-E008-C4D0-EC1E-1D938DEAEEC1}"/>
                </a:ext>
              </a:extLst>
            </p:cNvPr>
            <p:cNvSpPr/>
            <p:nvPr/>
          </p:nvSpPr>
          <p:spPr>
            <a:xfrm>
              <a:off x="4061927" y="2971800"/>
              <a:ext cx="4068146" cy="914400"/>
            </a:xfrm>
            <a:prstGeom prst="rect">
              <a:avLst/>
            </a:prstGeom>
            <a:solidFill>
              <a:srgbClr val="FF9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正方形/長方形 3">
              <a:extLst>
                <a:ext uri="{FF2B5EF4-FFF2-40B4-BE49-F238E27FC236}">
                  <a16:creationId xmlns:a16="http://schemas.microsoft.com/office/drawing/2014/main" id="{806D94F4-EC93-0B43-7B72-BE8C99797CD0}"/>
                </a:ext>
              </a:extLst>
            </p:cNvPr>
            <p:cNvSpPr/>
            <p:nvPr/>
          </p:nvSpPr>
          <p:spPr>
            <a:xfrm>
              <a:off x="5397759" y="2971800"/>
              <a:ext cx="1396481" cy="91440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二等辺三角形 5">
              <a:extLst>
                <a:ext uri="{FF2B5EF4-FFF2-40B4-BE49-F238E27FC236}">
                  <a16:creationId xmlns:a16="http://schemas.microsoft.com/office/drawing/2014/main" id="{BCB611C3-DCD7-B71E-8BE7-AF58D764CDCE}"/>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92C41702-38BE-66BF-3503-5464A212F933}"/>
                </a:ext>
              </a:extLst>
            </p:cNvPr>
            <p:cNvSpPr txBox="1"/>
            <p:nvPr/>
          </p:nvSpPr>
          <p:spPr>
            <a:xfrm>
              <a:off x="5347607" y="3073577"/>
              <a:ext cx="1496784" cy="523220"/>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先制</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11" name="テキスト ボックス 10">
              <a:extLst>
                <a:ext uri="{FF2B5EF4-FFF2-40B4-BE49-F238E27FC236}">
                  <a16:creationId xmlns:a16="http://schemas.microsoft.com/office/drawing/2014/main" id="{E236D4CD-6B6D-A774-DD75-7498C88D0A7A}"/>
                </a:ext>
              </a:extLst>
            </p:cNvPr>
            <p:cNvSpPr txBox="1"/>
            <p:nvPr/>
          </p:nvSpPr>
          <p:spPr>
            <a:xfrm>
              <a:off x="3981451"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12" name="テキスト ボックス 11">
              <a:extLst>
                <a:ext uri="{FF2B5EF4-FFF2-40B4-BE49-F238E27FC236}">
                  <a16:creationId xmlns:a16="http://schemas.microsoft.com/office/drawing/2014/main" id="{8598CD54-85D6-C93A-AFD8-FAEDE14256E8}"/>
                </a:ext>
              </a:extLst>
            </p:cNvPr>
            <p:cNvSpPr txBox="1"/>
            <p:nvPr/>
          </p:nvSpPr>
          <p:spPr>
            <a:xfrm>
              <a:off x="6676995"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13" name="テキスト ボックス 12">
              <a:extLst>
                <a:ext uri="{FF2B5EF4-FFF2-40B4-BE49-F238E27FC236}">
                  <a16:creationId xmlns:a16="http://schemas.microsoft.com/office/drawing/2014/main" id="{A75B9E15-E0E5-3C57-8588-CFF20C06BF92}"/>
                </a:ext>
              </a:extLst>
            </p:cNvPr>
            <p:cNvSpPr txBox="1"/>
            <p:nvPr/>
          </p:nvSpPr>
          <p:spPr>
            <a:xfrm>
              <a:off x="2196972"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sp>
          <p:nvSpPr>
            <p:cNvPr id="14" name="テキスト ボックス 13">
              <a:extLst>
                <a:ext uri="{FF2B5EF4-FFF2-40B4-BE49-F238E27FC236}">
                  <a16:creationId xmlns:a16="http://schemas.microsoft.com/office/drawing/2014/main" id="{4DD76BF8-617E-CD96-E8B9-C2164B2601D4}"/>
                </a:ext>
              </a:extLst>
            </p:cNvPr>
            <p:cNvSpPr txBox="1"/>
            <p:nvPr/>
          </p:nvSpPr>
          <p:spPr>
            <a:xfrm>
              <a:off x="8498244"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grpSp>
    </p:spTree>
    <p:extLst>
      <p:ext uri="{BB962C8B-B14F-4D97-AF65-F5344CB8AC3E}">
        <p14:creationId xmlns:p14="http://schemas.microsoft.com/office/powerpoint/2010/main" val="3588175437"/>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6F074-702D-6E9E-89FC-3C87AF141407}"/>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B63959A5-E413-B4EB-347E-46C65AC1E078}"/>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BCB8B2C8-CD37-7E1F-FCF6-F5F3EE6696C1}"/>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FBDCCB1F-8079-D49F-661B-969BF5B7AA8A}"/>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B7E49C78-B6A3-35A2-33CD-1BC7BF91BEB4}"/>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5BF88819-7323-EEBB-340A-FD1446660B0A}"/>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3F27978D-C4E9-72E0-937B-C48C26D40BDE}"/>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5494C93D-EB73-3EF3-F729-FC786B972A54}"/>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6066E7E9-C9D5-7EBB-0E61-B6327C4D61E7}"/>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DC9F7E7E-6BC6-CBB4-9A7A-B7AE584F6FC6}"/>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F842B527-443C-04EA-113D-33E7EC6D387B}"/>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9E8EF3E0-7EA7-5E6A-ED87-D2266EADE92D}"/>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B5D68542-EE51-F5F1-A254-9B9E15F7DB3A}"/>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2E42F207-AF8E-9B79-BCCB-ED27FEE03B51}"/>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0EFDD93E-4205-0E2B-B381-6E7ADC1B62AE}"/>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5070E3A0-AE91-2322-344F-1043ABF0DA32}"/>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772BCB91-F1B4-4B4A-3C04-0AE93F6EC54A}"/>
              </a:ext>
            </a:extLst>
          </p:cNvPr>
          <p:cNvGrpSpPr/>
          <p:nvPr/>
        </p:nvGrpSpPr>
        <p:grpSpPr>
          <a:xfrm>
            <a:off x="3165997" y="1149863"/>
            <a:ext cx="840596" cy="833567"/>
            <a:chOff x="1367715" y="1890973"/>
            <a:chExt cx="840596" cy="833567"/>
          </a:xfrm>
        </p:grpSpPr>
        <p:sp>
          <p:nvSpPr>
            <p:cNvPr id="88" name="吹き出し: 円形 87">
              <a:extLst>
                <a:ext uri="{FF2B5EF4-FFF2-40B4-BE49-F238E27FC236}">
                  <a16:creationId xmlns:a16="http://schemas.microsoft.com/office/drawing/2014/main" id="{C0EAE0D5-E2C7-BAD1-22DE-084B24EDD4C7}"/>
                </a:ext>
              </a:extLst>
            </p:cNvPr>
            <p:cNvSpPr/>
            <p:nvPr/>
          </p:nvSpPr>
          <p:spPr>
            <a:xfrm>
              <a:off x="1367715" y="1890973"/>
              <a:ext cx="840596" cy="828901"/>
            </a:xfrm>
            <a:prstGeom prst="wedgeEllipseCallout">
              <a:avLst>
                <a:gd name="adj1" fmla="val 257"/>
                <a:gd name="adj2" fmla="val 71505"/>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5BBBC70F-FFE2-A81D-33AC-BC576D565A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 name="正方形/長方形 3">
            <a:extLst>
              <a:ext uri="{FF2B5EF4-FFF2-40B4-BE49-F238E27FC236}">
                <a16:creationId xmlns:a16="http://schemas.microsoft.com/office/drawing/2014/main" id="{6D172302-660D-32FA-D34B-FB34AE3A049C}"/>
              </a:ext>
            </a:extLst>
          </p:cNvPr>
          <p:cNvSpPr/>
          <p:nvPr/>
        </p:nvSpPr>
        <p:spPr>
          <a:xfrm>
            <a:off x="0" y="1652493"/>
            <a:ext cx="12215323" cy="3553013"/>
          </a:xfrm>
          <a:prstGeom prst="rect">
            <a:avLst/>
          </a:prstGeom>
          <a:solidFill>
            <a:schemeClr val="tx1">
              <a:lumMod val="75000"/>
              <a:lumOff val="2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CDA3FC67-9C3E-AB75-A815-3CB6B9D7D8C4}"/>
              </a:ext>
            </a:extLst>
          </p:cNvPr>
          <p:cNvSpPr txBox="1"/>
          <p:nvPr/>
        </p:nvSpPr>
        <p:spPr>
          <a:xfrm>
            <a:off x="3047222" y="1854158"/>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 name="グループ化 17">
            <a:extLst>
              <a:ext uri="{FF2B5EF4-FFF2-40B4-BE49-F238E27FC236}">
                <a16:creationId xmlns:a16="http://schemas.microsoft.com/office/drawing/2014/main" id="{2A483F26-436E-22C8-1D72-922662672201}"/>
              </a:ext>
            </a:extLst>
          </p:cNvPr>
          <p:cNvGrpSpPr/>
          <p:nvPr/>
        </p:nvGrpSpPr>
        <p:grpSpPr>
          <a:xfrm>
            <a:off x="1828799" y="2640743"/>
            <a:ext cx="8534400" cy="1170992"/>
            <a:chOff x="1828800" y="2262673"/>
            <a:chExt cx="8534400" cy="1623527"/>
          </a:xfrm>
        </p:grpSpPr>
        <p:sp>
          <p:nvSpPr>
            <p:cNvPr id="20" name="正方形/長方形 19">
              <a:extLst>
                <a:ext uri="{FF2B5EF4-FFF2-40B4-BE49-F238E27FC236}">
                  <a16:creationId xmlns:a16="http://schemas.microsoft.com/office/drawing/2014/main" id="{EF961039-39E2-DA2F-EECD-735FA4CB135E}"/>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54683B9-A96A-2CE2-8C2E-1A0A2DDD33DB}"/>
                </a:ext>
              </a:extLst>
            </p:cNvPr>
            <p:cNvSpPr/>
            <p:nvPr/>
          </p:nvSpPr>
          <p:spPr>
            <a:xfrm>
              <a:off x="4061927" y="2971800"/>
              <a:ext cx="4068146" cy="914400"/>
            </a:xfrm>
            <a:prstGeom prst="rect">
              <a:avLst/>
            </a:prstGeom>
            <a:solidFill>
              <a:srgbClr val="FF9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D8880116-75D9-4F1F-6836-FEC7704414C9}"/>
                </a:ext>
              </a:extLst>
            </p:cNvPr>
            <p:cNvSpPr/>
            <p:nvPr/>
          </p:nvSpPr>
          <p:spPr>
            <a:xfrm>
              <a:off x="5397759" y="2971800"/>
              <a:ext cx="1396481" cy="91440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二等辺三角形 22">
              <a:extLst>
                <a:ext uri="{FF2B5EF4-FFF2-40B4-BE49-F238E27FC236}">
                  <a16:creationId xmlns:a16="http://schemas.microsoft.com/office/drawing/2014/main" id="{93EB2CBC-F933-18E6-671E-3C85EED1F292}"/>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DFFEB0D8-90FF-85DF-339A-A00C6D2D1173}"/>
                </a:ext>
              </a:extLst>
            </p:cNvPr>
            <p:cNvSpPr txBox="1"/>
            <p:nvPr/>
          </p:nvSpPr>
          <p:spPr>
            <a:xfrm>
              <a:off x="5347607" y="3073577"/>
              <a:ext cx="1496784" cy="523220"/>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先制</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25" name="テキスト ボックス 24">
              <a:extLst>
                <a:ext uri="{FF2B5EF4-FFF2-40B4-BE49-F238E27FC236}">
                  <a16:creationId xmlns:a16="http://schemas.microsoft.com/office/drawing/2014/main" id="{BF5C1774-663B-5F71-9C2A-2D143F1A77D8}"/>
                </a:ext>
              </a:extLst>
            </p:cNvPr>
            <p:cNvSpPr txBox="1"/>
            <p:nvPr/>
          </p:nvSpPr>
          <p:spPr>
            <a:xfrm>
              <a:off x="3981451"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26" name="テキスト ボックス 25">
              <a:extLst>
                <a:ext uri="{FF2B5EF4-FFF2-40B4-BE49-F238E27FC236}">
                  <a16:creationId xmlns:a16="http://schemas.microsoft.com/office/drawing/2014/main" id="{B760477B-A907-E508-DCFA-9A94AAF762CE}"/>
                </a:ext>
              </a:extLst>
            </p:cNvPr>
            <p:cNvSpPr txBox="1"/>
            <p:nvPr/>
          </p:nvSpPr>
          <p:spPr>
            <a:xfrm>
              <a:off x="6676995"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27" name="テキスト ボックス 26">
              <a:extLst>
                <a:ext uri="{FF2B5EF4-FFF2-40B4-BE49-F238E27FC236}">
                  <a16:creationId xmlns:a16="http://schemas.microsoft.com/office/drawing/2014/main" id="{7AEF5A21-14B3-BB4D-408F-C59DDB1AFD49}"/>
                </a:ext>
              </a:extLst>
            </p:cNvPr>
            <p:cNvSpPr txBox="1"/>
            <p:nvPr/>
          </p:nvSpPr>
          <p:spPr>
            <a:xfrm>
              <a:off x="2196972"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sp>
          <p:nvSpPr>
            <p:cNvPr id="28" name="テキスト ボックス 27">
              <a:extLst>
                <a:ext uri="{FF2B5EF4-FFF2-40B4-BE49-F238E27FC236}">
                  <a16:creationId xmlns:a16="http://schemas.microsoft.com/office/drawing/2014/main" id="{79E65B9A-3CE1-026D-4563-6B762928234A}"/>
                </a:ext>
              </a:extLst>
            </p:cNvPr>
            <p:cNvSpPr txBox="1"/>
            <p:nvPr/>
          </p:nvSpPr>
          <p:spPr>
            <a:xfrm>
              <a:off x="8498244"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grpSp>
      <p:grpSp>
        <p:nvGrpSpPr>
          <p:cNvPr id="32" name="グループ化 31">
            <a:extLst>
              <a:ext uri="{FF2B5EF4-FFF2-40B4-BE49-F238E27FC236}">
                <a16:creationId xmlns:a16="http://schemas.microsoft.com/office/drawing/2014/main" id="{C122F797-9644-D609-A564-3ADF4C4F7EE4}"/>
              </a:ext>
            </a:extLst>
          </p:cNvPr>
          <p:cNvGrpSpPr/>
          <p:nvPr/>
        </p:nvGrpSpPr>
        <p:grpSpPr>
          <a:xfrm>
            <a:off x="3047222" y="4228943"/>
            <a:ext cx="6097554" cy="592966"/>
            <a:chOff x="3047222" y="4396899"/>
            <a:chExt cx="6097554" cy="592966"/>
          </a:xfrm>
        </p:grpSpPr>
        <p:sp>
          <p:nvSpPr>
            <p:cNvPr id="29" name="四角形: 角を丸くする 28">
              <a:extLst>
                <a:ext uri="{FF2B5EF4-FFF2-40B4-BE49-F238E27FC236}">
                  <a16:creationId xmlns:a16="http://schemas.microsoft.com/office/drawing/2014/main" id="{A8116524-961D-1F4A-126A-DA2A046FB2F2}"/>
                </a:ext>
              </a:extLst>
            </p:cNvPr>
            <p:cNvSpPr/>
            <p:nvPr/>
          </p:nvSpPr>
          <p:spPr>
            <a:xfrm>
              <a:off x="4048123" y="4396899"/>
              <a:ext cx="4119075" cy="592966"/>
            </a:xfrm>
            <a:prstGeom prst="roundRect">
              <a:avLst/>
            </a:prstGeom>
            <a:gradFill flip="none" rotWithShape="1">
              <a:gsLst>
                <a:gs pos="0">
                  <a:schemeClr val="accent2">
                    <a:lumMod val="20000"/>
                    <a:lumOff val="80000"/>
                  </a:schemeClr>
                </a:gs>
                <a:gs pos="83000">
                  <a:schemeClr val="accent2">
                    <a:lumMod val="75000"/>
                  </a:schemeClr>
                </a:gs>
                <a:gs pos="100000">
                  <a:schemeClr val="accent2">
                    <a:lumMod val="40000"/>
                    <a:lumOff val="60000"/>
                  </a:schemeClr>
                </a:gs>
              </a:gsLst>
              <a:lin ang="13500000" scaled="1"/>
              <a:tileRect/>
            </a:gra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4DC1DF2-F4F1-B5DE-4783-59467E2384F8}"/>
                </a:ext>
              </a:extLst>
            </p:cNvPr>
            <p:cNvSpPr txBox="1"/>
            <p:nvPr/>
          </p:nvSpPr>
          <p:spPr>
            <a:xfrm>
              <a:off x="3047222" y="4507596"/>
              <a:ext cx="6097554" cy="400110"/>
            </a:xfrm>
            <a:prstGeom prst="rect">
              <a:avLst/>
            </a:prstGeom>
            <a:noFill/>
          </p:spPr>
          <p:txBody>
            <a:bodyPr wrap="square">
              <a:spAutoFit/>
            </a:bodyPr>
            <a:lstStyle/>
            <a:p>
              <a:pPr algn="ct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ADVANTAGE</a:t>
              </a: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決定</a:t>
              </a:r>
            </a:p>
          </p:txBody>
        </p:sp>
      </p:grpSp>
    </p:spTree>
    <p:extLst>
      <p:ext uri="{BB962C8B-B14F-4D97-AF65-F5344CB8AC3E}">
        <p14:creationId xmlns:p14="http://schemas.microsoft.com/office/powerpoint/2010/main" val="1277212313"/>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E94B7-7B75-DE69-285C-44A5235B8D13}"/>
            </a:ext>
          </a:extLst>
        </p:cNvPr>
        <p:cNvGrpSpPr/>
        <p:nvPr/>
      </p:nvGrpSpPr>
      <p:grpSpPr>
        <a:xfrm>
          <a:off x="0" y="0"/>
          <a:ext cx="0" cy="0"/>
          <a:chOff x="0" y="0"/>
          <a:chExt cx="0" cy="0"/>
        </a:xfrm>
      </p:grpSpPr>
      <p:grpSp>
        <p:nvGrpSpPr>
          <p:cNvPr id="45" name="グループ化 44">
            <a:extLst>
              <a:ext uri="{FF2B5EF4-FFF2-40B4-BE49-F238E27FC236}">
                <a16:creationId xmlns:a16="http://schemas.microsoft.com/office/drawing/2014/main" id="{ADB7431C-4DD2-6337-3B3F-7BF953FACE39}"/>
              </a:ext>
            </a:extLst>
          </p:cNvPr>
          <p:cNvGrpSpPr/>
          <p:nvPr/>
        </p:nvGrpSpPr>
        <p:grpSpPr>
          <a:xfrm>
            <a:off x="0" y="1800592"/>
            <a:ext cx="12192000" cy="3659134"/>
            <a:chOff x="0" y="1800592"/>
            <a:chExt cx="12192000" cy="3659134"/>
          </a:xfrm>
        </p:grpSpPr>
        <p:sp>
          <p:nvSpPr>
            <p:cNvPr id="11" name="正方形/長方形 10">
              <a:extLst>
                <a:ext uri="{FF2B5EF4-FFF2-40B4-BE49-F238E27FC236}">
                  <a16:creationId xmlns:a16="http://schemas.microsoft.com/office/drawing/2014/main" id="{862DD22D-CA10-57A7-6EB6-7AEBD8E26444}"/>
                </a:ext>
              </a:extLst>
            </p:cNvPr>
            <p:cNvSpPr/>
            <p:nvPr/>
          </p:nvSpPr>
          <p:spPr>
            <a:xfrm>
              <a:off x="0" y="1800592"/>
              <a:ext cx="12192000" cy="3659134"/>
            </a:xfrm>
            <a:prstGeom prst="rect">
              <a:avLst/>
            </a:prstGeom>
            <a:gradFill flip="none" rotWithShape="1">
              <a:gsLst>
                <a:gs pos="44000">
                  <a:schemeClr val="tx1">
                    <a:lumMod val="85000"/>
                    <a:lumOff val="15000"/>
                    <a:alpha val="85000"/>
                  </a:schemeClr>
                </a:gs>
                <a:gs pos="100000">
                  <a:srgbClr val="CC66FF">
                    <a:alpha val="85000"/>
                  </a:srgb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ED8D8831-E5D2-7658-AA40-14C655002AC0}"/>
                </a:ext>
              </a:extLst>
            </p:cNvPr>
            <p:cNvGrpSpPr/>
            <p:nvPr/>
          </p:nvGrpSpPr>
          <p:grpSpPr>
            <a:xfrm>
              <a:off x="724566" y="3688902"/>
              <a:ext cx="4799934" cy="526032"/>
              <a:chOff x="1719571" y="215382"/>
              <a:chExt cx="3888059" cy="426098"/>
            </a:xfrm>
          </p:grpSpPr>
          <p:sp>
            <p:nvSpPr>
              <p:cNvPr id="6" name="平行四辺形 5">
                <a:extLst>
                  <a:ext uri="{FF2B5EF4-FFF2-40B4-BE49-F238E27FC236}">
                    <a16:creationId xmlns:a16="http://schemas.microsoft.com/office/drawing/2014/main" id="{8CFC30C2-E4D6-1EB9-4CCF-F0A81A85A483}"/>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平行四辺形 6">
                <a:extLst>
                  <a:ext uri="{FF2B5EF4-FFF2-40B4-BE49-F238E27FC236}">
                    <a16:creationId xmlns:a16="http://schemas.microsoft.com/office/drawing/2014/main" id="{5E63DB6A-CBB9-9B21-F9FD-2A68AA7344BF}"/>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平行四辺形 7">
                <a:extLst>
                  <a:ext uri="{FF2B5EF4-FFF2-40B4-BE49-F238E27FC236}">
                    <a16:creationId xmlns:a16="http://schemas.microsoft.com/office/drawing/2014/main" id="{5BFFD48C-C052-7FBC-1E34-877F6C8D7D3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平行四辺形 8">
                <a:extLst>
                  <a:ext uri="{FF2B5EF4-FFF2-40B4-BE49-F238E27FC236}">
                    <a16:creationId xmlns:a16="http://schemas.microsoft.com/office/drawing/2014/main" id="{6C46ECE3-B019-EBD0-0205-30A4EB6287C8}"/>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平行四辺形 9">
                <a:extLst>
                  <a:ext uri="{FF2B5EF4-FFF2-40B4-BE49-F238E27FC236}">
                    <a16:creationId xmlns:a16="http://schemas.microsoft.com/office/drawing/2014/main" id="{6ABD389E-5BC1-5492-E390-FF7A3991EAF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5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 name="テキスト ボックス 4">
              <a:extLst>
                <a:ext uri="{FF2B5EF4-FFF2-40B4-BE49-F238E27FC236}">
                  <a16:creationId xmlns:a16="http://schemas.microsoft.com/office/drawing/2014/main" id="{99D807BD-3519-3183-8366-7A36C342DC3C}"/>
                </a:ext>
              </a:extLst>
            </p:cNvPr>
            <p:cNvSpPr txBox="1"/>
            <p:nvPr/>
          </p:nvSpPr>
          <p:spPr>
            <a:xfrm>
              <a:off x="724566" y="2643066"/>
              <a:ext cx="2392001"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拡大</a:t>
              </a:r>
            </a:p>
          </p:txBody>
        </p:sp>
        <p:grpSp>
          <p:nvGrpSpPr>
            <p:cNvPr id="17" name="グループ化 16">
              <a:extLst>
                <a:ext uri="{FF2B5EF4-FFF2-40B4-BE49-F238E27FC236}">
                  <a16:creationId xmlns:a16="http://schemas.microsoft.com/office/drawing/2014/main" id="{B0F05E65-F6DD-157C-80E7-6A45CD38D603}"/>
                </a:ext>
              </a:extLst>
            </p:cNvPr>
            <p:cNvGrpSpPr/>
            <p:nvPr/>
          </p:nvGrpSpPr>
          <p:grpSpPr>
            <a:xfrm>
              <a:off x="7579888" y="4678643"/>
              <a:ext cx="3357001" cy="461826"/>
              <a:chOff x="7929458" y="4214934"/>
              <a:chExt cx="3357001" cy="461826"/>
            </a:xfrm>
          </p:grpSpPr>
          <p:sp>
            <p:nvSpPr>
              <p:cNvPr id="15" name="矢印: 五方向 14">
                <a:extLst>
                  <a:ext uri="{FF2B5EF4-FFF2-40B4-BE49-F238E27FC236}">
                    <a16:creationId xmlns:a16="http://schemas.microsoft.com/office/drawing/2014/main" id="{94C038CA-6F90-4655-4C49-15A32E4ADA82}"/>
                  </a:ext>
                </a:extLst>
              </p:cNvPr>
              <p:cNvSpPr/>
              <p:nvPr/>
            </p:nvSpPr>
            <p:spPr>
              <a:xfrm>
                <a:off x="10060729" y="4214934"/>
                <a:ext cx="1225730" cy="461826"/>
              </a:xfrm>
              <a:prstGeom prst="homePlate">
                <a:avLst/>
              </a:prstGeom>
              <a:solidFill>
                <a:srgbClr val="CC66FF">
                  <a:alpha val="7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決定</a:t>
                </a:r>
              </a:p>
            </p:txBody>
          </p:sp>
          <p:sp>
            <p:nvSpPr>
              <p:cNvPr id="16" name="フローチャート: 論理積ゲート 15">
                <a:extLst>
                  <a:ext uri="{FF2B5EF4-FFF2-40B4-BE49-F238E27FC236}">
                    <a16:creationId xmlns:a16="http://schemas.microsoft.com/office/drawing/2014/main" id="{934EBE1E-E3C2-9A7A-43E5-FEEFB6CF49EF}"/>
                  </a:ext>
                </a:extLst>
              </p:cNvPr>
              <p:cNvSpPr/>
              <p:nvPr/>
            </p:nvSpPr>
            <p:spPr>
              <a:xfrm>
                <a:off x="7929458" y="4214934"/>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grpSp>
        <p:sp>
          <p:nvSpPr>
            <p:cNvPr id="18" name="テキスト ボックス 17">
              <a:extLst>
                <a:ext uri="{FF2B5EF4-FFF2-40B4-BE49-F238E27FC236}">
                  <a16:creationId xmlns:a16="http://schemas.microsoft.com/office/drawing/2014/main" id="{4F550C0F-958A-7D8D-3C5D-4E7B5BEBF575}"/>
                </a:ext>
              </a:extLst>
            </p:cNvPr>
            <p:cNvSpPr txBox="1"/>
            <p:nvPr/>
          </p:nvSpPr>
          <p:spPr>
            <a:xfrm>
              <a:off x="7499730" y="1935180"/>
              <a:ext cx="3437159"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スキル選択</a:t>
              </a:r>
            </a:p>
          </p:txBody>
        </p:sp>
        <p:sp>
          <p:nvSpPr>
            <p:cNvPr id="19" name="二等辺三角形 18">
              <a:extLst>
                <a:ext uri="{FF2B5EF4-FFF2-40B4-BE49-F238E27FC236}">
                  <a16:creationId xmlns:a16="http://schemas.microsoft.com/office/drawing/2014/main" id="{7D4E48D3-920F-2B0D-82A0-0656AB1267BE}"/>
                </a:ext>
              </a:extLst>
            </p:cNvPr>
            <p:cNvSpPr/>
            <p:nvPr/>
          </p:nvSpPr>
          <p:spPr>
            <a:xfrm rot="5400000">
              <a:off x="5565648"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0F6AB8B1-988E-D770-BA8C-FA529B366063}"/>
                </a:ext>
              </a:extLst>
            </p:cNvPr>
            <p:cNvSpPr/>
            <p:nvPr/>
          </p:nvSpPr>
          <p:spPr>
            <a:xfrm>
              <a:off x="9991557"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四角形: 角を丸くする 27">
              <a:extLst>
                <a:ext uri="{FF2B5EF4-FFF2-40B4-BE49-F238E27FC236}">
                  <a16:creationId xmlns:a16="http://schemas.microsoft.com/office/drawing/2014/main" id="{7AD9F5E1-D7CA-A4C3-11B2-0A8701CA7BF5}"/>
                </a:ext>
              </a:extLst>
            </p:cNvPr>
            <p:cNvSpPr/>
            <p:nvPr/>
          </p:nvSpPr>
          <p:spPr>
            <a:xfrm>
              <a:off x="8427408"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フリーフォーム: 図形 32">
              <a:extLst>
                <a:ext uri="{FF2B5EF4-FFF2-40B4-BE49-F238E27FC236}">
                  <a16:creationId xmlns:a16="http://schemas.microsoft.com/office/drawing/2014/main" id="{50D3760C-DC8A-7571-E3A8-5F5B02E3493E}"/>
                </a:ext>
              </a:extLst>
            </p:cNvPr>
            <p:cNvSpPr/>
            <p:nvPr/>
          </p:nvSpPr>
          <p:spPr>
            <a:xfrm>
              <a:off x="6848474" y="2709741"/>
              <a:ext cx="4638306"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5124081 w 6933831"/>
                <a:gd name="csY4" fmla="*/ 1153349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5143131"/>
                <a:gd name="csY0" fmla="*/ 0 h 1721439"/>
                <a:gd name="csX1" fmla="*/ 1237647 w 5143131"/>
                <a:gd name="csY1" fmla="*/ 0 h 1721439"/>
                <a:gd name="csX2" fmla="*/ 1485182 w 5143131"/>
                <a:gd name="csY2" fmla="*/ 247535 h 1721439"/>
                <a:gd name="csX3" fmla="*/ 1485182 w 5143131"/>
                <a:gd name="csY3" fmla="*/ 1162874 h 1721439"/>
                <a:gd name="csX4" fmla="*/ 5124081 w 5143131"/>
                <a:gd name="csY4" fmla="*/ 1153349 h 1721439"/>
                <a:gd name="csX5" fmla="*/ 5143131 w 5143131"/>
                <a:gd name="csY5" fmla="*/ 1721439 h 1721439"/>
                <a:gd name="csX6" fmla="*/ 1281364 w 5143131"/>
                <a:gd name="csY6" fmla="*/ 1711914 h 1721439"/>
                <a:gd name="csX7" fmla="*/ 1237647 w 5143131"/>
                <a:gd name="csY7" fmla="*/ 1716321 h 1721439"/>
                <a:gd name="csX8" fmla="*/ 247535 w 5143131"/>
                <a:gd name="csY8" fmla="*/ 1716321 h 1721439"/>
                <a:gd name="csX9" fmla="*/ 203819 w 5143131"/>
                <a:gd name="csY9" fmla="*/ 1711914 h 1721439"/>
                <a:gd name="csX10" fmla="*/ 91508 w 5143131"/>
                <a:gd name="csY10" fmla="*/ 1711914 h 1721439"/>
                <a:gd name="csX11" fmla="*/ 0 w 5143131"/>
                <a:gd name="csY11" fmla="*/ 1620406 h 1721439"/>
                <a:gd name="csX12" fmla="*/ 0 w 5143131"/>
                <a:gd name="csY12" fmla="*/ 1468786 h 1721439"/>
                <a:gd name="csX13" fmla="*/ 0 w 5143131"/>
                <a:gd name="csY13" fmla="*/ 1254382 h 1721439"/>
                <a:gd name="csX14" fmla="*/ 0 w 5143131"/>
                <a:gd name="csY14" fmla="*/ 247535 h 1721439"/>
                <a:gd name="csX15" fmla="*/ 247535 w 5143131"/>
                <a:gd name="csY15" fmla="*/ 0 h 1721439"/>
                <a:gd name="csX0" fmla="*/ 247535 w 5124081"/>
                <a:gd name="csY0" fmla="*/ 0 h 1716321"/>
                <a:gd name="csX1" fmla="*/ 1237647 w 5124081"/>
                <a:gd name="csY1" fmla="*/ 0 h 1716321"/>
                <a:gd name="csX2" fmla="*/ 1485182 w 5124081"/>
                <a:gd name="csY2" fmla="*/ 247535 h 1716321"/>
                <a:gd name="csX3" fmla="*/ 1485182 w 5124081"/>
                <a:gd name="csY3" fmla="*/ 1162874 h 1716321"/>
                <a:gd name="csX4" fmla="*/ 5124081 w 5124081"/>
                <a:gd name="csY4" fmla="*/ 1153349 h 1716321"/>
                <a:gd name="csX5" fmla="*/ 4676406 w 5124081"/>
                <a:gd name="csY5" fmla="*/ 1711914 h 1716321"/>
                <a:gd name="csX6" fmla="*/ 1281364 w 5124081"/>
                <a:gd name="csY6" fmla="*/ 1711914 h 1716321"/>
                <a:gd name="csX7" fmla="*/ 1237647 w 5124081"/>
                <a:gd name="csY7" fmla="*/ 1716321 h 1716321"/>
                <a:gd name="csX8" fmla="*/ 247535 w 5124081"/>
                <a:gd name="csY8" fmla="*/ 1716321 h 1716321"/>
                <a:gd name="csX9" fmla="*/ 203819 w 5124081"/>
                <a:gd name="csY9" fmla="*/ 1711914 h 1716321"/>
                <a:gd name="csX10" fmla="*/ 91508 w 5124081"/>
                <a:gd name="csY10" fmla="*/ 1711914 h 1716321"/>
                <a:gd name="csX11" fmla="*/ 0 w 5124081"/>
                <a:gd name="csY11" fmla="*/ 1620406 h 1716321"/>
                <a:gd name="csX12" fmla="*/ 0 w 5124081"/>
                <a:gd name="csY12" fmla="*/ 1468786 h 1716321"/>
                <a:gd name="csX13" fmla="*/ 0 w 5124081"/>
                <a:gd name="csY13" fmla="*/ 1254382 h 1716321"/>
                <a:gd name="csX14" fmla="*/ 0 w 5124081"/>
                <a:gd name="csY14" fmla="*/ 247535 h 1716321"/>
                <a:gd name="csX15" fmla="*/ 247535 w 5124081"/>
                <a:gd name="csY15" fmla="*/ 0 h 1716321"/>
                <a:gd name="csX0" fmla="*/ 247535 w 4676406"/>
                <a:gd name="csY0" fmla="*/ 0 h 1716321"/>
                <a:gd name="csX1" fmla="*/ 1237647 w 4676406"/>
                <a:gd name="csY1" fmla="*/ 0 h 1716321"/>
                <a:gd name="csX2" fmla="*/ 1485182 w 4676406"/>
                <a:gd name="csY2" fmla="*/ 247535 h 1716321"/>
                <a:gd name="csX3" fmla="*/ 1485182 w 4676406"/>
                <a:gd name="csY3" fmla="*/ 1162874 h 1716321"/>
                <a:gd name="csX4" fmla="*/ 4647831 w 4676406"/>
                <a:gd name="csY4" fmla="*/ 1134299 h 1716321"/>
                <a:gd name="csX5" fmla="*/ 4676406 w 4676406"/>
                <a:gd name="csY5" fmla="*/ 1711914 h 1716321"/>
                <a:gd name="csX6" fmla="*/ 1281364 w 4676406"/>
                <a:gd name="csY6" fmla="*/ 1711914 h 1716321"/>
                <a:gd name="csX7" fmla="*/ 1237647 w 4676406"/>
                <a:gd name="csY7" fmla="*/ 1716321 h 1716321"/>
                <a:gd name="csX8" fmla="*/ 247535 w 4676406"/>
                <a:gd name="csY8" fmla="*/ 1716321 h 1716321"/>
                <a:gd name="csX9" fmla="*/ 203819 w 4676406"/>
                <a:gd name="csY9" fmla="*/ 1711914 h 1716321"/>
                <a:gd name="csX10" fmla="*/ 91508 w 4676406"/>
                <a:gd name="csY10" fmla="*/ 1711914 h 1716321"/>
                <a:gd name="csX11" fmla="*/ 0 w 4676406"/>
                <a:gd name="csY11" fmla="*/ 1620406 h 1716321"/>
                <a:gd name="csX12" fmla="*/ 0 w 4676406"/>
                <a:gd name="csY12" fmla="*/ 1468786 h 1716321"/>
                <a:gd name="csX13" fmla="*/ 0 w 4676406"/>
                <a:gd name="csY13" fmla="*/ 1254382 h 1716321"/>
                <a:gd name="csX14" fmla="*/ 0 w 4676406"/>
                <a:gd name="csY14" fmla="*/ 247535 h 1716321"/>
                <a:gd name="csX15" fmla="*/ 247535 w 4676406"/>
                <a:gd name="csY15" fmla="*/ 0 h 1716321"/>
                <a:gd name="csX0" fmla="*/ 247535 w 4647831"/>
                <a:gd name="csY0" fmla="*/ 0 h 1716321"/>
                <a:gd name="csX1" fmla="*/ 1237647 w 4647831"/>
                <a:gd name="csY1" fmla="*/ 0 h 1716321"/>
                <a:gd name="csX2" fmla="*/ 1485182 w 4647831"/>
                <a:gd name="csY2" fmla="*/ 247535 h 1716321"/>
                <a:gd name="csX3" fmla="*/ 1485182 w 4647831"/>
                <a:gd name="csY3" fmla="*/ 1162874 h 1716321"/>
                <a:gd name="csX4" fmla="*/ 4647831 w 4647831"/>
                <a:gd name="csY4" fmla="*/ 1134299 h 1716321"/>
                <a:gd name="csX5" fmla="*/ 4628781 w 4647831"/>
                <a:gd name="csY5" fmla="*/ 1711914 h 1716321"/>
                <a:gd name="csX6" fmla="*/ 1281364 w 4647831"/>
                <a:gd name="csY6" fmla="*/ 1711914 h 1716321"/>
                <a:gd name="csX7" fmla="*/ 1237647 w 4647831"/>
                <a:gd name="csY7" fmla="*/ 1716321 h 1716321"/>
                <a:gd name="csX8" fmla="*/ 247535 w 4647831"/>
                <a:gd name="csY8" fmla="*/ 1716321 h 1716321"/>
                <a:gd name="csX9" fmla="*/ 203819 w 4647831"/>
                <a:gd name="csY9" fmla="*/ 1711914 h 1716321"/>
                <a:gd name="csX10" fmla="*/ 91508 w 4647831"/>
                <a:gd name="csY10" fmla="*/ 1711914 h 1716321"/>
                <a:gd name="csX11" fmla="*/ 0 w 4647831"/>
                <a:gd name="csY11" fmla="*/ 1620406 h 1716321"/>
                <a:gd name="csX12" fmla="*/ 0 w 4647831"/>
                <a:gd name="csY12" fmla="*/ 1468786 h 1716321"/>
                <a:gd name="csX13" fmla="*/ 0 w 4647831"/>
                <a:gd name="csY13" fmla="*/ 1254382 h 1716321"/>
                <a:gd name="csX14" fmla="*/ 0 w 4647831"/>
                <a:gd name="csY14" fmla="*/ 247535 h 1716321"/>
                <a:gd name="csX15" fmla="*/ 247535 w 4647831"/>
                <a:gd name="csY15" fmla="*/ 0 h 1716321"/>
                <a:gd name="csX0" fmla="*/ 247535 w 4638306"/>
                <a:gd name="csY0" fmla="*/ 0 h 1716321"/>
                <a:gd name="csX1" fmla="*/ 1237647 w 4638306"/>
                <a:gd name="csY1" fmla="*/ 0 h 1716321"/>
                <a:gd name="csX2" fmla="*/ 1485182 w 4638306"/>
                <a:gd name="csY2" fmla="*/ 247535 h 1716321"/>
                <a:gd name="csX3" fmla="*/ 1485182 w 4638306"/>
                <a:gd name="csY3" fmla="*/ 1162874 h 1716321"/>
                <a:gd name="csX4" fmla="*/ 4638306 w 4638306"/>
                <a:gd name="csY4" fmla="*/ 1172399 h 1716321"/>
                <a:gd name="csX5" fmla="*/ 4628781 w 4638306"/>
                <a:gd name="csY5" fmla="*/ 1711914 h 1716321"/>
                <a:gd name="csX6" fmla="*/ 1281364 w 4638306"/>
                <a:gd name="csY6" fmla="*/ 1711914 h 1716321"/>
                <a:gd name="csX7" fmla="*/ 1237647 w 4638306"/>
                <a:gd name="csY7" fmla="*/ 1716321 h 1716321"/>
                <a:gd name="csX8" fmla="*/ 247535 w 4638306"/>
                <a:gd name="csY8" fmla="*/ 1716321 h 1716321"/>
                <a:gd name="csX9" fmla="*/ 203819 w 4638306"/>
                <a:gd name="csY9" fmla="*/ 1711914 h 1716321"/>
                <a:gd name="csX10" fmla="*/ 91508 w 4638306"/>
                <a:gd name="csY10" fmla="*/ 1711914 h 1716321"/>
                <a:gd name="csX11" fmla="*/ 0 w 4638306"/>
                <a:gd name="csY11" fmla="*/ 1620406 h 1716321"/>
                <a:gd name="csX12" fmla="*/ 0 w 4638306"/>
                <a:gd name="csY12" fmla="*/ 1468786 h 1716321"/>
                <a:gd name="csX13" fmla="*/ 0 w 4638306"/>
                <a:gd name="csY13" fmla="*/ 1254382 h 1716321"/>
                <a:gd name="csX14" fmla="*/ 0 w 4638306"/>
                <a:gd name="csY14" fmla="*/ 247535 h 1716321"/>
                <a:gd name="csX15" fmla="*/ 247535 w 4638306"/>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638306" h="1716321">
                  <a:moveTo>
                    <a:pt x="247535" y="0"/>
                  </a:moveTo>
                  <a:lnTo>
                    <a:pt x="1237647" y="0"/>
                  </a:lnTo>
                  <a:cubicBezTo>
                    <a:pt x="1374357" y="0"/>
                    <a:pt x="1485182" y="110825"/>
                    <a:pt x="1485182" y="247535"/>
                  </a:cubicBezTo>
                  <a:lnTo>
                    <a:pt x="1485182" y="1162874"/>
                  </a:lnTo>
                  <a:lnTo>
                    <a:pt x="4638306" y="1172399"/>
                  </a:lnTo>
                  <a:lnTo>
                    <a:pt x="462878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36" name="テキスト ボックス 35">
              <a:extLst>
                <a:ext uri="{FF2B5EF4-FFF2-40B4-BE49-F238E27FC236}">
                  <a16:creationId xmlns:a16="http://schemas.microsoft.com/office/drawing/2014/main" id="{12079FA3-1AC3-0635-8507-40E485BDF177}"/>
                </a:ext>
              </a:extLst>
            </p:cNvPr>
            <p:cNvSpPr txBox="1"/>
            <p:nvPr/>
          </p:nvSpPr>
          <p:spPr>
            <a:xfrm>
              <a:off x="6917888" y="3971661"/>
              <a:ext cx="3538365" cy="338554"/>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38" name="テキスト ボックス 37">
              <a:extLst>
                <a:ext uri="{FF2B5EF4-FFF2-40B4-BE49-F238E27FC236}">
                  <a16:creationId xmlns:a16="http://schemas.microsoft.com/office/drawing/2014/main" id="{B54B3FF1-69F4-8D05-2A34-3EC445C2AEDE}"/>
                </a:ext>
              </a:extLst>
            </p:cNvPr>
            <p:cNvSpPr txBox="1"/>
            <p:nvPr/>
          </p:nvSpPr>
          <p:spPr>
            <a:xfrm>
              <a:off x="6762730" y="2717062"/>
              <a:ext cx="1655153" cy="338554"/>
            </a:xfrm>
            <a:prstGeom prst="rect">
              <a:avLst/>
            </a:prstGeom>
            <a:noFill/>
          </p:spPr>
          <p:txBody>
            <a:bodyPr wrap="square" rtlCol="0">
              <a:spAutoFit/>
            </a:bodyPr>
            <a:lstStyle/>
            <a:p>
              <a:pPr algn="ct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39" name="楕円 38">
              <a:extLst>
                <a:ext uri="{FF2B5EF4-FFF2-40B4-BE49-F238E27FC236}">
                  <a16:creationId xmlns:a16="http://schemas.microsoft.com/office/drawing/2014/main" id="{AFDED0E1-070A-AF8A-5673-1E9DFD016F37}"/>
                </a:ext>
              </a:extLst>
            </p:cNvPr>
            <p:cNvSpPr/>
            <p:nvPr/>
          </p:nvSpPr>
          <p:spPr>
            <a:xfrm>
              <a:off x="7043289"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0" name="楕円 39">
              <a:extLst>
                <a:ext uri="{FF2B5EF4-FFF2-40B4-BE49-F238E27FC236}">
                  <a16:creationId xmlns:a16="http://schemas.microsoft.com/office/drawing/2014/main" id="{F8CB0E2C-C478-BC2B-3197-28D7DA7B7FC0}"/>
                </a:ext>
              </a:extLst>
            </p:cNvPr>
            <p:cNvSpPr/>
            <p:nvPr/>
          </p:nvSpPr>
          <p:spPr>
            <a:xfrm>
              <a:off x="8611146"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1" name="楕円 40">
              <a:extLst>
                <a:ext uri="{FF2B5EF4-FFF2-40B4-BE49-F238E27FC236}">
                  <a16:creationId xmlns:a16="http://schemas.microsoft.com/office/drawing/2014/main" id="{7442D9E0-227F-34F0-9584-18FA714CB63F}"/>
                </a:ext>
              </a:extLst>
            </p:cNvPr>
            <p:cNvSpPr/>
            <p:nvPr/>
          </p:nvSpPr>
          <p:spPr>
            <a:xfrm>
              <a:off x="10197549" y="316357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2" name="テキスト ボックス 41">
              <a:extLst>
                <a:ext uri="{FF2B5EF4-FFF2-40B4-BE49-F238E27FC236}">
                  <a16:creationId xmlns:a16="http://schemas.microsoft.com/office/drawing/2014/main" id="{DF355E9B-63EB-3D8F-BFE6-BE1DC79E0888}"/>
                </a:ext>
              </a:extLst>
            </p:cNvPr>
            <p:cNvSpPr txBox="1"/>
            <p:nvPr/>
          </p:nvSpPr>
          <p:spPr>
            <a:xfrm>
              <a:off x="8330525" y="2717062"/>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sp>
          <p:nvSpPr>
            <p:cNvPr id="44" name="テキスト ボックス 43">
              <a:extLst>
                <a:ext uri="{FF2B5EF4-FFF2-40B4-BE49-F238E27FC236}">
                  <a16:creationId xmlns:a16="http://schemas.microsoft.com/office/drawing/2014/main" id="{670E61F4-06FF-6066-61B5-D31408D9722E}"/>
                </a:ext>
              </a:extLst>
            </p:cNvPr>
            <p:cNvSpPr txBox="1"/>
            <p:nvPr/>
          </p:nvSpPr>
          <p:spPr>
            <a:xfrm>
              <a:off x="9918984" y="2724383"/>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751705452"/>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4B86B-F14F-EBDA-9D2E-7A8E0009EDB3}"/>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3CDD22A2-E2B0-92CD-B98A-E710F905B7FC}"/>
              </a:ext>
            </a:extLst>
          </p:cNvPr>
          <p:cNvSpPr/>
          <p:nvPr/>
        </p:nvSpPr>
        <p:spPr>
          <a:xfrm>
            <a:off x="0" y="1800592"/>
            <a:ext cx="12192000" cy="3659134"/>
          </a:xfrm>
          <a:prstGeom prst="rect">
            <a:avLst/>
          </a:prstGeom>
          <a:gradFill flip="none" rotWithShape="1">
            <a:gsLst>
              <a:gs pos="4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二等辺三角形 18">
            <a:extLst>
              <a:ext uri="{FF2B5EF4-FFF2-40B4-BE49-F238E27FC236}">
                <a16:creationId xmlns:a16="http://schemas.microsoft.com/office/drawing/2014/main" id="{08854E81-04CD-A07D-485A-17F6631B0186}"/>
              </a:ext>
            </a:extLst>
          </p:cNvPr>
          <p:cNvSpPr/>
          <p:nvPr/>
        </p:nvSpPr>
        <p:spPr>
          <a:xfrm rot="5400000">
            <a:off x="5564821"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2854B256-E531-6D78-8E45-AA8086E5FC26}"/>
              </a:ext>
            </a:extLst>
          </p:cNvPr>
          <p:cNvSpPr txBox="1"/>
          <p:nvPr/>
        </p:nvSpPr>
        <p:spPr>
          <a:xfrm>
            <a:off x="6756299" y="1927138"/>
            <a:ext cx="1919115" cy="707886"/>
          </a:xfrm>
          <a:prstGeom prst="rect">
            <a:avLst/>
          </a:prstGeom>
          <a:noFill/>
        </p:spPr>
        <p:txBody>
          <a:bodyPr wrap="none" rtlCol="0">
            <a:spAutoFit/>
          </a:bodyPr>
          <a:lstStyle/>
          <a:p>
            <a:r>
              <a:rPr kumimoji="1" lang="en-US" altLang="ja-JP" sz="4000" b="1" dirty="0">
                <a:solidFill>
                  <a:srgbClr val="CC66FF"/>
                </a:solidFill>
                <a:latin typeface="BIZ UDP明朝 Medium" panose="02020500000000000000" pitchFamily="18" charset="-128"/>
                <a:ea typeface="BIZ UDP明朝 Medium" panose="02020500000000000000" pitchFamily="18" charset="-128"/>
              </a:rPr>
              <a:t>EF</a:t>
            </a:r>
            <a:r>
              <a:rPr kumimoji="1" lang="ja-JP" altLang="en-US" sz="4000" b="1" dirty="0">
                <a:solidFill>
                  <a:srgbClr val="CC66FF"/>
                </a:solidFill>
                <a:latin typeface="BIZ UDP明朝 Medium" panose="02020500000000000000" pitchFamily="18" charset="-128"/>
                <a:ea typeface="BIZ UDP明朝 Medium" panose="02020500000000000000" pitchFamily="18" charset="-128"/>
              </a:rPr>
              <a:t>拡大</a:t>
            </a:r>
          </a:p>
        </p:txBody>
      </p:sp>
      <p:grpSp>
        <p:nvGrpSpPr>
          <p:cNvPr id="12" name="グループ化 11">
            <a:extLst>
              <a:ext uri="{FF2B5EF4-FFF2-40B4-BE49-F238E27FC236}">
                <a16:creationId xmlns:a16="http://schemas.microsoft.com/office/drawing/2014/main" id="{B22B30B9-0E9B-7CCB-58DA-60AFA8DAD8B8}"/>
              </a:ext>
            </a:extLst>
          </p:cNvPr>
          <p:cNvGrpSpPr/>
          <p:nvPr/>
        </p:nvGrpSpPr>
        <p:grpSpPr>
          <a:xfrm>
            <a:off x="6756299" y="2951913"/>
            <a:ext cx="5003174" cy="397768"/>
            <a:chOff x="1719571" y="274515"/>
            <a:chExt cx="4262430" cy="338877"/>
          </a:xfrm>
        </p:grpSpPr>
        <p:grpSp>
          <p:nvGrpSpPr>
            <p:cNvPr id="13" name="グループ化 12">
              <a:extLst>
                <a:ext uri="{FF2B5EF4-FFF2-40B4-BE49-F238E27FC236}">
                  <a16:creationId xmlns:a16="http://schemas.microsoft.com/office/drawing/2014/main" id="{FFFEEF16-64B0-3A45-43A9-61AA39F560F4}"/>
                </a:ext>
              </a:extLst>
            </p:cNvPr>
            <p:cNvGrpSpPr/>
            <p:nvPr/>
          </p:nvGrpSpPr>
          <p:grpSpPr>
            <a:xfrm>
              <a:off x="1719571" y="274517"/>
              <a:ext cx="3092165" cy="338875"/>
              <a:chOff x="1719571" y="215382"/>
              <a:chExt cx="3888059" cy="426098"/>
            </a:xfrm>
          </p:grpSpPr>
          <p:sp>
            <p:nvSpPr>
              <p:cNvPr id="21" name="平行四辺形 20">
                <a:extLst>
                  <a:ext uri="{FF2B5EF4-FFF2-40B4-BE49-F238E27FC236}">
                    <a16:creationId xmlns:a16="http://schemas.microsoft.com/office/drawing/2014/main" id="{5F260AEA-0E93-6F86-451E-C4CDF8B9FDC2}"/>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平行四辺形 21">
                <a:extLst>
                  <a:ext uri="{FF2B5EF4-FFF2-40B4-BE49-F238E27FC236}">
                    <a16:creationId xmlns:a16="http://schemas.microsoft.com/office/drawing/2014/main" id="{58413812-2BC1-F336-4D22-B80114D865C6}"/>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平行四辺形 23">
                <a:extLst>
                  <a:ext uri="{FF2B5EF4-FFF2-40B4-BE49-F238E27FC236}">
                    <a16:creationId xmlns:a16="http://schemas.microsoft.com/office/drawing/2014/main" id="{09C0AEE1-D0B4-8580-13D8-142E65534A2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平行四辺形 24">
                <a:extLst>
                  <a:ext uri="{FF2B5EF4-FFF2-40B4-BE49-F238E27FC236}">
                    <a16:creationId xmlns:a16="http://schemas.microsoft.com/office/drawing/2014/main" id="{3ADD28DB-FBEB-5260-1D2A-E16FD94B3EC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平行四辺形 25">
                <a:extLst>
                  <a:ext uri="{FF2B5EF4-FFF2-40B4-BE49-F238E27FC236}">
                    <a16:creationId xmlns:a16="http://schemas.microsoft.com/office/drawing/2014/main" id="{C449B1EE-A515-FA42-DFC2-C5EC2DBD60CB}"/>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4" name="平行四辺形 13">
              <a:extLst>
                <a:ext uri="{FF2B5EF4-FFF2-40B4-BE49-F238E27FC236}">
                  <a16:creationId xmlns:a16="http://schemas.microsoft.com/office/drawing/2014/main" id="{60AABBAB-8FE9-3B71-413C-0AEC6DE0EB90}"/>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平行四辺形 19">
              <a:extLst>
                <a:ext uri="{FF2B5EF4-FFF2-40B4-BE49-F238E27FC236}">
                  <a16:creationId xmlns:a16="http://schemas.microsoft.com/office/drawing/2014/main" id="{EE278881-3269-F3B0-E488-49B70F7E2DB6}"/>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8" name="テキスト ボックス 17">
            <a:extLst>
              <a:ext uri="{FF2B5EF4-FFF2-40B4-BE49-F238E27FC236}">
                <a16:creationId xmlns:a16="http://schemas.microsoft.com/office/drawing/2014/main" id="{29DA556E-B941-BF38-20A6-E4065E4FCBFC}"/>
              </a:ext>
            </a:extLst>
          </p:cNvPr>
          <p:cNvSpPr txBox="1"/>
          <p:nvPr/>
        </p:nvSpPr>
        <p:spPr>
          <a:xfrm>
            <a:off x="1629628" y="1957916"/>
            <a:ext cx="2170787"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発動</a:t>
            </a:r>
          </a:p>
        </p:txBody>
      </p:sp>
      <p:grpSp>
        <p:nvGrpSpPr>
          <p:cNvPr id="3" name="グループ化 2">
            <a:extLst>
              <a:ext uri="{FF2B5EF4-FFF2-40B4-BE49-F238E27FC236}">
                <a16:creationId xmlns:a16="http://schemas.microsoft.com/office/drawing/2014/main" id="{D979EB80-6588-FED3-8EC4-20C8C392FCC3}"/>
              </a:ext>
            </a:extLst>
          </p:cNvPr>
          <p:cNvGrpSpPr/>
          <p:nvPr/>
        </p:nvGrpSpPr>
        <p:grpSpPr>
          <a:xfrm>
            <a:off x="8116417" y="4417134"/>
            <a:ext cx="2324674" cy="801291"/>
            <a:chOff x="8047249" y="4431717"/>
            <a:chExt cx="2324674" cy="801291"/>
          </a:xfrm>
        </p:grpSpPr>
        <p:sp>
          <p:nvSpPr>
            <p:cNvPr id="15" name="矢印: 五方向 14">
              <a:extLst>
                <a:ext uri="{FF2B5EF4-FFF2-40B4-BE49-F238E27FC236}">
                  <a16:creationId xmlns:a16="http://schemas.microsoft.com/office/drawing/2014/main" id="{EBB7197F-A4B4-ABFF-FB45-A86B978DFCD2}"/>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2" name="テキスト ボックス 1">
              <a:extLst>
                <a:ext uri="{FF2B5EF4-FFF2-40B4-BE49-F238E27FC236}">
                  <a16:creationId xmlns:a16="http://schemas.microsoft.com/office/drawing/2014/main" id="{C365EB52-1BE0-F6B7-F103-1C1E5C8F0DF5}"/>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sp>
        <p:nvSpPr>
          <p:cNvPr id="31" name="四角形: 角を丸くする 30">
            <a:extLst>
              <a:ext uri="{FF2B5EF4-FFF2-40B4-BE49-F238E27FC236}">
                <a16:creationId xmlns:a16="http://schemas.microsoft.com/office/drawing/2014/main" id="{E1AB024B-5F3B-5F83-C717-B8A8CA6C366E}"/>
              </a:ext>
            </a:extLst>
          </p:cNvPr>
          <p:cNvSpPr/>
          <p:nvPr/>
        </p:nvSpPr>
        <p:spPr>
          <a:xfrm>
            <a:off x="703684" y="3496265"/>
            <a:ext cx="4022675" cy="830237"/>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34" name="テキスト ボックス 33">
            <a:extLst>
              <a:ext uri="{FF2B5EF4-FFF2-40B4-BE49-F238E27FC236}">
                <a16:creationId xmlns:a16="http://schemas.microsoft.com/office/drawing/2014/main" id="{82CDE792-6A86-EF7E-A131-601AE3378B9E}"/>
              </a:ext>
            </a:extLst>
          </p:cNvPr>
          <p:cNvSpPr txBox="1"/>
          <p:nvPr/>
        </p:nvSpPr>
        <p:spPr>
          <a:xfrm>
            <a:off x="2672601" y="3715157"/>
            <a:ext cx="1858201" cy="332365"/>
          </a:xfrm>
          <a:prstGeom prst="rect">
            <a:avLst/>
          </a:prstGeom>
          <a:noFill/>
        </p:spPr>
        <p:txBody>
          <a:bodyPr wrap="none" rtlCol="0">
            <a:spAutoFit/>
          </a:bodyPr>
          <a:lstStyle/>
          <a:p>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sp>
        <p:nvSpPr>
          <p:cNvPr id="35" name="楕円 34">
            <a:extLst>
              <a:ext uri="{FF2B5EF4-FFF2-40B4-BE49-F238E27FC236}">
                <a16:creationId xmlns:a16="http://schemas.microsoft.com/office/drawing/2014/main" id="{B65667B0-BAD6-70E8-8906-12D603397280}"/>
              </a:ext>
            </a:extLst>
          </p:cNvPr>
          <p:cNvSpPr/>
          <p:nvPr/>
        </p:nvSpPr>
        <p:spPr>
          <a:xfrm>
            <a:off x="1093031" y="2712798"/>
            <a:ext cx="1355138" cy="1564385"/>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2400" dirty="0">
                <a:latin typeface="BIZ UDP明朝 Medium" panose="02020500000000000000" pitchFamily="18" charset="-128"/>
                <a:ea typeface="BIZ UDP明朝 Medium" panose="02020500000000000000" pitchFamily="18" charset="-128"/>
              </a:rPr>
              <a:t>キャラ</a:t>
            </a:r>
          </a:p>
        </p:txBody>
      </p:sp>
    </p:spTree>
    <p:extLst>
      <p:ext uri="{BB962C8B-B14F-4D97-AF65-F5344CB8AC3E}">
        <p14:creationId xmlns:p14="http://schemas.microsoft.com/office/powerpoint/2010/main" val="1466603845"/>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30587-E1B7-A920-4DE8-B440287C555A}"/>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11230ED5-C5C1-A7EF-761A-323BBAC886DF}"/>
              </a:ext>
            </a:extLst>
          </p:cNvPr>
          <p:cNvSpPr/>
          <p:nvPr/>
        </p:nvSpPr>
        <p:spPr>
          <a:xfrm>
            <a:off x="4481511" y="2933700"/>
            <a:ext cx="3228975" cy="2133600"/>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D3A07706-5991-7B55-8026-EFDB4DA21E6D}"/>
              </a:ext>
            </a:extLst>
          </p:cNvPr>
          <p:cNvCxnSpPr>
            <a:cxnSpLocks/>
          </p:cNvCxnSpPr>
          <p:nvPr/>
        </p:nvCxnSpPr>
        <p:spPr>
          <a:xfrm>
            <a:off x="6096000" y="0"/>
            <a:ext cx="0" cy="6858000"/>
          </a:xfrm>
          <a:prstGeom prst="line">
            <a:avLst/>
          </a:prstGeom>
          <a:ln w="508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F3409473-13FE-8AE6-22B5-850126719FA1}"/>
              </a:ext>
            </a:extLst>
          </p:cNvPr>
          <p:cNvSpPr txBox="1"/>
          <p:nvPr/>
        </p:nvSpPr>
        <p:spPr>
          <a:xfrm>
            <a:off x="2701480" y="326712"/>
            <a:ext cx="6789038" cy="1200329"/>
          </a:xfrm>
          <a:prstGeom prst="rect">
            <a:avLst/>
          </a:prstGeom>
          <a:noFill/>
        </p:spPr>
        <p:txBody>
          <a:bodyPr wrap="none" rtlCol="0">
            <a:spAutoFit/>
          </a:bodyPr>
          <a:lstStyle/>
          <a:p>
            <a:pPr algn="ctr"/>
            <a:r>
              <a:rPr kumimoji="1" lang="ja-JP" altLang="en-US" sz="7200" dirty="0">
                <a:solidFill>
                  <a:schemeClr val="bg1">
                    <a:lumMod val="95000"/>
                  </a:schemeClr>
                </a:solidFill>
                <a:highlight>
                  <a:srgbClr val="000000"/>
                </a:highlight>
                <a:latin typeface="叛逆明朝" panose="02000503000000000000" pitchFamily="2" charset="-128"/>
                <a:ea typeface="叛逆明朝" panose="02000503000000000000" pitchFamily="2" charset="-128"/>
                <a:cs typeface="叛逆明朝" panose="02000503000000000000" pitchFamily="2" charset="-128"/>
              </a:rPr>
              <a:t>ゲートシステム：ルート選択</a:t>
            </a:r>
          </a:p>
        </p:txBody>
      </p:sp>
      <p:sp>
        <p:nvSpPr>
          <p:cNvPr id="2" name="テキスト ボックス 1">
            <a:extLst>
              <a:ext uri="{FF2B5EF4-FFF2-40B4-BE49-F238E27FC236}">
                <a16:creationId xmlns:a16="http://schemas.microsoft.com/office/drawing/2014/main" id="{242B0BA0-CB91-EF17-C573-359640E10C61}"/>
              </a:ext>
            </a:extLst>
          </p:cNvPr>
          <p:cNvSpPr txBox="1"/>
          <p:nvPr/>
        </p:nvSpPr>
        <p:spPr>
          <a:xfrm>
            <a:off x="4877088" y="3051602"/>
            <a:ext cx="864339" cy="830997"/>
          </a:xfrm>
          <a:prstGeom prst="rect">
            <a:avLst/>
          </a:prstGeom>
          <a:noFill/>
        </p:spPr>
        <p:txBody>
          <a:bodyPr wrap="none" rtlCol="0">
            <a:spAutoFit/>
          </a:bodyPr>
          <a:lstStyle/>
          <a:p>
            <a:pPr algn="ctr"/>
            <a:r>
              <a:rPr kumimoji="1" lang="ja-JP" altLang="en-US" sz="48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ああ</a:t>
            </a:r>
          </a:p>
        </p:txBody>
      </p:sp>
      <p:cxnSp>
        <p:nvCxnSpPr>
          <p:cNvPr id="11" name="直線コネクタ 10">
            <a:extLst>
              <a:ext uri="{FF2B5EF4-FFF2-40B4-BE49-F238E27FC236}">
                <a16:creationId xmlns:a16="http://schemas.microsoft.com/office/drawing/2014/main" id="{C78AE764-334D-0331-0A97-8BB4433F2443}"/>
              </a:ext>
            </a:extLst>
          </p:cNvPr>
          <p:cNvCxnSpPr>
            <a:cxnSpLocks/>
          </p:cNvCxnSpPr>
          <p:nvPr/>
        </p:nvCxnSpPr>
        <p:spPr>
          <a:xfrm>
            <a:off x="0" y="4000500"/>
            <a:ext cx="12192000" cy="0"/>
          </a:xfrm>
          <a:prstGeom prst="line">
            <a:avLst/>
          </a:prstGeom>
          <a:ln w="508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196190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5909D-BBAC-1FF9-FE3B-3202838B5F29}"/>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92D9147D-4494-6F61-0BE4-BD05CF15BCF3}"/>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E9784D9-B656-4771-C151-C349FEB9763D}"/>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9F778346-947A-F5D6-971B-FCE5160F6022}"/>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245150D2-BFDC-8E86-D7E3-C683FEF58976}"/>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9334224-3F42-0EAF-B694-290D0378D2CE}"/>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21A437A7-CA9B-FFF0-BB93-C01D3096CD14}"/>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6781D4BA-E438-5FB3-D93F-C1223B2B8D5B}"/>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ACC30956-84D9-C548-F395-F7FCE6F3DDC5}"/>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967B4591-C589-E688-3554-48EC0963B2E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7D00494F-B903-DBBE-6DDC-90F924CAF34F}"/>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459FBD4F-A30C-AB36-CA2B-3E1DDF9CA02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62DCAC27-CA5E-8820-B1B4-210919960FB7}"/>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6016E3DE-BBE8-7419-5156-05FE8DD0AE2C}"/>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89D5AACD-0754-1101-8F03-15E0A3115CB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D281EE6A-2031-0F55-0EA2-65E7CBA978D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D12AA6B1-E51D-014E-F940-B5B3DA80A9C4}"/>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AD4AF791-9107-7996-2844-624D95D9EB0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79108A92-41D3-2BEB-C64D-3F2A8F42EEF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462023C-E6E4-C8FD-BB76-295F4730DF5F}"/>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46A13370-19E9-AD13-9369-C7CD840CB48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E72EE068-EAE9-19D5-D774-227421EDA6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4A13C0CF-F80C-2976-5C7E-6DCBB70459A9}"/>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49E30C5B-16FC-1991-CA7E-3E001BCAE4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E4857552-964C-6868-B3B5-D6856689BAC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3DBD1357-EFFE-7B1A-9360-381054748AC8}"/>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737B02A2-1BC4-3151-3102-D1B71BF43E9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E4816D00-71A5-EBA2-7EF5-BE288DA822F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F9D6FD51-7ED0-5152-5D27-044486443502}"/>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EDE4586-AF3D-0362-5063-36B9C9305747}"/>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FC3114DF-4927-8687-E969-DB3036A57700}"/>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7B9BE884-A5CE-C8DA-00FF-4D0F826C8734}"/>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4A67FABC-C589-7EF9-4B1A-7267BB00CB90}"/>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02A850A9-8088-B710-C002-314CD9C0182B}"/>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DBA1A7D9-1833-6889-1B40-45DF0C83AC90}"/>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B4D98CD0-FCC8-059A-44E4-8288C73A748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244CCA27-F900-1C29-C22B-C07BCC4062D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0D6145B4-E1AA-4828-53B2-83BE02BF37C4}"/>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40948624-5D43-829E-4BB2-8076EE6D3B08}"/>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E25B4F36-7D41-38ED-1C93-B8B51DA2B8EB}"/>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864E2CFC-1E8F-8A37-999D-6E7BA665C26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83243948-B4BB-730F-BE97-A4B87EE8360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F6CF3013-389E-C797-C02B-1E528183B11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C5114EC0-613B-CE40-24F4-9FE4779EAF4E}"/>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8F32639B-8E07-5F58-9EA4-E2BD7A828CEC}"/>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2FB82899-D008-1BA9-1635-3AB03E92D033}"/>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F5FAE1C4-1480-3EB2-9E43-11374920D05B}"/>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3E07DCDE-5123-01EE-5E41-5202138284AD}"/>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782DAA5A-B2CD-9B87-8AA4-787F83E111A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D83E7467-1D5E-E1C4-B29D-B8EE377B40E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9F29CA9F-3354-5C46-6D93-8A7C1A0C607A}"/>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CF482020-1FEE-38A9-4C57-6E0E2B50CDF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EF1AA5A5-2B15-D03A-49B2-3863172A11B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31A269F9-25FE-E8DE-5C11-6F5CBED623C9}"/>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628E137-BC59-2195-93C0-AE08EFEDA4D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2B523BC-C17D-8EC6-A60F-787D3245257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575D2321-DD21-43A3-89B4-F019D600C4AC}"/>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2762E8A6-21EE-6817-CBE1-47EB8EF4AB9D}"/>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5601B8D7-979C-B90A-5453-913DDB438D6A}"/>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2F9A49EB-AB05-7AA4-D2AA-52437B49E8B9}"/>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B9FD40D-EA75-FBBD-DFC4-618E8FED49A5}"/>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DE84D8AD-BC47-2AA9-BED0-36379ADE9F97}"/>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EB23C5E8-989F-5207-CBDE-3D20A00BE5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07735504-BF10-3C35-3EC0-8C110348C6F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52608783-D4FA-4665-543E-8E7EC5F9065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A5BD6F45-DC24-6087-EAB6-DBE6FCEA35A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3737031-7D7D-5E9B-4D86-EF7DBCB9E92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9A37EC7D-FBE6-5F32-B3B8-F512490D5359}"/>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C319AF53-8CB6-0F37-2E7A-E994BA604260}"/>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BDAF23C4-0875-C25E-88E0-5E76CA302C77}"/>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BB8DCAEA-0EFF-E180-7E55-464C45155E0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5B2744EC-7DC1-BC62-DE91-0E0DF46EC6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7BCA54EF-56D5-9EBE-BDC8-2AE723FCA2EB}"/>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B481CE7D-8D48-11C6-F971-0D60FF9F4851}"/>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77799164-2C7D-27EC-1C3A-F6CD19A0AD9B}"/>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9CAC0F14-8299-F2BA-1EEE-498F691FA63C}"/>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9541F880-A303-2AD2-9237-B21539FA202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1" name="グループ化 90">
            <a:extLst>
              <a:ext uri="{FF2B5EF4-FFF2-40B4-BE49-F238E27FC236}">
                <a16:creationId xmlns:a16="http://schemas.microsoft.com/office/drawing/2014/main" id="{E042FFA3-7A4B-4CFD-C00C-C7862B606F42}"/>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2D27DFE2-4B64-2A72-B431-734E0639808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80DA8282-02E3-81EC-2A7E-FCD3775B9EA3}"/>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2EACD0B4-55BF-6CE0-C9C9-63BED67D48E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84FEE7F8-8BFA-EC7A-AC22-046AA11AF0E4}"/>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3AC50F1F-FCDA-5AD6-557D-30021E02205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F5F5C131-B668-7A0D-35AC-50D25C46A932}"/>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B608B996-D4AB-DAAF-FA6D-A496EF255333}"/>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A8A9AE5E-6CFC-5927-6902-993B92492DD8}"/>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8E7A91E5-AC1A-6C5A-58E4-31902AF70369}"/>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CF8CF7BE-0307-CDD1-69EA-94A3EAA7760C}"/>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C15363BB-3239-CA71-7675-D1EF22C457EA}"/>
                  </a:ext>
                </a:extLst>
              </p:cNvPr>
              <p:cNvSpPr/>
              <p:nvPr/>
            </p:nvSpPr>
            <p:spPr>
              <a:xfrm>
                <a:off x="5211153" y="4355061"/>
                <a:ext cx="284063" cy="284063"/>
              </a:xfrm>
              <a:prstGeom prst="heart">
                <a:avLst/>
              </a:prstGeom>
              <a:solidFill>
                <a:schemeClr val="bg1">
                  <a:lumMod val="95000"/>
                  <a:alpha val="7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72CCC275-6A4C-768C-72DF-761BD2771DD2}"/>
                  </a:ext>
                </a:extLst>
              </p:cNvPr>
              <p:cNvSpPr/>
              <p:nvPr/>
            </p:nvSpPr>
            <p:spPr>
              <a:xfrm>
                <a:off x="5512586" y="4355061"/>
                <a:ext cx="284063" cy="284063"/>
              </a:xfrm>
              <a:prstGeom prst="heart">
                <a:avLst/>
              </a:prstGeom>
              <a:solidFill>
                <a:schemeClr val="bg1">
                  <a:lumMod val="95000"/>
                  <a:alpha val="7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1057422D-437E-5F4E-9627-E3A7D7DA0280}"/>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578D9A3A-8253-3E4F-1EF4-AB9E5970C26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FFAB0D7-7F20-C075-52C1-5B561668FC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37815BC6-BF90-60A4-6C2C-25AB8AA20A4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116DD5FB-561A-BC55-22F1-B93521E5B158}"/>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8E4AE82E-9ED2-C336-9DF6-0F8CBA7F4888}"/>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11C8ADCD-C78F-5B94-C2B1-0B45106F02F7}"/>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A5BD908A-EE3D-8D0D-4EE9-0C2216D1C909}"/>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2C783629-BAF2-85D6-234F-0474D3606CF2}"/>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0169EFAA-F48B-5026-1050-042AE355DC3F}"/>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18D0A041-47A8-7465-80C7-07A11ADE785A}"/>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D8494079-B30B-161B-C076-14E2B0FC746C}"/>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1D17812B-5331-425F-0ABF-173B0E9D63B1}"/>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E5B28283-911F-B512-8CE0-F7A9BBBDA63F}"/>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892701AB-9082-672C-BD39-952688FE258F}"/>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FACA9818-680F-91D2-789B-1CFF63D16197}"/>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B7B892E-9234-5217-1342-E078046534A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DA24DE4E-3D76-1E57-E2C4-9853238B4BB1}"/>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492612CC-8774-3ACA-08B6-98F78FEE634F}"/>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161FD978-C50E-C279-D3E1-77B1D1ACDC76}"/>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E88B456D-EF19-ABB1-6F1B-83A65703AFBC}"/>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DE5E4C19-C4E2-EF90-36F3-9F0051D35468}"/>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555F4F22-64B2-0440-8496-608B94CCED11}"/>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18A1A71-BB22-ED7B-E843-A2ACE07659CE}"/>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0803E44A-1676-6AE3-AC1B-7D978274E4CC}"/>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26590CB9-A6DF-B088-8F7A-AFD1FB5B432B}"/>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1B0BECA-F6F4-E3E7-DB6F-F2FDCFABE639}"/>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B01FCA5-2639-2151-AFA4-8CBD321BC509}"/>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AAB6A0BF-B71A-4EB8-3BE9-5A68D44DA66E}"/>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C2D11769-C2DC-D6EB-EC1E-26779CB7CD0D}"/>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36A08529-4DA3-5848-75DA-EFC45046B11F}"/>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F695FDCE-23A6-916C-3E6C-31A51E87AF99}"/>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 name="楕円 3">
            <a:extLst>
              <a:ext uri="{FF2B5EF4-FFF2-40B4-BE49-F238E27FC236}">
                <a16:creationId xmlns:a16="http://schemas.microsoft.com/office/drawing/2014/main" id="{FCAD265B-07CC-F795-449F-363B1608D6D6}"/>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11" name="グループ化 10">
            <a:extLst>
              <a:ext uri="{FF2B5EF4-FFF2-40B4-BE49-F238E27FC236}">
                <a16:creationId xmlns:a16="http://schemas.microsoft.com/office/drawing/2014/main" id="{DCA90CDB-04B7-D50F-351E-D5919338AFFC}"/>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81E7784A-4099-3152-0943-A5A288562C69}"/>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83A7453C-8AA5-39D8-9F09-59B750BA4B34}"/>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C882D906-E969-686F-FAA0-8FD2B9588F3C}"/>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8C2B1C14-2F35-3AD1-508C-5F26F571638C}"/>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20642751-FF07-595C-A79F-FD79EC0AD6F2}"/>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2738B3C6-6371-CF85-B8F6-0EE15F8538E9}"/>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D0F5C02E-7C4D-BF8D-0291-62F36335BD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4BFBD8A6-D4D6-F438-86ED-BB78FA7772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EF8B2F8E-AF01-54B8-6250-F3E5B1B3308A}"/>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B06A006F-0396-BB87-F296-426C03EA9851}"/>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38AAD5DA-9E71-CBE5-5B0A-798E6CE23893}"/>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E000CECC-2C59-85FF-5CEC-9F20E125A5A5}"/>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E2FA764D-9B34-4A61-F371-50D9EFBCFD79}"/>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CE47F922-53E1-6E1C-3EC6-C9E80E496ED9}"/>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101D90CF-44E3-5C9D-06DF-0E830E5301B2}"/>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CA2828BA-8595-620E-8597-AE9648EBFEF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2D9AA9EC-1717-A322-FBDF-0BFF91C294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7A1F2E5F-7A7E-6AA8-08FA-1E4B6692B0B8}"/>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DEB83DDA-20F4-30B9-1E96-45E0ABD00DDD}"/>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A5076C6C-DF65-F74B-F6AF-7855F7E95F1E}"/>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3BE43BC3-13E5-ADD3-FFC5-C2EBEA2B0E57}"/>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0DF90794-D678-C5D9-E4DF-A17E48D5A969}"/>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302EFF1D-441E-CB16-3598-D283B26EBC0D}"/>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2B6D1E75-9B07-44CC-6D45-C46D5F11E5E1}"/>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84BE6BDB-D5B6-37AE-B03D-8D59588EE09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30932727-BA6D-369D-7526-32F5284ACE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68DB7CD1-9CD8-A21D-36CC-C7256348B82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E3833A36-A44D-ECA3-FE26-20CCF80D966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11B9E85B-6727-4AF9-9C6B-F5B6DE71E9F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C1313F90-E36F-526B-E816-BD05096C209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BF576646-E3CF-F815-7137-F50F77DD920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35B32C0A-DBDF-FACF-3218-4CBF2156CA7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44653" y="4514268"/>
            <a:ext cx="1063687" cy="797765"/>
          </a:xfrm>
          <a:prstGeom prst="rect">
            <a:avLst/>
          </a:prstGeom>
        </p:spPr>
      </p:pic>
      <p:grpSp>
        <p:nvGrpSpPr>
          <p:cNvPr id="180" name="グループ化 179">
            <a:extLst>
              <a:ext uri="{FF2B5EF4-FFF2-40B4-BE49-F238E27FC236}">
                <a16:creationId xmlns:a16="http://schemas.microsoft.com/office/drawing/2014/main" id="{5B178903-814E-20C4-152B-045CBD631C74}"/>
              </a:ext>
            </a:extLst>
          </p:cNvPr>
          <p:cNvGrpSpPr/>
          <p:nvPr/>
        </p:nvGrpSpPr>
        <p:grpSpPr>
          <a:xfrm>
            <a:off x="2209889" y="4943475"/>
            <a:ext cx="4022675" cy="999461"/>
            <a:chOff x="2209889" y="4943475"/>
            <a:chExt cx="4022675" cy="999461"/>
          </a:xfrm>
        </p:grpSpPr>
        <p:sp>
          <p:nvSpPr>
            <p:cNvPr id="158" name="四角形: 角を丸くする 157">
              <a:extLst>
                <a:ext uri="{FF2B5EF4-FFF2-40B4-BE49-F238E27FC236}">
                  <a16:creationId xmlns:a16="http://schemas.microsoft.com/office/drawing/2014/main" id="{47968096-D8F3-BEF3-1669-D8A6A750B168}"/>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60" name="テキスト ボックス 159">
              <a:extLst>
                <a:ext uri="{FF2B5EF4-FFF2-40B4-BE49-F238E27FC236}">
                  <a16:creationId xmlns:a16="http://schemas.microsoft.com/office/drawing/2014/main" id="{6A8BD698-667A-3C50-418F-32ED5B24C8F2}"/>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sp>
          <p:nvSpPr>
            <p:cNvPr id="161" name="テキスト ボックス 160">
              <a:extLst>
                <a:ext uri="{FF2B5EF4-FFF2-40B4-BE49-F238E27FC236}">
                  <a16:creationId xmlns:a16="http://schemas.microsoft.com/office/drawing/2014/main" id="{09E95A21-C9AF-2060-25F8-7EAB0F42893D}"/>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pic>
        <p:nvPicPr>
          <p:cNvPr id="177" name="図 176">
            <a:extLst>
              <a:ext uri="{FF2B5EF4-FFF2-40B4-BE49-F238E27FC236}">
                <a16:creationId xmlns:a16="http://schemas.microsoft.com/office/drawing/2014/main" id="{1848A6EB-E061-90E0-6D28-A35ED8226FB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21683" y="2577742"/>
            <a:ext cx="4179971" cy="3134978"/>
          </a:xfrm>
          <a:prstGeom prst="rect">
            <a:avLst/>
          </a:prstGeom>
        </p:spPr>
      </p:pic>
    </p:spTree>
    <p:extLst>
      <p:ext uri="{BB962C8B-B14F-4D97-AF65-F5344CB8AC3E}">
        <p14:creationId xmlns:p14="http://schemas.microsoft.com/office/powerpoint/2010/main" val="1854670877"/>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5FE51-9D7D-F82F-8CDF-85B4C66867FA}"/>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57CA011C-AEE1-73C6-B50B-262259CDC285}"/>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8ECF34F-4E45-0B7D-0DF1-EDC4BB0C193B}"/>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6FFDF171-9B20-8D97-6661-D7DBECE41BA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6F893E59-4D78-66BD-3F92-A1D76653ABF5}"/>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D030AD14-3F00-2D8F-CA6D-AC848B93C56F}"/>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84CFD1BC-D529-572C-745B-2B72CCA99EE9}"/>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91641890-CD00-AB19-A935-83BFF02D3955}"/>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AD3036A8-1B85-7D54-F30B-083ABF099E43}"/>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B4966DF5-0450-3C33-92E3-458E42580F7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BE8FE50E-1E34-9893-E942-AF1E406AE7A6}"/>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8D481FB7-F407-7149-B79C-C3C2212151E7}"/>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392A8EBE-2CDF-3F51-46BB-1AD5BE8B586E}"/>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31CD2A98-A881-CA9B-F671-7AC35F18C3D3}"/>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6224C493-C0A7-0370-E478-77920B51714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6098E1AE-0D78-21E7-6143-BF301303FBB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86018788-CF8E-280D-A9E8-4FB0DEA8FF69}"/>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11BD5AF6-55DC-1E73-95BD-AC0F926359E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3B534BDB-C93B-8075-59FB-2214BCECE92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B82C5264-F495-2F6A-F86A-810CD98ECED0}"/>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C069F201-A817-0E8E-36BC-B1C72E7DE4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D3EDE648-C76A-A003-C5A2-76B23342FB2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96D609CD-205E-FD60-C10A-C6A1EA9D147D}"/>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7D7F3C30-45D9-7129-BF00-F04E5CACF27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77449EF2-4D67-E54F-4D5D-C87016C7C19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E4F97302-2D4D-BB33-F018-9A14AB6EFAC9}"/>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344A15F9-3195-118F-5404-0C77B92D3FA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3FC7F66E-7153-DD87-3C5F-BDEF85E2633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B9844766-CB94-AC64-57DF-F2E790447F54}"/>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31B83BD-AF79-AD15-E569-152C05B018EF}"/>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625CA30B-21CB-B8A6-F856-D64FDA8E1CD0}"/>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FC13B91F-9460-9073-935E-3FAF728635D9}"/>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6CC99254-158D-A3E5-5771-054D3E33D1E6}"/>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8E01B2E-8193-58ED-D4CE-DB4E4AC38F53}"/>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2758E611-CD17-0D5B-5746-6614FE813A9E}"/>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10C64C73-1DDA-BF7A-77EC-9737E9CB434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682440B3-7EDD-5359-2CC4-49EE9B3285A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EA563F8D-25F4-B4C0-09F4-A4AAB7C9AEE8}"/>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A5DC7FA8-6871-0BA5-CE41-D7BAE169F2E3}"/>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97453A32-6535-277A-FC04-8D4A9A38D02F}"/>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9A17E810-193A-D807-0B22-409C4DEFA3A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9BFCD157-C69D-F103-1E1F-C8E3B43BC718}"/>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4967AE3F-C0F1-540C-D39A-853366C105C4}"/>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C6111AA-33C9-43D6-8987-CAC785C13013}"/>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B276E430-841F-BD62-099F-A9C4C364285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4B2352DD-E901-7904-FEB0-26845F0B506F}"/>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710700FA-F1A0-44EF-4B53-9317167EF0D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3030A023-33AA-9130-1E20-B1259FF7FCC4}"/>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CE6F0F76-9D21-4817-1357-1B4BAAFC4BD6}"/>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ECC0CBA-BF8A-5794-9CF7-83C31AB4E768}"/>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1F171701-7324-5D1F-7BAB-38FC4C4F392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DDC7EE11-34CA-7ED1-2D61-29ED69561EF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A1920DF-AA3F-533E-24D9-9A0B6CB057CD}"/>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2F81794D-8512-C090-105A-0C7C915C7B9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594036E5-ECB9-46FA-8CEF-1A50D1BA51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44B1FC2D-29DF-2B0D-A538-16F3306D05C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348AA781-BE59-32E6-8479-668CD63DE6F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5526AAD0-105C-F0CA-AE31-24FCAE07A62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18D2CDAC-524D-A264-6240-5AA7EC117A1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042BB35A-8777-C9A2-00D8-FB1298EC40C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743C20E4-62B6-A284-119D-9AB3F0108D2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390EC43B-E72D-DC68-8203-DBF12057E96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627B1754-D2D4-32ED-1EA8-5A77401840A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323A0C33-8769-DF34-A877-1AFA8AB0BF6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8AB78B78-FBFA-0368-61C6-036CCDF3243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0C9FDCED-527C-45EC-81A5-E721BB57320A}"/>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D8FBBB40-53DB-E308-4B10-228498F96E68}"/>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062BB7D1-CD82-66EE-6716-1B94DDBDB12C}"/>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5096352A-A88F-0349-6ED5-3BB9824959E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AEB31247-A103-DBEB-6FDA-3C1126C699C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81B9C057-96D4-8B49-D58B-CA92CC53566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241CE3B0-BE22-131B-32E0-115F74BFCF9E}"/>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7D2C075E-1689-839A-F520-D5995F07C9BB}"/>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64CB3015-676A-DBFD-5BEE-A10E5B9081D9}"/>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36E2E672-BEBD-6F21-0E90-D44184136876}"/>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130F3A6E-B8B7-F07B-5433-E9221767D48A}"/>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8" name="グループ化 177">
            <a:extLst>
              <a:ext uri="{FF2B5EF4-FFF2-40B4-BE49-F238E27FC236}">
                <a16:creationId xmlns:a16="http://schemas.microsoft.com/office/drawing/2014/main" id="{E1808286-9B9B-4DF3-449B-8B38E7501CE9}"/>
              </a:ext>
            </a:extLst>
          </p:cNvPr>
          <p:cNvGrpSpPr/>
          <p:nvPr/>
        </p:nvGrpSpPr>
        <p:grpSpPr>
          <a:xfrm>
            <a:off x="493841" y="151567"/>
            <a:ext cx="4317895" cy="584775"/>
            <a:chOff x="493841" y="151567"/>
            <a:chExt cx="4317895" cy="584775"/>
          </a:xfrm>
        </p:grpSpPr>
        <p:grpSp>
          <p:nvGrpSpPr>
            <p:cNvPr id="91" name="グループ化 90">
              <a:extLst>
                <a:ext uri="{FF2B5EF4-FFF2-40B4-BE49-F238E27FC236}">
                  <a16:creationId xmlns:a16="http://schemas.microsoft.com/office/drawing/2014/main" id="{E9EB0253-424D-2197-D792-CC6311EB723D}"/>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689EE26C-58CA-BF6F-54A3-F7743BD46D3C}"/>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089357E6-0ED3-CC95-0D02-6778E75B4935}"/>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DAE311A7-FEA5-B728-CCCB-DE64F4A77E6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36DAA66-DE1D-1242-D7FF-97381C7B9548}"/>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C341E882-42E5-9EC4-BF73-9C8489C19F8C}"/>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69563500-823E-295E-F01A-352E480F0E84}"/>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27" name="グループ化 126">
            <a:extLst>
              <a:ext uri="{FF2B5EF4-FFF2-40B4-BE49-F238E27FC236}">
                <a16:creationId xmlns:a16="http://schemas.microsoft.com/office/drawing/2014/main" id="{B33D62C6-6C71-A0A9-4732-06DA1BA9E035}"/>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36753B4D-7554-4CBB-A5B4-71F14D5CDD6B}"/>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1DF2A5D7-E2A3-B175-49BC-E060FCDC63B6}"/>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83B1308E-24A6-0E00-0510-8F73DA092991}"/>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CFC9B753-1C9F-6D07-247F-00D25B98C967}"/>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881A4864-5A80-E23A-F13A-0DD0ABB25C54}"/>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7C848B90-99E5-6486-245B-257381EDE98A}"/>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DF566A2B-464F-C700-1442-F37E375299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C217EEA4-19B0-5F9A-2F03-7A4BF0D985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CE7A88E2-E2B8-9CE2-D13C-68CFB32BD3CA}"/>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6EE68AC5-9835-5801-AB38-7122CC24EF1C}"/>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B45DA67B-E0F8-69DD-40F5-9D2CBDF6ADEC}"/>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E93F6480-1BA7-53C3-39A0-BFDFE03209A9}"/>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9F731451-B8A1-0D05-B91A-AA3633D95999}"/>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411D366A-C055-F7DD-E831-E05976DC253A}"/>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FF7D3077-6A0E-2093-534F-20D38951DCB0}"/>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A03DCE5E-7F85-0E41-9D0D-075745BEF310}"/>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62437587-3F82-3113-6398-A0693B015DB4}"/>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B512C842-ED0D-3A4B-F468-F352053F579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DD9B3CF1-B3ED-1462-A6CE-475C001133E5}"/>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50FE0913-CD3B-D11D-1E63-8A1482245689}"/>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CF023044-D8AB-D243-003B-15094D872FC0}"/>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CAA234B9-FD1B-6550-AD74-93AD34190A88}"/>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F18BBBC3-506C-D9B8-ABAF-D5A6C2C29660}"/>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9F5AFC39-FD31-6177-5FE3-01F989BB957C}"/>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990DD503-3EF2-D00F-CED4-70D390B349E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9496133B-2426-EDED-2BB9-3B0C101B0090}"/>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F3352419-9CC2-1647-08CE-AA499164E052}"/>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E7795EF8-1001-5B5F-1072-48197281E47A}"/>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D823AF2A-AE88-BBF0-BDFC-652F3D9409B7}"/>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10E87D6-7BB5-1451-417E-7D5131D488F9}"/>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03FA42D0-06B2-5407-9FC7-3E045179CC89}"/>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D61FD95-6C75-EE6E-9C94-E431E12A8351}"/>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CE1FA6F7-6B57-589D-EF3A-FC9D7103B638}"/>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0DDF57E1-B268-3A66-FF67-806237DDA632}"/>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EF7A6159-36E0-E354-2826-5B3D37CDD428}"/>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CAA3221-0AB2-3A73-37A3-BF3C432C19F9}"/>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1EB96F94-6510-A0EB-A9F2-F89202DE0AAD}"/>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4" name="グループ化 3">
            <a:extLst>
              <a:ext uri="{FF2B5EF4-FFF2-40B4-BE49-F238E27FC236}">
                <a16:creationId xmlns:a16="http://schemas.microsoft.com/office/drawing/2014/main" id="{99EECF8F-F0FC-B809-525D-CAD609BE318B}"/>
              </a:ext>
            </a:extLst>
          </p:cNvPr>
          <p:cNvGrpSpPr/>
          <p:nvPr/>
        </p:nvGrpSpPr>
        <p:grpSpPr>
          <a:xfrm>
            <a:off x="0" y="1800592"/>
            <a:ext cx="12192000" cy="3659134"/>
            <a:chOff x="0" y="1800592"/>
            <a:chExt cx="12192000" cy="3659134"/>
          </a:xfrm>
        </p:grpSpPr>
        <p:sp>
          <p:nvSpPr>
            <p:cNvPr id="5" name="正方形/長方形 4">
              <a:extLst>
                <a:ext uri="{FF2B5EF4-FFF2-40B4-BE49-F238E27FC236}">
                  <a16:creationId xmlns:a16="http://schemas.microsoft.com/office/drawing/2014/main" id="{39BE643B-276F-05D3-057F-933C34D4FE2C}"/>
                </a:ext>
              </a:extLst>
            </p:cNvPr>
            <p:cNvSpPr/>
            <p:nvPr/>
          </p:nvSpPr>
          <p:spPr>
            <a:xfrm>
              <a:off x="0" y="1800592"/>
              <a:ext cx="12192000" cy="3659134"/>
            </a:xfrm>
            <a:prstGeom prst="rect">
              <a:avLst/>
            </a:prstGeom>
            <a:gradFill flip="none" rotWithShape="1">
              <a:gsLst>
                <a:gs pos="44000">
                  <a:schemeClr val="tx1">
                    <a:lumMod val="85000"/>
                    <a:lumOff val="15000"/>
                    <a:alpha val="95000"/>
                  </a:schemeClr>
                </a:gs>
                <a:gs pos="100000">
                  <a:srgbClr val="CC66FF">
                    <a:alpha val="95000"/>
                  </a:srgb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553C139F-75CB-AF47-7B16-76E02BE1300B}"/>
                </a:ext>
              </a:extLst>
            </p:cNvPr>
            <p:cNvGrpSpPr/>
            <p:nvPr/>
          </p:nvGrpSpPr>
          <p:grpSpPr>
            <a:xfrm>
              <a:off x="724566" y="3688902"/>
              <a:ext cx="4799934" cy="526032"/>
              <a:chOff x="1719571" y="215382"/>
              <a:chExt cx="3888059" cy="426098"/>
            </a:xfrm>
          </p:grpSpPr>
          <p:sp>
            <p:nvSpPr>
              <p:cNvPr id="107" name="平行四辺形 106">
                <a:extLst>
                  <a:ext uri="{FF2B5EF4-FFF2-40B4-BE49-F238E27FC236}">
                    <a16:creationId xmlns:a16="http://schemas.microsoft.com/office/drawing/2014/main" id="{70062068-9925-CEF9-EEE0-C69D378FCA46}"/>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平行四辺形 107">
                <a:extLst>
                  <a:ext uri="{FF2B5EF4-FFF2-40B4-BE49-F238E27FC236}">
                    <a16:creationId xmlns:a16="http://schemas.microsoft.com/office/drawing/2014/main" id="{97633ABA-9D36-98FF-00B7-027E4F29703B}"/>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平行四辺形 108">
                <a:extLst>
                  <a:ext uri="{FF2B5EF4-FFF2-40B4-BE49-F238E27FC236}">
                    <a16:creationId xmlns:a16="http://schemas.microsoft.com/office/drawing/2014/main" id="{024945E1-F08C-9B8C-D6E5-419DEEAE25F3}"/>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平行四辺形 109">
                <a:extLst>
                  <a:ext uri="{FF2B5EF4-FFF2-40B4-BE49-F238E27FC236}">
                    <a16:creationId xmlns:a16="http://schemas.microsoft.com/office/drawing/2014/main" id="{D3C47E08-51E4-2385-1E6E-DDC175B6F0F2}"/>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平行四辺形 110">
                <a:extLst>
                  <a:ext uri="{FF2B5EF4-FFF2-40B4-BE49-F238E27FC236}">
                    <a16:creationId xmlns:a16="http://schemas.microsoft.com/office/drawing/2014/main" id="{0D4E45DF-220A-FCC2-1874-8DEBE4B1D6D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5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テキスト ボックス 22">
              <a:extLst>
                <a:ext uri="{FF2B5EF4-FFF2-40B4-BE49-F238E27FC236}">
                  <a16:creationId xmlns:a16="http://schemas.microsoft.com/office/drawing/2014/main" id="{8DBB228A-E7F8-6629-22FF-43EAE3CC1333}"/>
                </a:ext>
              </a:extLst>
            </p:cNvPr>
            <p:cNvSpPr txBox="1"/>
            <p:nvPr/>
          </p:nvSpPr>
          <p:spPr>
            <a:xfrm>
              <a:off x="724566" y="2643066"/>
              <a:ext cx="2392001"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拡大</a:t>
              </a:r>
            </a:p>
          </p:txBody>
        </p:sp>
        <p:grpSp>
          <p:nvGrpSpPr>
            <p:cNvPr id="24" name="グループ化 23">
              <a:extLst>
                <a:ext uri="{FF2B5EF4-FFF2-40B4-BE49-F238E27FC236}">
                  <a16:creationId xmlns:a16="http://schemas.microsoft.com/office/drawing/2014/main" id="{BF306241-4CC4-81A8-20E4-B522063660F7}"/>
                </a:ext>
              </a:extLst>
            </p:cNvPr>
            <p:cNvGrpSpPr/>
            <p:nvPr/>
          </p:nvGrpSpPr>
          <p:grpSpPr>
            <a:xfrm>
              <a:off x="7579888" y="4678643"/>
              <a:ext cx="3357001" cy="461826"/>
              <a:chOff x="7929458" y="4214934"/>
              <a:chExt cx="3357001" cy="461826"/>
            </a:xfrm>
          </p:grpSpPr>
          <p:sp>
            <p:nvSpPr>
              <p:cNvPr id="100" name="矢印: 五方向 99">
                <a:extLst>
                  <a:ext uri="{FF2B5EF4-FFF2-40B4-BE49-F238E27FC236}">
                    <a16:creationId xmlns:a16="http://schemas.microsoft.com/office/drawing/2014/main" id="{2C71C2A1-42AB-674C-E6D0-25FB388C75B2}"/>
                  </a:ext>
                </a:extLst>
              </p:cNvPr>
              <p:cNvSpPr/>
              <p:nvPr/>
            </p:nvSpPr>
            <p:spPr>
              <a:xfrm>
                <a:off x="10060729" y="4214934"/>
                <a:ext cx="1225730" cy="461826"/>
              </a:xfrm>
              <a:prstGeom prst="homePlate">
                <a:avLst/>
              </a:prstGeom>
              <a:solidFill>
                <a:srgbClr val="CC66FF">
                  <a:alpha val="7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決定</a:t>
                </a:r>
              </a:p>
            </p:txBody>
          </p:sp>
          <p:sp>
            <p:nvSpPr>
              <p:cNvPr id="106" name="フローチャート: 論理積ゲート 105">
                <a:extLst>
                  <a:ext uri="{FF2B5EF4-FFF2-40B4-BE49-F238E27FC236}">
                    <a16:creationId xmlns:a16="http://schemas.microsoft.com/office/drawing/2014/main" id="{715D4C2A-EAAB-3F8B-803F-7B3AADDF9CC6}"/>
                  </a:ext>
                </a:extLst>
              </p:cNvPr>
              <p:cNvSpPr/>
              <p:nvPr/>
            </p:nvSpPr>
            <p:spPr>
              <a:xfrm>
                <a:off x="7929458" y="4214934"/>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grpSp>
        <p:sp>
          <p:nvSpPr>
            <p:cNvPr id="25" name="テキスト ボックス 24">
              <a:extLst>
                <a:ext uri="{FF2B5EF4-FFF2-40B4-BE49-F238E27FC236}">
                  <a16:creationId xmlns:a16="http://schemas.microsoft.com/office/drawing/2014/main" id="{F89ADB60-4F84-C60E-2D21-D09EB2071EAB}"/>
                </a:ext>
              </a:extLst>
            </p:cNvPr>
            <p:cNvSpPr txBox="1"/>
            <p:nvPr/>
          </p:nvSpPr>
          <p:spPr>
            <a:xfrm>
              <a:off x="7499730" y="1935180"/>
              <a:ext cx="3437159"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スキル選択</a:t>
              </a:r>
            </a:p>
          </p:txBody>
        </p:sp>
        <p:sp>
          <p:nvSpPr>
            <p:cNvPr id="43" name="二等辺三角形 42">
              <a:extLst>
                <a:ext uri="{FF2B5EF4-FFF2-40B4-BE49-F238E27FC236}">
                  <a16:creationId xmlns:a16="http://schemas.microsoft.com/office/drawing/2014/main" id="{CBD8B91F-66E6-3A6C-9EFA-480692620321}"/>
                </a:ext>
              </a:extLst>
            </p:cNvPr>
            <p:cNvSpPr/>
            <p:nvPr/>
          </p:nvSpPr>
          <p:spPr>
            <a:xfrm rot="5400000">
              <a:off x="5565648"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角を丸くする 78">
              <a:extLst>
                <a:ext uri="{FF2B5EF4-FFF2-40B4-BE49-F238E27FC236}">
                  <a16:creationId xmlns:a16="http://schemas.microsoft.com/office/drawing/2014/main" id="{EC6B08BB-F97F-83DA-EF6A-3E61999561AB}"/>
                </a:ext>
              </a:extLst>
            </p:cNvPr>
            <p:cNvSpPr/>
            <p:nvPr/>
          </p:nvSpPr>
          <p:spPr>
            <a:xfrm>
              <a:off x="9991557"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8" name="四角形: 角を丸くする 87">
              <a:extLst>
                <a:ext uri="{FF2B5EF4-FFF2-40B4-BE49-F238E27FC236}">
                  <a16:creationId xmlns:a16="http://schemas.microsoft.com/office/drawing/2014/main" id="{C75657D4-5238-D17A-A482-8209700D6271}"/>
                </a:ext>
              </a:extLst>
            </p:cNvPr>
            <p:cNvSpPr/>
            <p:nvPr/>
          </p:nvSpPr>
          <p:spPr>
            <a:xfrm>
              <a:off x="8427408"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2" name="フリーフォーム: 図形 91">
              <a:extLst>
                <a:ext uri="{FF2B5EF4-FFF2-40B4-BE49-F238E27FC236}">
                  <a16:creationId xmlns:a16="http://schemas.microsoft.com/office/drawing/2014/main" id="{40AA00B1-0959-265A-0803-FF36DDA6BFCA}"/>
                </a:ext>
              </a:extLst>
            </p:cNvPr>
            <p:cNvSpPr/>
            <p:nvPr/>
          </p:nvSpPr>
          <p:spPr>
            <a:xfrm>
              <a:off x="6848474" y="2709741"/>
              <a:ext cx="4638306"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5124081 w 6933831"/>
                <a:gd name="csY4" fmla="*/ 1153349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5143131"/>
                <a:gd name="csY0" fmla="*/ 0 h 1721439"/>
                <a:gd name="csX1" fmla="*/ 1237647 w 5143131"/>
                <a:gd name="csY1" fmla="*/ 0 h 1721439"/>
                <a:gd name="csX2" fmla="*/ 1485182 w 5143131"/>
                <a:gd name="csY2" fmla="*/ 247535 h 1721439"/>
                <a:gd name="csX3" fmla="*/ 1485182 w 5143131"/>
                <a:gd name="csY3" fmla="*/ 1162874 h 1721439"/>
                <a:gd name="csX4" fmla="*/ 5124081 w 5143131"/>
                <a:gd name="csY4" fmla="*/ 1153349 h 1721439"/>
                <a:gd name="csX5" fmla="*/ 5143131 w 5143131"/>
                <a:gd name="csY5" fmla="*/ 1721439 h 1721439"/>
                <a:gd name="csX6" fmla="*/ 1281364 w 5143131"/>
                <a:gd name="csY6" fmla="*/ 1711914 h 1721439"/>
                <a:gd name="csX7" fmla="*/ 1237647 w 5143131"/>
                <a:gd name="csY7" fmla="*/ 1716321 h 1721439"/>
                <a:gd name="csX8" fmla="*/ 247535 w 5143131"/>
                <a:gd name="csY8" fmla="*/ 1716321 h 1721439"/>
                <a:gd name="csX9" fmla="*/ 203819 w 5143131"/>
                <a:gd name="csY9" fmla="*/ 1711914 h 1721439"/>
                <a:gd name="csX10" fmla="*/ 91508 w 5143131"/>
                <a:gd name="csY10" fmla="*/ 1711914 h 1721439"/>
                <a:gd name="csX11" fmla="*/ 0 w 5143131"/>
                <a:gd name="csY11" fmla="*/ 1620406 h 1721439"/>
                <a:gd name="csX12" fmla="*/ 0 w 5143131"/>
                <a:gd name="csY12" fmla="*/ 1468786 h 1721439"/>
                <a:gd name="csX13" fmla="*/ 0 w 5143131"/>
                <a:gd name="csY13" fmla="*/ 1254382 h 1721439"/>
                <a:gd name="csX14" fmla="*/ 0 w 5143131"/>
                <a:gd name="csY14" fmla="*/ 247535 h 1721439"/>
                <a:gd name="csX15" fmla="*/ 247535 w 5143131"/>
                <a:gd name="csY15" fmla="*/ 0 h 1721439"/>
                <a:gd name="csX0" fmla="*/ 247535 w 5124081"/>
                <a:gd name="csY0" fmla="*/ 0 h 1716321"/>
                <a:gd name="csX1" fmla="*/ 1237647 w 5124081"/>
                <a:gd name="csY1" fmla="*/ 0 h 1716321"/>
                <a:gd name="csX2" fmla="*/ 1485182 w 5124081"/>
                <a:gd name="csY2" fmla="*/ 247535 h 1716321"/>
                <a:gd name="csX3" fmla="*/ 1485182 w 5124081"/>
                <a:gd name="csY3" fmla="*/ 1162874 h 1716321"/>
                <a:gd name="csX4" fmla="*/ 5124081 w 5124081"/>
                <a:gd name="csY4" fmla="*/ 1153349 h 1716321"/>
                <a:gd name="csX5" fmla="*/ 4676406 w 5124081"/>
                <a:gd name="csY5" fmla="*/ 1711914 h 1716321"/>
                <a:gd name="csX6" fmla="*/ 1281364 w 5124081"/>
                <a:gd name="csY6" fmla="*/ 1711914 h 1716321"/>
                <a:gd name="csX7" fmla="*/ 1237647 w 5124081"/>
                <a:gd name="csY7" fmla="*/ 1716321 h 1716321"/>
                <a:gd name="csX8" fmla="*/ 247535 w 5124081"/>
                <a:gd name="csY8" fmla="*/ 1716321 h 1716321"/>
                <a:gd name="csX9" fmla="*/ 203819 w 5124081"/>
                <a:gd name="csY9" fmla="*/ 1711914 h 1716321"/>
                <a:gd name="csX10" fmla="*/ 91508 w 5124081"/>
                <a:gd name="csY10" fmla="*/ 1711914 h 1716321"/>
                <a:gd name="csX11" fmla="*/ 0 w 5124081"/>
                <a:gd name="csY11" fmla="*/ 1620406 h 1716321"/>
                <a:gd name="csX12" fmla="*/ 0 w 5124081"/>
                <a:gd name="csY12" fmla="*/ 1468786 h 1716321"/>
                <a:gd name="csX13" fmla="*/ 0 w 5124081"/>
                <a:gd name="csY13" fmla="*/ 1254382 h 1716321"/>
                <a:gd name="csX14" fmla="*/ 0 w 5124081"/>
                <a:gd name="csY14" fmla="*/ 247535 h 1716321"/>
                <a:gd name="csX15" fmla="*/ 247535 w 5124081"/>
                <a:gd name="csY15" fmla="*/ 0 h 1716321"/>
                <a:gd name="csX0" fmla="*/ 247535 w 4676406"/>
                <a:gd name="csY0" fmla="*/ 0 h 1716321"/>
                <a:gd name="csX1" fmla="*/ 1237647 w 4676406"/>
                <a:gd name="csY1" fmla="*/ 0 h 1716321"/>
                <a:gd name="csX2" fmla="*/ 1485182 w 4676406"/>
                <a:gd name="csY2" fmla="*/ 247535 h 1716321"/>
                <a:gd name="csX3" fmla="*/ 1485182 w 4676406"/>
                <a:gd name="csY3" fmla="*/ 1162874 h 1716321"/>
                <a:gd name="csX4" fmla="*/ 4647831 w 4676406"/>
                <a:gd name="csY4" fmla="*/ 1134299 h 1716321"/>
                <a:gd name="csX5" fmla="*/ 4676406 w 4676406"/>
                <a:gd name="csY5" fmla="*/ 1711914 h 1716321"/>
                <a:gd name="csX6" fmla="*/ 1281364 w 4676406"/>
                <a:gd name="csY6" fmla="*/ 1711914 h 1716321"/>
                <a:gd name="csX7" fmla="*/ 1237647 w 4676406"/>
                <a:gd name="csY7" fmla="*/ 1716321 h 1716321"/>
                <a:gd name="csX8" fmla="*/ 247535 w 4676406"/>
                <a:gd name="csY8" fmla="*/ 1716321 h 1716321"/>
                <a:gd name="csX9" fmla="*/ 203819 w 4676406"/>
                <a:gd name="csY9" fmla="*/ 1711914 h 1716321"/>
                <a:gd name="csX10" fmla="*/ 91508 w 4676406"/>
                <a:gd name="csY10" fmla="*/ 1711914 h 1716321"/>
                <a:gd name="csX11" fmla="*/ 0 w 4676406"/>
                <a:gd name="csY11" fmla="*/ 1620406 h 1716321"/>
                <a:gd name="csX12" fmla="*/ 0 w 4676406"/>
                <a:gd name="csY12" fmla="*/ 1468786 h 1716321"/>
                <a:gd name="csX13" fmla="*/ 0 w 4676406"/>
                <a:gd name="csY13" fmla="*/ 1254382 h 1716321"/>
                <a:gd name="csX14" fmla="*/ 0 w 4676406"/>
                <a:gd name="csY14" fmla="*/ 247535 h 1716321"/>
                <a:gd name="csX15" fmla="*/ 247535 w 4676406"/>
                <a:gd name="csY15" fmla="*/ 0 h 1716321"/>
                <a:gd name="csX0" fmla="*/ 247535 w 4647831"/>
                <a:gd name="csY0" fmla="*/ 0 h 1716321"/>
                <a:gd name="csX1" fmla="*/ 1237647 w 4647831"/>
                <a:gd name="csY1" fmla="*/ 0 h 1716321"/>
                <a:gd name="csX2" fmla="*/ 1485182 w 4647831"/>
                <a:gd name="csY2" fmla="*/ 247535 h 1716321"/>
                <a:gd name="csX3" fmla="*/ 1485182 w 4647831"/>
                <a:gd name="csY3" fmla="*/ 1162874 h 1716321"/>
                <a:gd name="csX4" fmla="*/ 4647831 w 4647831"/>
                <a:gd name="csY4" fmla="*/ 1134299 h 1716321"/>
                <a:gd name="csX5" fmla="*/ 4628781 w 4647831"/>
                <a:gd name="csY5" fmla="*/ 1711914 h 1716321"/>
                <a:gd name="csX6" fmla="*/ 1281364 w 4647831"/>
                <a:gd name="csY6" fmla="*/ 1711914 h 1716321"/>
                <a:gd name="csX7" fmla="*/ 1237647 w 4647831"/>
                <a:gd name="csY7" fmla="*/ 1716321 h 1716321"/>
                <a:gd name="csX8" fmla="*/ 247535 w 4647831"/>
                <a:gd name="csY8" fmla="*/ 1716321 h 1716321"/>
                <a:gd name="csX9" fmla="*/ 203819 w 4647831"/>
                <a:gd name="csY9" fmla="*/ 1711914 h 1716321"/>
                <a:gd name="csX10" fmla="*/ 91508 w 4647831"/>
                <a:gd name="csY10" fmla="*/ 1711914 h 1716321"/>
                <a:gd name="csX11" fmla="*/ 0 w 4647831"/>
                <a:gd name="csY11" fmla="*/ 1620406 h 1716321"/>
                <a:gd name="csX12" fmla="*/ 0 w 4647831"/>
                <a:gd name="csY12" fmla="*/ 1468786 h 1716321"/>
                <a:gd name="csX13" fmla="*/ 0 w 4647831"/>
                <a:gd name="csY13" fmla="*/ 1254382 h 1716321"/>
                <a:gd name="csX14" fmla="*/ 0 w 4647831"/>
                <a:gd name="csY14" fmla="*/ 247535 h 1716321"/>
                <a:gd name="csX15" fmla="*/ 247535 w 4647831"/>
                <a:gd name="csY15" fmla="*/ 0 h 1716321"/>
                <a:gd name="csX0" fmla="*/ 247535 w 4638306"/>
                <a:gd name="csY0" fmla="*/ 0 h 1716321"/>
                <a:gd name="csX1" fmla="*/ 1237647 w 4638306"/>
                <a:gd name="csY1" fmla="*/ 0 h 1716321"/>
                <a:gd name="csX2" fmla="*/ 1485182 w 4638306"/>
                <a:gd name="csY2" fmla="*/ 247535 h 1716321"/>
                <a:gd name="csX3" fmla="*/ 1485182 w 4638306"/>
                <a:gd name="csY3" fmla="*/ 1162874 h 1716321"/>
                <a:gd name="csX4" fmla="*/ 4638306 w 4638306"/>
                <a:gd name="csY4" fmla="*/ 1172399 h 1716321"/>
                <a:gd name="csX5" fmla="*/ 4628781 w 4638306"/>
                <a:gd name="csY5" fmla="*/ 1711914 h 1716321"/>
                <a:gd name="csX6" fmla="*/ 1281364 w 4638306"/>
                <a:gd name="csY6" fmla="*/ 1711914 h 1716321"/>
                <a:gd name="csX7" fmla="*/ 1237647 w 4638306"/>
                <a:gd name="csY7" fmla="*/ 1716321 h 1716321"/>
                <a:gd name="csX8" fmla="*/ 247535 w 4638306"/>
                <a:gd name="csY8" fmla="*/ 1716321 h 1716321"/>
                <a:gd name="csX9" fmla="*/ 203819 w 4638306"/>
                <a:gd name="csY9" fmla="*/ 1711914 h 1716321"/>
                <a:gd name="csX10" fmla="*/ 91508 w 4638306"/>
                <a:gd name="csY10" fmla="*/ 1711914 h 1716321"/>
                <a:gd name="csX11" fmla="*/ 0 w 4638306"/>
                <a:gd name="csY11" fmla="*/ 1620406 h 1716321"/>
                <a:gd name="csX12" fmla="*/ 0 w 4638306"/>
                <a:gd name="csY12" fmla="*/ 1468786 h 1716321"/>
                <a:gd name="csX13" fmla="*/ 0 w 4638306"/>
                <a:gd name="csY13" fmla="*/ 1254382 h 1716321"/>
                <a:gd name="csX14" fmla="*/ 0 w 4638306"/>
                <a:gd name="csY14" fmla="*/ 247535 h 1716321"/>
                <a:gd name="csX15" fmla="*/ 247535 w 4638306"/>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638306" h="1716321">
                  <a:moveTo>
                    <a:pt x="247535" y="0"/>
                  </a:moveTo>
                  <a:lnTo>
                    <a:pt x="1237647" y="0"/>
                  </a:lnTo>
                  <a:cubicBezTo>
                    <a:pt x="1374357" y="0"/>
                    <a:pt x="1485182" y="110825"/>
                    <a:pt x="1485182" y="247535"/>
                  </a:cubicBezTo>
                  <a:lnTo>
                    <a:pt x="1485182" y="1162874"/>
                  </a:lnTo>
                  <a:lnTo>
                    <a:pt x="4638306" y="1172399"/>
                  </a:lnTo>
                  <a:lnTo>
                    <a:pt x="462878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93" name="テキスト ボックス 92">
              <a:extLst>
                <a:ext uri="{FF2B5EF4-FFF2-40B4-BE49-F238E27FC236}">
                  <a16:creationId xmlns:a16="http://schemas.microsoft.com/office/drawing/2014/main" id="{145A26D7-29B4-FA68-E878-3DB1C1459198}"/>
                </a:ext>
              </a:extLst>
            </p:cNvPr>
            <p:cNvSpPr txBox="1"/>
            <p:nvPr/>
          </p:nvSpPr>
          <p:spPr>
            <a:xfrm>
              <a:off x="6917888" y="3971661"/>
              <a:ext cx="3538365" cy="338554"/>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94" name="テキスト ボックス 93">
              <a:extLst>
                <a:ext uri="{FF2B5EF4-FFF2-40B4-BE49-F238E27FC236}">
                  <a16:creationId xmlns:a16="http://schemas.microsoft.com/office/drawing/2014/main" id="{283D5C89-3CFA-2403-B029-CDD669E44B42}"/>
                </a:ext>
              </a:extLst>
            </p:cNvPr>
            <p:cNvSpPr txBox="1"/>
            <p:nvPr/>
          </p:nvSpPr>
          <p:spPr>
            <a:xfrm>
              <a:off x="6762730" y="2717062"/>
              <a:ext cx="1655153" cy="338554"/>
            </a:xfrm>
            <a:prstGeom prst="rect">
              <a:avLst/>
            </a:prstGeom>
            <a:noFill/>
          </p:spPr>
          <p:txBody>
            <a:bodyPr wrap="square" rtlCol="0">
              <a:spAutoFit/>
            </a:bodyPr>
            <a:lstStyle/>
            <a:p>
              <a:pPr algn="ct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95" name="楕円 94">
              <a:extLst>
                <a:ext uri="{FF2B5EF4-FFF2-40B4-BE49-F238E27FC236}">
                  <a16:creationId xmlns:a16="http://schemas.microsoft.com/office/drawing/2014/main" id="{3DA41563-9AC4-E22B-1065-A16731CBDFAF}"/>
                </a:ext>
              </a:extLst>
            </p:cNvPr>
            <p:cNvSpPr/>
            <p:nvPr/>
          </p:nvSpPr>
          <p:spPr>
            <a:xfrm>
              <a:off x="7043289"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6" name="楕円 95">
              <a:extLst>
                <a:ext uri="{FF2B5EF4-FFF2-40B4-BE49-F238E27FC236}">
                  <a16:creationId xmlns:a16="http://schemas.microsoft.com/office/drawing/2014/main" id="{95F6BE72-1059-D3B8-2B92-97A3FAAD407A}"/>
                </a:ext>
              </a:extLst>
            </p:cNvPr>
            <p:cNvSpPr/>
            <p:nvPr/>
          </p:nvSpPr>
          <p:spPr>
            <a:xfrm>
              <a:off x="8611146"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7" name="楕円 96">
              <a:extLst>
                <a:ext uri="{FF2B5EF4-FFF2-40B4-BE49-F238E27FC236}">
                  <a16:creationId xmlns:a16="http://schemas.microsoft.com/office/drawing/2014/main" id="{9B94359B-8DC4-33E6-B270-2BACB96DBD18}"/>
                </a:ext>
              </a:extLst>
            </p:cNvPr>
            <p:cNvSpPr/>
            <p:nvPr/>
          </p:nvSpPr>
          <p:spPr>
            <a:xfrm>
              <a:off x="10197549" y="316357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8" name="テキスト ボックス 97">
              <a:extLst>
                <a:ext uri="{FF2B5EF4-FFF2-40B4-BE49-F238E27FC236}">
                  <a16:creationId xmlns:a16="http://schemas.microsoft.com/office/drawing/2014/main" id="{0D538A29-B819-B089-2856-A7D9777E4A83}"/>
                </a:ext>
              </a:extLst>
            </p:cNvPr>
            <p:cNvSpPr txBox="1"/>
            <p:nvPr/>
          </p:nvSpPr>
          <p:spPr>
            <a:xfrm>
              <a:off x="8330525" y="2717062"/>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sp>
          <p:nvSpPr>
            <p:cNvPr id="99" name="テキスト ボックス 98">
              <a:extLst>
                <a:ext uri="{FF2B5EF4-FFF2-40B4-BE49-F238E27FC236}">
                  <a16:creationId xmlns:a16="http://schemas.microsoft.com/office/drawing/2014/main" id="{3C640BDE-1A7F-451B-2780-D2562054B04A}"/>
                </a:ext>
              </a:extLst>
            </p:cNvPr>
            <p:cNvSpPr txBox="1"/>
            <p:nvPr/>
          </p:nvSpPr>
          <p:spPr>
            <a:xfrm>
              <a:off x="9918984" y="2724383"/>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1988598595"/>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336FE-22F8-E716-8AC2-B638D90DEC28}"/>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24320009-ABAF-D524-BEAC-D79E009C55FC}"/>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DFAFD47-A7CB-5E05-C994-B6FC2312948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775A5FBB-E104-A760-137A-8F2E607C389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D6252C27-4158-0FC8-96DF-A189E9F8C08B}"/>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79A336D-BE33-2C85-E101-838883D0E362}"/>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90A9F5E-EC80-B523-24CF-9D35C00F0925}"/>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C480C16C-50CD-06CA-8566-96ECF0F8D9FC}"/>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311834EB-F414-8AB1-A88D-C654C5256F9E}"/>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D4A8C914-4B0F-C35A-ABC8-0E4F3569D734}"/>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4B0D3EDE-EB6B-B3B1-048E-F68B90F10E2D}"/>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0823578A-BB07-7D98-D5B3-920F972DA57D}"/>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68737357-629C-9055-31F8-44B936134A7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0623B754-73FA-3E3D-8F3B-A0E525BFFAE8}"/>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7D3FBB41-BD45-3167-5612-173AD857193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686B76E4-224B-76F8-A76F-7957B3BB3FB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72209D6D-58A4-545A-423E-2D9518A54665}"/>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8BE5C6A2-6489-6977-D58A-B415AA4FE4B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2E01CC1C-40BD-10DA-4691-3074EA4B89C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87340EE0-F3BB-AB61-EA7E-8005EA9CC2F5}"/>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294F1F52-1105-DB9C-159C-A70A181BF18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AE31FA66-C9BC-8E4A-BC5D-BE9B1FDCEA0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579B0DFC-10EC-B138-235C-A1FBF2BF42F5}"/>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93E32254-4C09-4B7F-CD7C-B1C16157FD1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75D3DB01-BBF5-7E7D-45EF-728162E3815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3589538B-EE52-7086-3F72-5C60106EBE47}"/>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350FD8D1-7364-10EE-2A30-946DC10BC28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2438C679-1847-5CBA-8A31-E1D07315ABD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FFC02E6E-B44D-E59E-6D81-2045A05B4522}"/>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E24AE9B-22E6-502C-4DD1-1E941CCC9753}"/>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17890D93-9B1A-5AC2-F9FB-1473DAF4A61E}"/>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A9A75754-F171-7B53-7DCB-14C6652AD8D2}"/>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B5F495FB-2D7E-D5C7-A3D5-EC3B9B146474}"/>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9076265-D7F1-93AA-F25B-2A9CDBF91859}"/>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547B0F6F-E173-96FC-0215-F9FBA6E73B2C}"/>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4DCAC332-99F8-AEEF-FC93-B733646FD18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45EA1DCE-4197-44E1-ADFF-D10D8674FAD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2F1014A4-14E9-8939-EE69-458FE91A2541}"/>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EDD36202-69C3-33B7-C1EF-40C151739819}"/>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7967EFF6-4215-A094-4DBE-F8BDC159D934}"/>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79EB1FDE-12D6-7005-8F84-C85AA685C73C}"/>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BB19C7A-B720-373C-D21D-D4EB13002766}"/>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3689ED26-BE6B-7FC0-CAA0-8EEDDAA0859B}"/>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91C840AA-D619-EE05-C3FF-9230630A3BE6}"/>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62FD712D-1A82-653B-775E-C85AFF4EB709}"/>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559FA730-5F72-A341-BD1A-203800BA6E1D}"/>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61020FBC-B317-C448-D568-AEA4C7AFB6FE}"/>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EBE59DCC-C8A7-C94A-31D0-CF80F38B7BD3}"/>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BAE91D7C-F8FE-5C3B-E759-6E19436F5356}"/>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196504C7-0977-EFF6-079F-24559260601C}"/>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23A169B-F71D-9DB6-54C4-6161DD6AC24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BC4F245D-ECDD-1F12-C512-41B5F91B6C2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C5E53A3-2139-A002-BA47-8F3E0A1A6CFD}"/>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445DBFEC-3586-C123-3387-47FC1BCCE23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E607B057-C3F9-8F54-7A0A-40DED56CCC6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25484914-0002-19BA-BA5B-5E5A8A68575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DDDE0C54-3D34-1349-2327-C393FC6A99E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719F9D34-C8F5-8C5A-71CE-6709EE10DA5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C8EAF94E-062D-7D5C-41DC-2450A20EB784}"/>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5EC50776-C710-8E77-A325-34D0CB4483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E163D8D9-388D-77E3-7B15-0C1BDC23306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8535E06E-A260-B6B0-26AA-750A997ACDF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A1DB14EE-4C59-A8E2-2FFD-17D9229139E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8F58D769-22C1-5138-D8D7-B526E8D0D9C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0396DB9E-5A97-F11D-93C9-7D33BC9B3A3B}"/>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38F8B0F1-0C54-C4A4-AB1E-742F49B996A4}"/>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392461F9-FFE1-404A-3648-920A650804C5}"/>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70D5EB15-6402-2895-0577-94D43685F177}"/>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B5FF469D-694E-E8C2-B6E8-C9579AA74AE6}"/>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DB925675-DF4C-9312-6EF6-3CFF658BFED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4BCBC4AB-7FF1-E99A-800C-B8A30BE8268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11AFE537-7680-0171-1572-C6A00C92E31A}"/>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9AF51F2F-4FC3-77B5-82A9-2EB88DDF56C8}"/>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6F25415C-BF10-1A5E-A232-0917EC4EBE0C}"/>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3401653F-7E05-48E6-8210-1CA13389AD10}"/>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BA7414D4-9632-85A7-74CB-ED0C6285A52C}"/>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8" name="グループ化 177">
            <a:extLst>
              <a:ext uri="{FF2B5EF4-FFF2-40B4-BE49-F238E27FC236}">
                <a16:creationId xmlns:a16="http://schemas.microsoft.com/office/drawing/2014/main" id="{9CEF35B6-7758-558C-8050-D624034B417A}"/>
              </a:ext>
            </a:extLst>
          </p:cNvPr>
          <p:cNvGrpSpPr/>
          <p:nvPr/>
        </p:nvGrpSpPr>
        <p:grpSpPr>
          <a:xfrm>
            <a:off x="493841" y="151567"/>
            <a:ext cx="4317895" cy="584775"/>
            <a:chOff x="493841" y="151567"/>
            <a:chExt cx="4317895" cy="584775"/>
          </a:xfrm>
        </p:grpSpPr>
        <p:grpSp>
          <p:nvGrpSpPr>
            <p:cNvPr id="91" name="グループ化 90">
              <a:extLst>
                <a:ext uri="{FF2B5EF4-FFF2-40B4-BE49-F238E27FC236}">
                  <a16:creationId xmlns:a16="http://schemas.microsoft.com/office/drawing/2014/main" id="{9E7D5321-C335-858C-29AF-633F4B55C076}"/>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BA3BFCD7-5373-8B38-5430-C508F596B175}"/>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E2A90F25-D10A-B9BF-367F-40C407289CD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BE8CDA3F-4B7D-248E-94B6-1FD788E5BEC8}"/>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F85845A-3092-970C-5669-6C388F0111E5}"/>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44248F09-62C7-9CEE-1CA2-9E082CB40634}"/>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3B75C8C7-63A2-A7C2-2B7C-B09BEE3E2BB4}"/>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27" name="グループ化 126">
            <a:extLst>
              <a:ext uri="{FF2B5EF4-FFF2-40B4-BE49-F238E27FC236}">
                <a16:creationId xmlns:a16="http://schemas.microsoft.com/office/drawing/2014/main" id="{A1BE77FF-0B83-7B58-55B3-0EAFC8F599C9}"/>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794660C4-A95D-B657-EBFD-101AF90220D9}"/>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E5BA6632-9812-1569-881C-E589ADC09BC5}"/>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FA81756F-0946-5A62-7797-4B28CC546408}"/>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F79AA689-3F3A-4697-41EB-708E1D6D4000}"/>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0AAF176F-C3CF-D2B0-A180-346D8C19FFD6}"/>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E7CAD315-EBC7-76A9-78AD-F3D41AD7C677}"/>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4EBB8C57-EDE9-07F7-FDA1-A2C31D96CA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09A551B1-7E58-8894-80D8-04158D9468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574D2A25-CC1A-E714-CDF3-D7E27A8B2CE6}"/>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B439E6B7-350F-85EC-7197-452161020B48}"/>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B4618B45-32FA-929B-D8A3-4C1B98526E6F}"/>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BAFEBD0B-07CD-ADE4-5ECC-850A2C520E1F}"/>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661035AF-689D-205A-FBAA-CBA5BDD01E54}"/>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6763A2FD-6C6C-62B6-5D56-9EC9C10C85C2}"/>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1A0C9923-61E4-C965-45A8-C74015E47695}"/>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7477642F-A6F5-176E-060F-636E11A24D11}"/>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D1CD4089-94AE-A1F5-B2C8-0E4298951CE7}"/>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0968CA42-D8FF-40E0-891D-8FCB3209E894}"/>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0EB1A0EE-3574-CDD6-D405-C2ABCBABB463}"/>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8C8D640E-7223-1930-5EA9-159C28719757}"/>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7F959D3B-8495-2AB1-CA0C-4383A91E5D10}"/>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9671DF9-9D6D-2ED8-9522-21E1703D35CD}"/>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E5037FB9-B0F0-069E-88A9-C06AB9C8625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8BBF006-0AA9-6878-F51B-F748A88D2A90}"/>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9FE82A65-23EC-98EB-B948-1FAD0F5E0D8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4156C5F4-DD11-799E-B056-AA73633B2AA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C813AE81-FE8C-12CA-408A-60BDB6BA75B4}"/>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1556A873-0E2E-72D0-F9BA-050A526DA174}"/>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F2FFBC6-3D4D-C8F7-985B-21D498084B8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D43098DB-63D9-FDA2-C1FF-4E34BC18A08E}"/>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FBC08972-4624-5A8D-EEB9-2CE25D4DF25F}"/>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C3172E01-5427-8854-382C-0B3B281A78D7}"/>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9D6760C-4F43-58E2-931A-1A809211ACFC}"/>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1C46D06B-22AE-C0A5-1769-87D5D493916B}"/>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738301B-4286-7B50-DDEC-F0D7149391C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1CBD35F-ADE3-780C-5ABF-FEE8807E9EB9}"/>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393CA1E4-A572-585B-E196-F1491437DC2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223741138"/>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74137-6D39-ADFE-4C0F-50CFF792913B}"/>
            </a:ext>
          </a:extLst>
        </p:cNvPr>
        <p:cNvGrpSpPr/>
        <p:nvPr/>
      </p:nvGrpSpPr>
      <p:grpSpPr>
        <a:xfrm>
          <a:off x="0" y="0"/>
          <a:ext cx="0" cy="0"/>
          <a:chOff x="0" y="0"/>
          <a:chExt cx="0" cy="0"/>
        </a:xfrm>
      </p:grpSpPr>
      <p:pic>
        <p:nvPicPr>
          <p:cNvPr id="3" name="図 2" descr="グラフィカル ユーザー インターフェイス&#10;&#10;AI 生成コンテンツは誤りを含む可能性があります。">
            <a:extLst>
              <a:ext uri="{FF2B5EF4-FFF2-40B4-BE49-F238E27FC236}">
                <a16:creationId xmlns:a16="http://schemas.microsoft.com/office/drawing/2014/main" id="{79BD03E4-ED62-2654-0829-225535767F09}"/>
              </a:ext>
            </a:extLst>
          </p:cNvPr>
          <p:cNvPicPr>
            <a:picLocks noChangeAspect="1"/>
          </p:cNvPicPr>
          <p:nvPr/>
        </p:nvPicPr>
        <p:blipFill>
          <a:blip r:embed="rId3">
            <a:extLst>
              <a:ext uri="{28A0092B-C50C-407E-A947-70E740481C1C}">
                <a14:useLocalDpi xmlns:a14="http://schemas.microsoft.com/office/drawing/2010/main" val="0"/>
              </a:ext>
            </a:extLst>
          </a:blip>
          <a:srcRect l="757" t="1944" r="41116" b="2616"/>
          <a:stretch>
            <a:fillRect/>
          </a:stretch>
        </p:blipFill>
        <p:spPr>
          <a:xfrm>
            <a:off x="238125" y="1123950"/>
            <a:ext cx="5857875" cy="5410200"/>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BEC7D1D4-078D-86AF-E644-F92EE1D1B01E}"/>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nvGrpSpPr>
          <p:cNvPr id="10" name="グループ化 9">
            <a:extLst>
              <a:ext uri="{FF2B5EF4-FFF2-40B4-BE49-F238E27FC236}">
                <a16:creationId xmlns:a16="http://schemas.microsoft.com/office/drawing/2014/main" id="{CA1B02D1-B593-2D60-6CA4-0E21D684BB0D}"/>
              </a:ext>
            </a:extLst>
          </p:cNvPr>
          <p:cNvGrpSpPr/>
          <p:nvPr/>
        </p:nvGrpSpPr>
        <p:grpSpPr>
          <a:xfrm>
            <a:off x="6286499" y="244937"/>
            <a:ext cx="5667376" cy="6368126"/>
            <a:chOff x="6362699" y="247651"/>
            <a:chExt cx="5667376" cy="6368126"/>
          </a:xfrm>
        </p:grpSpPr>
        <p:sp>
          <p:nvSpPr>
            <p:cNvPr id="5" name="四角形: 角を丸くする 4">
              <a:extLst>
                <a:ext uri="{FF2B5EF4-FFF2-40B4-BE49-F238E27FC236}">
                  <a16:creationId xmlns:a16="http://schemas.microsoft.com/office/drawing/2014/main" id="{7CEC4607-5C2F-540A-575A-176EC2FD7F65}"/>
                </a:ext>
              </a:extLst>
            </p:cNvPr>
            <p:cNvSpPr/>
            <p:nvPr/>
          </p:nvSpPr>
          <p:spPr>
            <a:xfrm>
              <a:off x="6362700" y="247651"/>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四角形: 角を丸くする 6">
              <a:extLst>
                <a:ext uri="{FF2B5EF4-FFF2-40B4-BE49-F238E27FC236}">
                  <a16:creationId xmlns:a16="http://schemas.microsoft.com/office/drawing/2014/main" id="{575C5564-04AC-F48C-5608-AB8B08B257DF}"/>
                </a:ext>
              </a:extLst>
            </p:cNvPr>
            <p:cNvSpPr/>
            <p:nvPr/>
          </p:nvSpPr>
          <p:spPr>
            <a:xfrm>
              <a:off x="6362699" y="2445876"/>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A66B42EA-CD7C-C5DD-4241-21B618B37FBE}"/>
                </a:ext>
              </a:extLst>
            </p:cNvPr>
            <p:cNvSpPr/>
            <p:nvPr/>
          </p:nvSpPr>
          <p:spPr>
            <a:xfrm>
              <a:off x="6362699" y="4644101"/>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2" name="グループ化 11">
            <a:extLst>
              <a:ext uri="{FF2B5EF4-FFF2-40B4-BE49-F238E27FC236}">
                <a16:creationId xmlns:a16="http://schemas.microsoft.com/office/drawing/2014/main" id="{67C9333F-9D17-2905-1007-6CACD466D701}"/>
              </a:ext>
            </a:extLst>
          </p:cNvPr>
          <p:cNvGrpSpPr/>
          <p:nvPr/>
        </p:nvGrpSpPr>
        <p:grpSpPr>
          <a:xfrm>
            <a:off x="6386745" y="351255"/>
            <a:ext cx="2733441" cy="1759041"/>
            <a:chOff x="6386745" y="298968"/>
            <a:chExt cx="2733441" cy="1759041"/>
          </a:xfrm>
        </p:grpSpPr>
        <p:sp>
          <p:nvSpPr>
            <p:cNvPr id="9" name="テキスト ボックス 8">
              <a:extLst>
                <a:ext uri="{FF2B5EF4-FFF2-40B4-BE49-F238E27FC236}">
                  <a16:creationId xmlns:a16="http://schemas.microsoft.com/office/drawing/2014/main" id="{D7CB0A7D-3401-5BA9-6DD4-50BED93A974A}"/>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1F3E6A85-5DAE-9F40-549F-D5DC0B30A944}"/>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3" name="グループ化 12">
            <a:extLst>
              <a:ext uri="{FF2B5EF4-FFF2-40B4-BE49-F238E27FC236}">
                <a16:creationId xmlns:a16="http://schemas.microsoft.com/office/drawing/2014/main" id="{9816FE67-3AB2-C4EE-8A11-F37C63D8053A}"/>
              </a:ext>
            </a:extLst>
          </p:cNvPr>
          <p:cNvGrpSpPr/>
          <p:nvPr/>
        </p:nvGrpSpPr>
        <p:grpSpPr>
          <a:xfrm>
            <a:off x="6386745" y="2549479"/>
            <a:ext cx="2733441" cy="1759041"/>
            <a:chOff x="6386745" y="298968"/>
            <a:chExt cx="2733441" cy="1759041"/>
          </a:xfrm>
        </p:grpSpPr>
        <p:sp>
          <p:nvSpPr>
            <p:cNvPr id="14" name="テキスト ボックス 13">
              <a:extLst>
                <a:ext uri="{FF2B5EF4-FFF2-40B4-BE49-F238E27FC236}">
                  <a16:creationId xmlns:a16="http://schemas.microsoft.com/office/drawing/2014/main" id="{673BA13F-BB2B-F289-D2DD-367C9AD67330}"/>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7D29DEEE-38EA-4C21-DB13-E0ABBA9C4518}"/>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6" name="グループ化 15">
            <a:extLst>
              <a:ext uri="{FF2B5EF4-FFF2-40B4-BE49-F238E27FC236}">
                <a16:creationId xmlns:a16="http://schemas.microsoft.com/office/drawing/2014/main" id="{B5D29B6C-89E1-766D-3F51-1894D2D70F85}"/>
              </a:ext>
            </a:extLst>
          </p:cNvPr>
          <p:cNvGrpSpPr/>
          <p:nvPr/>
        </p:nvGrpSpPr>
        <p:grpSpPr>
          <a:xfrm>
            <a:off x="6386745" y="4747704"/>
            <a:ext cx="2733441" cy="1759041"/>
            <a:chOff x="6386745" y="298968"/>
            <a:chExt cx="2733441" cy="1759041"/>
          </a:xfrm>
        </p:grpSpPr>
        <p:sp>
          <p:nvSpPr>
            <p:cNvPr id="17" name="テキスト ボックス 16">
              <a:extLst>
                <a:ext uri="{FF2B5EF4-FFF2-40B4-BE49-F238E27FC236}">
                  <a16:creationId xmlns:a16="http://schemas.microsoft.com/office/drawing/2014/main" id="{43B44513-8B13-D5F4-C74A-D0EB9DFF25E0}"/>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513447E0-5CCD-47A2-F8F5-E6077521D98A}"/>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spTree>
    <p:extLst>
      <p:ext uri="{BB962C8B-B14F-4D97-AF65-F5344CB8AC3E}">
        <p14:creationId xmlns:p14="http://schemas.microsoft.com/office/powerpoint/2010/main" val="1542173559"/>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5510B-1B9C-1ED0-8634-6264A821BC87}"/>
            </a:ext>
          </a:extLst>
        </p:cNvPr>
        <p:cNvGrpSpPr/>
        <p:nvPr/>
      </p:nvGrpSpPr>
      <p:grpSpPr>
        <a:xfrm>
          <a:off x="0" y="0"/>
          <a:ext cx="0" cy="0"/>
          <a:chOff x="0" y="0"/>
          <a:chExt cx="0" cy="0"/>
        </a:xfrm>
      </p:grpSpPr>
      <p:pic>
        <p:nvPicPr>
          <p:cNvPr id="3" name="図 2" descr="グラフィカル ユーザー インターフェイス&#10;&#10;AI 生成コンテンツは誤りを含む可能性があります。">
            <a:extLst>
              <a:ext uri="{FF2B5EF4-FFF2-40B4-BE49-F238E27FC236}">
                <a16:creationId xmlns:a16="http://schemas.microsoft.com/office/drawing/2014/main" id="{1B58F83B-F7ED-C3C0-5880-877353DBD690}"/>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3000"/>
                    </a14:imgEffect>
                    <a14:imgEffect>
                      <a14:brightnessContrast bright="-13000"/>
                    </a14:imgEffect>
                  </a14:imgLayer>
                </a14:imgProps>
              </a:ext>
              <a:ext uri="{28A0092B-C50C-407E-A947-70E740481C1C}">
                <a14:useLocalDpi xmlns:a14="http://schemas.microsoft.com/office/drawing/2010/main" val="0"/>
              </a:ext>
            </a:extLst>
          </a:blip>
          <a:srcRect l="757" t="1944" r="41116" b="2616"/>
          <a:stretch>
            <a:fillRect/>
          </a:stretch>
        </p:blipFill>
        <p:spPr>
          <a:xfrm>
            <a:off x="238125" y="1424339"/>
            <a:ext cx="5357083" cy="4947680"/>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A46512F0-2BF7-7EB4-D5C8-5D6DD49B358A}"/>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cxnSp>
        <p:nvCxnSpPr>
          <p:cNvPr id="20" name="直線コネクタ 19">
            <a:extLst>
              <a:ext uri="{FF2B5EF4-FFF2-40B4-BE49-F238E27FC236}">
                <a16:creationId xmlns:a16="http://schemas.microsoft.com/office/drawing/2014/main" id="{C08EB2E5-557B-DE2E-57C9-63965A53F2A9}"/>
              </a:ext>
            </a:extLst>
          </p:cNvPr>
          <p:cNvCxnSpPr/>
          <p:nvPr/>
        </p:nvCxnSpPr>
        <p:spPr>
          <a:xfrm>
            <a:off x="219075" y="975648"/>
            <a:ext cx="4314825"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82794D5A-0F0F-B6C1-3B7A-9DB22ADF2EDD}"/>
              </a:ext>
            </a:extLst>
          </p:cNvPr>
          <p:cNvGrpSpPr/>
          <p:nvPr/>
        </p:nvGrpSpPr>
        <p:grpSpPr>
          <a:xfrm>
            <a:off x="8616220" y="420353"/>
            <a:ext cx="3337655" cy="6017293"/>
            <a:chOff x="8030264" y="244936"/>
            <a:chExt cx="3923610" cy="6282287"/>
          </a:xfrm>
        </p:grpSpPr>
        <p:sp>
          <p:nvSpPr>
            <p:cNvPr id="23" name="吹き出し: 角を丸めた四角形 22">
              <a:extLst>
                <a:ext uri="{FF2B5EF4-FFF2-40B4-BE49-F238E27FC236}">
                  <a16:creationId xmlns:a16="http://schemas.microsoft.com/office/drawing/2014/main" id="{FB977165-1BEB-C5AD-057E-A624EE860906}"/>
                </a:ext>
              </a:extLst>
            </p:cNvPr>
            <p:cNvSpPr/>
            <p:nvPr/>
          </p:nvSpPr>
          <p:spPr>
            <a:xfrm>
              <a:off x="8030264" y="244936"/>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吹き出し: 角を丸めた四角形 23">
              <a:extLst>
                <a:ext uri="{FF2B5EF4-FFF2-40B4-BE49-F238E27FC236}">
                  <a16:creationId xmlns:a16="http://schemas.microsoft.com/office/drawing/2014/main" id="{783A4D33-F4F9-2446-7804-DD52823046FD}"/>
                </a:ext>
              </a:extLst>
            </p:cNvPr>
            <p:cNvSpPr/>
            <p:nvPr/>
          </p:nvSpPr>
          <p:spPr>
            <a:xfrm>
              <a:off x="8030264" y="2436521"/>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吹き出し: 角を丸めた四角形 24">
              <a:extLst>
                <a:ext uri="{FF2B5EF4-FFF2-40B4-BE49-F238E27FC236}">
                  <a16:creationId xmlns:a16="http://schemas.microsoft.com/office/drawing/2014/main" id="{886235B1-4BBB-5A04-EFA8-A8E695D66F37}"/>
                </a:ext>
              </a:extLst>
            </p:cNvPr>
            <p:cNvSpPr/>
            <p:nvPr/>
          </p:nvSpPr>
          <p:spPr>
            <a:xfrm>
              <a:off x="8030264" y="4651625"/>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6" name="グループ化 25">
              <a:extLst>
                <a:ext uri="{FF2B5EF4-FFF2-40B4-BE49-F238E27FC236}">
                  <a16:creationId xmlns:a16="http://schemas.microsoft.com/office/drawing/2014/main" id="{3A52681C-102C-159F-32EC-D010B61B601F}"/>
                </a:ext>
              </a:extLst>
            </p:cNvPr>
            <p:cNvGrpSpPr/>
            <p:nvPr/>
          </p:nvGrpSpPr>
          <p:grpSpPr>
            <a:xfrm>
              <a:off x="8157793" y="351255"/>
              <a:ext cx="3593235" cy="6034904"/>
              <a:chOff x="6386744" y="351255"/>
              <a:chExt cx="3593235" cy="6034904"/>
            </a:xfrm>
          </p:grpSpPr>
          <p:grpSp>
            <p:nvGrpSpPr>
              <p:cNvPr id="12" name="グループ化 11">
                <a:extLst>
                  <a:ext uri="{FF2B5EF4-FFF2-40B4-BE49-F238E27FC236}">
                    <a16:creationId xmlns:a16="http://schemas.microsoft.com/office/drawing/2014/main" id="{1A788227-7A17-FA22-4A89-D68D646A880D}"/>
                  </a:ext>
                </a:extLst>
              </p:cNvPr>
              <p:cNvGrpSpPr/>
              <p:nvPr/>
            </p:nvGrpSpPr>
            <p:grpSpPr>
              <a:xfrm>
                <a:off x="6386744" y="351255"/>
                <a:ext cx="3593235" cy="1638455"/>
                <a:chOff x="6386744" y="298968"/>
                <a:chExt cx="3593235" cy="1638455"/>
              </a:xfrm>
            </p:grpSpPr>
            <p:sp>
              <p:nvSpPr>
                <p:cNvPr id="9" name="テキスト ボックス 8">
                  <a:extLst>
                    <a:ext uri="{FF2B5EF4-FFF2-40B4-BE49-F238E27FC236}">
                      <a16:creationId xmlns:a16="http://schemas.microsoft.com/office/drawing/2014/main" id="{7BC656F9-5556-86A3-4150-E9CECFAA66A9}"/>
                    </a:ext>
                  </a:extLst>
                </p:cNvPr>
                <p:cNvSpPr txBox="1"/>
                <p:nvPr/>
              </p:nvSpPr>
              <p:spPr>
                <a:xfrm>
                  <a:off x="6386744" y="983317"/>
                  <a:ext cx="3593235" cy="954106"/>
                </a:xfrm>
                <a:prstGeom prst="rect">
                  <a:avLst/>
                </a:prstGeom>
                <a:noFill/>
              </p:spPr>
              <p:txBody>
                <a:bodyPr wrap="squar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83D7A5A4-6EF9-1C18-0E74-CBFFFA349799}"/>
                    </a:ext>
                  </a:extLst>
                </p:cNvPr>
                <p:cNvSpPr txBox="1"/>
                <p:nvPr/>
              </p:nvSpPr>
              <p:spPr>
                <a:xfrm>
                  <a:off x="6386745" y="298968"/>
                  <a:ext cx="1459054"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nvGrpSpPr>
              <p:cNvPr id="13" name="グループ化 12">
                <a:extLst>
                  <a:ext uri="{FF2B5EF4-FFF2-40B4-BE49-F238E27FC236}">
                    <a16:creationId xmlns:a16="http://schemas.microsoft.com/office/drawing/2014/main" id="{B55A22CA-680F-5192-1EBF-13CEB97FC257}"/>
                  </a:ext>
                </a:extLst>
              </p:cNvPr>
              <p:cNvGrpSpPr/>
              <p:nvPr/>
            </p:nvGrpSpPr>
            <p:grpSpPr>
              <a:xfrm>
                <a:off x="6386745" y="2549479"/>
                <a:ext cx="2733441" cy="1638455"/>
                <a:chOff x="6386745" y="298968"/>
                <a:chExt cx="2733441" cy="1638455"/>
              </a:xfrm>
            </p:grpSpPr>
            <p:sp>
              <p:nvSpPr>
                <p:cNvPr id="14" name="テキスト ボックス 13">
                  <a:extLst>
                    <a:ext uri="{FF2B5EF4-FFF2-40B4-BE49-F238E27FC236}">
                      <a16:creationId xmlns:a16="http://schemas.microsoft.com/office/drawing/2014/main" id="{2FF9B17E-4611-38EB-4634-FD503C05FE27}"/>
                    </a:ext>
                  </a:extLst>
                </p:cNvPr>
                <p:cNvSpPr txBox="1"/>
                <p:nvPr/>
              </p:nvSpPr>
              <p:spPr>
                <a:xfrm>
                  <a:off x="6386745" y="983317"/>
                  <a:ext cx="2156360" cy="954106"/>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15FB7D83-381C-321E-28C0-FBE8A11435D8}"/>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6" name="グループ化 15">
                <a:extLst>
                  <a:ext uri="{FF2B5EF4-FFF2-40B4-BE49-F238E27FC236}">
                    <a16:creationId xmlns:a16="http://schemas.microsoft.com/office/drawing/2014/main" id="{5AD4FEFC-6102-5250-194D-8807A4211ED8}"/>
                  </a:ext>
                </a:extLst>
              </p:cNvPr>
              <p:cNvGrpSpPr/>
              <p:nvPr/>
            </p:nvGrpSpPr>
            <p:grpSpPr>
              <a:xfrm>
                <a:off x="6386745" y="4747704"/>
                <a:ext cx="2733441" cy="1638455"/>
                <a:chOff x="6386745" y="298968"/>
                <a:chExt cx="2733441" cy="1638455"/>
              </a:xfrm>
            </p:grpSpPr>
            <p:sp>
              <p:nvSpPr>
                <p:cNvPr id="17" name="テキスト ボックス 16">
                  <a:extLst>
                    <a:ext uri="{FF2B5EF4-FFF2-40B4-BE49-F238E27FC236}">
                      <a16:creationId xmlns:a16="http://schemas.microsoft.com/office/drawing/2014/main" id="{E750DF88-47AB-92D4-5188-515AF779F337}"/>
                    </a:ext>
                  </a:extLst>
                </p:cNvPr>
                <p:cNvSpPr txBox="1"/>
                <p:nvPr/>
              </p:nvSpPr>
              <p:spPr>
                <a:xfrm>
                  <a:off x="6386745" y="983317"/>
                  <a:ext cx="2156360" cy="954106"/>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B70F4BE2-5D5B-DE70-8088-18BD4AC22E31}"/>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grpSp>
      <p:pic>
        <p:nvPicPr>
          <p:cNvPr id="27" name="図 26" descr="グラフィカル ユーザー インターフェイス&#10;&#10;AI 生成コンテンツは誤りを含む可能性があります。">
            <a:extLst>
              <a:ext uri="{FF2B5EF4-FFF2-40B4-BE49-F238E27FC236}">
                <a16:creationId xmlns:a16="http://schemas.microsoft.com/office/drawing/2014/main" id="{8EDDBEC0-055C-B43E-44A8-6C8BFF3B512D}"/>
              </a:ext>
            </a:extLst>
          </p:cNvPr>
          <p:cNvPicPr>
            <a:picLocks noChangeAspect="1"/>
          </p:cNvPicPr>
          <p:nvPr/>
        </p:nvPicPr>
        <p:blipFill>
          <a:blip r:embed="rId5">
            <a:extLst>
              <a:ext uri="{28A0092B-C50C-407E-A947-70E740481C1C}">
                <a14:useLocalDpi xmlns:a14="http://schemas.microsoft.com/office/drawing/2010/main" val="0"/>
              </a:ext>
            </a:extLst>
          </a:blip>
          <a:srcRect l="20377" t="23011" r="58129" b="49800"/>
          <a:stretch>
            <a:fillRect/>
          </a:stretch>
        </p:blipFill>
        <p:spPr>
          <a:xfrm>
            <a:off x="6029848" y="550272"/>
            <a:ext cx="2166085" cy="1541258"/>
          </a:xfrm>
          <a:prstGeom prst="rect">
            <a:avLst/>
          </a:prstGeom>
          <a:ln w="38100">
            <a:solidFill>
              <a:schemeClr val="bg1">
                <a:lumMod val="95000"/>
              </a:schemeClr>
            </a:solidFill>
          </a:ln>
        </p:spPr>
      </p:pic>
      <p:sp>
        <p:nvSpPr>
          <p:cNvPr id="29" name="四角形: 角を丸くする 28">
            <a:extLst>
              <a:ext uri="{FF2B5EF4-FFF2-40B4-BE49-F238E27FC236}">
                <a16:creationId xmlns:a16="http://schemas.microsoft.com/office/drawing/2014/main" id="{FDE60572-596E-5138-8175-692F621E2953}"/>
              </a:ext>
            </a:extLst>
          </p:cNvPr>
          <p:cNvSpPr/>
          <p:nvPr/>
        </p:nvSpPr>
        <p:spPr>
          <a:xfrm>
            <a:off x="2079056" y="2519493"/>
            <a:ext cx="1915427" cy="1378739"/>
          </a:xfrm>
          <a:prstGeom prst="roundRect">
            <a:avLst/>
          </a:prstGeom>
          <a:solidFill>
            <a:schemeClr val="accent6">
              <a:lumMod val="20000"/>
              <a:lumOff val="80000"/>
              <a:alpha val="35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31498EE6-9B6F-8B1A-27C4-16463E5F4387}"/>
              </a:ext>
            </a:extLst>
          </p:cNvPr>
          <p:cNvCxnSpPr>
            <a:cxnSpLocks/>
            <a:stCxn id="27" idx="1"/>
            <a:endCxn id="29" idx="3"/>
          </p:cNvCxnSpPr>
          <p:nvPr/>
        </p:nvCxnSpPr>
        <p:spPr>
          <a:xfrm flipH="1">
            <a:off x="3994483" y="1320901"/>
            <a:ext cx="2035365" cy="1887962"/>
          </a:xfrm>
          <a:prstGeom prst="line">
            <a:avLst/>
          </a:prstGeom>
          <a:ln w="63500">
            <a:solidFill>
              <a:schemeClr val="bg1">
                <a:lumMod val="95000"/>
              </a:schemeClr>
            </a:solidFill>
            <a:prstDash val="sysDash"/>
            <a:headEnd type="ova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39781833"/>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6ACFB-FC37-D5E4-749F-AA289B48ED3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6DD0373C-AECF-1D56-6780-3298DF58DD61}"/>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pic>
        <p:nvPicPr>
          <p:cNvPr id="6" name="図 5" descr="グラフィカル ユーザー インターフェイス&#10;&#10;AI 生成コンテンツは誤りを含む可能性があります。">
            <a:extLst>
              <a:ext uri="{FF2B5EF4-FFF2-40B4-BE49-F238E27FC236}">
                <a16:creationId xmlns:a16="http://schemas.microsoft.com/office/drawing/2014/main" id="{19C7E84E-64F2-3B0B-345D-E97728C758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2797" y="1042526"/>
            <a:ext cx="4938435" cy="2777869"/>
          </a:xfrm>
          <a:prstGeom prst="rect">
            <a:avLst/>
          </a:prstGeom>
          <a:ln w="38100">
            <a:solidFill>
              <a:schemeClr val="accent6"/>
            </a:solidFill>
          </a:ln>
        </p:spPr>
      </p:pic>
      <p:grpSp>
        <p:nvGrpSpPr>
          <p:cNvPr id="21" name="グループ化 20">
            <a:extLst>
              <a:ext uri="{FF2B5EF4-FFF2-40B4-BE49-F238E27FC236}">
                <a16:creationId xmlns:a16="http://schemas.microsoft.com/office/drawing/2014/main" id="{0E56A902-B6B5-BE91-9096-20E211CAA499}"/>
              </a:ext>
            </a:extLst>
          </p:cNvPr>
          <p:cNvGrpSpPr/>
          <p:nvPr/>
        </p:nvGrpSpPr>
        <p:grpSpPr>
          <a:xfrm>
            <a:off x="7151571" y="763465"/>
            <a:ext cx="4727632" cy="923330"/>
            <a:chOff x="7151572" y="975648"/>
            <a:chExt cx="4727632" cy="923330"/>
          </a:xfrm>
        </p:grpSpPr>
        <p:sp>
          <p:nvSpPr>
            <p:cNvPr id="7" name="吹き出し: 角を丸めた四角形 6">
              <a:extLst>
                <a:ext uri="{FF2B5EF4-FFF2-40B4-BE49-F238E27FC236}">
                  <a16:creationId xmlns:a16="http://schemas.microsoft.com/office/drawing/2014/main" id="{C42740EB-C163-8385-CBBC-51A167C0F70A}"/>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41545FE1-DE75-642B-9CA8-F39AE23AB134}"/>
                </a:ext>
              </a:extLst>
            </p:cNvPr>
            <p:cNvGrpSpPr/>
            <p:nvPr/>
          </p:nvGrpSpPr>
          <p:grpSpPr>
            <a:xfrm>
              <a:off x="7323653" y="985385"/>
              <a:ext cx="4329556" cy="895772"/>
              <a:chOff x="6080465" y="2178268"/>
              <a:chExt cx="3056618" cy="895772"/>
            </a:xfrm>
          </p:grpSpPr>
          <p:sp>
            <p:nvSpPr>
              <p:cNvPr id="8" name="テキスト ボックス 7">
                <a:extLst>
                  <a:ext uri="{FF2B5EF4-FFF2-40B4-BE49-F238E27FC236}">
                    <a16:creationId xmlns:a16="http://schemas.microsoft.com/office/drawing/2014/main" id="{6BDC2625-ECC3-56E1-66E8-4FA2915E9F30}"/>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10" name="テキスト ボックス 9">
                <a:extLst>
                  <a:ext uri="{FF2B5EF4-FFF2-40B4-BE49-F238E27FC236}">
                    <a16:creationId xmlns:a16="http://schemas.microsoft.com/office/drawing/2014/main" id="{C957C87A-9A10-79A8-FE45-E6D4AC71F2E0}"/>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grpSp>
        <p:nvGrpSpPr>
          <p:cNvPr id="22" name="グループ化 21">
            <a:extLst>
              <a:ext uri="{FF2B5EF4-FFF2-40B4-BE49-F238E27FC236}">
                <a16:creationId xmlns:a16="http://schemas.microsoft.com/office/drawing/2014/main" id="{6ACD5533-9747-2F30-9552-17474B504E84}"/>
              </a:ext>
            </a:extLst>
          </p:cNvPr>
          <p:cNvGrpSpPr/>
          <p:nvPr/>
        </p:nvGrpSpPr>
        <p:grpSpPr>
          <a:xfrm>
            <a:off x="7151571" y="1830265"/>
            <a:ext cx="4727632" cy="923330"/>
            <a:chOff x="7151572" y="975648"/>
            <a:chExt cx="4727632" cy="923330"/>
          </a:xfrm>
        </p:grpSpPr>
        <p:sp>
          <p:nvSpPr>
            <p:cNvPr id="30" name="吹き出し: 角を丸めた四角形 29">
              <a:extLst>
                <a:ext uri="{FF2B5EF4-FFF2-40B4-BE49-F238E27FC236}">
                  <a16:creationId xmlns:a16="http://schemas.microsoft.com/office/drawing/2014/main" id="{F3550E86-9EA8-CDA4-D283-3E50287FF139}"/>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2" name="グループ化 31">
              <a:extLst>
                <a:ext uri="{FF2B5EF4-FFF2-40B4-BE49-F238E27FC236}">
                  <a16:creationId xmlns:a16="http://schemas.microsoft.com/office/drawing/2014/main" id="{EB157508-9164-866F-AF9B-56D1A0C3C0FF}"/>
                </a:ext>
              </a:extLst>
            </p:cNvPr>
            <p:cNvGrpSpPr/>
            <p:nvPr/>
          </p:nvGrpSpPr>
          <p:grpSpPr>
            <a:xfrm>
              <a:off x="7323653" y="985385"/>
              <a:ext cx="4329556" cy="895772"/>
              <a:chOff x="6080465" y="2178268"/>
              <a:chExt cx="3056618" cy="895772"/>
            </a:xfrm>
          </p:grpSpPr>
          <p:sp>
            <p:nvSpPr>
              <p:cNvPr id="33" name="テキスト ボックス 32">
                <a:extLst>
                  <a:ext uri="{FF2B5EF4-FFF2-40B4-BE49-F238E27FC236}">
                    <a16:creationId xmlns:a16="http://schemas.microsoft.com/office/drawing/2014/main" id="{E2C09E27-B881-2034-375A-88D272B83285}"/>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34" name="テキスト ボックス 33">
                <a:extLst>
                  <a:ext uri="{FF2B5EF4-FFF2-40B4-BE49-F238E27FC236}">
                    <a16:creationId xmlns:a16="http://schemas.microsoft.com/office/drawing/2014/main" id="{9ACC6A0C-8BFE-3C64-1D57-DAF9D2D9E757}"/>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grpSp>
        <p:nvGrpSpPr>
          <p:cNvPr id="35" name="グループ化 34">
            <a:extLst>
              <a:ext uri="{FF2B5EF4-FFF2-40B4-BE49-F238E27FC236}">
                <a16:creationId xmlns:a16="http://schemas.microsoft.com/office/drawing/2014/main" id="{7FEF0256-AEC9-450F-6C9B-8BC1A4E021B3}"/>
              </a:ext>
            </a:extLst>
          </p:cNvPr>
          <p:cNvGrpSpPr/>
          <p:nvPr/>
        </p:nvGrpSpPr>
        <p:grpSpPr>
          <a:xfrm>
            <a:off x="7151570" y="2897065"/>
            <a:ext cx="4727632" cy="923330"/>
            <a:chOff x="7151572" y="975648"/>
            <a:chExt cx="4727632" cy="923330"/>
          </a:xfrm>
        </p:grpSpPr>
        <p:sp>
          <p:nvSpPr>
            <p:cNvPr id="36" name="吹き出し: 角を丸めた四角形 35">
              <a:extLst>
                <a:ext uri="{FF2B5EF4-FFF2-40B4-BE49-F238E27FC236}">
                  <a16:creationId xmlns:a16="http://schemas.microsoft.com/office/drawing/2014/main" id="{E12A0964-C7C5-FCB5-FB3F-10CF971F7F42}"/>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77237242-7FF6-4053-9276-A5F40FE8C650}"/>
                </a:ext>
              </a:extLst>
            </p:cNvPr>
            <p:cNvGrpSpPr/>
            <p:nvPr/>
          </p:nvGrpSpPr>
          <p:grpSpPr>
            <a:xfrm>
              <a:off x="7323653" y="985385"/>
              <a:ext cx="4329556" cy="895772"/>
              <a:chOff x="6080465" y="2178268"/>
              <a:chExt cx="3056618" cy="895772"/>
            </a:xfrm>
          </p:grpSpPr>
          <p:sp>
            <p:nvSpPr>
              <p:cNvPr id="38" name="テキスト ボックス 37">
                <a:extLst>
                  <a:ext uri="{FF2B5EF4-FFF2-40B4-BE49-F238E27FC236}">
                    <a16:creationId xmlns:a16="http://schemas.microsoft.com/office/drawing/2014/main" id="{5A967662-F122-70BD-2497-A4192F955B19}"/>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39" name="テキスト ボックス 38">
                <a:extLst>
                  <a:ext uri="{FF2B5EF4-FFF2-40B4-BE49-F238E27FC236}">
                    <a16:creationId xmlns:a16="http://schemas.microsoft.com/office/drawing/2014/main" id="{FBF45B18-A391-C618-E1AB-FDCF939390B0}"/>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pic>
        <p:nvPicPr>
          <p:cNvPr id="27" name="図 26" descr="グラフィカル ユーザー インターフェイス&#10;&#10;AI 生成コンテンツは誤りを含む可能性があります。">
            <a:extLst>
              <a:ext uri="{FF2B5EF4-FFF2-40B4-BE49-F238E27FC236}">
                <a16:creationId xmlns:a16="http://schemas.microsoft.com/office/drawing/2014/main" id="{BD4A2613-004B-81E3-CF3B-9A3ACB14A1F7}"/>
              </a:ext>
            </a:extLst>
          </p:cNvPr>
          <p:cNvPicPr>
            <a:picLocks noChangeAspect="1"/>
          </p:cNvPicPr>
          <p:nvPr/>
        </p:nvPicPr>
        <p:blipFill>
          <a:blip r:embed="rId3">
            <a:extLst>
              <a:ext uri="{28A0092B-C50C-407E-A947-70E740481C1C}">
                <a14:useLocalDpi xmlns:a14="http://schemas.microsoft.com/office/drawing/2010/main" val="0"/>
              </a:ext>
            </a:extLst>
          </a:blip>
          <a:srcRect l="20377" t="23011" r="58129" b="49800"/>
          <a:stretch>
            <a:fillRect/>
          </a:stretch>
        </p:blipFill>
        <p:spPr>
          <a:xfrm>
            <a:off x="5496251" y="705566"/>
            <a:ext cx="1410300" cy="1003486"/>
          </a:xfrm>
          <a:prstGeom prst="rect">
            <a:avLst/>
          </a:prstGeom>
          <a:ln w="38100">
            <a:solidFill>
              <a:schemeClr val="bg1">
                <a:lumMod val="95000"/>
              </a:schemeClr>
            </a:solidFill>
          </a:ln>
        </p:spPr>
      </p:pic>
      <p:sp>
        <p:nvSpPr>
          <p:cNvPr id="29" name="四角形: 角を丸くする 28">
            <a:extLst>
              <a:ext uri="{FF2B5EF4-FFF2-40B4-BE49-F238E27FC236}">
                <a16:creationId xmlns:a16="http://schemas.microsoft.com/office/drawing/2014/main" id="{56535309-01D7-D3EE-59F3-E98738A2D979}"/>
              </a:ext>
            </a:extLst>
          </p:cNvPr>
          <p:cNvSpPr/>
          <p:nvPr/>
        </p:nvSpPr>
        <p:spPr>
          <a:xfrm>
            <a:off x="1374455" y="1686795"/>
            <a:ext cx="974110" cy="767647"/>
          </a:xfrm>
          <a:prstGeom prst="roundRect">
            <a:avLst/>
          </a:prstGeom>
          <a:solidFill>
            <a:schemeClr val="accent6">
              <a:lumMod val="20000"/>
              <a:lumOff val="80000"/>
              <a:alpha val="35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28411E7B-E86F-7594-339F-1C77066A873B}"/>
              </a:ext>
            </a:extLst>
          </p:cNvPr>
          <p:cNvCxnSpPr>
            <a:cxnSpLocks/>
            <a:stCxn id="27" idx="1"/>
            <a:endCxn id="29" idx="3"/>
          </p:cNvCxnSpPr>
          <p:nvPr/>
        </p:nvCxnSpPr>
        <p:spPr>
          <a:xfrm flipH="1">
            <a:off x="2348565" y="1207309"/>
            <a:ext cx="3147686" cy="863310"/>
          </a:xfrm>
          <a:prstGeom prst="line">
            <a:avLst/>
          </a:prstGeom>
          <a:ln w="63500">
            <a:solidFill>
              <a:schemeClr val="bg1">
                <a:lumMod val="95000"/>
              </a:schemeClr>
            </a:solidFill>
            <a:prstDash val="sysDash"/>
            <a:headEnd type="ova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8446606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BC8A7-621B-6FF7-8B29-C70506BAAC49}"/>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517F235F-9959-36D5-542F-C31D78FCE1B9}"/>
              </a:ext>
            </a:extLst>
          </p:cNvPr>
          <p:cNvGrpSpPr/>
          <p:nvPr/>
        </p:nvGrpSpPr>
        <p:grpSpPr>
          <a:xfrm>
            <a:off x="0" y="0"/>
            <a:ext cx="12192000" cy="6857999"/>
            <a:chOff x="0" y="0"/>
            <a:chExt cx="12701154" cy="6858000"/>
          </a:xfrm>
        </p:grpSpPr>
        <p:sp>
          <p:nvSpPr>
            <p:cNvPr id="5" name="正方形/長方形 4">
              <a:extLst>
                <a:ext uri="{FF2B5EF4-FFF2-40B4-BE49-F238E27FC236}">
                  <a16:creationId xmlns:a16="http://schemas.microsoft.com/office/drawing/2014/main" id="{C5F9BDE7-030B-45FC-E330-AB61E54F2F56}"/>
                </a:ext>
              </a:extLst>
            </p:cNvPr>
            <p:cNvSpPr/>
            <p:nvPr/>
          </p:nvSpPr>
          <p:spPr>
            <a:xfrm>
              <a:off x="0" y="0"/>
              <a:ext cx="4233718" cy="68580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490F814B-BD52-D35F-042D-326AF7737D91}"/>
                </a:ext>
              </a:extLst>
            </p:cNvPr>
            <p:cNvSpPr/>
            <p:nvPr/>
          </p:nvSpPr>
          <p:spPr>
            <a:xfrm>
              <a:off x="8467436" y="0"/>
              <a:ext cx="4233718" cy="6858000"/>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CCF6D6CE-37B8-6907-9A0D-C6BE228E3C6F}"/>
                </a:ext>
              </a:extLst>
            </p:cNvPr>
            <p:cNvSpPr/>
            <p:nvPr/>
          </p:nvSpPr>
          <p:spPr>
            <a:xfrm>
              <a:off x="4233718" y="0"/>
              <a:ext cx="4233718" cy="685800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4" name="グループ化 13">
            <a:extLst>
              <a:ext uri="{FF2B5EF4-FFF2-40B4-BE49-F238E27FC236}">
                <a16:creationId xmlns:a16="http://schemas.microsoft.com/office/drawing/2014/main" id="{D5633E00-124C-416D-9E3A-B949C29DA052}"/>
              </a:ext>
            </a:extLst>
          </p:cNvPr>
          <p:cNvGrpSpPr/>
          <p:nvPr/>
        </p:nvGrpSpPr>
        <p:grpSpPr>
          <a:xfrm>
            <a:off x="3932990" y="193388"/>
            <a:ext cx="4326021" cy="923330"/>
            <a:chOff x="161925" y="71568"/>
            <a:chExt cx="4064001" cy="923330"/>
          </a:xfrm>
        </p:grpSpPr>
        <p:sp>
          <p:nvSpPr>
            <p:cNvPr id="12" name="四角形: 角を丸くする 11">
              <a:extLst>
                <a:ext uri="{FF2B5EF4-FFF2-40B4-BE49-F238E27FC236}">
                  <a16:creationId xmlns:a16="http://schemas.microsoft.com/office/drawing/2014/main" id="{90F0078E-2FDF-A46C-253F-19B6589A3338}"/>
                </a:ext>
              </a:extLst>
            </p:cNvPr>
            <p:cNvSpPr/>
            <p:nvPr/>
          </p:nvSpPr>
          <p:spPr>
            <a:xfrm>
              <a:off x="161925" y="160320"/>
              <a:ext cx="4064001" cy="815328"/>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 name="テキスト ボックス 3">
              <a:extLst>
                <a:ext uri="{FF2B5EF4-FFF2-40B4-BE49-F238E27FC236}">
                  <a16:creationId xmlns:a16="http://schemas.microsoft.com/office/drawing/2014/main" id="{E148A06E-B3A5-5BFE-4828-11EDE7084E31}"/>
                </a:ext>
              </a:extLst>
            </p:cNvPr>
            <p:cNvSpPr txBox="1"/>
            <p:nvPr/>
          </p:nvSpPr>
          <p:spPr>
            <a:xfrm>
              <a:off x="181175" y="71568"/>
              <a:ext cx="3999813" cy="923330"/>
            </a:xfrm>
            <a:prstGeom prst="rect">
              <a:avLst/>
            </a:prstGeom>
            <a:noFill/>
          </p:spPr>
          <p:txBody>
            <a:bodyPr wrap="none" rtlCol="0">
              <a:spAutoFit/>
            </a:bodyPr>
            <a:lstStyle/>
            <a:p>
              <a:pPr algn="ct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6" name="グループ化 5">
            <a:extLst>
              <a:ext uri="{FF2B5EF4-FFF2-40B4-BE49-F238E27FC236}">
                <a16:creationId xmlns:a16="http://schemas.microsoft.com/office/drawing/2014/main" id="{0A949A39-5B72-15C8-2E11-F4856F6278C0}"/>
              </a:ext>
            </a:extLst>
          </p:cNvPr>
          <p:cNvGrpSpPr/>
          <p:nvPr/>
        </p:nvGrpSpPr>
        <p:grpSpPr>
          <a:xfrm>
            <a:off x="1162211" y="1379608"/>
            <a:ext cx="9867579" cy="769442"/>
            <a:chOff x="1162211" y="3657790"/>
            <a:chExt cx="9867579" cy="769442"/>
          </a:xfrm>
        </p:grpSpPr>
        <p:sp>
          <p:nvSpPr>
            <p:cNvPr id="13" name="テキスト ボックス 12">
              <a:extLst>
                <a:ext uri="{FF2B5EF4-FFF2-40B4-BE49-F238E27FC236}">
                  <a16:creationId xmlns:a16="http://schemas.microsoft.com/office/drawing/2014/main" id="{159E165D-BF6C-606E-4E1E-1E8C1DE4B09C}"/>
                </a:ext>
              </a:extLst>
            </p:cNvPr>
            <p:cNvSpPr txBox="1"/>
            <p:nvPr/>
          </p:nvSpPr>
          <p:spPr>
            <a:xfrm>
              <a:off x="1162211" y="3657791"/>
              <a:ext cx="1739579"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a:t>
              </a:r>
            </a:p>
          </p:txBody>
        </p:sp>
        <p:sp>
          <p:nvSpPr>
            <p:cNvPr id="15" name="テキスト ボックス 14">
              <a:extLst>
                <a:ext uri="{FF2B5EF4-FFF2-40B4-BE49-F238E27FC236}">
                  <a16:creationId xmlns:a16="http://schemas.microsoft.com/office/drawing/2014/main" id="{895A8F8F-3FD7-89AF-5525-ADC87A7BCD03}"/>
                </a:ext>
              </a:extLst>
            </p:cNvPr>
            <p:cNvSpPr txBox="1"/>
            <p:nvPr/>
          </p:nvSpPr>
          <p:spPr>
            <a:xfrm>
              <a:off x="5226211" y="3657790"/>
              <a:ext cx="1739579"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ノード実行</a:t>
              </a:r>
            </a:p>
          </p:txBody>
        </p:sp>
        <p:sp>
          <p:nvSpPr>
            <p:cNvPr id="16" name="テキスト ボックス 15">
              <a:extLst>
                <a:ext uri="{FF2B5EF4-FFF2-40B4-BE49-F238E27FC236}">
                  <a16:creationId xmlns:a16="http://schemas.microsoft.com/office/drawing/2014/main" id="{C5B30B1C-BB93-0ACE-6663-24B01D1AD0B5}"/>
                </a:ext>
              </a:extLst>
            </p:cNvPr>
            <p:cNvSpPr txBox="1"/>
            <p:nvPr/>
          </p:nvSpPr>
          <p:spPr>
            <a:xfrm>
              <a:off x="9290210" y="3657790"/>
              <a:ext cx="1739580"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次ターンへ</a:t>
              </a:r>
            </a:p>
          </p:txBody>
        </p:sp>
      </p:grpSp>
    </p:spTree>
    <p:extLst>
      <p:ext uri="{BB962C8B-B14F-4D97-AF65-F5344CB8AC3E}">
        <p14:creationId xmlns:p14="http://schemas.microsoft.com/office/powerpoint/2010/main" val="362042448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A305E-D79A-FA2F-EC6D-17800F581DEE}"/>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838F2514-2018-C6C9-4375-D8C048311E1E}"/>
              </a:ext>
            </a:extLst>
          </p:cNvPr>
          <p:cNvGrpSpPr/>
          <p:nvPr/>
        </p:nvGrpSpPr>
        <p:grpSpPr>
          <a:xfrm>
            <a:off x="0" y="3429001"/>
            <a:ext cx="12192000" cy="3428999"/>
            <a:chOff x="0" y="0"/>
            <a:chExt cx="12701154" cy="6858000"/>
          </a:xfrm>
        </p:grpSpPr>
        <p:sp>
          <p:nvSpPr>
            <p:cNvPr id="5" name="正方形/長方形 4">
              <a:extLst>
                <a:ext uri="{FF2B5EF4-FFF2-40B4-BE49-F238E27FC236}">
                  <a16:creationId xmlns:a16="http://schemas.microsoft.com/office/drawing/2014/main" id="{E0FABE51-123C-F405-75E8-E330C855CF90}"/>
                </a:ext>
              </a:extLst>
            </p:cNvPr>
            <p:cNvSpPr/>
            <p:nvPr/>
          </p:nvSpPr>
          <p:spPr>
            <a:xfrm>
              <a:off x="0" y="0"/>
              <a:ext cx="4233718" cy="68580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11180006-3958-9E7B-AE43-CB1E2C47CEC2}"/>
                </a:ext>
              </a:extLst>
            </p:cNvPr>
            <p:cNvSpPr/>
            <p:nvPr/>
          </p:nvSpPr>
          <p:spPr>
            <a:xfrm>
              <a:off x="8467436" y="0"/>
              <a:ext cx="4233718" cy="6858000"/>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D7A01CB7-81BD-75A4-7339-A5CC5BF47DC5}"/>
                </a:ext>
              </a:extLst>
            </p:cNvPr>
            <p:cNvSpPr/>
            <p:nvPr/>
          </p:nvSpPr>
          <p:spPr>
            <a:xfrm>
              <a:off x="4233718" y="0"/>
              <a:ext cx="4233718" cy="685800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8220B69E-0A84-BFC7-DE2D-B7373BFAE67E}"/>
              </a:ext>
            </a:extLst>
          </p:cNvPr>
          <p:cNvSpPr txBox="1"/>
          <p:nvPr/>
        </p:nvSpPr>
        <p:spPr>
          <a:xfrm>
            <a:off x="1087615" y="134754"/>
            <a:ext cx="4257695" cy="923330"/>
          </a:xfrm>
          <a:prstGeom prst="rect">
            <a:avLst/>
          </a:prstGeom>
          <a:noFill/>
        </p:spPr>
        <p:txBody>
          <a:bodyPr wrap="none" rtlCol="0">
            <a:spAutoFit/>
          </a:bodyPr>
          <a:lstStyle/>
          <a:p>
            <a:pPr algn="ct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pic>
        <p:nvPicPr>
          <p:cNvPr id="17" name="図 16" descr="グラフィカル ユーザー インターフェイス&#10;&#10;AI 生成コンテンツは誤りを含む可能性があります。">
            <a:extLst>
              <a:ext uri="{FF2B5EF4-FFF2-40B4-BE49-F238E27FC236}">
                <a16:creationId xmlns:a16="http://schemas.microsoft.com/office/drawing/2014/main" id="{5617A369-05AA-B1F1-25DF-755927FB61B6}"/>
              </a:ext>
            </a:extLst>
          </p:cNvPr>
          <p:cNvPicPr>
            <a:picLocks noChangeAspect="1"/>
          </p:cNvPicPr>
          <p:nvPr/>
        </p:nvPicPr>
        <p:blipFill>
          <a:blip r:embed="rId3">
            <a:extLst>
              <a:ext uri="{28A0092B-C50C-407E-A947-70E740481C1C}">
                <a14:useLocalDpi xmlns:a14="http://schemas.microsoft.com/office/drawing/2010/main" val="0"/>
              </a:ext>
            </a:extLst>
          </a:blip>
          <a:srcRect l="20377" t="23011" r="58129" b="49800"/>
          <a:stretch>
            <a:fillRect/>
          </a:stretch>
        </p:blipFill>
        <p:spPr>
          <a:xfrm>
            <a:off x="809712" y="4016226"/>
            <a:ext cx="2444576" cy="1739416"/>
          </a:xfrm>
          <a:prstGeom prst="rect">
            <a:avLst/>
          </a:prstGeom>
          <a:ln w="38100">
            <a:solidFill>
              <a:schemeClr val="accent6"/>
            </a:solidFill>
          </a:ln>
        </p:spPr>
      </p:pic>
      <p:pic>
        <p:nvPicPr>
          <p:cNvPr id="18" name="図 17" descr="グラフィカル ユーザー インターフェイス&#10;&#10;AI 生成コンテンツは誤りを含む可能性があります。">
            <a:extLst>
              <a:ext uri="{FF2B5EF4-FFF2-40B4-BE49-F238E27FC236}">
                <a16:creationId xmlns:a16="http://schemas.microsoft.com/office/drawing/2014/main" id="{E1A0511B-3705-25B4-C084-F3AF7ED129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63339" y="192505"/>
            <a:ext cx="5398592" cy="3036707"/>
          </a:xfrm>
          <a:prstGeom prst="rect">
            <a:avLst/>
          </a:prstGeom>
          <a:ln w="38100">
            <a:solidFill>
              <a:schemeClr val="accent6"/>
            </a:solidFill>
          </a:ln>
        </p:spPr>
      </p:pic>
      <p:sp>
        <p:nvSpPr>
          <p:cNvPr id="20" name="四角形: 角を丸くする 19">
            <a:extLst>
              <a:ext uri="{FF2B5EF4-FFF2-40B4-BE49-F238E27FC236}">
                <a16:creationId xmlns:a16="http://schemas.microsoft.com/office/drawing/2014/main" id="{E606A960-3A35-2161-AEC9-3B81FD981227}"/>
              </a:ext>
            </a:extLst>
          </p:cNvPr>
          <p:cNvSpPr/>
          <p:nvPr/>
        </p:nvSpPr>
        <p:spPr>
          <a:xfrm>
            <a:off x="301193" y="1125553"/>
            <a:ext cx="1883742"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D8000FEF-8A9B-5D79-77DC-12850E0FDDF9}"/>
              </a:ext>
            </a:extLst>
          </p:cNvPr>
          <p:cNvSpPr/>
          <p:nvPr/>
        </p:nvSpPr>
        <p:spPr>
          <a:xfrm>
            <a:off x="7575082" y="906207"/>
            <a:ext cx="1176571" cy="826340"/>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sp>
        <p:nvSpPr>
          <p:cNvPr id="13" name="テキスト ボックス 12">
            <a:extLst>
              <a:ext uri="{FF2B5EF4-FFF2-40B4-BE49-F238E27FC236}">
                <a16:creationId xmlns:a16="http://schemas.microsoft.com/office/drawing/2014/main" id="{C9BA2B14-9DA7-F032-F037-FF06470AF167}"/>
              </a:ext>
            </a:extLst>
          </p:cNvPr>
          <p:cNvSpPr txBox="1"/>
          <p:nvPr/>
        </p:nvSpPr>
        <p:spPr>
          <a:xfrm>
            <a:off x="479874" y="1189913"/>
            <a:ext cx="1526380"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1.</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a:t>
            </a:r>
          </a:p>
        </p:txBody>
      </p:sp>
      <p:sp>
        <p:nvSpPr>
          <p:cNvPr id="26" name="四角形: 角を丸くする 25">
            <a:extLst>
              <a:ext uri="{FF2B5EF4-FFF2-40B4-BE49-F238E27FC236}">
                <a16:creationId xmlns:a16="http://schemas.microsoft.com/office/drawing/2014/main" id="{2549810D-38F1-BB74-775C-D608A0372F2B}"/>
              </a:ext>
            </a:extLst>
          </p:cNvPr>
          <p:cNvSpPr/>
          <p:nvPr/>
        </p:nvSpPr>
        <p:spPr>
          <a:xfrm>
            <a:off x="2279404" y="1125553"/>
            <a:ext cx="1883742" cy="1971676"/>
          </a:xfrm>
          <a:prstGeom prst="roundRect">
            <a:avLst>
              <a:gd name="adj" fmla="val 9570"/>
            </a:avLst>
          </a:prstGeom>
          <a:solidFill>
            <a:schemeClr val="accent6">
              <a:lumMod val="40000"/>
              <a:lumOff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E68E18F7-A7F3-A4DA-9FFB-C88B529AFCD8}"/>
              </a:ext>
            </a:extLst>
          </p:cNvPr>
          <p:cNvSpPr/>
          <p:nvPr/>
        </p:nvSpPr>
        <p:spPr>
          <a:xfrm>
            <a:off x="4250758" y="1125553"/>
            <a:ext cx="1883742" cy="1971676"/>
          </a:xfrm>
          <a:prstGeom prst="roundRect">
            <a:avLst>
              <a:gd name="adj" fmla="val 9570"/>
            </a:avLst>
          </a:prstGeom>
          <a:solidFill>
            <a:schemeClr val="accent6">
              <a:lumMod val="60000"/>
              <a:lumOff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3B75679E-5698-0564-DD99-50E3F6369019}"/>
              </a:ext>
            </a:extLst>
          </p:cNvPr>
          <p:cNvSpPr txBox="1"/>
          <p:nvPr/>
        </p:nvSpPr>
        <p:spPr>
          <a:xfrm>
            <a:off x="2430831" y="1189914"/>
            <a:ext cx="1571264"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2.</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ノード実行</a:t>
            </a:r>
          </a:p>
        </p:txBody>
      </p:sp>
      <p:sp>
        <p:nvSpPr>
          <p:cNvPr id="16" name="テキスト ボックス 15">
            <a:extLst>
              <a:ext uri="{FF2B5EF4-FFF2-40B4-BE49-F238E27FC236}">
                <a16:creationId xmlns:a16="http://schemas.microsoft.com/office/drawing/2014/main" id="{0F2FA38E-E8B5-2B35-5863-0A62CA478702}"/>
              </a:ext>
            </a:extLst>
          </p:cNvPr>
          <p:cNvSpPr txBox="1"/>
          <p:nvPr/>
        </p:nvSpPr>
        <p:spPr>
          <a:xfrm>
            <a:off x="4400585" y="1189913"/>
            <a:ext cx="1584087"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3.</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次ターンへ</a:t>
            </a:r>
          </a:p>
        </p:txBody>
      </p:sp>
      <p:grpSp>
        <p:nvGrpSpPr>
          <p:cNvPr id="54" name="グループ化 53">
            <a:extLst>
              <a:ext uri="{FF2B5EF4-FFF2-40B4-BE49-F238E27FC236}">
                <a16:creationId xmlns:a16="http://schemas.microsoft.com/office/drawing/2014/main" id="{66B87DDB-C175-19D3-7EE5-5D572623F1BE}"/>
              </a:ext>
            </a:extLst>
          </p:cNvPr>
          <p:cNvGrpSpPr/>
          <p:nvPr/>
        </p:nvGrpSpPr>
        <p:grpSpPr>
          <a:xfrm>
            <a:off x="7361483" y="1389813"/>
            <a:ext cx="427198" cy="461665"/>
            <a:chOff x="6862814" y="4572001"/>
            <a:chExt cx="427198" cy="461665"/>
          </a:xfrm>
        </p:grpSpPr>
        <p:sp>
          <p:nvSpPr>
            <p:cNvPr id="53" name="楕円 52">
              <a:extLst>
                <a:ext uri="{FF2B5EF4-FFF2-40B4-BE49-F238E27FC236}">
                  <a16:creationId xmlns:a16="http://schemas.microsoft.com/office/drawing/2014/main" id="{1C1AC9BF-DC48-515D-110F-35A8181EAA0F}"/>
                </a:ext>
              </a:extLst>
            </p:cNvPr>
            <p:cNvSpPr/>
            <p:nvPr/>
          </p:nvSpPr>
          <p:spPr>
            <a:xfrm>
              <a:off x="6862814" y="4600877"/>
              <a:ext cx="427198" cy="427198"/>
            </a:xfrm>
            <a:prstGeom prst="ellipse">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FBBEABE3-6E0D-094A-7B0C-93F8BDB8F8EE}"/>
                </a:ext>
              </a:extLst>
            </p:cNvPr>
            <p:cNvSpPr txBox="1"/>
            <p:nvPr/>
          </p:nvSpPr>
          <p:spPr>
            <a:xfrm>
              <a:off x="6943386" y="4572001"/>
              <a:ext cx="269625"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1</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
        <p:nvSpPr>
          <p:cNvPr id="61" name="四角形: 角を丸くする 60">
            <a:extLst>
              <a:ext uri="{FF2B5EF4-FFF2-40B4-BE49-F238E27FC236}">
                <a16:creationId xmlns:a16="http://schemas.microsoft.com/office/drawing/2014/main" id="{EA73F9D0-16A1-E78D-65CA-90682548737D}"/>
              </a:ext>
            </a:extLst>
          </p:cNvPr>
          <p:cNvSpPr/>
          <p:nvPr/>
        </p:nvSpPr>
        <p:spPr>
          <a:xfrm>
            <a:off x="9711889" y="279962"/>
            <a:ext cx="2050181" cy="1914597"/>
          </a:xfrm>
          <a:prstGeom prst="roundRect">
            <a:avLst>
              <a:gd name="adj" fmla="val 7526"/>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62" name="グループ化 61">
            <a:extLst>
              <a:ext uri="{FF2B5EF4-FFF2-40B4-BE49-F238E27FC236}">
                <a16:creationId xmlns:a16="http://schemas.microsoft.com/office/drawing/2014/main" id="{89840ACB-BA09-247B-B72A-59D637E5DE86}"/>
              </a:ext>
            </a:extLst>
          </p:cNvPr>
          <p:cNvGrpSpPr/>
          <p:nvPr/>
        </p:nvGrpSpPr>
        <p:grpSpPr>
          <a:xfrm>
            <a:off x="9498290" y="1820351"/>
            <a:ext cx="427198" cy="461665"/>
            <a:chOff x="6862814" y="4572001"/>
            <a:chExt cx="427198" cy="461665"/>
          </a:xfrm>
        </p:grpSpPr>
        <p:sp>
          <p:nvSpPr>
            <p:cNvPr id="63" name="楕円 62">
              <a:extLst>
                <a:ext uri="{FF2B5EF4-FFF2-40B4-BE49-F238E27FC236}">
                  <a16:creationId xmlns:a16="http://schemas.microsoft.com/office/drawing/2014/main" id="{B43FD9AF-E4FC-0D62-E140-4309AE0816D2}"/>
                </a:ext>
              </a:extLst>
            </p:cNvPr>
            <p:cNvSpPr/>
            <p:nvPr/>
          </p:nvSpPr>
          <p:spPr>
            <a:xfrm>
              <a:off x="6862814" y="4600877"/>
              <a:ext cx="427198" cy="427198"/>
            </a:xfrm>
            <a:prstGeom prst="ellipse">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111585EE-87B2-4BC3-9EC9-4861ACD1175D}"/>
                </a:ext>
              </a:extLst>
            </p:cNvPr>
            <p:cNvSpPr txBox="1"/>
            <p:nvPr/>
          </p:nvSpPr>
          <p:spPr>
            <a:xfrm>
              <a:off x="6927355" y="4572001"/>
              <a:ext cx="301686"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2</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
        <p:nvSpPr>
          <p:cNvPr id="65" name="四角形: 角を丸くする 64">
            <a:extLst>
              <a:ext uri="{FF2B5EF4-FFF2-40B4-BE49-F238E27FC236}">
                <a16:creationId xmlns:a16="http://schemas.microsoft.com/office/drawing/2014/main" id="{EBAEDFAA-1665-5B0B-95D7-76189CE26D47}"/>
              </a:ext>
            </a:extLst>
          </p:cNvPr>
          <p:cNvSpPr/>
          <p:nvPr/>
        </p:nvSpPr>
        <p:spPr>
          <a:xfrm>
            <a:off x="8014160" y="1884210"/>
            <a:ext cx="427198" cy="931891"/>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sp>
        <p:nvSpPr>
          <p:cNvPr id="66" name="四角形: 角を丸くする 65">
            <a:extLst>
              <a:ext uri="{FF2B5EF4-FFF2-40B4-BE49-F238E27FC236}">
                <a16:creationId xmlns:a16="http://schemas.microsoft.com/office/drawing/2014/main" id="{C848ABA7-5794-17CC-502B-861FA5A68A7F}"/>
              </a:ext>
            </a:extLst>
          </p:cNvPr>
          <p:cNvSpPr/>
          <p:nvPr/>
        </p:nvSpPr>
        <p:spPr>
          <a:xfrm>
            <a:off x="7963780" y="577516"/>
            <a:ext cx="313965" cy="309440"/>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68" name="コネクタ: 曲線 67">
            <a:extLst>
              <a:ext uri="{FF2B5EF4-FFF2-40B4-BE49-F238E27FC236}">
                <a16:creationId xmlns:a16="http://schemas.microsoft.com/office/drawing/2014/main" id="{5BEE661A-DD77-0375-A34A-22DD3083DDC3}"/>
              </a:ext>
            </a:extLst>
          </p:cNvPr>
          <p:cNvCxnSpPr>
            <a:cxnSpLocks/>
            <a:stCxn id="66" idx="3"/>
            <a:endCxn id="65" idx="3"/>
          </p:cNvCxnSpPr>
          <p:nvPr/>
        </p:nvCxnSpPr>
        <p:spPr>
          <a:xfrm>
            <a:off x="8277745" y="732236"/>
            <a:ext cx="163613" cy="1617920"/>
          </a:xfrm>
          <a:prstGeom prst="curvedConnector3">
            <a:avLst>
              <a:gd name="adj1" fmla="val 580931"/>
            </a:avLst>
          </a:prstGeom>
          <a:ln>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grpSp>
        <p:nvGrpSpPr>
          <p:cNvPr id="72" name="グループ化 71">
            <a:extLst>
              <a:ext uri="{FF2B5EF4-FFF2-40B4-BE49-F238E27FC236}">
                <a16:creationId xmlns:a16="http://schemas.microsoft.com/office/drawing/2014/main" id="{AC00060F-E7E7-4981-8463-4514FA123FEC}"/>
              </a:ext>
            </a:extLst>
          </p:cNvPr>
          <p:cNvGrpSpPr/>
          <p:nvPr/>
        </p:nvGrpSpPr>
        <p:grpSpPr>
          <a:xfrm>
            <a:off x="7707397" y="2119322"/>
            <a:ext cx="427198" cy="461665"/>
            <a:chOff x="6862814" y="4572001"/>
            <a:chExt cx="427198" cy="461665"/>
          </a:xfrm>
        </p:grpSpPr>
        <p:sp>
          <p:nvSpPr>
            <p:cNvPr id="73" name="楕円 72">
              <a:extLst>
                <a:ext uri="{FF2B5EF4-FFF2-40B4-BE49-F238E27FC236}">
                  <a16:creationId xmlns:a16="http://schemas.microsoft.com/office/drawing/2014/main" id="{62AF21B0-A5A3-6921-6967-8879168706CC}"/>
                </a:ext>
              </a:extLst>
            </p:cNvPr>
            <p:cNvSpPr/>
            <p:nvPr/>
          </p:nvSpPr>
          <p:spPr>
            <a:xfrm>
              <a:off x="6862814" y="4600877"/>
              <a:ext cx="427198" cy="427198"/>
            </a:xfrm>
            <a:prstGeom prst="ellips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E71852A5-A1A6-8160-379B-7BFBCFA17D92}"/>
                </a:ext>
              </a:extLst>
            </p:cNvPr>
            <p:cNvSpPr txBox="1"/>
            <p:nvPr/>
          </p:nvSpPr>
          <p:spPr>
            <a:xfrm>
              <a:off x="6922546" y="4572001"/>
              <a:ext cx="311304"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3</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pic>
        <p:nvPicPr>
          <p:cNvPr id="76" name="図 75" descr="グラフィカル ユーザー インターフェイス&#10;&#10;AI 生成コンテンツは誤りを含む可能性があります。">
            <a:extLst>
              <a:ext uri="{FF2B5EF4-FFF2-40B4-BE49-F238E27FC236}">
                <a16:creationId xmlns:a16="http://schemas.microsoft.com/office/drawing/2014/main" id="{938251AB-EC86-C8AD-32E9-507858C9D266}"/>
              </a:ext>
            </a:extLst>
          </p:cNvPr>
          <p:cNvPicPr>
            <a:picLocks noChangeAspect="1"/>
          </p:cNvPicPr>
          <p:nvPr/>
        </p:nvPicPr>
        <p:blipFill>
          <a:blip r:embed="rId3">
            <a:extLst>
              <a:ext uri="{28A0092B-C50C-407E-A947-70E740481C1C}">
                <a14:useLocalDpi xmlns:a14="http://schemas.microsoft.com/office/drawing/2010/main" val="0"/>
              </a:ext>
            </a:extLst>
          </a:blip>
          <a:srcRect l="757" t="1944" r="41116" b="2616"/>
          <a:stretch>
            <a:fillRect/>
          </a:stretch>
        </p:blipFill>
        <p:spPr>
          <a:xfrm>
            <a:off x="630738" y="1754578"/>
            <a:ext cx="1229407" cy="1135453"/>
          </a:xfrm>
          <a:prstGeom prst="rect">
            <a:avLst/>
          </a:prstGeom>
          <a:ln w="38100">
            <a:solidFill>
              <a:schemeClr val="accent6"/>
            </a:solidFill>
          </a:ln>
        </p:spPr>
      </p:pic>
      <p:pic>
        <p:nvPicPr>
          <p:cNvPr id="77" name="図 76" descr="グラフィカル ユーザー インターフェイス&#10;&#10;AI 生成コンテンツは誤りを含む可能性があります。">
            <a:extLst>
              <a:ext uri="{FF2B5EF4-FFF2-40B4-BE49-F238E27FC236}">
                <a16:creationId xmlns:a16="http://schemas.microsoft.com/office/drawing/2014/main" id="{39315B03-D14D-CA2A-2828-63CBCFB8C22B}"/>
              </a:ext>
            </a:extLst>
          </p:cNvPr>
          <p:cNvPicPr>
            <a:picLocks noChangeAspect="1"/>
          </p:cNvPicPr>
          <p:nvPr/>
        </p:nvPicPr>
        <p:blipFill>
          <a:blip r:embed="rId3">
            <a:extLst>
              <a:ext uri="{28A0092B-C50C-407E-A947-70E740481C1C}">
                <a14:useLocalDpi xmlns:a14="http://schemas.microsoft.com/office/drawing/2010/main" val="0"/>
              </a:ext>
            </a:extLst>
          </a:blip>
          <a:srcRect l="58761" b="33057"/>
          <a:stretch>
            <a:fillRect/>
          </a:stretch>
        </p:blipFill>
        <p:spPr>
          <a:xfrm>
            <a:off x="2606641" y="1795889"/>
            <a:ext cx="1214019" cy="1108530"/>
          </a:xfrm>
          <a:prstGeom prst="rect">
            <a:avLst/>
          </a:prstGeom>
          <a:ln w="38100">
            <a:solidFill>
              <a:schemeClr val="accent6"/>
            </a:solidFill>
          </a:ln>
        </p:spPr>
      </p:pic>
      <p:pic>
        <p:nvPicPr>
          <p:cNvPr id="78" name="図 77" descr="グラフィカル ユーザー インターフェイス&#10;&#10;AI 生成コンテンツは誤りを含む可能性があります。">
            <a:extLst>
              <a:ext uri="{FF2B5EF4-FFF2-40B4-BE49-F238E27FC236}">
                <a16:creationId xmlns:a16="http://schemas.microsoft.com/office/drawing/2014/main" id="{6E31F50B-84FF-B5B3-43CD-B52C620CEDB0}"/>
              </a:ext>
            </a:extLst>
          </p:cNvPr>
          <p:cNvPicPr>
            <a:picLocks noChangeAspect="1"/>
          </p:cNvPicPr>
          <p:nvPr/>
        </p:nvPicPr>
        <p:blipFill>
          <a:blip r:embed="rId3">
            <a:extLst>
              <a:ext uri="{28A0092B-C50C-407E-A947-70E740481C1C}">
                <a14:useLocalDpi xmlns:a14="http://schemas.microsoft.com/office/drawing/2010/main" val="0"/>
              </a:ext>
            </a:extLst>
          </a:blip>
          <a:srcRect l="28771" t="54242" r="62592" b="13365"/>
          <a:stretch>
            <a:fillRect/>
          </a:stretch>
        </p:blipFill>
        <p:spPr>
          <a:xfrm>
            <a:off x="4484509" y="1786264"/>
            <a:ext cx="541709" cy="1142787"/>
          </a:xfrm>
          <a:prstGeom prst="rect">
            <a:avLst/>
          </a:prstGeom>
          <a:ln w="38100">
            <a:solidFill>
              <a:schemeClr val="accent6"/>
            </a:solidFill>
          </a:ln>
        </p:spPr>
      </p:pic>
      <p:pic>
        <p:nvPicPr>
          <p:cNvPr id="79" name="図 78" descr="グラフィカル ユーザー インターフェイス&#10;&#10;AI 生成コンテンツは誤りを含む可能性があります。">
            <a:extLst>
              <a:ext uri="{FF2B5EF4-FFF2-40B4-BE49-F238E27FC236}">
                <a16:creationId xmlns:a16="http://schemas.microsoft.com/office/drawing/2014/main" id="{B0650381-4F12-9B25-0377-978BEEDA25B6}"/>
              </a:ext>
            </a:extLst>
          </p:cNvPr>
          <p:cNvPicPr>
            <a:picLocks noChangeAspect="1"/>
          </p:cNvPicPr>
          <p:nvPr/>
        </p:nvPicPr>
        <p:blipFill>
          <a:blip r:embed="rId3">
            <a:extLst>
              <a:ext uri="{28A0092B-C50C-407E-A947-70E740481C1C}">
                <a14:useLocalDpi xmlns:a14="http://schemas.microsoft.com/office/drawing/2010/main" val="0"/>
              </a:ext>
            </a:extLst>
          </a:blip>
          <a:srcRect l="27878" t="12406" r="66178" b="76525"/>
          <a:stretch>
            <a:fillRect/>
          </a:stretch>
        </p:blipFill>
        <p:spPr>
          <a:xfrm>
            <a:off x="5183815" y="1964852"/>
            <a:ext cx="733762" cy="768567"/>
          </a:xfrm>
          <a:prstGeom prst="rect">
            <a:avLst/>
          </a:prstGeom>
          <a:ln w="38100">
            <a:solidFill>
              <a:schemeClr val="accent6"/>
            </a:solidFill>
          </a:ln>
        </p:spPr>
      </p:pic>
      <p:sp>
        <p:nvSpPr>
          <p:cNvPr id="85" name="テキスト ボックス 84">
            <a:extLst>
              <a:ext uri="{FF2B5EF4-FFF2-40B4-BE49-F238E27FC236}">
                <a16:creationId xmlns:a16="http://schemas.microsoft.com/office/drawing/2014/main" id="{6306A14E-C678-54C4-58A7-A28B9264D450}"/>
              </a:ext>
            </a:extLst>
          </p:cNvPr>
          <p:cNvSpPr txBox="1"/>
          <p:nvPr/>
        </p:nvSpPr>
        <p:spPr>
          <a:xfrm>
            <a:off x="333361" y="5967814"/>
            <a:ext cx="3345788"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ルートマップ上のルートを選択</a:t>
            </a:r>
          </a:p>
        </p:txBody>
      </p:sp>
      <p:sp>
        <p:nvSpPr>
          <p:cNvPr id="91" name="二等辺三角形 90">
            <a:extLst>
              <a:ext uri="{FF2B5EF4-FFF2-40B4-BE49-F238E27FC236}">
                <a16:creationId xmlns:a16="http://schemas.microsoft.com/office/drawing/2014/main" id="{344B733B-BCD2-066A-A28A-496FF2E69AC0}"/>
              </a:ext>
            </a:extLst>
          </p:cNvPr>
          <p:cNvSpPr/>
          <p:nvPr/>
        </p:nvSpPr>
        <p:spPr>
          <a:xfrm rot="5400000">
            <a:off x="3533647" y="4841349"/>
            <a:ext cx="1060704" cy="604303"/>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2" name="テキスト ボックス 91">
            <a:extLst>
              <a:ext uri="{FF2B5EF4-FFF2-40B4-BE49-F238E27FC236}">
                <a16:creationId xmlns:a16="http://schemas.microsoft.com/office/drawing/2014/main" id="{9A63CC90-809A-4258-B57B-05BFA74B123F}"/>
              </a:ext>
            </a:extLst>
          </p:cNvPr>
          <p:cNvSpPr txBox="1"/>
          <p:nvPr/>
        </p:nvSpPr>
        <p:spPr>
          <a:xfrm>
            <a:off x="4647528" y="5967813"/>
            <a:ext cx="2896947"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ルート決定し、ノード発動</a:t>
            </a:r>
          </a:p>
        </p:txBody>
      </p:sp>
      <p:sp>
        <p:nvSpPr>
          <p:cNvPr id="93" name="テキスト ボックス 92">
            <a:extLst>
              <a:ext uri="{FF2B5EF4-FFF2-40B4-BE49-F238E27FC236}">
                <a16:creationId xmlns:a16="http://schemas.microsoft.com/office/drawing/2014/main" id="{76193BE0-60B1-8261-E5EB-A98504371279}"/>
              </a:ext>
            </a:extLst>
          </p:cNvPr>
          <p:cNvSpPr txBox="1"/>
          <p:nvPr/>
        </p:nvSpPr>
        <p:spPr>
          <a:xfrm>
            <a:off x="8384257" y="5967813"/>
            <a:ext cx="3575018"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ノード上を進み、ゴールを目指せ</a:t>
            </a:r>
          </a:p>
        </p:txBody>
      </p:sp>
      <p:pic>
        <p:nvPicPr>
          <p:cNvPr id="96" name="図 95" descr="グラフィカル ユーザー インターフェイス, ダイアグラム&#10;&#10;AI 生成コンテンツは誤りを含む可能性があります。">
            <a:extLst>
              <a:ext uri="{FF2B5EF4-FFF2-40B4-BE49-F238E27FC236}">
                <a16:creationId xmlns:a16="http://schemas.microsoft.com/office/drawing/2014/main" id="{9812F68D-762E-88FA-95E1-1DA08F8A2DE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90170" y="4131881"/>
            <a:ext cx="2845869" cy="1600801"/>
          </a:xfrm>
          <a:prstGeom prst="rect">
            <a:avLst/>
          </a:prstGeom>
          <a:ln w="38100">
            <a:solidFill>
              <a:schemeClr val="accent6"/>
            </a:solidFill>
          </a:ln>
        </p:spPr>
      </p:pic>
      <p:sp>
        <p:nvSpPr>
          <p:cNvPr id="100" name="二等辺三角形 99">
            <a:extLst>
              <a:ext uri="{FF2B5EF4-FFF2-40B4-BE49-F238E27FC236}">
                <a16:creationId xmlns:a16="http://schemas.microsoft.com/office/drawing/2014/main" id="{5ED02192-9A39-2163-6612-D737336E5369}"/>
              </a:ext>
            </a:extLst>
          </p:cNvPr>
          <p:cNvSpPr/>
          <p:nvPr/>
        </p:nvSpPr>
        <p:spPr>
          <a:xfrm rot="5400000">
            <a:off x="7589269" y="4841350"/>
            <a:ext cx="1060704" cy="604303"/>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5" name="コネクタ: カギ線 54">
            <a:extLst>
              <a:ext uri="{FF2B5EF4-FFF2-40B4-BE49-F238E27FC236}">
                <a16:creationId xmlns:a16="http://schemas.microsoft.com/office/drawing/2014/main" id="{6BBC238C-07B0-566B-1A2B-38427938E7F9}"/>
              </a:ext>
            </a:extLst>
          </p:cNvPr>
          <p:cNvCxnSpPr>
            <a:cxnSpLocks/>
            <a:stCxn id="77" idx="2"/>
            <a:endCxn id="96" idx="0"/>
          </p:cNvCxnSpPr>
          <p:nvPr/>
        </p:nvCxnSpPr>
        <p:spPr>
          <a:xfrm rot="16200000" flipH="1">
            <a:off x="3999647" y="2118423"/>
            <a:ext cx="1227462" cy="2799454"/>
          </a:xfrm>
          <a:prstGeom prst="bentConnector3">
            <a:avLst>
              <a:gd name="adj1" fmla="val 54705"/>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pic>
        <p:nvPicPr>
          <p:cNvPr id="116" name="図 115" descr="グラフィカル ユーザー インターフェイス&#10;&#10;AI 生成コンテンツは誤りを含む可能性があります。">
            <a:extLst>
              <a:ext uri="{FF2B5EF4-FFF2-40B4-BE49-F238E27FC236}">
                <a16:creationId xmlns:a16="http://schemas.microsoft.com/office/drawing/2014/main" id="{F92AF89D-7626-1EBC-028D-CA58A536352C}"/>
              </a:ext>
            </a:extLst>
          </p:cNvPr>
          <p:cNvPicPr>
            <a:picLocks noChangeAspect="1"/>
          </p:cNvPicPr>
          <p:nvPr/>
        </p:nvPicPr>
        <p:blipFill>
          <a:blip r:embed="rId3">
            <a:extLst>
              <a:ext uri="{28A0092B-C50C-407E-A947-70E740481C1C}">
                <a14:useLocalDpi xmlns:a14="http://schemas.microsoft.com/office/drawing/2010/main" val="0"/>
              </a:ext>
            </a:extLst>
          </a:blip>
          <a:srcRect l="28771" t="54242" r="62592" b="13365"/>
          <a:stretch>
            <a:fillRect/>
          </a:stretch>
        </p:blipFill>
        <p:spPr>
          <a:xfrm>
            <a:off x="8583247" y="4247381"/>
            <a:ext cx="747731" cy="1577410"/>
          </a:xfrm>
          <a:prstGeom prst="rect">
            <a:avLst/>
          </a:prstGeom>
          <a:ln w="38100">
            <a:solidFill>
              <a:schemeClr val="accent6"/>
            </a:solidFill>
          </a:ln>
        </p:spPr>
      </p:pic>
      <p:pic>
        <p:nvPicPr>
          <p:cNvPr id="117" name="図 116" descr="グラフィカル ユーザー インターフェイス&#10;&#10;AI 生成コンテンツは誤りを含む可能性があります。">
            <a:extLst>
              <a:ext uri="{FF2B5EF4-FFF2-40B4-BE49-F238E27FC236}">
                <a16:creationId xmlns:a16="http://schemas.microsoft.com/office/drawing/2014/main" id="{BA359656-7BF2-4F67-106F-0DE771B2A52C}"/>
              </a:ext>
            </a:extLst>
          </p:cNvPr>
          <p:cNvPicPr>
            <a:picLocks noChangeAspect="1"/>
          </p:cNvPicPr>
          <p:nvPr/>
        </p:nvPicPr>
        <p:blipFill>
          <a:blip r:embed="rId3">
            <a:extLst>
              <a:ext uri="{28A0092B-C50C-407E-A947-70E740481C1C}">
                <a14:useLocalDpi xmlns:a14="http://schemas.microsoft.com/office/drawing/2010/main" val="0"/>
              </a:ext>
            </a:extLst>
          </a:blip>
          <a:srcRect l="27878" t="12406" r="66178" b="76525"/>
          <a:stretch>
            <a:fillRect/>
          </a:stretch>
        </p:blipFill>
        <p:spPr>
          <a:xfrm>
            <a:off x="10991429" y="4471813"/>
            <a:ext cx="1027279" cy="1076007"/>
          </a:xfrm>
          <a:prstGeom prst="rect">
            <a:avLst/>
          </a:prstGeom>
          <a:ln w="38100">
            <a:solidFill>
              <a:schemeClr val="accent6"/>
            </a:solidFill>
          </a:ln>
        </p:spPr>
      </p:pic>
      <p:grpSp>
        <p:nvGrpSpPr>
          <p:cNvPr id="118" name="グループ化 117">
            <a:extLst>
              <a:ext uri="{FF2B5EF4-FFF2-40B4-BE49-F238E27FC236}">
                <a16:creationId xmlns:a16="http://schemas.microsoft.com/office/drawing/2014/main" id="{7EBC5DD3-51A6-8AB2-5286-BD1685EF4C9B}"/>
              </a:ext>
            </a:extLst>
          </p:cNvPr>
          <p:cNvGrpSpPr/>
          <p:nvPr/>
        </p:nvGrpSpPr>
        <p:grpSpPr>
          <a:xfrm>
            <a:off x="9450093" y="4514780"/>
            <a:ext cx="1374095" cy="495036"/>
            <a:chOff x="1515263" y="349321"/>
            <a:chExt cx="1290868" cy="495036"/>
          </a:xfrm>
        </p:grpSpPr>
        <p:sp>
          <p:nvSpPr>
            <p:cNvPr id="119" name="四角形: 角を丸くする 118">
              <a:extLst>
                <a:ext uri="{FF2B5EF4-FFF2-40B4-BE49-F238E27FC236}">
                  <a16:creationId xmlns:a16="http://schemas.microsoft.com/office/drawing/2014/main" id="{3F2C5499-F481-3183-7894-93514C2EB9FD}"/>
                </a:ext>
              </a:extLst>
            </p:cNvPr>
            <p:cNvSpPr/>
            <p:nvPr/>
          </p:nvSpPr>
          <p:spPr>
            <a:xfrm>
              <a:off x="1515263" y="349321"/>
              <a:ext cx="1290868" cy="495036"/>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20" name="テキスト ボックス 119">
              <a:extLst>
                <a:ext uri="{FF2B5EF4-FFF2-40B4-BE49-F238E27FC236}">
                  <a16:creationId xmlns:a16="http://schemas.microsoft.com/office/drawing/2014/main" id="{63DF36B0-A89D-0B3F-8E73-C1429C033545}"/>
                </a:ext>
              </a:extLst>
            </p:cNvPr>
            <p:cNvSpPr txBox="1"/>
            <p:nvPr/>
          </p:nvSpPr>
          <p:spPr>
            <a:xfrm>
              <a:off x="1515264" y="378196"/>
              <a:ext cx="1290867" cy="461665"/>
            </a:xfrm>
            <a:prstGeom prst="rect">
              <a:avLst/>
            </a:prstGeom>
            <a:noFill/>
          </p:spPr>
          <p:txBody>
            <a:bodyPr wrap="none" rtlCol="0">
              <a:spAutoFit/>
            </a:bodyPr>
            <a:lstStyle/>
            <a:p>
              <a:pPr algn="ctr"/>
              <a:r>
                <a:rPr kumimoji="1"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通過済みノード</a:t>
              </a:r>
            </a:p>
          </p:txBody>
        </p:sp>
      </p:grpSp>
      <p:sp>
        <p:nvSpPr>
          <p:cNvPr id="121" name="四角形: 角を丸くする 120">
            <a:extLst>
              <a:ext uri="{FF2B5EF4-FFF2-40B4-BE49-F238E27FC236}">
                <a16:creationId xmlns:a16="http://schemas.microsoft.com/office/drawing/2014/main" id="{A6889782-EC3F-2B51-EA26-D2A9669AD1C4}"/>
              </a:ext>
            </a:extLst>
          </p:cNvPr>
          <p:cNvSpPr/>
          <p:nvPr/>
        </p:nvSpPr>
        <p:spPr>
          <a:xfrm>
            <a:off x="8684937" y="4383047"/>
            <a:ext cx="534113" cy="535493"/>
          </a:xfrm>
          <a:prstGeom prst="roundRect">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122" name="コネクタ: 曲線 121">
            <a:extLst>
              <a:ext uri="{FF2B5EF4-FFF2-40B4-BE49-F238E27FC236}">
                <a16:creationId xmlns:a16="http://schemas.microsoft.com/office/drawing/2014/main" id="{DFC6E703-E0DD-4A03-7B44-5DAD3243445E}"/>
              </a:ext>
            </a:extLst>
          </p:cNvPr>
          <p:cNvCxnSpPr>
            <a:cxnSpLocks/>
            <a:stCxn id="121" idx="0"/>
            <a:endCxn id="120" idx="0"/>
          </p:cNvCxnSpPr>
          <p:nvPr/>
        </p:nvCxnSpPr>
        <p:spPr>
          <a:xfrm rot="16200000" flipH="1">
            <a:off x="9464263" y="3870778"/>
            <a:ext cx="160608" cy="1185147"/>
          </a:xfrm>
          <a:prstGeom prst="curvedConnector3">
            <a:avLst>
              <a:gd name="adj1" fmla="val -142334"/>
            </a:avLst>
          </a:prstGeom>
          <a:ln w="381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grpSp>
        <p:nvGrpSpPr>
          <p:cNvPr id="125" name="グループ化 124">
            <a:extLst>
              <a:ext uri="{FF2B5EF4-FFF2-40B4-BE49-F238E27FC236}">
                <a16:creationId xmlns:a16="http://schemas.microsoft.com/office/drawing/2014/main" id="{DEB55CD8-3A70-6CFD-FB2B-D2E35B544BEF}"/>
              </a:ext>
            </a:extLst>
          </p:cNvPr>
          <p:cNvGrpSpPr/>
          <p:nvPr/>
        </p:nvGrpSpPr>
        <p:grpSpPr>
          <a:xfrm>
            <a:off x="9472952" y="5117537"/>
            <a:ext cx="1374095" cy="495036"/>
            <a:chOff x="1515263" y="349321"/>
            <a:chExt cx="1290868" cy="495036"/>
          </a:xfrm>
        </p:grpSpPr>
        <p:sp>
          <p:nvSpPr>
            <p:cNvPr id="126" name="四角形: 角を丸くする 125">
              <a:extLst>
                <a:ext uri="{FF2B5EF4-FFF2-40B4-BE49-F238E27FC236}">
                  <a16:creationId xmlns:a16="http://schemas.microsoft.com/office/drawing/2014/main" id="{6AD933C5-6C4A-578C-734A-FAA27C43808D}"/>
                </a:ext>
              </a:extLst>
            </p:cNvPr>
            <p:cNvSpPr/>
            <p:nvPr/>
          </p:nvSpPr>
          <p:spPr>
            <a:xfrm>
              <a:off x="1515263" y="349321"/>
              <a:ext cx="1290868" cy="495036"/>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27" name="テキスト ボックス 126">
              <a:extLst>
                <a:ext uri="{FF2B5EF4-FFF2-40B4-BE49-F238E27FC236}">
                  <a16:creationId xmlns:a16="http://schemas.microsoft.com/office/drawing/2014/main" id="{60CC4135-EAD3-A594-A342-553091B69734}"/>
                </a:ext>
              </a:extLst>
            </p:cNvPr>
            <p:cNvSpPr txBox="1"/>
            <p:nvPr/>
          </p:nvSpPr>
          <p:spPr>
            <a:xfrm>
              <a:off x="1595076" y="378196"/>
              <a:ext cx="1131242" cy="461665"/>
            </a:xfrm>
            <a:prstGeom prst="rect">
              <a:avLst/>
            </a:prstGeom>
            <a:noFill/>
          </p:spPr>
          <p:txBody>
            <a:bodyPr wrap="none" rtlCol="0">
              <a:spAutoFit/>
            </a:bodyPr>
            <a:lstStyle/>
            <a:p>
              <a:pPr algn="ctr"/>
              <a:r>
                <a:rPr kumimoji="1"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ゴールノード</a:t>
              </a:r>
            </a:p>
          </p:txBody>
        </p:sp>
      </p:grpSp>
      <p:cxnSp>
        <p:nvCxnSpPr>
          <p:cNvPr id="128" name="コネクタ: 曲線 127">
            <a:extLst>
              <a:ext uri="{FF2B5EF4-FFF2-40B4-BE49-F238E27FC236}">
                <a16:creationId xmlns:a16="http://schemas.microsoft.com/office/drawing/2014/main" id="{22CE03C9-9807-2D14-FE09-78E7F7711DC9}"/>
              </a:ext>
            </a:extLst>
          </p:cNvPr>
          <p:cNvCxnSpPr>
            <a:cxnSpLocks/>
            <a:stCxn id="126" idx="2"/>
            <a:endCxn id="131" idx="2"/>
          </p:cNvCxnSpPr>
          <p:nvPr/>
        </p:nvCxnSpPr>
        <p:spPr>
          <a:xfrm rot="5400000" flipH="1" flipV="1">
            <a:off x="10759014" y="4868131"/>
            <a:ext cx="145427" cy="1343457"/>
          </a:xfrm>
          <a:prstGeom prst="curvedConnector3">
            <a:avLst>
              <a:gd name="adj1" fmla="val -157192"/>
            </a:avLst>
          </a:prstGeom>
          <a:ln w="381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131" name="四角形: 角を丸くする 130">
            <a:extLst>
              <a:ext uri="{FF2B5EF4-FFF2-40B4-BE49-F238E27FC236}">
                <a16:creationId xmlns:a16="http://schemas.microsoft.com/office/drawing/2014/main" id="{5E7B3630-44C4-1564-BB4C-07B84181C417}"/>
              </a:ext>
            </a:extLst>
          </p:cNvPr>
          <p:cNvSpPr/>
          <p:nvPr/>
        </p:nvSpPr>
        <p:spPr>
          <a:xfrm>
            <a:off x="11057263" y="4576565"/>
            <a:ext cx="892387" cy="890581"/>
          </a:xfrm>
          <a:prstGeom prst="roundRect">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58" name="コネクタ: カギ線 57">
            <a:extLst>
              <a:ext uri="{FF2B5EF4-FFF2-40B4-BE49-F238E27FC236}">
                <a16:creationId xmlns:a16="http://schemas.microsoft.com/office/drawing/2014/main" id="{DC59F962-0F6D-D256-E39E-7F4B46E8BC5F}"/>
              </a:ext>
            </a:extLst>
          </p:cNvPr>
          <p:cNvCxnSpPr>
            <a:cxnSpLocks/>
            <a:stCxn id="78" idx="2"/>
          </p:cNvCxnSpPr>
          <p:nvPr/>
        </p:nvCxnSpPr>
        <p:spPr>
          <a:xfrm rot="16200000" flipH="1">
            <a:off x="6832273" y="852141"/>
            <a:ext cx="1338497" cy="5492315"/>
          </a:xfrm>
          <a:prstGeom prst="bentConnector3">
            <a:avLst>
              <a:gd name="adj1" fmla="val 48562"/>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cxnSp>
        <p:nvCxnSpPr>
          <p:cNvPr id="45" name="コネクタ: カギ線 44">
            <a:extLst>
              <a:ext uri="{FF2B5EF4-FFF2-40B4-BE49-F238E27FC236}">
                <a16:creationId xmlns:a16="http://schemas.microsoft.com/office/drawing/2014/main" id="{B5C81237-A6BC-02BC-AD04-4E28CACF10E3}"/>
              </a:ext>
            </a:extLst>
          </p:cNvPr>
          <p:cNvCxnSpPr>
            <a:cxnSpLocks/>
            <a:stCxn id="76" idx="2"/>
            <a:endCxn id="17" idx="0"/>
          </p:cNvCxnSpPr>
          <p:nvPr/>
        </p:nvCxnSpPr>
        <p:spPr>
          <a:xfrm rot="16200000" flipH="1">
            <a:off x="1075624" y="3059849"/>
            <a:ext cx="1126195" cy="786558"/>
          </a:xfrm>
          <a:prstGeom prst="bentConnector3">
            <a:avLst>
              <a:gd name="adj1" fmla="val 61111"/>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grpSp>
        <p:nvGrpSpPr>
          <p:cNvPr id="134" name="グループ化 133">
            <a:extLst>
              <a:ext uri="{FF2B5EF4-FFF2-40B4-BE49-F238E27FC236}">
                <a16:creationId xmlns:a16="http://schemas.microsoft.com/office/drawing/2014/main" id="{D9244BBE-5AC5-4B9F-0926-B05C6C7015FF}"/>
              </a:ext>
            </a:extLst>
          </p:cNvPr>
          <p:cNvGrpSpPr/>
          <p:nvPr/>
        </p:nvGrpSpPr>
        <p:grpSpPr>
          <a:xfrm>
            <a:off x="6436299" y="175664"/>
            <a:ext cx="1374097" cy="495036"/>
            <a:chOff x="1515263" y="349321"/>
            <a:chExt cx="1290870" cy="495036"/>
          </a:xfrm>
        </p:grpSpPr>
        <p:sp>
          <p:nvSpPr>
            <p:cNvPr id="135" name="四角形: 角を丸くする 134">
              <a:extLst>
                <a:ext uri="{FF2B5EF4-FFF2-40B4-BE49-F238E27FC236}">
                  <a16:creationId xmlns:a16="http://schemas.microsoft.com/office/drawing/2014/main" id="{C4846107-D7A7-94E9-3DDC-807E01A534C0}"/>
                </a:ext>
              </a:extLst>
            </p:cNvPr>
            <p:cNvSpPr/>
            <p:nvPr/>
          </p:nvSpPr>
          <p:spPr>
            <a:xfrm>
              <a:off x="1515263" y="349321"/>
              <a:ext cx="1290868" cy="495036"/>
            </a:xfrm>
            <a:prstGeom prst="roundRect">
              <a:avLst>
                <a:gd name="adj" fmla="val 9570"/>
              </a:avLst>
            </a:prstGeom>
            <a:solidFill>
              <a:schemeClr val="tx1">
                <a:lumMod val="85000"/>
                <a:lumOff val="15000"/>
                <a:alpha val="87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36" name="テキスト ボックス 135">
              <a:extLst>
                <a:ext uri="{FF2B5EF4-FFF2-40B4-BE49-F238E27FC236}">
                  <a16:creationId xmlns:a16="http://schemas.microsoft.com/office/drawing/2014/main" id="{7438E158-7D70-4E06-3E4E-A32ECF74BE07}"/>
                </a:ext>
              </a:extLst>
            </p:cNvPr>
            <p:cNvSpPr txBox="1"/>
            <p:nvPr/>
          </p:nvSpPr>
          <p:spPr>
            <a:xfrm>
              <a:off x="1515266" y="378196"/>
              <a:ext cx="1290867" cy="461665"/>
            </a:xfrm>
            <a:prstGeom prst="rect">
              <a:avLst/>
            </a:prstGeom>
            <a:noFill/>
          </p:spPr>
          <p:txBody>
            <a:bodyPr wrap="none" rtlCol="0">
              <a:spAutoFit/>
            </a:bodyPr>
            <a:lstStyle/>
            <a:p>
              <a:pPr algn="ctr"/>
              <a:r>
                <a:rPr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ルート選択画面</a:t>
              </a:r>
              <a:endParaRPr lang="en-US" altLang="ja-JP"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Tree>
    <p:extLst>
      <p:ext uri="{BB962C8B-B14F-4D97-AF65-F5344CB8AC3E}">
        <p14:creationId xmlns:p14="http://schemas.microsoft.com/office/powerpoint/2010/main" val="356918831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E3379-77AF-918C-CC40-B6767EFDC95B}"/>
            </a:ext>
          </a:extLst>
        </p:cNvPr>
        <p:cNvGrpSpPr/>
        <p:nvPr/>
      </p:nvGrpSpPr>
      <p:grpSpPr>
        <a:xfrm>
          <a:off x="0" y="0"/>
          <a:ext cx="0" cy="0"/>
          <a:chOff x="0" y="0"/>
          <a:chExt cx="0" cy="0"/>
        </a:xfrm>
      </p:grpSpPr>
      <p:sp>
        <p:nvSpPr>
          <p:cNvPr id="61" name="四角形: 角を丸くする 60">
            <a:extLst>
              <a:ext uri="{FF2B5EF4-FFF2-40B4-BE49-F238E27FC236}">
                <a16:creationId xmlns:a16="http://schemas.microsoft.com/office/drawing/2014/main" id="{0BBA88D4-AA26-749B-7649-3AAA5F6B82A4}"/>
              </a:ext>
            </a:extLst>
          </p:cNvPr>
          <p:cNvSpPr/>
          <p:nvPr/>
        </p:nvSpPr>
        <p:spPr>
          <a:xfrm>
            <a:off x="210347" y="1126665"/>
            <a:ext cx="4752061" cy="2656064"/>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8" name="図 47" descr="グラフィカル ユーザー インターフェイス&#10;&#10;AI 生成コンテンツは誤りを含む可能性があります。">
            <a:extLst>
              <a:ext uri="{FF2B5EF4-FFF2-40B4-BE49-F238E27FC236}">
                <a16:creationId xmlns:a16="http://schemas.microsoft.com/office/drawing/2014/main" id="{7E6BB0F2-0B90-3D46-9616-C988149A30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11691" y="331824"/>
            <a:ext cx="6665884" cy="3749559"/>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549B0A7B-55C2-BF57-75CB-28761EA678D6}"/>
              </a:ext>
            </a:extLst>
          </p:cNvPr>
          <p:cNvSpPr txBox="1"/>
          <p:nvPr/>
        </p:nvSpPr>
        <p:spPr>
          <a:xfrm>
            <a:off x="181500" y="183048"/>
            <a:ext cx="4887877"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ルート選択画面：</a:t>
            </a:r>
            <a:r>
              <a:rPr kumimoji="1" lang="en-US" altLang="ja-JP"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UI</a:t>
            </a: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・操作</a:t>
            </a:r>
          </a:p>
        </p:txBody>
      </p:sp>
      <p:sp>
        <p:nvSpPr>
          <p:cNvPr id="19" name="四角形: 角を丸くする 18">
            <a:extLst>
              <a:ext uri="{FF2B5EF4-FFF2-40B4-BE49-F238E27FC236}">
                <a16:creationId xmlns:a16="http://schemas.microsoft.com/office/drawing/2014/main" id="{A8FF1F74-A395-804E-A20D-AC5854C6EDAF}"/>
              </a:ext>
            </a:extLst>
          </p:cNvPr>
          <p:cNvSpPr/>
          <p:nvPr/>
        </p:nvSpPr>
        <p:spPr>
          <a:xfrm>
            <a:off x="9228463" y="466575"/>
            <a:ext cx="2514358" cy="2305498"/>
          </a:xfrm>
          <a:prstGeom prst="roundRect">
            <a:avLst>
              <a:gd name="adj" fmla="val 831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21" name="グループ化 20">
            <a:extLst>
              <a:ext uri="{FF2B5EF4-FFF2-40B4-BE49-F238E27FC236}">
                <a16:creationId xmlns:a16="http://schemas.microsoft.com/office/drawing/2014/main" id="{19B5B3EC-E48E-FC32-A891-2FEBB04E0CCD}"/>
              </a:ext>
            </a:extLst>
          </p:cNvPr>
          <p:cNvGrpSpPr/>
          <p:nvPr/>
        </p:nvGrpSpPr>
        <p:grpSpPr>
          <a:xfrm>
            <a:off x="9228463" y="2310408"/>
            <a:ext cx="427198" cy="461665"/>
            <a:chOff x="6862814" y="4572001"/>
            <a:chExt cx="427198" cy="461665"/>
          </a:xfrm>
        </p:grpSpPr>
        <p:sp>
          <p:nvSpPr>
            <p:cNvPr id="22" name="楕円 21">
              <a:extLst>
                <a:ext uri="{FF2B5EF4-FFF2-40B4-BE49-F238E27FC236}">
                  <a16:creationId xmlns:a16="http://schemas.microsoft.com/office/drawing/2014/main" id="{7E092D89-57C5-E179-63A9-6F31803A1306}"/>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51813CF8-1F51-D3DF-D919-B1DCBD2AEEB9}"/>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2</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32" name="楕円 31">
            <a:extLst>
              <a:ext uri="{FF2B5EF4-FFF2-40B4-BE49-F238E27FC236}">
                <a16:creationId xmlns:a16="http://schemas.microsoft.com/office/drawing/2014/main" id="{0ECF4C18-601D-0B6E-64D7-64F78DEF5E0D}"/>
              </a:ext>
            </a:extLst>
          </p:cNvPr>
          <p:cNvSpPr/>
          <p:nvPr/>
        </p:nvSpPr>
        <p:spPr>
          <a:xfrm>
            <a:off x="5769567" y="543046"/>
            <a:ext cx="3239683" cy="3239683"/>
          </a:xfrm>
          <a:prstGeom prst="ellipse">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3" name="グループ化 32">
            <a:extLst>
              <a:ext uri="{FF2B5EF4-FFF2-40B4-BE49-F238E27FC236}">
                <a16:creationId xmlns:a16="http://schemas.microsoft.com/office/drawing/2014/main" id="{6FC2770B-2DA9-99D6-34FF-E8AA9059DEB1}"/>
              </a:ext>
            </a:extLst>
          </p:cNvPr>
          <p:cNvGrpSpPr/>
          <p:nvPr/>
        </p:nvGrpSpPr>
        <p:grpSpPr>
          <a:xfrm>
            <a:off x="5769567" y="1038269"/>
            <a:ext cx="427198" cy="461665"/>
            <a:chOff x="6862814" y="4572001"/>
            <a:chExt cx="427198" cy="461665"/>
          </a:xfrm>
        </p:grpSpPr>
        <p:sp>
          <p:nvSpPr>
            <p:cNvPr id="34" name="楕円 33">
              <a:extLst>
                <a:ext uri="{FF2B5EF4-FFF2-40B4-BE49-F238E27FC236}">
                  <a16:creationId xmlns:a16="http://schemas.microsoft.com/office/drawing/2014/main" id="{57E2C1E0-1045-1CC2-8E7D-614D727D37AB}"/>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99021505-A4FF-22E1-C1E1-B59AED673A08}"/>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1</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36" name="楕円 35">
            <a:extLst>
              <a:ext uri="{FF2B5EF4-FFF2-40B4-BE49-F238E27FC236}">
                <a16:creationId xmlns:a16="http://schemas.microsoft.com/office/drawing/2014/main" id="{E24A787F-1DC3-0663-49BB-769532DD31A2}"/>
              </a:ext>
            </a:extLst>
          </p:cNvPr>
          <p:cNvSpPr/>
          <p:nvPr/>
        </p:nvSpPr>
        <p:spPr>
          <a:xfrm>
            <a:off x="5349441" y="3134936"/>
            <a:ext cx="717684" cy="717684"/>
          </a:xfrm>
          <a:prstGeom prst="ellipse">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13557A88-E37A-E88A-B79A-78BDEDFB0812}"/>
              </a:ext>
            </a:extLst>
          </p:cNvPr>
          <p:cNvGrpSpPr/>
          <p:nvPr/>
        </p:nvGrpSpPr>
        <p:grpSpPr>
          <a:xfrm>
            <a:off x="5799637" y="3503269"/>
            <a:ext cx="427198" cy="461665"/>
            <a:chOff x="6862814" y="4572001"/>
            <a:chExt cx="427198" cy="461665"/>
          </a:xfrm>
        </p:grpSpPr>
        <p:sp>
          <p:nvSpPr>
            <p:cNvPr id="38" name="楕円 37">
              <a:extLst>
                <a:ext uri="{FF2B5EF4-FFF2-40B4-BE49-F238E27FC236}">
                  <a16:creationId xmlns:a16="http://schemas.microsoft.com/office/drawing/2014/main" id="{790D37D4-59B8-E840-5F0A-146738C6099E}"/>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4B1E71A3-BDA4-026F-C3AD-453EC7E63C81}"/>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3</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40" name="四角形: 角を丸くする 39">
            <a:extLst>
              <a:ext uri="{FF2B5EF4-FFF2-40B4-BE49-F238E27FC236}">
                <a16:creationId xmlns:a16="http://schemas.microsoft.com/office/drawing/2014/main" id="{5A2A718C-93AB-AD58-17DA-56635B0207E2}"/>
              </a:ext>
            </a:extLst>
          </p:cNvPr>
          <p:cNvSpPr/>
          <p:nvPr/>
        </p:nvSpPr>
        <p:spPr>
          <a:xfrm>
            <a:off x="9228463" y="2853108"/>
            <a:ext cx="2514358" cy="999512"/>
          </a:xfrm>
          <a:prstGeom prst="roundRect">
            <a:avLst>
              <a:gd name="adj" fmla="val 831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41" name="グループ化 40">
            <a:extLst>
              <a:ext uri="{FF2B5EF4-FFF2-40B4-BE49-F238E27FC236}">
                <a16:creationId xmlns:a16="http://schemas.microsoft.com/office/drawing/2014/main" id="{BDA609D3-C663-F764-7D74-73F45CE14625}"/>
              </a:ext>
            </a:extLst>
          </p:cNvPr>
          <p:cNvGrpSpPr/>
          <p:nvPr/>
        </p:nvGrpSpPr>
        <p:grpSpPr>
          <a:xfrm>
            <a:off x="9215777" y="3390955"/>
            <a:ext cx="427198" cy="461665"/>
            <a:chOff x="6862814" y="4572001"/>
            <a:chExt cx="427198" cy="461665"/>
          </a:xfrm>
        </p:grpSpPr>
        <p:sp>
          <p:nvSpPr>
            <p:cNvPr id="42" name="楕円 41">
              <a:extLst>
                <a:ext uri="{FF2B5EF4-FFF2-40B4-BE49-F238E27FC236}">
                  <a16:creationId xmlns:a16="http://schemas.microsoft.com/office/drawing/2014/main" id="{5375A78D-F89E-5639-2204-CBEB6E510C36}"/>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E6FF55C3-9EE6-C0FE-0031-4F6887CC27CC}"/>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rPr>
                <a:t>4</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7BB923C1-4696-1664-C604-4B2551CC0FA1}"/>
              </a:ext>
            </a:extLst>
          </p:cNvPr>
          <p:cNvGrpSpPr/>
          <p:nvPr/>
        </p:nvGrpSpPr>
        <p:grpSpPr>
          <a:xfrm>
            <a:off x="295173" y="1236231"/>
            <a:ext cx="622925" cy="622926"/>
            <a:chOff x="6862814" y="4600877"/>
            <a:chExt cx="427198" cy="427198"/>
          </a:xfrm>
        </p:grpSpPr>
        <p:sp>
          <p:nvSpPr>
            <p:cNvPr id="55" name="楕円 54">
              <a:extLst>
                <a:ext uri="{FF2B5EF4-FFF2-40B4-BE49-F238E27FC236}">
                  <a16:creationId xmlns:a16="http://schemas.microsoft.com/office/drawing/2014/main" id="{C5D3FE4A-369C-5EFA-89E0-326492272A17}"/>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C39ECB56-872C-7F48-D47A-03114840AC1D}"/>
                </a:ext>
              </a:extLst>
            </p:cNvPr>
            <p:cNvSpPr txBox="1"/>
            <p:nvPr/>
          </p:nvSpPr>
          <p:spPr>
            <a:xfrm>
              <a:off x="6935448" y="4605006"/>
              <a:ext cx="279450" cy="401035"/>
            </a:xfrm>
            <a:prstGeom prst="rect">
              <a:avLst/>
            </a:prstGeom>
            <a:noFill/>
          </p:spPr>
          <p:txBody>
            <a:bodyPr wrap="none" rtlCol="0">
              <a:spAutoFit/>
            </a:bodyPr>
            <a:lstStyle/>
            <a:p>
              <a:pPr algn="ctr"/>
              <a:r>
                <a:rPr kumimoji="1"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1</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62" name="四角形: 角を丸くする 61">
            <a:extLst>
              <a:ext uri="{FF2B5EF4-FFF2-40B4-BE49-F238E27FC236}">
                <a16:creationId xmlns:a16="http://schemas.microsoft.com/office/drawing/2014/main" id="{0A6AC9E2-7EB2-FE78-EBE1-E9AE0E73CBCE}"/>
              </a:ext>
            </a:extLst>
          </p:cNvPr>
          <p:cNvSpPr/>
          <p:nvPr/>
        </p:nvSpPr>
        <p:spPr>
          <a:xfrm>
            <a:off x="210346" y="3959343"/>
            <a:ext cx="4752061" cy="2656064"/>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3" name="四角形: 角を丸くする 62">
            <a:extLst>
              <a:ext uri="{FF2B5EF4-FFF2-40B4-BE49-F238E27FC236}">
                <a16:creationId xmlns:a16="http://schemas.microsoft.com/office/drawing/2014/main" id="{8F1175ED-FB23-358F-79C7-6888B45D9159}"/>
              </a:ext>
            </a:extLst>
          </p:cNvPr>
          <p:cNvSpPr/>
          <p:nvPr/>
        </p:nvSpPr>
        <p:spPr>
          <a:xfrm>
            <a:off x="5086368" y="4244238"/>
            <a:ext cx="3383669" cy="2371169"/>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4" name="四角形: 角を丸くする 63">
            <a:extLst>
              <a:ext uri="{FF2B5EF4-FFF2-40B4-BE49-F238E27FC236}">
                <a16:creationId xmlns:a16="http://schemas.microsoft.com/office/drawing/2014/main" id="{D9EA4C8C-9933-8C5A-BC5B-12EDEFBF9D1F}"/>
              </a:ext>
            </a:extLst>
          </p:cNvPr>
          <p:cNvSpPr/>
          <p:nvPr/>
        </p:nvSpPr>
        <p:spPr>
          <a:xfrm>
            <a:off x="8597985" y="4244237"/>
            <a:ext cx="3383669" cy="2371169"/>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5" name="テキスト ボックス 64">
            <a:extLst>
              <a:ext uri="{FF2B5EF4-FFF2-40B4-BE49-F238E27FC236}">
                <a16:creationId xmlns:a16="http://schemas.microsoft.com/office/drawing/2014/main" id="{D1570958-C312-74B5-F2F2-FD475BDA3A84}"/>
              </a:ext>
            </a:extLst>
          </p:cNvPr>
          <p:cNvSpPr txBox="1"/>
          <p:nvPr/>
        </p:nvSpPr>
        <p:spPr>
          <a:xfrm>
            <a:off x="881925" y="3048655"/>
            <a:ext cx="3243196"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ルート・ノードを俯瞰表示</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pic>
        <p:nvPicPr>
          <p:cNvPr id="66" name="図 65" descr="グラフィカル ユーザー インターフェイス&#10;&#10;AI 生成コンテンツは誤りを含む可能性があります。">
            <a:extLst>
              <a:ext uri="{FF2B5EF4-FFF2-40B4-BE49-F238E27FC236}">
                <a16:creationId xmlns:a16="http://schemas.microsoft.com/office/drawing/2014/main" id="{C06F7329-C162-2DCE-A0F6-C6FBBDDC20F1}"/>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000" b="90000" l="9375" r="90000">
                        <a14:foregroundMark x1="23688" y1="10333" x2="39063" y2="9111"/>
                        <a14:foregroundMark x1="39063" y1="9111" x2="41000" y2="9556"/>
                        <a14:foregroundMark x1="44313" y1="22667" x2="25438" y2="60222"/>
                        <a14:foregroundMark x1="25438" y1="60222" x2="24188" y2="74889"/>
                        <a14:foregroundMark x1="24188" y1="74889" x2="34875" y2="83000"/>
                        <a14:foregroundMark x1="34875" y1="83000" x2="41188" y2="65111"/>
                        <a14:foregroundMark x1="41188" y1="65111" x2="34625" y2="41667"/>
                        <a14:foregroundMark x1="34625" y1="41667" x2="27250" y2="37111"/>
                        <a14:foregroundMark x1="27250" y1="37111" x2="22000" y2="25111"/>
                        <a14:foregroundMark x1="22000" y1="25111" x2="30125" y2="32889"/>
                        <a14:foregroundMark x1="30125" y1="32889" x2="42625" y2="27556"/>
                        <a14:foregroundMark x1="21688" y1="31667" x2="32625" y2="58222"/>
                        <a14:foregroundMark x1="32625" y1="58222" x2="41875" y2="55556"/>
                        <a14:foregroundMark x1="41875" y1="55556" x2="30062" y2="58444"/>
                        <a14:foregroundMark x1="30062" y1="58444" x2="22750" y2="67556"/>
                        <a14:foregroundMark x1="22750" y1="67556" x2="21063" y2="72444"/>
                        <a14:foregroundMark x1="20813" y1="19556" x2="31438" y2="29667"/>
                        <a14:foregroundMark x1="31438" y1="29667" x2="35063" y2="29889"/>
                        <a14:foregroundMark x1="9688" y1="39889" x2="9375" y2="63444"/>
                        <a14:foregroundMark x1="26438" y1="89667" x2="33750" y2="90000"/>
                        <a14:foregroundMark x1="33750" y1="90000" x2="38563" y2="89889"/>
                      </a14:backgroundRemoval>
                    </a14:imgEffect>
                  </a14:imgLayer>
                </a14:imgProps>
              </a:ext>
              <a:ext uri="{28A0092B-C50C-407E-A947-70E740481C1C}">
                <a14:useLocalDpi xmlns:a14="http://schemas.microsoft.com/office/drawing/2010/main" val="0"/>
              </a:ext>
            </a:extLst>
          </a:blip>
          <a:stretch>
            <a:fillRect/>
          </a:stretch>
        </p:blipFill>
        <p:spPr>
          <a:xfrm>
            <a:off x="1727145" y="1729252"/>
            <a:ext cx="2579359" cy="1450889"/>
          </a:xfrm>
          <a:prstGeom prst="rect">
            <a:avLst/>
          </a:prstGeom>
          <a:ln w="38100">
            <a:noFill/>
          </a:ln>
        </p:spPr>
      </p:pic>
      <p:pic>
        <p:nvPicPr>
          <p:cNvPr id="67" name="図 66" descr="グラフィカル ユーザー インターフェイス&#10;&#10;AI 生成コンテンツは誤りを含む可能性があります。">
            <a:extLst>
              <a:ext uri="{FF2B5EF4-FFF2-40B4-BE49-F238E27FC236}">
                <a16:creationId xmlns:a16="http://schemas.microsoft.com/office/drawing/2014/main" id="{ABB7AFF1-A05E-9BC1-C751-B2855B2AB9CA}"/>
              </a:ext>
            </a:extLst>
          </p:cNvPr>
          <p:cNvPicPr>
            <a:picLocks noChangeAspect="1"/>
          </p:cNvPicPr>
          <p:nvPr/>
        </p:nvPicPr>
        <p:blipFill>
          <a:blip r:embed="rId6">
            <a:extLst>
              <a:ext uri="{BEBA8EAE-BF5A-486C-A8C5-ECC9F3942E4B}">
                <a14:imgProps xmlns:a14="http://schemas.microsoft.com/office/drawing/2010/main">
                  <a14:imgLayer r:embed="rId5">
                    <a14:imgEffect>
                      <a14:backgroundRemoval t="10000" b="90000" l="2625" r="90000">
                        <a14:foregroundMark x1="5500" y1="80667" x2="9875" y2="80889"/>
                        <a14:foregroundMark x1="2625" y1="84222" x2="2625" y2="89207"/>
                        <a14:backgroundMark x1="20375" y1="13667" x2="46250" y2="18444"/>
                        <a14:backgroundMark x1="46250" y1="18444" x2="27813" y2="27889"/>
                        <a14:backgroundMark x1="27813" y1="27889" x2="36438" y2="35778"/>
                        <a14:backgroundMark x1="36438" y1="35778" x2="31750" y2="47000"/>
                        <a14:backgroundMark x1="31750" y1="47000" x2="33875" y2="60000"/>
                        <a14:backgroundMark x1="33875" y1="60000" x2="30875" y2="75778"/>
                        <a14:backgroundMark x1="30875" y1="75778" x2="39250" y2="79778"/>
                        <a14:backgroundMark x1="39250" y1="79778" x2="55188" y2="78333"/>
                        <a14:backgroundMark x1="55188" y1="78333" x2="55188" y2="78333"/>
                        <a14:backgroundMark x1="16938" y1="23889" x2="25063" y2="41000"/>
                        <a14:backgroundMark x1="25063" y1="41000" x2="11875" y2="50222"/>
                        <a14:backgroundMark x1="11875" y1="50222" x2="20750" y2="59889"/>
                        <a14:backgroundMark x1="20750" y1="59889" x2="15000" y2="80889"/>
                        <a14:backgroundMark x1="15000" y1="80889" x2="30688" y2="79667"/>
                        <a14:backgroundMark x1="30688" y1="79667" x2="32500" y2="89333"/>
                        <a14:backgroundMark x1="46938" y1="79556" x2="49188" y2="52556"/>
                        <a14:backgroundMark x1="49188" y1="52556" x2="41500" y2="47889"/>
                        <a14:backgroundMark x1="41500" y1="47889" x2="38563" y2="62444"/>
                        <a14:backgroundMark x1="38563" y1="62444" x2="39438" y2="62111"/>
                        <a14:backgroundMark x1="2375" y1="88333" x2="2375" y2="88333"/>
                        <a14:backgroundMark x1="2750" y1="88556" x2="2375" y2="87778"/>
                        <a14:backgroundMark x1="750" y1="89111" x2="3063" y2="93444"/>
                        <a14:backgroundMark x1="2625" y1="89889" x2="2625" y2="88556"/>
                      </a14:backgroundRemoval>
                    </a14:imgEffect>
                  </a14:imgLayer>
                </a14:imgProps>
              </a:ext>
              <a:ext uri="{28A0092B-C50C-407E-A947-70E740481C1C}">
                <a14:useLocalDpi xmlns:a14="http://schemas.microsoft.com/office/drawing/2010/main" val="0"/>
              </a:ext>
            </a:extLst>
          </a:blip>
          <a:srcRect t="66443" r="83328"/>
          <a:stretch>
            <a:fillRect/>
          </a:stretch>
        </p:blipFill>
        <p:spPr>
          <a:xfrm>
            <a:off x="6120811" y="4539340"/>
            <a:ext cx="1395393" cy="1579845"/>
          </a:xfrm>
          <a:prstGeom prst="rect">
            <a:avLst/>
          </a:prstGeom>
          <a:ln w="38100">
            <a:noFill/>
          </a:ln>
        </p:spPr>
      </p:pic>
      <p:grpSp>
        <p:nvGrpSpPr>
          <p:cNvPr id="68" name="グループ化 67">
            <a:extLst>
              <a:ext uri="{FF2B5EF4-FFF2-40B4-BE49-F238E27FC236}">
                <a16:creationId xmlns:a16="http://schemas.microsoft.com/office/drawing/2014/main" id="{C60A00E1-FDC6-ECBF-BA50-E78B45768613}"/>
              </a:ext>
            </a:extLst>
          </p:cNvPr>
          <p:cNvGrpSpPr/>
          <p:nvPr/>
        </p:nvGrpSpPr>
        <p:grpSpPr>
          <a:xfrm>
            <a:off x="295173" y="4052174"/>
            <a:ext cx="622925" cy="622926"/>
            <a:chOff x="6862814" y="4600877"/>
            <a:chExt cx="427198" cy="427198"/>
          </a:xfrm>
        </p:grpSpPr>
        <p:sp>
          <p:nvSpPr>
            <p:cNvPr id="69" name="楕円 68">
              <a:extLst>
                <a:ext uri="{FF2B5EF4-FFF2-40B4-BE49-F238E27FC236}">
                  <a16:creationId xmlns:a16="http://schemas.microsoft.com/office/drawing/2014/main" id="{BD664340-D2CA-6F22-2701-A46FA55895B5}"/>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EE6BC3EB-07A5-2511-528C-C34A59E71479}"/>
                </a:ext>
              </a:extLst>
            </p:cNvPr>
            <p:cNvSpPr txBox="1"/>
            <p:nvPr/>
          </p:nvSpPr>
          <p:spPr>
            <a:xfrm>
              <a:off x="6935447" y="4605006"/>
              <a:ext cx="279450" cy="401034"/>
            </a:xfrm>
            <a:prstGeom prst="rect">
              <a:avLst/>
            </a:prstGeom>
            <a:noFill/>
          </p:spPr>
          <p:txBody>
            <a:bodyPr wrap="none" rtlCol="0">
              <a:spAutoFit/>
            </a:bodyPr>
            <a:lstStyle/>
            <a:p>
              <a:pPr algn="ctr"/>
              <a:r>
                <a:rPr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2</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71" name="グループ化 70">
            <a:extLst>
              <a:ext uri="{FF2B5EF4-FFF2-40B4-BE49-F238E27FC236}">
                <a16:creationId xmlns:a16="http://schemas.microsoft.com/office/drawing/2014/main" id="{F1313C9B-B827-3472-246B-7C97B66DABD1}"/>
              </a:ext>
            </a:extLst>
          </p:cNvPr>
          <p:cNvGrpSpPr/>
          <p:nvPr/>
        </p:nvGrpSpPr>
        <p:grpSpPr>
          <a:xfrm>
            <a:off x="5156936" y="4331051"/>
            <a:ext cx="622925" cy="622926"/>
            <a:chOff x="6862814" y="4600877"/>
            <a:chExt cx="427198" cy="427198"/>
          </a:xfrm>
        </p:grpSpPr>
        <p:sp>
          <p:nvSpPr>
            <p:cNvPr id="72" name="楕円 71">
              <a:extLst>
                <a:ext uri="{FF2B5EF4-FFF2-40B4-BE49-F238E27FC236}">
                  <a16:creationId xmlns:a16="http://schemas.microsoft.com/office/drawing/2014/main" id="{61CE2311-809F-FCD7-A5C6-B0D061B1D300}"/>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E6EABB01-93C9-5F6C-EABE-FF505B587884}"/>
                </a:ext>
              </a:extLst>
            </p:cNvPr>
            <p:cNvSpPr txBox="1"/>
            <p:nvPr/>
          </p:nvSpPr>
          <p:spPr>
            <a:xfrm>
              <a:off x="6935446" y="4605006"/>
              <a:ext cx="279450" cy="401034"/>
            </a:xfrm>
            <a:prstGeom prst="rect">
              <a:avLst/>
            </a:prstGeom>
            <a:noFill/>
          </p:spPr>
          <p:txBody>
            <a:bodyPr wrap="none" rtlCol="0">
              <a:spAutoFit/>
            </a:bodyPr>
            <a:lstStyle/>
            <a:p>
              <a:pPr algn="ctr"/>
              <a:r>
                <a:rPr kumimoji="1"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3</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74" name="グループ化 73">
            <a:extLst>
              <a:ext uri="{FF2B5EF4-FFF2-40B4-BE49-F238E27FC236}">
                <a16:creationId xmlns:a16="http://schemas.microsoft.com/office/drawing/2014/main" id="{1A7C8DB8-66FC-6A0C-8BC1-3F9AC81CD271}"/>
              </a:ext>
            </a:extLst>
          </p:cNvPr>
          <p:cNvGrpSpPr/>
          <p:nvPr/>
        </p:nvGrpSpPr>
        <p:grpSpPr>
          <a:xfrm>
            <a:off x="8686025" y="4331051"/>
            <a:ext cx="622925" cy="622926"/>
            <a:chOff x="6862814" y="4600877"/>
            <a:chExt cx="427198" cy="427198"/>
          </a:xfrm>
        </p:grpSpPr>
        <p:sp>
          <p:nvSpPr>
            <p:cNvPr id="75" name="楕円 74">
              <a:extLst>
                <a:ext uri="{FF2B5EF4-FFF2-40B4-BE49-F238E27FC236}">
                  <a16:creationId xmlns:a16="http://schemas.microsoft.com/office/drawing/2014/main" id="{6D51260E-24D3-9D9C-B20A-33E60F5BCA74}"/>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CADBB4E-537D-0848-766C-841B2FCEF118}"/>
                </a:ext>
              </a:extLst>
            </p:cNvPr>
            <p:cNvSpPr txBox="1"/>
            <p:nvPr/>
          </p:nvSpPr>
          <p:spPr>
            <a:xfrm>
              <a:off x="6935445" y="4605006"/>
              <a:ext cx="279450" cy="401034"/>
            </a:xfrm>
            <a:prstGeom prst="rect">
              <a:avLst/>
            </a:prstGeom>
            <a:noFill/>
          </p:spPr>
          <p:txBody>
            <a:bodyPr wrap="none" rtlCol="0">
              <a:spAutoFit/>
            </a:bodyPr>
            <a:lstStyle/>
            <a:p>
              <a:pPr algn="ctr"/>
              <a:r>
                <a:rPr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4</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77" name="テキスト ボックス 76">
            <a:extLst>
              <a:ext uri="{FF2B5EF4-FFF2-40B4-BE49-F238E27FC236}">
                <a16:creationId xmlns:a16="http://schemas.microsoft.com/office/drawing/2014/main" id="{3BCBB3DB-2A8D-6B63-A343-FF32E654250F}"/>
              </a:ext>
            </a:extLst>
          </p:cNvPr>
          <p:cNvSpPr txBox="1"/>
          <p:nvPr/>
        </p:nvSpPr>
        <p:spPr>
          <a:xfrm>
            <a:off x="690570" y="5872745"/>
            <a:ext cx="3498072"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ノード内容確認・ルート決定</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78" name="テキスト ボックス 77">
            <a:extLst>
              <a:ext uri="{FF2B5EF4-FFF2-40B4-BE49-F238E27FC236}">
                <a16:creationId xmlns:a16="http://schemas.microsoft.com/office/drawing/2014/main" id="{E55C45E6-FB94-B5C2-A555-1F5AA5CF2F0F}"/>
              </a:ext>
            </a:extLst>
          </p:cNvPr>
          <p:cNvSpPr txBox="1"/>
          <p:nvPr/>
        </p:nvSpPr>
        <p:spPr>
          <a:xfrm>
            <a:off x="5661962" y="5872745"/>
            <a:ext cx="2223686"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撤退して報酬確定</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pic>
        <p:nvPicPr>
          <p:cNvPr id="79" name="図 78" descr="グラフィカル ユーザー インターフェイス&#10;&#10;AI 生成コンテンツは誤りを含む可能性があります。">
            <a:extLst>
              <a:ext uri="{FF2B5EF4-FFF2-40B4-BE49-F238E27FC236}">
                <a16:creationId xmlns:a16="http://schemas.microsoft.com/office/drawing/2014/main" id="{E6855071-63F5-4B8F-E77E-C89F236DA4EB}"/>
              </a:ext>
            </a:extLst>
          </p:cNvPr>
          <p:cNvPicPr>
            <a:picLocks noChangeAspect="1"/>
          </p:cNvPicPr>
          <p:nvPr/>
        </p:nvPicPr>
        <p:blipFill>
          <a:blip r:embed="rId7">
            <a:extLst>
              <a:ext uri="{BEBA8EAE-BF5A-486C-A8C5-ECC9F3942E4B}">
                <a14:imgProps xmlns:a14="http://schemas.microsoft.com/office/drawing/2010/main">
                  <a14:imgLayer r:embed="rId5">
                    <a14:imgEffect>
                      <a14:backgroundRemoval t="10000" b="90000" l="10000" r="96000">
                        <a14:foregroundMark x1="65688" y1="18000" x2="86750" y2="12000"/>
                        <a14:foregroundMark x1="86750" y1="12000" x2="93313" y2="27222"/>
                        <a14:foregroundMark x1="93313" y1="27222" x2="84750" y2="62556"/>
                        <a14:foregroundMark x1="84750" y1="62556" x2="73438" y2="37667"/>
                        <a14:foregroundMark x1="73438" y1="37667" x2="76313" y2="25889"/>
                        <a14:foregroundMark x1="76313" y1="25889" x2="76938" y2="30333"/>
                        <a14:foregroundMark x1="89938" y1="55667" x2="95563" y2="12556"/>
                        <a14:foregroundMark x1="95563" y1="12556" x2="85313" y2="18889"/>
                        <a14:foregroundMark x1="85313" y1="18889" x2="86313" y2="35556"/>
                        <a14:foregroundMark x1="86313" y1="35556" x2="95500" y2="47889"/>
                        <a14:foregroundMark x1="95500" y1="47889" x2="96000" y2="52667"/>
                        <a14:foregroundMark x1="77625" y1="51556" x2="67688" y2="37556"/>
                        <a14:foregroundMark x1="67688" y1="37556" x2="73438" y2="28667"/>
                        <a14:foregroundMark x1="73438" y1="28667" x2="93313" y2="24444"/>
                        <a14:foregroundMark x1="93313" y1="24444" x2="78625" y2="29000"/>
                        <a14:foregroundMark x1="74625" y1="17222" x2="72000" y2="29333"/>
                        <a14:foregroundMark x1="72000" y1="29333" x2="64000" y2="27333"/>
                        <a14:foregroundMark x1="64000" y1="27333" x2="71625" y2="26778"/>
                        <a14:foregroundMark x1="71625" y1="26778" x2="66688" y2="36889"/>
                        <a14:foregroundMark x1="66688" y1="36889" x2="74813" y2="44667"/>
                        <a14:foregroundMark x1="74813" y1="44667" x2="93250" y2="21556"/>
                        <a14:foregroundMark x1="93250" y1="21556" x2="92688" y2="15667"/>
                        <a14:foregroundMark x1="64375" y1="34667" x2="68500" y2="54111"/>
                        <a14:foregroundMark x1="68500" y1="54111" x2="75750" y2="53667"/>
                        <a14:backgroundMark x1="15687" y1="27222" x2="30875" y2="18333"/>
                        <a14:backgroundMark x1="30875" y1="18333" x2="39000" y2="33222"/>
                        <a14:backgroundMark x1="39000" y1="33222" x2="33375" y2="69111"/>
                        <a14:backgroundMark x1="33375" y1="69111" x2="33625" y2="35556"/>
                        <a14:backgroundMark x1="33625" y1="35556" x2="33500" y2="67444"/>
                        <a14:backgroundMark x1="33500" y1="67444" x2="47063" y2="52667"/>
                        <a14:backgroundMark x1="47063" y1="52667" x2="14063" y2="41667"/>
                        <a14:backgroundMark x1="14063" y1="41667" x2="19625" y2="81222"/>
                        <a14:backgroundMark x1="19625" y1="81222" x2="30250" y2="58000"/>
                        <a14:backgroundMark x1="30250" y1="58000" x2="17625" y2="59333"/>
                        <a14:backgroundMark x1="17625" y1="59333" x2="31688" y2="72333"/>
                        <a14:backgroundMark x1="31688" y1="72333" x2="39625" y2="68333"/>
                        <a14:backgroundMark x1="39625" y1="68333" x2="42563" y2="46222"/>
                        <a14:backgroundMark x1="42563" y1="46222" x2="37500" y2="84556"/>
                        <a14:backgroundMark x1="37500" y1="84556" x2="49250" y2="54000"/>
                        <a14:backgroundMark x1="49250" y1="54000" x2="43500" y2="17667"/>
                        <a14:backgroundMark x1="43500" y1="17667" x2="48563" y2="35000"/>
                        <a14:backgroundMark x1="48563" y1="35000" x2="40688" y2="53778"/>
                        <a14:backgroundMark x1="40688" y1="53778" x2="28188" y2="43111"/>
                        <a14:backgroundMark x1="28188" y1="43111" x2="27813" y2="41556"/>
                      </a14:backgroundRemoval>
                    </a14:imgEffect>
                  </a14:imgLayer>
                </a14:imgProps>
              </a:ext>
              <a:ext uri="{28A0092B-C50C-407E-A947-70E740481C1C}">
                <a14:useLocalDpi xmlns:a14="http://schemas.microsoft.com/office/drawing/2010/main" val="0"/>
              </a:ext>
            </a:extLst>
          </a:blip>
          <a:srcRect l="58877" b="31891"/>
          <a:stretch>
            <a:fillRect/>
          </a:stretch>
        </p:blipFill>
        <p:spPr>
          <a:xfrm>
            <a:off x="1739287" y="4506455"/>
            <a:ext cx="1607156" cy="1497265"/>
          </a:xfrm>
          <a:prstGeom prst="rect">
            <a:avLst/>
          </a:prstGeom>
          <a:ln w="38100">
            <a:noFill/>
          </a:ln>
        </p:spPr>
      </p:pic>
      <p:pic>
        <p:nvPicPr>
          <p:cNvPr id="80" name="図 79" descr="グラフィカル ユーザー インターフェイス&#10;&#10;AI 生成コンテンツは誤りを含む可能性があります。">
            <a:extLst>
              <a:ext uri="{FF2B5EF4-FFF2-40B4-BE49-F238E27FC236}">
                <a16:creationId xmlns:a16="http://schemas.microsoft.com/office/drawing/2014/main" id="{195B89C5-5B90-2888-C8F1-7B4CB85CC5B6}"/>
              </a:ext>
            </a:extLst>
          </p:cNvPr>
          <p:cNvPicPr>
            <a:picLocks noChangeAspect="1"/>
          </p:cNvPicPr>
          <p:nvPr/>
        </p:nvPicPr>
        <p:blipFill>
          <a:blip r:embed="rId8">
            <a:extLst>
              <a:ext uri="{BEBA8EAE-BF5A-486C-A8C5-ECC9F3942E4B}">
                <a14:imgProps xmlns:a14="http://schemas.microsoft.com/office/drawing/2010/main">
                  <a14:imgLayer r:embed="rId5">
                    <a14:imgEffect>
                      <a14:backgroundRemoval t="10000" b="90000" l="10000" r="96000">
                        <a14:foregroundMark x1="65688" y1="18000" x2="86750" y2="12000"/>
                        <a14:foregroundMark x1="86750" y1="12000" x2="93313" y2="27222"/>
                        <a14:foregroundMark x1="93313" y1="27222" x2="84750" y2="62556"/>
                        <a14:foregroundMark x1="84750" y1="62556" x2="73438" y2="37667"/>
                        <a14:foregroundMark x1="73438" y1="37667" x2="76313" y2="25889"/>
                        <a14:foregroundMark x1="76313" y1="25889" x2="76938" y2="30333"/>
                        <a14:foregroundMark x1="89938" y1="55667" x2="95563" y2="12556"/>
                        <a14:foregroundMark x1="95563" y1="12556" x2="85313" y2="18889"/>
                        <a14:foregroundMark x1="85313" y1="18889" x2="86313" y2="35556"/>
                        <a14:foregroundMark x1="86313" y1="35556" x2="95500" y2="47889"/>
                        <a14:foregroundMark x1="95500" y1="47889" x2="96000" y2="52667"/>
                        <a14:foregroundMark x1="77625" y1="51556" x2="67688" y2="37556"/>
                        <a14:foregroundMark x1="67688" y1="37556" x2="73438" y2="28667"/>
                        <a14:foregroundMark x1="73438" y1="28667" x2="93313" y2="24444"/>
                        <a14:foregroundMark x1="93313" y1="24444" x2="78625" y2="29000"/>
                        <a14:foregroundMark x1="74625" y1="17222" x2="72000" y2="29333"/>
                        <a14:foregroundMark x1="72000" y1="29333" x2="64000" y2="27333"/>
                        <a14:foregroundMark x1="64000" y1="27333" x2="71625" y2="26778"/>
                        <a14:foregroundMark x1="71625" y1="26778" x2="66688" y2="36889"/>
                        <a14:foregroundMark x1="66688" y1="36889" x2="74813" y2="44667"/>
                        <a14:foregroundMark x1="74813" y1="44667" x2="93250" y2="21556"/>
                        <a14:foregroundMark x1="93250" y1="21556" x2="92688" y2="15667"/>
                        <a14:foregroundMark x1="64375" y1="34667" x2="68500" y2="54111"/>
                        <a14:foregroundMark x1="68500" y1="54111" x2="75750" y2="53667"/>
                        <a14:foregroundMark x1="63563" y1="74111" x2="91625" y2="76111"/>
                        <a14:foregroundMark x1="91625" y1="76111" x2="76563" y2="86444"/>
                        <a14:foregroundMark x1="76563" y1="86444" x2="64688" y2="84889"/>
                        <a14:foregroundMark x1="64688" y1="84889" x2="64438" y2="76000"/>
                        <a14:backgroundMark x1="15687" y1="27222" x2="30875" y2="18333"/>
                        <a14:backgroundMark x1="30875" y1="18333" x2="39000" y2="33222"/>
                        <a14:backgroundMark x1="39000" y1="33222" x2="33375" y2="69111"/>
                        <a14:backgroundMark x1="33375" y1="69111" x2="33625" y2="35556"/>
                        <a14:backgroundMark x1="33625" y1="35556" x2="33500" y2="67444"/>
                        <a14:backgroundMark x1="33500" y1="67444" x2="47063" y2="52667"/>
                        <a14:backgroundMark x1="47063" y1="52667" x2="14063" y2="41667"/>
                        <a14:backgroundMark x1="14063" y1="41667" x2="19625" y2="81222"/>
                        <a14:backgroundMark x1="19625" y1="81222" x2="30250" y2="58000"/>
                        <a14:backgroundMark x1="30250" y1="58000" x2="17625" y2="59333"/>
                        <a14:backgroundMark x1="17625" y1="59333" x2="31688" y2="72333"/>
                        <a14:backgroundMark x1="31688" y1="72333" x2="39625" y2="68333"/>
                        <a14:backgroundMark x1="39625" y1="68333" x2="42563" y2="46222"/>
                        <a14:backgroundMark x1="42563" y1="46222" x2="37500" y2="84556"/>
                        <a14:backgroundMark x1="37500" y1="84556" x2="49250" y2="54000"/>
                        <a14:backgroundMark x1="49250" y1="54000" x2="43500" y2="17667"/>
                        <a14:backgroundMark x1="43500" y1="17667" x2="48563" y2="35000"/>
                        <a14:backgroundMark x1="48563" y1="35000" x2="40688" y2="53778"/>
                        <a14:backgroundMark x1="40688" y1="53778" x2="28188" y2="43111"/>
                        <a14:backgroundMark x1="28188" y1="43111" x2="27813" y2="41556"/>
                      </a14:backgroundRemoval>
                    </a14:imgEffect>
                  </a14:imgLayer>
                </a14:imgProps>
              </a:ext>
              <a:ext uri="{28A0092B-C50C-407E-A947-70E740481C1C}">
                <a14:useLocalDpi xmlns:a14="http://schemas.microsoft.com/office/drawing/2010/main" val="0"/>
              </a:ext>
            </a:extLst>
          </a:blip>
          <a:srcRect l="58877" t="64065" b="1697"/>
          <a:stretch>
            <a:fillRect/>
          </a:stretch>
        </p:blipFill>
        <p:spPr>
          <a:xfrm>
            <a:off x="8982160" y="4803654"/>
            <a:ext cx="2674036" cy="1252334"/>
          </a:xfrm>
          <a:prstGeom prst="rect">
            <a:avLst/>
          </a:prstGeom>
          <a:ln w="38100">
            <a:noFill/>
          </a:ln>
        </p:spPr>
      </p:pic>
      <p:sp>
        <p:nvSpPr>
          <p:cNvPr id="81" name="テキスト ボックス 80">
            <a:extLst>
              <a:ext uri="{FF2B5EF4-FFF2-40B4-BE49-F238E27FC236}">
                <a16:creationId xmlns:a16="http://schemas.microsoft.com/office/drawing/2014/main" id="{ECC2B090-9C06-BF53-93D7-1F50C7E0812E}"/>
              </a:ext>
            </a:extLst>
          </p:cNvPr>
          <p:cNvSpPr txBox="1"/>
          <p:nvPr/>
        </p:nvSpPr>
        <p:spPr>
          <a:xfrm>
            <a:off x="8849946" y="5872744"/>
            <a:ext cx="2900153"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編成・</a:t>
            </a:r>
            <a:r>
              <a:rPr lang="en-US" altLang="ja-JP"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HP</a:t>
            </a: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・バフを確認</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2" name="テキスト ボックス 81">
            <a:extLst>
              <a:ext uri="{FF2B5EF4-FFF2-40B4-BE49-F238E27FC236}">
                <a16:creationId xmlns:a16="http://schemas.microsoft.com/office/drawing/2014/main" id="{4C60CF39-A321-7525-3FBD-DACF05CAE501}"/>
              </a:ext>
            </a:extLst>
          </p:cNvPr>
          <p:cNvSpPr txBox="1"/>
          <p:nvPr/>
        </p:nvSpPr>
        <p:spPr>
          <a:xfrm>
            <a:off x="906643" y="1186200"/>
            <a:ext cx="2223686"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ルートマップ表示</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3" name="テキスト ボックス 82">
            <a:extLst>
              <a:ext uri="{FF2B5EF4-FFF2-40B4-BE49-F238E27FC236}">
                <a16:creationId xmlns:a16="http://schemas.microsoft.com/office/drawing/2014/main" id="{56D19021-D558-2B67-6C2B-3257355872E4}"/>
              </a:ext>
            </a:extLst>
          </p:cNvPr>
          <p:cNvSpPr txBox="1"/>
          <p:nvPr/>
        </p:nvSpPr>
        <p:spPr>
          <a:xfrm>
            <a:off x="906643" y="4009519"/>
            <a:ext cx="1713931"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ノードパネル</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4" name="テキスト ボックス 83">
            <a:extLst>
              <a:ext uri="{FF2B5EF4-FFF2-40B4-BE49-F238E27FC236}">
                <a16:creationId xmlns:a16="http://schemas.microsoft.com/office/drawing/2014/main" id="{DFA36AA1-3DFC-45BE-1112-303A5991FC58}"/>
              </a:ext>
            </a:extLst>
          </p:cNvPr>
          <p:cNvSpPr txBox="1"/>
          <p:nvPr/>
        </p:nvSpPr>
        <p:spPr>
          <a:xfrm>
            <a:off x="5802543" y="4319348"/>
            <a:ext cx="1459054"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撤退ボタン</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5" name="テキスト ボックス 84">
            <a:extLst>
              <a:ext uri="{FF2B5EF4-FFF2-40B4-BE49-F238E27FC236}">
                <a16:creationId xmlns:a16="http://schemas.microsoft.com/office/drawing/2014/main" id="{18063379-7EE9-B92F-2DD9-2D00CB6CA7B5}"/>
              </a:ext>
            </a:extLst>
          </p:cNvPr>
          <p:cNvSpPr txBox="1"/>
          <p:nvPr/>
        </p:nvSpPr>
        <p:spPr>
          <a:xfrm>
            <a:off x="9341139" y="4319348"/>
            <a:ext cx="1968809"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パーティー詳細</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Tree>
    <p:extLst>
      <p:ext uri="{BB962C8B-B14F-4D97-AF65-F5344CB8AC3E}">
        <p14:creationId xmlns:p14="http://schemas.microsoft.com/office/powerpoint/2010/main" val="87318714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01C19-BB0C-5BA7-96E2-E20DB8E66B5B}"/>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5B9F0AC8-55FC-5936-1B98-EDF18878EA60}"/>
              </a:ext>
            </a:extLst>
          </p:cNvPr>
          <p:cNvSpPr txBox="1"/>
          <p:nvPr/>
        </p:nvSpPr>
        <p:spPr>
          <a:xfrm>
            <a:off x="2412939" y="660087"/>
            <a:ext cx="7366119"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ゲートシステム</a:t>
            </a:r>
          </a:p>
        </p:txBody>
      </p:sp>
      <p:sp>
        <p:nvSpPr>
          <p:cNvPr id="7" name="テキスト ボックス 6">
            <a:extLst>
              <a:ext uri="{FF2B5EF4-FFF2-40B4-BE49-F238E27FC236}">
                <a16:creationId xmlns:a16="http://schemas.microsoft.com/office/drawing/2014/main" id="{8751F2A6-DEB3-2B71-7301-9C33ACF3BCB3}"/>
              </a:ext>
            </a:extLst>
          </p:cNvPr>
          <p:cNvSpPr txBox="1"/>
          <p:nvPr/>
        </p:nvSpPr>
        <p:spPr>
          <a:xfrm>
            <a:off x="2409732" y="3279173"/>
            <a:ext cx="7372531" cy="2369880"/>
          </a:xfrm>
          <a:prstGeom prst="rect">
            <a:avLst/>
          </a:prstGeom>
          <a:noFill/>
        </p:spPr>
        <p:txBody>
          <a:bodyPr wrap="none" rtlCol="0">
            <a:spAutoFit/>
          </a:bodyPr>
          <a:lstStyle/>
          <a:p>
            <a:pPr algn="ctr"/>
            <a:r>
              <a:rPr kumimoji="1"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ワンアクション操作</a:t>
            </a:r>
            <a:br>
              <a:rPr kumimoji="1" lang="en-US" altLang="ja-JP" sz="54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en-US" altLang="ja-JP" sz="4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a:t>
            </a:r>
            <a:br>
              <a:rPr kumimoji="1" lang="en-US" altLang="ja-JP" sz="32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lang="en-US" altLang="ja-JP"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2D</a:t>
            </a:r>
            <a:r>
              <a:rPr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ハスクラサバイバル</a:t>
            </a:r>
            <a:endParaRPr kumimoji="1"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cxnSp>
        <p:nvCxnSpPr>
          <p:cNvPr id="9" name="直線コネクタ 8">
            <a:extLst>
              <a:ext uri="{FF2B5EF4-FFF2-40B4-BE49-F238E27FC236}">
                <a16:creationId xmlns:a16="http://schemas.microsoft.com/office/drawing/2014/main" id="{10FFB37D-38A0-21A5-05EF-3F8A2F149E45}"/>
              </a:ext>
            </a:extLst>
          </p:cNvPr>
          <p:cNvCxnSpPr>
            <a:cxnSpLocks/>
          </p:cNvCxnSpPr>
          <p:nvPr/>
        </p:nvCxnSpPr>
        <p:spPr>
          <a:xfrm>
            <a:off x="1301931" y="2481944"/>
            <a:ext cx="9588138"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51074575"/>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72040-4E38-C5BD-4FA1-E6C08E3A472C}"/>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F6F65283-1FF3-EF78-EFD4-A749BC12CEBF}"/>
              </a:ext>
            </a:extLst>
          </p:cNvPr>
          <p:cNvSpPr txBox="1"/>
          <p:nvPr/>
        </p:nvSpPr>
        <p:spPr>
          <a:xfrm>
            <a:off x="4977744" y="208855"/>
            <a:ext cx="2236511"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価値</a:t>
            </a:r>
          </a:p>
        </p:txBody>
      </p:sp>
      <p:sp>
        <p:nvSpPr>
          <p:cNvPr id="2" name="テキスト ボックス 1">
            <a:extLst>
              <a:ext uri="{FF2B5EF4-FFF2-40B4-BE49-F238E27FC236}">
                <a16:creationId xmlns:a16="http://schemas.microsoft.com/office/drawing/2014/main" id="{FF9A1C44-F613-F98F-90E1-CD9032695596}"/>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454510612"/>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60595-0D0F-F6B4-28C9-C52B12B6F7E2}"/>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0A1D011-AD93-1612-EA21-4F1072BD9945}"/>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システム</a:t>
            </a:r>
          </a:p>
        </p:txBody>
      </p:sp>
      <p:sp>
        <p:nvSpPr>
          <p:cNvPr id="3" name="テキスト ボックス 2">
            <a:extLst>
              <a:ext uri="{FF2B5EF4-FFF2-40B4-BE49-F238E27FC236}">
                <a16:creationId xmlns:a16="http://schemas.microsoft.com/office/drawing/2014/main" id="{BD0419A4-F8B7-D7EC-139F-F9BC53A8B576}"/>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319549148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5D0E7-0C36-A163-98B5-8A5CC4A75225}"/>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61907B6-B914-1A37-4C7A-CF7568A2D1CF}"/>
              </a:ext>
            </a:extLst>
          </p:cNvPr>
          <p:cNvSpPr txBox="1"/>
          <p:nvPr/>
        </p:nvSpPr>
        <p:spPr>
          <a:xfrm>
            <a:off x="4977744" y="208855"/>
            <a:ext cx="2236510"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p>
        </p:txBody>
      </p:sp>
      <p:sp>
        <p:nvSpPr>
          <p:cNvPr id="3" name="テキスト ボックス 2">
            <a:extLst>
              <a:ext uri="{FF2B5EF4-FFF2-40B4-BE49-F238E27FC236}">
                <a16:creationId xmlns:a16="http://schemas.microsoft.com/office/drawing/2014/main" id="{48235F36-520E-5453-1519-C60EEF388F3C}"/>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155443350"/>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18517-7956-3840-5451-B8A89CE1277C}"/>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815F4E3-F550-1A24-431F-7E2CFD142ABF}"/>
              </a:ext>
            </a:extLst>
          </p:cNvPr>
          <p:cNvSpPr txBox="1"/>
          <p:nvPr/>
        </p:nvSpPr>
        <p:spPr>
          <a:xfrm>
            <a:off x="3951823" y="208855"/>
            <a:ext cx="4288353"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バランス</a:t>
            </a:r>
          </a:p>
        </p:txBody>
      </p:sp>
      <p:sp>
        <p:nvSpPr>
          <p:cNvPr id="3" name="テキスト ボックス 2">
            <a:extLst>
              <a:ext uri="{FF2B5EF4-FFF2-40B4-BE49-F238E27FC236}">
                <a16:creationId xmlns:a16="http://schemas.microsoft.com/office/drawing/2014/main" id="{6CD495F6-823F-C997-E4DA-03E3BE913FCF}"/>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350075310"/>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A43FB-4FCF-4A87-1C5F-C6CB784FDA51}"/>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65A16EC6-5907-17FF-44B3-40C31C2050A2}"/>
              </a:ext>
            </a:extLst>
          </p:cNvPr>
          <p:cNvSpPr txBox="1"/>
          <p:nvPr/>
        </p:nvSpPr>
        <p:spPr>
          <a:xfrm>
            <a:off x="4977744" y="208855"/>
            <a:ext cx="2236510"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操作</a:t>
            </a:r>
          </a:p>
        </p:txBody>
      </p:sp>
      <p:sp>
        <p:nvSpPr>
          <p:cNvPr id="3" name="テキスト ボックス 2">
            <a:extLst>
              <a:ext uri="{FF2B5EF4-FFF2-40B4-BE49-F238E27FC236}">
                <a16:creationId xmlns:a16="http://schemas.microsoft.com/office/drawing/2014/main" id="{8F07EC45-58A6-B9A0-0BE0-E4851C1A4160}"/>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491129906"/>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D6C03-3089-626D-98EF-94DD8493834A}"/>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BF95DA55-25CD-7E54-3C96-CD0E81700E65}"/>
              </a:ext>
            </a:extLst>
          </p:cNvPr>
          <p:cNvSpPr txBox="1"/>
          <p:nvPr/>
        </p:nvSpPr>
        <p:spPr>
          <a:xfrm>
            <a:off x="3951823" y="208855"/>
            <a:ext cx="4288353"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サイクル</a:t>
            </a:r>
          </a:p>
        </p:txBody>
      </p:sp>
      <p:sp>
        <p:nvSpPr>
          <p:cNvPr id="3" name="テキスト ボックス 2">
            <a:extLst>
              <a:ext uri="{FF2B5EF4-FFF2-40B4-BE49-F238E27FC236}">
                <a16:creationId xmlns:a16="http://schemas.microsoft.com/office/drawing/2014/main" id="{E493FA7F-C993-06D1-270D-8D8772631E05}"/>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60552340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8EE11-17FF-B4B8-61C5-9EBB38FA9997}"/>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9A14C447-0BBC-9ED7-7C28-F0C248E13CA4}"/>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イメージ</a:t>
            </a:r>
          </a:p>
        </p:txBody>
      </p:sp>
      <p:sp>
        <p:nvSpPr>
          <p:cNvPr id="3" name="テキスト ボックス 2">
            <a:extLst>
              <a:ext uri="{FF2B5EF4-FFF2-40B4-BE49-F238E27FC236}">
                <a16:creationId xmlns:a16="http://schemas.microsoft.com/office/drawing/2014/main" id="{2E773B3D-9B42-423C-7613-806F433BEDD1}"/>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059110940"/>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397FE-0DFD-31B0-E87D-B60471F4D978}"/>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37DE25B-1355-B82B-AAD4-1B9F9D32E7D1}"/>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イメージ</a:t>
            </a:r>
          </a:p>
        </p:txBody>
      </p:sp>
      <p:sp>
        <p:nvSpPr>
          <p:cNvPr id="3" name="テキスト ボックス 2">
            <a:extLst>
              <a:ext uri="{FF2B5EF4-FFF2-40B4-BE49-F238E27FC236}">
                <a16:creationId xmlns:a16="http://schemas.microsoft.com/office/drawing/2014/main" id="{8825453D-A041-D2C3-8252-6A2F6A8FC935}"/>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424597027"/>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3F25BE6E-94C3-05B6-7DFE-585B6195B4DC}"/>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D24DC0CA-8F2E-1391-60B3-0D280464E842}"/>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 name="四角形: 角を丸くする 2">
            <a:extLst>
              <a:ext uri="{FF2B5EF4-FFF2-40B4-BE49-F238E27FC236}">
                <a16:creationId xmlns:a16="http://schemas.microsoft.com/office/drawing/2014/main" id="{33086380-90E5-739B-8570-69589CC0BE8B}"/>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A3800B7D-951B-B5D7-39C3-E07CC3941EFA}"/>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07E7DFCC-F9C4-58E3-0CC7-00B501D3C9FC}"/>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A1EC2EFB-460E-9CA5-BF19-BDA6ED44B438}"/>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8257529F-42A6-D0F3-3D37-546676E92505}"/>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9CAA9E80-DA86-4937-69EE-ACA789AFFEE9}"/>
              </a:ext>
            </a:extLst>
          </p:cNvPr>
          <p:cNvSpPr txBox="1"/>
          <p:nvPr/>
        </p:nvSpPr>
        <p:spPr>
          <a:xfrm>
            <a:off x="10430947" y="5564932"/>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ルート</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4" name="テキスト ボックス 3">
            <a:extLst>
              <a:ext uri="{FF2B5EF4-FFF2-40B4-BE49-F238E27FC236}">
                <a16:creationId xmlns:a16="http://schemas.microsoft.com/office/drawing/2014/main" id="{7A5519FE-C8A4-D4A8-DB65-5DF8BD625EC1}"/>
              </a:ext>
            </a:extLst>
          </p:cNvPr>
          <p:cNvSpPr txBox="1"/>
          <p:nvPr/>
        </p:nvSpPr>
        <p:spPr>
          <a:xfrm>
            <a:off x="10661779" y="4561890"/>
            <a:ext cx="646331"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戻る</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A1AEA4C8-00D1-B9C4-59B7-35B92E31B1C2}"/>
              </a:ext>
            </a:extLst>
          </p:cNvPr>
          <p:cNvSpPr txBox="1"/>
          <p:nvPr/>
        </p:nvSpPr>
        <p:spPr>
          <a:xfrm>
            <a:off x="10447866" y="2290669"/>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カバン</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2" name="テキスト ボックス 11">
            <a:extLst>
              <a:ext uri="{FF2B5EF4-FFF2-40B4-BE49-F238E27FC236}">
                <a16:creationId xmlns:a16="http://schemas.microsoft.com/office/drawing/2014/main" id="{590A220D-7A04-94F7-BD25-981C59A00E5A}"/>
              </a:ext>
            </a:extLst>
          </p:cNvPr>
          <p:cNvSpPr txBox="1"/>
          <p:nvPr/>
        </p:nvSpPr>
        <p:spPr>
          <a:xfrm>
            <a:off x="9969282" y="1293068"/>
            <a:ext cx="1338828"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パーティー</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EB4336FC-E0AF-4EF3-A188-9335B9204EC5}"/>
              </a:ext>
            </a:extLst>
          </p:cNvPr>
          <p:cNvSpPr txBox="1"/>
          <p:nvPr/>
        </p:nvSpPr>
        <p:spPr>
          <a:xfrm>
            <a:off x="991856" y="846304"/>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前衛</a:t>
            </a:r>
          </a:p>
        </p:txBody>
      </p:sp>
      <p:sp>
        <p:nvSpPr>
          <p:cNvPr id="19" name="テキスト ボックス 18">
            <a:extLst>
              <a:ext uri="{FF2B5EF4-FFF2-40B4-BE49-F238E27FC236}">
                <a16:creationId xmlns:a16="http://schemas.microsoft.com/office/drawing/2014/main" id="{B5D0ED19-E51A-86CF-FCB8-A807D3DCE062}"/>
              </a:ext>
            </a:extLst>
          </p:cNvPr>
          <p:cNvSpPr txBox="1"/>
          <p:nvPr/>
        </p:nvSpPr>
        <p:spPr>
          <a:xfrm>
            <a:off x="991856" y="4115126"/>
            <a:ext cx="902811" cy="523220"/>
          </a:xfrm>
          <a:prstGeom prst="rect">
            <a:avLst/>
          </a:prstGeom>
          <a:noFill/>
        </p:spPr>
        <p:txBody>
          <a:bodyPr wrap="none" rtlCol="0">
            <a:spAutoFit/>
          </a:bodyPr>
          <a:lstStyle/>
          <a:p>
            <a:r>
              <a:rPr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後衛</a:t>
            </a:r>
            <a:endPar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endParaRPr>
          </a:p>
        </p:txBody>
      </p:sp>
      <p:sp>
        <p:nvSpPr>
          <p:cNvPr id="26" name="四角形: 角を丸くする 25">
            <a:extLst>
              <a:ext uri="{FF2B5EF4-FFF2-40B4-BE49-F238E27FC236}">
                <a16:creationId xmlns:a16="http://schemas.microsoft.com/office/drawing/2014/main" id="{1E0A1C1C-A97A-0BCD-2FE3-F9166A90A10C}"/>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7198A5C9-8823-C3BD-AED8-AD3F3CB04B39}"/>
              </a:ext>
            </a:extLst>
          </p:cNvPr>
          <p:cNvSpPr txBox="1"/>
          <p:nvPr/>
        </p:nvSpPr>
        <p:spPr>
          <a:xfrm>
            <a:off x="10217032" y="3428998"/>
            <a:ext cx="1107997"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チェンジ</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3BDCAC4E-3699-3A6D-8BDB-35D14881FBF4}"/>
              </a:ext>
            </a:extLst>
          </p:cNvPr>
          <p:cNvGrpSpPr/>
          <p:nvPr/>
        </p:nvGrpSpPr>
        <p:grpSpPr>
          <a:xfrm>
            <a:off x="1217726" y="1440410"/>
            <a:ext cx="7518758" cy="2595689"/>
            <a:chOff x="1355839" y="1472457"/>
            <a:chExt cx="7518758" cy="2595689"/>
          </a:xfrm>
        </p:grpSpPr>
        <p:pic>
          <p:nvPicPr>
            <p:cNvPr id="29" name="図 28" descr="テキスト, 時計 が含まれている画像&#10;&#10;AI 生成コンテンツは誤りを含む可能性があります。">
              <a:extLst>
                <a:ext uri="{FF2B5EF4-FFF2-40B4-BE49-F238E27FC236}">
                  <a16:creationId xmlns:a16="http://schemas.microsoft.com/office/drawing/2014/main" id="{DBBA971F-16BC-CD8B-745F-F50C328D34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55839" y="1472459"/>
              <a:ext cx="1407485" cy="2595687"/>
            </a:xfrm>
            <a:prstGeom prst="rect">
              <a:avLst/>
            </a:prstGeom>
          </p:spPr>
        </p:pic>
        <p:pic>
          <p:nvPicPr>
            <p:cNvPr id="30" name="図 29" descr="テキスト, 時計 が含まれている画像&#10;&#10;AI 生成コンテンツは誤りを含む可能性があります。">
              <a:extLst>
                <a:ext uri="{FF2B5EF4-FFF2-40B4-BE49-F238E27FC236}">
                  <a16:creationId xmlns:a16="http://schemas.microsoft.com/office/drawing/2014/main" id="{FC0A9C98-1852-F513-834B-4F8D2D32DE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2930" y="1472458"/>
              <a:ext cx="1407485" cy="2595687"/>
            </a:xfrm>
            <a:prstGeom prst="rect">
              <a:avLst/>
            </a:prstGeom>
          </p:spPr>
        </p:pic>
        <p:pic>
          <p:nvPicPr>
            <p:cNvPr id="31" name="図 30" descr="テキスト, 時計 が含まれている画像&#10;&#10;AI 生成コンテンツは誤りを含む可能性があります。">
              <a:extLst>
                <a:ext uri="{FF2B5EF4-FFF2-40B4-BE49-F238E27FC236}">
                  <a16:creationId xmlns:a16="http://schemas.microsoft.com/office/drawing/2014/main" id="{24328FEE-7611-D6DC-E9AD-CF059FAF6D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0021" y="1472458"/>
              <a:ext cx="1407485" cy="2595687"/>
            </a:xfrm>
            <a:prstGeom prst="rect">
              <a:avLst/>
            </a:prstGeom>
          </p:spPr>
        </p:pic>
        <p:pic>
          <p:nvPicPr>
            <p:cNvPr id="32" name="図 31" descr="テキスト, 時計 が含まれている画像&#10;&#10;AI 生成コンテンツは誤りを含む可能性があります。">
              <a:extLst>
                <a:ext uri="{FF2B5EF4-FFF2-40B4-BE49-F238E27FC236}">
                  <a16:creationId xmlns:a16="http://schemas.microsoft.com/office/drawing/2014/main" id="{951A643F-6E11-ECE8-918A-BF7E7DCEB4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67112" y="1472457"/>
              <a:ext cx="1407485" cy="2595687"/>
            </a:xfrm>
            <a:prstGeom prst="rect">
              <a:avLst/>
            </a:prstGeom>
          </p:spPr>
        </p:pic>
      </p:grpSp>
      <p:pic>
        <p:nvPicPr>
          <p:cNvPr id="35" name="図 34" descr="グラフィカル ユーザー インターフェイス&#10;&#10;AI 生成コンテンツは誤りを含む可能性があります。">
            <a:extLst>
              <a:ext uri="{FF2B5EF4-FFF2-40B4-BE49-F238E27FC236}">
                <a16:creationId xmlns:a16="http://schemas.microsoft.com/office/drawing/2014/main" id="{83B37784-A0D7-2CDA-29ED-3E559DE2AC0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17725" y="4638346"/>
            <a:ext cx="1928075" cy="1295918"/>
          </a:xfrm>
          <a:prstGeom prst="rect">
            <a:avLst/>
          </a:prstGeom>
        </p:spPr>
      </p:pic>
      <p:pic>
        <p:nvPicPr>
          <p:cNvPr id="36" name="図 35" descr="グラフィカル ユーザー インターフェイス&#10;&#10;AI 生成コンテンツは誤りを含む可能性があります。">
            <a:extLst>
              <a:ext uri="{FF2B5EF4-FFF2-40B4-BE49-F238E27FC236}">
                <a16:creationId xmlns:a16="http://schemas.microsoft.com/office/drawing/2014/main" id="{BA4DB89F-47C2-0705-A05A-28E4A0C5648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71669" y="4650012"/>
            <a:ext cx="1928075" cy="1295918"/>
          </a:xfrm>
          <a:prstGeom prst="rect">
            <a:avLst/>
          </a:prstGeom>
        </p:spPr>
      </p:pic>
      <p:pic>
        <p:nvPicPr>
          <p:cNvPr id="37" name="図 36" descr="グラフィカル ユーザー インターフェイス&#10;&#10;AI 生成コンテンツは誤りを含む可能性があります。">
            <a:extLst>
              <a:ext uri="{FF2B5EF4-FFF2-40B4-BE49-F238E27FC236}">
                <a16:creationId xmlns:a16="http://schemas.microsoft.com/office/drawing/2014/main" id="{9295F21F-62D0-54D5-E6DA-275427E2567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25613" y="4650012"/>
            <a:ext cx="1928075" cy="1295918"/>
          </a:xfrm>
          <a:prstGeom prst="rect">
            <a:avLst/>
          </a:prstGeom>
        </p:spPr>
      </p:pic>
      <p:pic>
        <p:nvPicPr>
          <p:cNvPr id="38" name="図 37" descr="グラフィカル ユーザー インターフェイス&#10;&#10;AI 生成コンテンツは誤りを含む可能性があります。">
            <a:extLst>
              <a:ext uri="{FF2B5EF4-FFF2-40B4-BE49-F238E27FC236}">
                <a16:creationId xmlns:a16="http://schemas.microsoft.com/office/drawing/2014/main" id="{65658616-40E3-A2AC-374F-ACE3A2F1F170}"/>
              </a:ext>
            </a:extLst>
          </p:cNvPr>
          <p:cNvPicPr>
            <a:picLocks noChangeAspect="1"/>
          </p:cNvPicPr>
          <p:nvPr/>
        </p:nvPicPr>
        <p:blipFill>
          <a:blip r:embed="rId5">
            <a:extLst>
              <a:ext uri="{28A0092B-C50C-407E-A947-70E740481C1C}">
                <a14:useLocalDpi xmlns:a14="http://schemas.microsoft.com/office/drawing/2010/main" val="0"/>
              </a:ext>
            </a:extLst>
          </a:blip>
          <a:srcRect r="45182"/>
          <a:stretch>
            <a:fillRect/>
          </a:stretch>
        </p:blipFill>
        <p:spPr>
          <a:xfrm>
            <a:off x="7679557" y="4638346"/>
            <a:ext cx="1056927" cy="1295918"/>
          </a:xfrm>
          <a:prstGeom prst="rect">
            <a:avLst/>
          </a:prstGeom>
        </p:spPr>
      </p:pic>
      <p:sp>
        <p:nvSpPr>
          <p:cNvPr id="10" name="四角形: 角を丸くする 9">
            <a:extLst>
              <a:ext uri="{FF2B5EF4-FFF2-40B4-BE49-F238E27FC236}">
                <a16:creationId xmlns:a16="http://schemas.microsoft.com/office/drawing/2014/main" id="{5FEFC184-1C93-673C-38DC-7A773846FD29}"/>
              </a:ext>
            </a:extLst>
          </p:cNvPr>
          <p:cNvSpPr/>
          <p:nvPr/>
        </p:nvSpPr>
        <p:spPr>
          <a:xfrm>
            <a:off x="1994263" y="4267200"/>
            <a:ext cx="6742221" cy="16587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874DB5A-6D0E-E37F-D651-61E31A398A0D}"/>
              </a:ext>
            </a:extLst>
          </p:cNvPr>
          <p:cNvSpPr/>
          <p:nvPr/>
        </p:nvSpPr>
        <p:spPr>
          <a:xfrm>
            <a:off x="4335706" y="4211993"/>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4186104243"/>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799F555B-DC93-C201-5927-12498F3B55E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5F54088-E498-98A9-8BFB-F870B18DBDCA}"/>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 name="四角形: 角を丸くする 2">
            <a:extLst>
              <a:ext uri="{FF2B5EF4-FFF2-40B4-BE49-F238E27FC236}">
                <a16:creationId xmlns:a16="http://schemas.microsoft.com/office/drawing/2014/main" id="{7AF10B05-5EC6-3E5F-3A26-821C6A63DC98}"/>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5585913B-6CD8-8E8F-2F4F-3D2621C4A74B}"/>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EA87EDC0-1750-10BD-1BAC-A7D06A4E3A5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45AA91AA-AC33-2A36-45CD-7F526D0AD3EB}"/>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FEB390EA-E1CE-4211-CB4B-FA748D8F635A}"/>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05DAAF2B-CE27-BDDF-380A-DFEB933242EC}"/>
              </a:ext>
            </a:extLst>
          </p:cNvPr>
          <p:cNvSpPr txBox="1"/>
          <p:nvPr/>
        </p:nvSpPr>
        <p:spPr>
          <a:xfrm>
            <a:off x="10430947" y="5564932"/>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ルート</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4" name="テキスト ボックス 3">
            <a:extLst>
              <a:ext uri="{FF2B5EF4-FFF2-40B4-BE49-F238E27FC236}">
                <a16:creationId xmlns:a16="http://schemas.microsoft.com/office/drawing/2014/main" id="{157C76B2-C04A-8F0E-8C7D-5ACEBD456F43}"/>
              </a:ext>
            </a:extLst>
          </p:cNvPr>
          <p:cNvSpPr txBox="1"/>
          <p:nvPr/>
        </p:nvSpPr>
        <p:spPr>
          <a:xfrm>
            <a:off x="10661779" y="4561890"/>
            <a:ext cx="646331"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戻る</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D86633C1-724C-7BE2-88B8-4190285C1E98}"/>
              </a:ext>
            </a:extLst>
          </p:cNvPr>
          <p:cNvSpPr txBox="1"/>
          <p:nvPr/>
        </p:nvSpPr>
        <p:spPr>
          <a:xfrm>
            <a:off x="10447866" y="2290669"/>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カバン</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2" name="テキスト ボックス 11">
            <a:extLst>
              <a:ext uri="{FF2B5EF4-FFF2-40B4-BE49-F238E27FC236}">
                <a16:creationId xmlns:a16="http://schemas.microsoft.com/office/drawing/2014/main" id="{D05C9A36-134A-0FB8-6A0A-77E8E091178E}"/>
              </a:ext>
            </a:extLst>
          </p:cNvPr>
          <p:cNvSpPr txBox="1"/>
          <p:nvPr/>
        </p:nvSpPr>
        <p:spPr>
          <a:xfrm>
            <a:off x="9969282" y="1293068"/>
            <a:ext cx="1338828"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パーティー</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19796E4F-5F30-1363-4EF1-43118EC42051}"/>
              </a:ext>
            </a:extLst>
          </p:cNvPr>
          <p:cNvSpPr txBox="1"/>
          <p:nvPr/>
        </p:nvSpPr>
        <p:spPr>
          <a:xfrm>
            <a:off x="991856" y="846304"/>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前衛</a:t>
            </a:r>
          </a:p>
        </p:txBody>
      </p:sp>
      <p:sp>
        <p:nvSpPr>
          <p:cNvPr id="19" name="テキスト ボックス 18">
            <a:extLst>
              <a:ext uri="{FF2B5EF4-FFF2-40B4-BE49-F238E27FC236}">
                <a16:creationId xmlns:a16="http://schemas.microsoft.com/office/drawing/2014/main" id="{1CE701D3-CE6D-D014-66EF-203AF7354DB6}"/>
              </a:ext>
            </a:extLst>
          </p:cNvPr>
          <p:cNvSpPr txBox="1"/>
          <p:nvPr/>
        </p:nvSpPr>
        <p:spPr>
          <a:xfrm>
            <a:off x="991856" y="4115126"/>
            <a:ext cx="902811" cy="523220"/>
          </a:xfrm>
          <a:prstGeom prst="rect">
            <a:avLst/>
          </a:prstGeom>
          <a:noFill/>
        </p:spPr>
        <p:txBody>
          <a:bodyPr wrap="none" rtlCol="0">
            <a:spAutoFit/>
          </a:bodyPr>
          <a:lstStyle/>
          <a:p>
            <a:r>
              <a:rPr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後衛</a:t>
            </a:r>
            <a:endPar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endParaRPr>
          </a:p>
        </p:txBody>
      </p:sp>
      <p:sp>
        <p:nvSpPr>
          <p:cNvPr id="26" name="四角形: 角を丸くする 25">
            <a:extLst>
              <a:ext uri="{FF2B5EF4-FFF2-40B4-BE49-F238E27FC236}">
                <a16:creationId xmlns:a16="http://schemas.microsoft.com/office/drawing/2014/main" id="{F7C82E8D-9EE4-0DD4-7126-BBC2AE21F661}"/>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5959CD3E-2291-1BFE-D6A4-4D78ED8BAED9}"/>
              </a:ext>
            </a:extLst>
          </p:cNvPr>
          <p:cNvSpPr txBox="1"/>
          <p:nvPr/>
        </p:nvSpPr>
        <p:spPr>
          <a:xfrm>
            <a:off x="10217032" y="3428998"/>
            <a:ext cx="1107997"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チェンジ</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E565A90B-6890-611F-6043-6437879850B2}"/>
              </a:ext>
            </a:extLst>
          </p:cNvPr>
          <p:cNvGrpSpPr/>
          <p:nvPr/>
        </p:nvGrpSpPr>
        <p:grpSpPr>
          <a:xfrm>
            <a:off x="1217726" y="1440410"/>
            <a:ext cx="7518758" cy="2595689"/>
            <a:chOff x="1355839" y="1472457"/>
            <a:chExt cx="7518758" cy="2595689"/>
          </a:xfrm>
        </p:grpSpPr>
        <p:pic>
          <p:nvPicPr>
            <p:cNvPr id="29" name="図 28" descr="テキスト, 時計 が含まれている画像&#10;&#10;AI 生成コンテンツは誤りを含む可能性があります。">
              <a:extLst>
                <a:ext uri="{FF2B5EF4-FFF2-40B4-BE49-F238E27FC236}">
                  <a16:creationId xmlns:a16="http://schemas.microsoft.com/office/drawing/2014/main" id="{556B14E3-57EE-3986-634F-F70579B51FB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55839" y="1472459"/>
              <a:ext cx="1407485" cy="2595687"/>
            </a:xfrm>
            <a:prstGeom prst="rect">
              <a:avLst/>
            </a:prstGeom>
          </p:spPr>
        </p:pic>
        <p:pic>
          <p:nvPicPr>
            <p:cNvPr id="30" name="図 29" descr="テキスト, 時計 が含まれている画像&#10;&#10;AI 生成コンテンツは誤りを含む可能性があります。">
              <a:extLst>
                <a:ext uri="{FF2B5EF4-FFF2-40B4-BE49-F238E27FC236}">
                  <a16:creationId xmlns:a16="http://schemas.microsoft.com/office/drawing/2014/main" id="{D96BE118-40EE-C639-98F9-0783C4B6A5B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2930" y="1472458"/>
              <a:ext cx="1407485" cy="2595687"/>
            </a:xfrm>
            <a:prstGeom prst="rect">
              <a:avLst/>
            </a:prstGeom>
          </p:spPr>
        </p:pic>
        <p:pic>
          <p:nvPicPr>
            <p:cNvPr id="31" name="図 30" descr="テキスト, 時計 が含まれている画像&#10;&#10;AI 生成コンテンツは誤りを含む可能性があります。">
              <a:extLst>
                <a:ext uri="{FF2B5EF4-FFF2-40B4-BE49-F238E27FC236}">
                  <a16:creationId xmlns:a16="http://schemas.microsoft.com/office/drawing/2014/main" id="{6BBE45AF-2297-5CBC-BE22-6FFA7DEC93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0021" y="1472458"/>
              <a:ext cx="1407485" cy="2595687"/>
            </a:xfrm>
            <a:prstGeom prst="rect">
              <a:avLst/>
            </a:prstGeom>
          </p:spPr>
        </p:pic>
        <p:pic>
          <p:nvPicPr>
            <p:cNvPr id="32" name="図 31" descr="テキスト, 時計 が含まれている画像&#10;&#10;AI 生成コンテンツは誤りを含む可能性があります。">
              <a:extLst>
                <a:ext uri="{FF2B5EF4-FFF2-40B4-BE49-F238E27FC236}">
                  <a16:creationId xmlns:a16="http://schemas.microsoft.com/office/drawing/2014/main" id="{6AE3B463-0D80-DFE7-C5E7-CCD87002B9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67112" y="1472457"/>
              <a:ext cx="1407485" cy="2595687"/>
            </a:xfrm>
            <a:prstGeom prst="rect">
              <a:avLst/>
            </a:prstGeom>
          </p:spPr>
        </p:pic>
      </p:grpSp>
      <p:pic>
        <p:nvPicPr>
          <p:cNvPr id="35" name="図 34" descr="グラフィカル ユーザー インターフェイス&#10;&#10;AI 生成コンテンツは誤りを含む可能性があります。">
            <a:extLst>
              <a:ext uri="{FF2B5EF4-FFF2-40B4-BE49-F238E27FC236}">
                <a16:creationId xmlns:a16="http://schemas.microsoft.com/office/drawing/2014/main" id="{C4F8DA3D-624F-F013-CD6B-D56408AD878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17725" y="4638346"/>
            <a:ext cx="1928075" cy="1295918"/>
          </a:xfrm>
          <a:prstGeom prst="rect">
            <a:avLst/>
          </a:prstGeom>
        </p:spPr>
      </p:pic>
      <p:pic>
        <p:nvPicPr>
          <p:cNvPr id="36" name="図 35" descr="グラフィカル ユーザー インターフェイス&#10;&#10;AI 生成コンテンツは誤りを含む可能性があります。">
            <a:extLst>
              <a:ext uri="{FF2B5EF4-FFF2-40B4-BE49-F238E27FC236}">
                <a16:creationId xmlns:a16="http://schemas.microsoft.com/office/drawing/2014/main" id="{6457E525-D21C-FB45-AD21-CF95D5A2D06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71669" y="4650012"/>
            <a:ext cx="1928075" cy="1295918"/>
          </a:xfrm>
          <a:prstGeom prst="rect">
            <a:avLst/>
          </a:prstGeom>
        </p:spPr>
      </p:pic>
      <p:pic>
        <p:nvPicPr>
          <p:cNvPr id="37" name="図 36" descr="グラフィカル ユーザー インターフェイス&#10;&#10;AI 生成コンテンツは誤りを含む可能性があります。">
            <a:extLst>
              <a:ext uri="{FF2B5EF4-FFF2-40B4-BE49-F238E27FC236}">
                <a16:creationId xmlns:a16="http://schemas.microsoft.com/office/drawing/2014/main" id="{56AE6725-70B4-303E-7D5A-19D32EA54CD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25613" y="4650012"/>
            <a:ext cx="1928075" cy="1295918"/>
          </a:xfrm>
          <a:prstGeom prst="rect">
            <a:avLst/>
          </a:prstGeom>
        </p:spPr>
      </p:pic>
      <p:pic>
        <p:nvPicPr>
          <p:cNvPr id="38" name="図 37" descr="グラフィカル ユーザー インターフェイス&#10;&#10;AI 生成コンテンツは誤りを含む可能性があります。">
            <a:extLst>
              <a:ext uri="{FF2B5EF4-FFF2-40B4-BE49-F238E27FC236}">
                <a16:creationId xmlns:a16="http://schemas.microsoft.com/office/drawing/2014/main" id="{21ECCF31-8B9D-6535-B7D0-3D0289CD8371}"/>
              </a:ext>
            </a:extLst>
          </p:cNvPr>
          <p:cNvPicPr>
            <a:picLocks noChangeAspect="1"/>
          </p:cNvPicPr>
          <p:nvPr/>
        </p:nvPicPr>
        <p:blipFill>
          <a:blip r:embed="rId5">
            <a:extLst>
              <a:ext uri="{28A0092B-C50C-407E-A947-70E740481C1C}">
                <a14:useLocalDpi xmlns:a14="http://schemas.microsoft.com/office/drawing/2010/main" val="0"/>
              </a:ext>
            </a:extLst>
          </a:blip>
          <a:srcRect r="45182"/>
          <a:stretch>
            <a:fillRect/>
          </a:stretch>
        </p:blipFill>
        <p:spPr>
          <a:xfrm>
            <a:off x="7679557" y="4638346"/>
            <a:ext cx="1056927" cy="1295918"/>
          </a:xfrm>
          <a:prstGeom prst="rect">
            <a:avLst/>
          </a:prstGeom>
        </p:spPr>
      </p:pic>
      <p:sp>
        <p:nvSpPr>
          <p:cNvPr id="10" name="四角形: 角を丸くする 9">
            <a:extLst>
              <a:ext uri="{FF2B5EF4-FFF2-40B4-BE49-F238E27FC236}">
                <a16:creationId xmlns:a16="http://schemas.microsoft.com/office/drawing/2014/main" id="{0D3B54FA-3B26-6F35-1970-729778B05355}"/>
              </a:ext>
            </a:extLst>
          </p:cNvPr>
          <p:cNvSpPr/>
          <p:nvPr/>
        </p:nvSpPr>
        <p:spPr>
          <a:xfrm>
            <a:off x="1994263" y="4267200"/>
            <a:ext cx="6742221" cy="16587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09F27E94-B87A-105B-5FF5-B949C2B3A739}"/>
              </a:ext>
            </a:extLst>
          </p:cNvPr>
          <p:cNvSpPr/>
          <p:nvPr/>
        </p:nvSpPr>
        <p:spPr>
          <a:xfrm>
            <a:off x="4335706" y="4211993"/>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985589564"/>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96825D11-7424-88C7-00BA-D13E463B40B9}"/>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BF148441-80AA-5A2D-B341-EF1FA3B503FE}"/>
              </a:ext>
            </a:extLst>
          </p:cNvPr>
          <p:cNvGrpSpPr/>
          <p:nvPr/>
        </p:nvGrpSpPr>
        <p:grpSpPr>
          <a:xfrm>
            <a:off x="914401" y="706795"/>
            <a:ext cx="10363198" cy="3510854"/>
            <a:chOff x="690466" y="1313283"/>
            <a:chExt cx="10363198" cy="3783563"/>
          </a:xfrm>
          <a:solidFill>
            <a:schemeClr val="tx1">
              <a:lumMod val="85000"/>
              <a:lumOff val="15000"/>
            </a:schemeClr>
          </a:solidFill>
        </p:grpSpPr>
        <p:sp>
          <p:nvSpPr>
            <p:cNvPr id="3" name="フローチャート: 他ページ結合子 2">
              <a:extLst>
                <a:ext uri="{FF2B5EF4-FFF2-40B4-BE49-F238E27FC236}">
                  <a16:creationId xmlns:a16="http://schemas.microsoft.com/office/drawing/2014/main" id="{DED68989-5CED-3CB0-15B2-BE40A7A1C444}"/>
                </a:ext>
              </a:extLst>
            </p:cNvPr>
            <p:cNvSpPr/>
            <p:nvPr/>
          </p:nvSpPr>
          <p:spPr>
            <a:xfrm flipV="1">
              <a:off x="690466" y="1313283"/>
              <a:ext cx="3247052" cy="3783563"/>
            </a:xfrm>
            <a:prstGeom prst="flowChartOffpageConnector">
              <a:avLst/>
            </a:prstGeom>
            <a:grp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 name="フローチャート: 他ページ結合子 9">
              <a:extLst>
                <a:ext uri="{FF2B5EF4-FFF2-40B4-BE49-F238E27FC236}">
                  <a16:creationId xmlns:a16="http://schemas.microsoft.com/office/drawing/2014/main" id="{1B6AC7B6-9E18-FA06-529C-64E527F4EF19}"/>
                </a:ext>
              </a:extLst>
            </p:cNvPr>
            <p:cNvSpPr/>
            <p:nvPr/>
          </p:nvSpPr>
          <p:spPr>
            <a:xfrm flipV="1">
              <a:off x="4248539" y="1313283"/>
              <a:ext cx="3247052" cy="3783563"/>
            </a:xfrm>
            <a:prstGeom prst="flowChartOffpageConnector">
              <a:avLst/>
            </a:prstGeom>
            <a:grp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他ページ結合子 12">
              <a:extLst>
                <a:ext uri="{FF2B5EF4-FFF2-40B4-BE49-F238E27FC236}">
                  <a16:creationId xmlns:a16="http://schemas.microsoft.com/office/drawing/2014/main" id="{57F27B1C-860E-1CF4-CDC1-E62140590E50}"/>
                </a:ext>
              </a:extLst>
            </p:cNvPr>
            <p:cNvSpPr/>
            <p:nvPr/>
          </p:nvSpPr>
          <p:spPr>
            <a:xfrm flipV="1">
              <a:off x="7806612" y="1313283"/>
              <a:ext cx="3247052" cy="3783563"/>
            </a:xfrm>
            <a:prstGeom prst="flowChartOffpageConnector">
              <a:avLst/>
            </a:prstGeom>
            <a:grp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AC07A716-9F20-2900-C1A7-A7A9ACC79D51}"/>
              </a:ext>
            </a:extLst>
          </p:cNvPr>
          <p:cNvGrpSpPr/>
          <p:nvPr/>
        </p:nvGrpSpPr>
        <p:grpSpPr>
          <a:xfrm>
            <a:off x="1058424" y="3924833"/>
            <a:ext cx="2959002" cy="810206"/>
            <a:chOff x="1422919" y="4675802"/>
            <a:chExt cx="2230015" cy="906237"/>
          </a:xfrm>
        </p:grpSpPr>
        <p:sp>
          <p:nvSpPr>
            <p:cNvPr id="16" name="二等辺三角形 15">
              <a:extLst>
                <a:ext uri="{FF2B5EF4-FFF2-40B4-BE49-F238E27FC236}">
                  <a16:creationId xmlns:a16="http://schemas.microsoft.com/office/drawing/2014/main" id="{C0ED945A-9F2C-1F37-7725-95D31D6A5AED}"/>
                </a:ext>
              </a:extLst>
            </p:cNvPr>
            <p:cNvSpPr/>
            <p:nvPr/>
          </p:nvSpPr>
          <p:spPr>
            <a:xfrm>
              <a:off x="1422919" y="4675802"/>
              <a:ext cx="2230015" cy="906237"/>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F6F3A41C-6850-5495-B2F4-0AC7431FC38C}"/>
                </a:ext>
              </a:extLst>
            </p:cNvPr>
            <p:cNvSpPr txBox="1"/>
            <p:nvPr/>
          </p:nvSpPr>
          <p:spPr>
            <a:xfrm>
              <a:off x="1846086" y="4868540"/>
              <a:ext cx="1383680" cy="440708"/>
            </a:xfrm>
            <a:prstGeom prst="rect">
              <a:avLst/>
            </a:prstGeom>
            <a:noFill/>
          </p:spPr>
          <p:txBody>
            <a:bodyPr wrap="square">
              <a:spAutoFit/>
            </a:bodyPr>
            <a:lstStyle/>
            <a:p>
              <a:pPr algn="ctr"/>
              <a:r>
                <a:rPr lang="ja-JP" altLang="en-US" sz="3200" dirty="0">
                  <a:solidFill>
                    <a:schemeClr val="accent6"/>
                  </a:solidFill>
                  <a:latin typeface="HGS明朝E" panose="02020900000000000000" pitchFamily="18" charset="-128"/>
                  <a:ea typeface="HGS明朝E" panose="02020900000000000000" pitchFamily="18" charset="-128"/>
                </a:rPr>
                <a:t>選択</a:t>
              </a:r>
              <a:endParaRPr kumimoji="1" lang="ja-JP" altLang="en-US" sz="3200" dirty="0">
                <a:solidFill>
                  <a:schemeClr val="accent6"/>
                </a:solidFill>
                <a:latin typeface="HGS明朝E" panose="02020900000000000000" pitchFamily="18" charset="-128"/>
                <a:ea typeface="HGS明朝E" panose="02020900000000000000" pitchFamily="18" charset="-128"/>
              </a:endParaRPr>
            </a:p>
          </p:txBody>
        </p:sp>
      </p:grpSp>
      <p:pic>
        <p:nvPicPr>
          <p:cNvPr id="22" name="図 21">
            <a:extLst>
              <a:ext uri="{FF2B5EF4-FFF2-40B4-BE49-F238E27FC236}">
                <a16:creationId xmlns:a16="http://schemas.microsoft.com/office/drawing/2014/main" id="{7FBFD0D8-DB27-B89E-07CE-50780CE2FCCE}"/>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71292" y="1775538"/>
            <a:ext cx="2049416" cy="2049416"/>
          </a:xfrm>
          <a:prstGeom prst="rect">
            <a:avLst/>
          </a:prstGeom>
        </p:spPr>
      </p:pic>
      <p:pic>
        <p:nvPicPr>
          <p:cNvPr id="26" name="図 25">
            <a:extLst>
              <a:ext uri="{FF2B5EF4-FFF2-40B4-BE49-F238E27FC236}">
                <a16:creationId xmlns:a16="http://schemas.microsoft.com/office/drawing/2014/main" id="{F5F4BA3F-C1BA-BDBF-DD83-1B037EC69EB8}"/>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1334486" y="1657766"/>
            <a:ext cx="2406879" cy="2406879"/>
          </a:xfrm>
          <a:prstGeom prst="rect">
            <a:avLst/>
          </a:prstGeom>
        </p:spPr>
      </p:pic>
      <p:grpSp>
        <p:nvGrpSpPr>
          <p:cNvPr id="35" name="グループ化 34">
            <a:extLst>
              <a:ext uri="{FF2B5EF4-FFF2-40B4-BE49-F238E27FC236}">
                <a16:creationId xmlns:a16="http://schemas.microsoft.com/office/drawing/2014/main" id="{9DB924F1-7435-4FFB-8319-FCB3EC9E3ACE}"/>
              </a:ext>
            </a:extLst>
          </p:cNvPr>
          <p:cNvGrpSpPr/>
          <p:nvPr/>
        </p:nvGrpSpPr>
        <p:grpSpPr>
          <a:xfrm>
            <a:off x="8576658" y="1794833"/>
            <a:ext cx="2280856" cy="2130000"/>
            <a:chOff x="8402695" y="2075522"/>
            <a:chExt cx="2482812" cy="2318599"/>
          </a:xfrm>
        </p:grpSpPr>
        <p:pic>
          <p:nvPicPr>
            <p:cNvPr id="27" name="図 26">
              <a:extLst>
                <a:ext uri="{FF2B5EF4-FFF2-40B4-BE49-F238E27FC236}">
                  <a16:creationId xmlns:a16="http://schemas.microsoft.com/office/drawing/2014/main" id="{2ED893EE-5F53-1189-EA87-CB6E5F240B7A}"/>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flipH="1">
              <a:off x="8402695" y="2309208"/>
              <a:ext cx="2084913" cy="2084913"/>
            </a:xfrm>
            <a:prstGeom prst="rect">
              <a:avLst/>
            </a:prstGeom>
          </p:spPr>
        </p:pic>
        <p:pic>
          <p:nvPicPr>
            <p:cNvPr id="30" name="図 29">
              <a:extLst>
                <a:ext uri="{FF2B5EF4-FFF2-40B4-BE49-F238E27FC236}">
                  <a16:creationId xmlns:a16="http://schemas.microsoft.com/office/drawing/2014/main" id="{EB3E87DF-ED15-FD2A-D6E1-E7D41105B3E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9532029" y="2075522"/>
              <a:ext cx="1353478" cy="1353478"/>
            </a:xfrm>
            <a:prstGeom prst="rect">
              <a:avLst/>
            </a:prstGeom>
          </p:spPr>
        </p:pic>
      </p:grpSp>
      <p:sp>
        <p:nvSpPr>
          <p:cNvPr id="31" name="テキスト ボックス 30">
            <a:extLst>
              <a:ext uri="{FF2B5EF4-FFF2-40B4-BE49-F238E27FC236}">
                <a16:creationId xmlns:a16="http://schemas.microsoft.com/office/drawing/2014/main" id="{A9CB84F2-EB5B-AE2E-C4AF-824003852F5E}"/>
              </a:ext>
            </a:extLst>
          </p:cNvPr>
          <p:cNvSpPr txBox="1"/>
          <p:nvPr/>
        </p:nvSpPr>
        <p:spPr>
          <a:xfrm>
            <a:off x="1821356" y="1094644"/>
            <a:ext cx="1383680" cy="584775"/>
          </a:xfrm>
          <a:prstGeom prst="rect">
            <a:avLst/>
          </a:prstGeom>
          <a:noFill/>
        </p:spPr>
        <p:txBody>
          <a:bodyPr wrap="square">
            <a:spAutoFit/>
          </a:bodyPr>
          <a:lstStyle/>
          <a:p>
            <a:pPr algn="ctr"/>
            <a:r>
              <a:rPr lang="ja-JP" altLang="en-US" sz="3200" dirty="0">
                <a:solidFill>
                  <a:schemeClr val="bg1">
                    <a:lumMod val="95000"/>
                  </a:schemeClr>
                </a:solidFill>
                <a:latin typeface="HGS明朝E" panose="02020900000000000000" pitchFamily="18" charset="-128"/>
                <a:ea typeface="HGS明朝E" panose="02020900000000000000" pitchFamily="18" charset="-128"/>
              </a:rPr>
              <a:t>編成</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2" name="テキスト ボックス 31">
            <a:extLst>
              <a:ext uri="{FF2B5EF4-FFF2-40B4-BE49-F238E27FC236}">
                <a16:creationId xmlns:a16="http://schemas.microsoft.com/office/drawing/2014/main" id="{B68D49DD-9B51-D1AE-2D9C-E242523A7B32}"/>
              </a:ext>
            </a:extLst>
          </p:cNvPr>
          <p:cNvSpPr txBox="1"/>
          <p:nvPr/>
        </p:nvSpPr>
        <p:spPr>
          <a:xfrm>
            <a:off x="5404159" y="1094643"/>
            <a:ext cx="1383680" cy="584775"/>
          </a:xfrm>
          <a:prstGeom prst="rect">
            <a:avLst/>
          </a:prstGeom>
          <a:noFill/>
        </p:spPr>
        <p:txBody>
          <a:bodyPr wrap="square">
            <a:spAutoFit/>
          </a:bodyPr>
          <a:lstStyle/>
          <a:p>
            <a:pPr algn="ctr"/>
            <a:r>
              <a:rPr lang="en-US" altLang="ja-JP" sz="3200" dirty="0">
                <a:solidFill>
                  <a:schemeClr val="bg1">
                    <a:lumMod val="95000"/>
                  </a:schemeClr>
                </a:solidFill>
                <a:latin typeface="HGS明朝E" panose="02020900000000000000" pitchFamily="18" charset="-128"/>
                <a:ea typeface="HGS明朝E" panose="02020900000000000000" pitchFamily="18" charset="-128"/>
              </a:rPr>
              <a:t>SEX</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3" name="テキスト ボックス 32">
            <a:extLst>
              <a:ext uri="{FF2B5EF4-FFF2-40B4-BE49-F238E27FC236}">
                <a16:creationId xmlns:a16="http://schemas.microsoft.com/office/drawing/2014/main" id="{78F4E8A4-FB22-4A60-89A3-C6CCC18AE125}"/>
              </a:ext>
            </a:extLst>
          </p:cNvPr>
          <p:cNvSpPr txBox="1"/>
          <p:nvPr/>
        </p:nvSpPr>
        <p:spPr>
          <a:xfrm>
            <a:off x="8962233" y="1069372"/>
            <a:ext cx="1383680" cy="584775"/>
          </a:xfrm>
          <a:prstGeom prst="rect">
            <a:avLst/>
          </a:prstGeom>
          <a:noFill/>
        </p:spPr>
        <p:txBody>
          <a:bodyPr wrap="square">
            <a:spAutoFit/>
          </a:bodyPr>
          <a:lstStyle/>
          <a:p>
            <a:pPr algn="ctr"/>
            <a:r>
              <a:rPr lang="ja-JP" altLang="en-US" sz="3200" dirty="0">
                <a:solidFill>
                  <a:schemeClr val="bg1">
                    <a:lumMod val="95000"/>
                  </a:schemeClr>
                </a:solidFill>
                <a:latin typeface="HGS明朝E" panose="02020900000000000000" pitchFamily="18" charset="-128"/>
                <a:ea typeface="HGS明朝E" panose="02020900000000000000" pitchFamily="18" charset="-128"/>
              </a:rPr>
              <a:t>回復</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82" name="グループ化 81">
            <a:extLst>
              <a:ext uri="{FF2B5EF4-FFF2-40B4-BE49-F238E27FC236}">
                <a16:creationId xmlns:a16="http://schemas.microsoft.com/office/drawing/2014/main" id="{A3739BDC-85A4-A297-C82E-1865282D71A0}"/>
              </a:ext>
            </a:extLst>
          </p:cNvPr>
          <p:cNvGrpSpPr/>
          <p:nvPr/>
        </p:nvGrpSpPr>
        <p:grpSpPr>
          <a:xfrm>
            <a:off x="3205036" y="5249665"/>
            <a:ext cx="2199123" cy="1268506"/>
            <a:chOff x="3205036" y="5265548"/>
            <a:chExt cx="2199123" cy="1268506"/>
          </a:xfrm>
        </p:grpSpPr>
        <p:sp>
          <p:nvSpPr>
            <p:cNvPr id="56" name="四角形: 角を丸くする 55">
              <a:extLst>
                <a:ext uri="{FF2B5EF4-FFF2-40B4-BE49-F238E27FC236}">
                  <a16:creationId xmlns:a16="http://schemas.microsoft.com/office/drawing/2014/main" id="{7BE71160-A8EA-F97A-16BD-C46A4467FF0A}"/>
                </a:ext>
              </a:extLst>
            </p:cNvPr>
            <p:cNvSpPr/>
            <p:nvPr/>
          </p:nvSpPr>
          <p:spPr>
            <a:xfrm>
              <a:off x="3368351" y="5380741"/>
              <a:ext cx="2035808" cy="950971"/>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dirty="0">
                <a:latin typeface="HGS明朝E" panose="02020900000000000000" pitchFamily="18" charset="-128"/>
                <a:ea typeface="HGS明朝E" panose="02020900000000000000" pitchFamily="18" charset="-128"/>
              </a:endParaRPr>
            </a:p>
          </p:txBody>
        </p:sp>
        <p:pic>
          <p:nvPicPr>
            <p:cNvPr id="75" name="図 74">
              <a:extLst>
                <a:ext uri="{FF2B5EF4-FFF2-40B4-BE49-F238E27FC236}">
                  <a16:creationId xmlns:a16="http://schemas.microsoft.com/office/drawing/2014/main" id="{72C486D9-295D-5754-78E7-150E625C05CB}"/>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foregroundMark x1="51316" y1="35948" x2="51316" y2="35948"/>
                          <a14:foregroundMark x1="61842" y1="63399" x2="61842" y2="63399"/>
                          <a14:foregroundMark x1="61842" y1="64052" x2="61842" y2="60131"/>
                          <a14:foregroundMark x1="61842" y1="65359" x2="61842" y2="61438"/>
                          <a14:foregroundMark x1="61842" y1="64052" x2="62500" y2="58824"/>
                          <a14:backgroundMark x1="40789" y1="27451" x2="24342" y2="43791"/>
                          <a14:backgroundMark x1="24342" y1="43791" x2="15789" y2="58824"/>
                          <a14:backgroundMark x1="15789" y1="58824" x2="17763" y2="60784"/>
                          <a14:backgroundMark x1="19079" y1="26144" x2="22368" y2="49020"/>
                          <a14:backgroundMark x1="23684" y1="57516" x2="48684" y2="81699"/>
                          <a14:backgroundMark x1="48684" y1="81699" x2="50658" y2="82353"/>
                          <a14:backgroundMark x1="34211" y1="80392" x2="61184" y2="79085"/>
                          <a14:backgroundMark x1="61184" y1="79085" x2="79605" y2="69281"/>
                          <a14:backgroundMark x1="79605" y1="69281" x2="82895" y2="52941"/>
                          <a14:backgroundMark x1="82895" y1="52941" x2="80921" y2="41830"/>
                          <a14:backgroundMark x1="52632" y1="50327" x2="61842" y2="61438"/>
                          <a14:backgroundMark x1="61219" y1="63399" x2="57895" y2="73856"/>
                          <a14:backgroundMark x1="61842" y1="61438" x2="61219" y2="63399"/>
                          <a14:backgroundMark x1="57895" y1="73856" x2="57895" y2="77778"/>
                          <a14:backgroundMark x1="45395" y1="57516" x2="42763" y2="64706"/>
                          <a14:backgroundMark x1="65334" y1="50327" x2="64474" y2="50327"/>
                          <a14:backgroundMark x1="68421" y1="50327" x2="65761" y2="50327"/>
                          <a14:backgroundMark x1="56832" y1="35948" x2="57895" y2="22222"/>
                          <a14:backgroundMark x1="56579" y1="39216" x2="56832" y2="35948"/>
                          <a14:backgroundMark x1="45395" y1="30065" x2="48026" y2="19608"/>
                          <a14:backgroundMark x1="36184" y1="20261" x2="55263" y2="18301"/>
                          <a14:backgroundMark x1="55263" y1="18301" x2="71711" y2="18954"/>
                          <a14:backgroundMark x1="71711" y1="18954" x2="71711" y2="19608"/>
                        </a14:backgroundRemoval>
                      </a14:imgEffect>
                    </a14:imgLayer>
                  </a14:imgProps>
                </a:ext>
                <a:ext uri="{28A0092B-C50C-407E-A947-70E740481C1C}">
                  <a14:useLocalDpi xmlns:a14="http://schemas.microsoft.com/office/drawing/2010/main" val="0"/>
                </a:ext>
              </a:extLst>
            </a:blip>
            <a:stretch>
              <a:fillRect/>
            </a:stretch>
          </p:blipFill>
          <p:spPr>
            <a:xfrm>
              <a:off x="3205036" y="5265548"/>
              <a:ext cx="1260215" cy="1268506"/>
            </a:xfrm>
            <a:prstGeom prst="rect">
              <a:avLst/>
            </a:prstGeom>
          </p:spPr>
        </p:pic>
        <p:sp>
          <p:nvSpPr>
            <p:cNvPr id="77" name="テキスト ボックス 76">
              <a:extLst>
                <a:ext uri="{FF2B5EF4-FFF2-40B4-BE49-F238E27FC236}">
                  <a16:creationId xmlns:a16="http://schemas.microsoft.com/office/drawing/2014/main" id="{7CF18FC0-0D65-9EB1-752C-88AE535F1A50}"/>
                </a:ext>
              </a:extLst>
            </p:cNvPr>
            <p:cNvSpPr txBox="1"/>
            <p:nvPr/>
          </p:nvSpPr>
          <p:spPr>
            <a:xfrm>
              <a:off x="4105473" y="5594616"/>
              <a:ext cx="1196985" cy="523220"/>
            </a:xfrm>
            <a:prstGeom prst="rect">
              <a:avLst/>
            </a:prstGeom>
            <a:noFill/>
          </p:spPr>
          <p:txBody>
            <a:bodyPr wrap="square">
              <a:spAutoFit/>
            </a:bodyPr>
            <a:lstStyle/>
            <a:p>
              <a:pPr algn="ctr"/>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撤退</a:t>
              </a:r>
            </a:p>
          </p:txBody>
        </p:sp>
      </p:grpSp>
      <p:grpSp>
        <p:nvGrpSpPr>
          <p:cNvPr id="83" name="グループ化 82">
            <a:extLst>
              <a:ext uri="{FF2B5EF4-FFF2-40B4-BE49-F238E27FC236}">
                <a16:creationId xmlns:a16="http://schemas.microsoft.com/office/drawing/2014/main" id="{080C1361-30CE-4B3D-7BBD-BF85D4BDAFC4}"/>
              </a:ext>
            </a:extLst>
          </p:cNvPr>
          <p:cNvGrpSpPr/>
          <p:nvPr/>
        </p:nvGrpSpPr>
        <p:grpSpPr>
          <a:xfrm>
            <a:off x="6783279" y="5364858"/>
            <a:ext cx="2035808" cy="950971"/>
            <a:chOff x="3368351" y="5380741"/>
            <a:chExt cx="2035808" cy="950971"/>
          </a:xfrm>
        </p:grpSpPr>
        <p:sp>
          <p:nvSpPr>
            <p:cNvPr id="84" name="四角形: 角を丸くする 83">
              <a:extLst>
                <a:ext uri="{FF2B5EF4-FFF2-40B4-BE49-F238E27FC236}">
                  <a16:creationId xmlns:a16="http://schemas.microsoft.com/office/drawing/2014/main" id="{06089AE2-53F5-E106-3740-6562E53AD24C}"/>
                </a:ext>
              </a:extLst>
            </p:cNvPr>
            <p:cNvSpPr/>
            <p:nvPr/>
          </p:nvSpPr>
          <p:spPr>
            <a:xfrm>
              <a:off x="3368351" y="5380741"/>
              <a:ext cx="2035808" cy="950971"/>
            </a:xfrm>
            <a:prstGeom prst="roundRect">
              <a:avLst>
                <a:gd name="adj" fmla="val 6428"/>
              </a:avLst>
            </a:prstGeom>
            <a:solidFill>
              <a:schemeClr val="accent6">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dirty="0">
                <a:latin typeface="HGS明朝E" panose="02020900000000000000" pitchFamily="18" charset="-128"/>
                <a:ea typeface="HGS明朝E" panose="02020900000000000000" pitchFamily="18" charset="-128"/>
              </a:endParaRPr>
            </a:p>
          </p:txBody>
        </p:sp>
        <p:sp>
          <p:nvSpPr>
            <p:cNvPr id="89" name="テキスト ボックス 88">
              <a:extLst>
                <a:ext uri="{FF2B5EF4-FFF2-40B4-BE49-F238E27FC236}">
                  <a16:creationId xmlns:a16="http://schemas.microsoft.com/office/drawing/2014/main" id="{78DF1E23-A052-052D-EC36-132031D8F0E4}"/>
                </a:ext>
              </a:extLst>
            </p:cNvPr>
            <p:cNvSpPr txBox="1"/>
            <p:nvPr/>
          </p:nvSpPr>
          <p:spPr>
            <a:xfrm>
              <a:off x="4105473" y="5594616"/>
              <a:ext cx="1196985" cy="523220"/>
            </a:xfrm>
            <a:prstGeom prst="rect">
              <a:avLst/>
            </a:prstGeom>
            <a:noFill/>
          </p:spPr>
          <p:txBody>
            <a:bodyPr wrap="square">
              <a:spAutoFit/>
            </a:bodyPr>
            <a:lstStyle/>
            <a:p>
              <a:pPr algn="ctr"/>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進む</a:t>
              </a:r>
            </a:p>
          </p:txBody>
        </p:sp>
      </p:grpSp>
      <p:pic>
        <p:nvPicPr>
          <p:cNvPr id="95" name="図 94">
            <a:extLst>
              <a:ext uri="{FF2B5EF4-FFF2-40B4-BE49-F238E27FC236}">
                <a16:creationId xmlns:a16="http://schemas.microsoft.com/office/drawing/2014/main" id="{1E1C7C33-2458-DA15-1F7C-1565C39F3FDE}"/>
              </a:ext>
            </a:extLst>
          </p:cNvPr>
          <p:cNvPicPr>
            <a:picLocks noChangeAspect="1"/>
          </p:cNvPicPr>
          <p:nvPr/>
        </p:nvPicPr>
        <p:blipFill>
          <a:blip r:embed="rId10">
            <a:lum bright="70000" contrast="-70000"/>
            <a:extLst>
              <a:ext uri="{28A0092B-C50C-407E-A947-70E740481C1C}">
                <a14:useLocalDpi xmlns:a14="http://schemas.microsoft.com/office/drawing/2010/main" val="0"/>
              </a:ext>
            </a:extLst>
          </a:blip>
          <a:stretch>
            <a:fillRect/>
          </a:stretch>
        </p:blipFill>
        <p:spPr>
          <a:xfrm>
            <a:off x="6906103" y="5500105"/>
            <a:ext cx="680475" cy="680475"/>
          </a:xfrm>
          <a:prstGeom prst="rect">
            <a:avLst/>
          </a:prstGeom>
        </p:spPr>
      </p:pic>
    </p:spTree>
    <p:extLst>
      <p:ext uri="{BB962C8B-B14F-4D97-AF65-F5344CB8AC3E}">
        <p14:creationId xmlns:p14="http://schemas.microsoft.com/office/powerpoint/2010/main" val="2722097784"/>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D8E9-1377-BB1C-3443-DFCAA824A017}"/>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CA26B5E-2B0A-982C-B0EC-040399E57D5D}"/>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152" name="図 151">
            <a:extLst>
              <a:ext uri="{FF2B5EF4-FFF2-40B4-BE49-F238E27FC236}">
                <a16:creationId xmlns:a16="http://schemas.microsoft.com/office/drawing/2014/main" id="{C67DCDEC-DE33-619B-E149-426964A9FD70}"/>
              </a:ext>
            </a:extLst>
          </p:cNvPr>
          <p:cNvPicPr>
            <a:picLocks noChangeAspect="1"/>
          </p:cNvPicPr>
          <p:nvPr/>
        </p:nvPicPr>
        <p:blipFill>
          <a:blip r:embed="rId3">
            <a:extLst>
              <a:ext uri="{28A0092B-C50C-407E-A947-70E740481C1C}">
                <a14:useLocalDpi xmlns:a14="http://schemas.microsoft.com/office/drawing/2010/main" val="0"/>
              </a:ext>
            </a:extLst>
          </a:blip>
          <a:srcRect r="41805"/>
          <a:stretch>
            <a:fillRect/>
          </a:stretch>
        </p:blipFill>
        <p:spPr>
          <a:xfrm>
            <a:off x="7614157" y="4594296"/>
            <a:ext cx="1122327" cy="1343904"/>
          </a:xfrm>
          <a:prstGeom prst="rect">
            <a:avLst/>
          </a:prstGeom>
        </p:spPr>
      </p:pic>
      <p:grpSp>
        <p:nvGrpSpPr>
          <p:cNvPr id="41" name="グループ化 40">
            <a:extLst>
              <a:ext uri="{FF2B5EF4-FFF2-40B4-BE49-F238E27FC236}">
                <a16:creationId xmlns:a16="http://schemas.microsoft.com/office/drawing/2014/main" id="{D6504914-456F-736E-0135-09CC644F2B53}"/>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B3A645A8-9EF2-A08E-4373-C49F6D78822E}"/>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294894BD-0186-1D27-D75D-48EE39C06C3E}"/>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B5A1DFF-AEE7-E931-4DFA-0E3E60C4FB76}"/>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2A0535C1-270B-EB1C-E907-628AFB9E26FA}"/>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03FC75EA-0289-9FBC-841E-64908F8B02B4}"/>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FF80D7C1-97D5-CE4D-F90C-F4A09BD21453}"/>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C686A125-64DA-2F7D-AFB5-5C98A8B9ECD3}"/>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7198F188-80B7-D543-BD74-07CF93E4C69A}"/>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A4C0D8CA-61AF-2A1C-029C-CB7D04E85DB6}"/>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F9E23CD9-A3A3-1EA3-4B50-CB8FB97BB960}"/>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2DA7253C-A5CA-5D1E-E1D8-98B8E8CA604D}"/>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4CF985E1-286B-3D0C-49EA-69609F48783E}"/>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C6F03B5E-6172-4ED0-A2EA-499EEF621A65}"/>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BAB9A4B-902E-1ED7-95BD-25824C7D96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EDFBCC4-C574-4B29-F67C-3FD8E7A0BBCE}"/>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C2A7BB0-5892-9DD5-F820-BF4D9FA3B4F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AA171A1F-02CA-FF3E-1C53-053EEC237CBF}"/>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A827F4F7-13D9-8131-D3C0-2B0D1AADE89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10" name="四角形: 角を丸くする 9">
            <a:extLst>
              <a:ext uri="{FF2B5EF4-FFF2-40B4-BE49-F238E27FC236}">
                <a16:creationId xmlns:a16="http://schemas.microsoft.com/office/drawing/2014/main" id="{FBBEF818-27C5-69F2-148A-ED90BFAE7CAE}"/>
              </a:ext>
            </a:extLst>
          </p:cNvPr>
          <p:cNvSpPr/>
          <p:nvPr/>
        </p:nvSpPr>
        <p:spPr>
          <a:xfrm>
            <a:off x="1994263" y="4192552"/>
            <a:ext cx="6742221"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2C5414B7-B4E2-32F1-6553-2EDEA6CAEE9A}"/>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45AD2F49-8007-C64B-1AD2-5C74A2946BD3}"/>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3D66B161-DE70-A7DA-80D9-DD57AA9AAFED}"/>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3177BB46-5199-C55E-198A-08C945E1699E}"/>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DFD82991-52B6-C091-B74F-29560BAAFAA2}"/>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FB94F303-1CFA-7B45-71E9-4D6BB947618C}"/>
              </a:ext>
            </a:extLst>
          </p:cNvPr>
          <p:cNvPicPr>
            <a:picLocks noChangeAspect="1"/>
          </p:cNvPicPr>
          <p:nvPr/>
        </p:nvPicPr>
        <p:blipFill>
          <a:blip r:embed="rId5">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E6708A85-E90B-D8EF-8A44-A7427E819FF5}"/>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B9E7B3A8-916C-6B58-2CC1-4031C9385038}"/>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EAF11761-D819-3B4D-6484-990BA4951AC0}"/>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50447C75-C5D3-F004-C699-D8EA3BA943AB}"/>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2B69390D-7C31-F878-D1DC-E08D783B459C}"/>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C9DAA0A7-6841-C2F3-A9D4-22385040FE4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F2FA7A16-0EEB-67A7-D665-2DFECD126152}"/>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21293F3D-A6A7-F1A5-C06C-7EFC5DA2970E}"/>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2A7B79B0-7C6D-544B-5BEE-1BF3B90DA376}"/>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8A1DD869-3191-B49C-0D35-E418037A5496}"/>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96C8A73D-1B0F-C42D-8A15-2452509D62C8}"/>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E1791B76-0DCD-113A-619A-E83634307F11}"/>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A9EDA5D0-9578-5317-4F13-1367E1FC9E3B}"/>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7B6E629C-447A-439B-E44E-3CE9B21DEE3B}"/>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8ABABF4E-BCB0-3A5E-6B79-7AE29DD3013D}"/>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F5EF7509-39DF-AC1B-2C68-047D7CD196A6}"/>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26CFFA0D-B261-D222-7FF1-59F46ECE7034}"/>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696FEBDE-A9FF-C62D-E945-94A0E3597A58}"/>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C8128A3B-C1C7-ACFA-BFA8-47014334298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33374F70-6E7F-8C98-8716-9DB5AE4E6BE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559720D0-416D-B997-AC83-043D0ED2D9D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8839B6BA-19DB-D288-4767-60C31467C896}"/>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BF675F3A-E23D-3B08-AB42-1A4FEE3D5750}"/>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D3238C15-5041-1C4C-7A70-B190FDA772CE}"/>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1BD78AC8-81D5-C46C-CDAA-DBC3553BE6E3}"/>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150BFE44-7E64-6F3B-B7C0-325D9697DB46}"/>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1C81711E-8746-94DD-A8DF-0F2254CD01A7}"/>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sp>
        <p:nvSpPr>
          <p:cNvPr id="13" name="四角形: 角を丸くする 12">
            <a:extLst>
              <a:ext uri="{FF2B5EF4-FFF2-40B4-BE49-F238E27FC236}">
                <a16:creationId xmlns:a16="http://schemas.microsoft.com/office/drawing/2014/main" id="{043BC267-8E3F-31AD-E987-1E5FC344648B}"/>
              </a:ext>
            </a:extLst>
          </p:cNvPr>
          <p:cNvSpPr/>
          <p:nvPr/>
        </p:nvSpPr>
        <p:spPr>
          <a:xfrm>
            <a:off x="4335706" y="4137345"/>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3" name="グループ化 102">
            <a:extLst>
              <a:ext uri="{FF2B5EF4-FFF2-40B4-BE49-F238E27FC236}">
                <a16:creationId xmlns:a16="http://schemas.microsoft.com/office/drawing/2014/main" id="{F90AD775-CF02-5D8C-1C8C-410DB3E3B2A3}"/>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22F4DFCE-2661-5C8C-4C6A-F4C07E908ED3}"/>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9A88822A-2587-9CA1-E1AA-0B6BDE469392}"/>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569D0268-7CDA-85B1-7DC4-E3663BEF7BE0}"/>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ED4AEE82-5463-EFA9-2BF7-8801C0B56D0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CC90BCBA-E463-7CD4-FDE8-35FA3045BEE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6698FBC3-BDD6-9CC4-1353-444E7F7B6835}"/>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1DF66606-9132-318B-8168-64CD746F1FF8}"/>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BE14D0DD-01EA-7A35-9298-12D3603CA8E7}"/>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59E443CE-0F4C-7418-31F9-3C97A4EE2DB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D6A2E1D0-B2F8-E37E-67B7-93ADA60084A1}"/>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A0A94F38-7E56-A88C-4931-836A861657A6}"/>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297B623F-FC1B-07AC-578D-238F4778FEF2}"/>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127DB521-E949-4A00-5181-2C32B848FB61}"/>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70C951C8-713A-1749-F4C8-74339392B51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CF55E347-2990-2188-A08D-8EB6AF563A11}"/>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BC762258-AC71-E3A7-2279-5711178ACB45}"/>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13BA1C47-DDA5-E0F1-613B-F2983A6333AB}"/>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0A9E606A-B866-C8CE-3666-F7C6FC7F9E43}"/>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D16D77E8-F877-DA36-D96D-4C586810F5F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FE456323-4A09-C26A-B5B3-D83D3346891E}"/>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6F1A5794-97A9-362B-D0D3-8BF3E8040244}"/>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6CE740B4-D253-90BA-EC94-374AA7082189}"/>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232DAE9A-FEFB-A01A-A46B-8CAC463D462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B4BD8C2-5C4D-16A3-1CE6-8B1153C8523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C547FCD5-7B90-7C54-AA38-B78F7F673DD0}"/>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E8F234F3-7394-62C6-E00C-AF68C55D8D36}"/>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2D10F477-BB59-DC89-CE55-C5BC35CC3762}"/>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E8C621FF-1CBD-9702-36C1-8906D349F34F}"/>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5FA84BC3-0FD2-B673-F329-319ED9D03776}"/>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3E31A2CC-5FA4-CE06-A2B4-1230B5F10760}"/>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126454E9-BDFE-2A27-C3FC-B010FC9DD6CA}"/>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D987284F-CDE6-2FD1-BE55-B0B083B811DB}"/>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EF2B4368-43EE-956A-FA43-21BE2B525D24}"/>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465C17EC-0DF2-A40F-6DE4-52C46C730FC0}"/>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F54570C4-DDBB-D913-3176-B6FC7EB4881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5CAA0B8C-7EE4-B4B1-20C4-DF1EB6F6B9AB}"/>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D38DBCB4-9689-720B-62B5-8B22295BE64A}"/>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64C9E910-3C34-3F0B-681D-B51E5BDD1C2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730E5ADE-59F2-E21A-14A5-720744BE2F5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9C66597A-8D31-F67B-37D9-2C5014B8A377}"/>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D0C1D22C-0DB2-005E-76CA-2658B030F8F5}"/>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D620B161-CA21-BC3F-1917-63DC732E5FC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384D0809-3405-D454-22CC-6ED7049BD4FC}"/>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6411DA5B-DC9D-7D42-C601-4B4F16764966}"/>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9029BE6B-C84B-C176-B8B1-3D00492B3FC6}"/>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E3AABCC2-DC05-2976-110E-C3E70E13B5C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0106DB43-C05B-9243-9AC0-CC886C5B5558}"/>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4A8D824C-224A-12AC-EB33-AB182DF978E4}"/>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16FF6770-9ED4-D1D0-C316-487C0425296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64B83BD0-2560-F128-DF90-B8ADFA437D29}"/>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894C0022-C15F-2FE4-4A6D-3212DAC6BD78}"/>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8C196554-4ACD-DEB7-32C2-9268B7CEE0E1}"/>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07D34471-1887-8A6A-C431-C42571EEC49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E257FEC9-C686-A289-0344-B944ACE3F0F8}"/>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3E166822-0DB7-BDFE-267E-D1A2D9349F9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159" name="テキスト ボックス 158">
            <a:extLst>
              <a:ext uri="{FF2B5EF4-FFF2-40B4-BE49-F238E27FC236}">
                <a16:creationId xmlns:a16="http://schemas.microsoft.com/office/drawing/2014/main" id="{E8BDB081-0DC6-7ABF-7EEC-A4798B35FD3F}"/>
              </a:ext>
            </a:extLst>
          </p:cNvPr>
          <p:cNvSpPr txBox="1"/>
          <p:nvPr/>
        </p:nvSpPr>
        <p:spPr>
          <a:xfrm>
            <a:off x="1921312" y="865320"/>
            <a:ext cx="3305713" cy="369332"/>
          </a:xfrm>
          <a:prstGeom prst="rect">
            <a:avLst/>
          </a:prstGeom>
          <a:noFill/>
        </p:spPr>
        <p:txBody>
          <a:bodyPr wrap="none" rtlCol="0">
            <a:spAutoFit/>
          </a:bodyPr>
          <a:lstStyle/>
          <a:p>
            <a:r>
              <a:rPr kumimoji="1" lang="ja-JP" altLang="en-US"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dirty="0">
                <a:solidFill>
                  <a:schemeClr val="bg1">
                    <a:lumMod val="95000"/>
                  </a:schemeClr>
                </a:solidFill>
                <a:latin typeface="HGS明朝E" panose="02020900000000000000" pitchFamily="18" charset="-128"/>
                <a:ea typeface="HGS明朝E" panose="02020900000000000000" pitchFamily="18" charset="-128"/>
              </a:rPr>
              <a:t>/</a:t>
            </a:r>
            <a:r>
              <a:rPr lang="ja-JP" altLang="en-US"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dirty="0">
                <a:solidFill>
                  <a:schemeClr val="bg1">
                    <a:lumMod val="95000"/>
                  </a:schemeClr>
                </a:solidFill>
                <a:latin typeface="HGS明朝E" panose="02020900000000000000" pitchFamily="18" charset="-128"/>
                <a:ea typeface="HGS明朝E" panose="02020900000000000000" pitchFamily="18" charset="-128"/>
              </a:rPr>
              <a:t>入れ替え</a:t>
            </a:r>
          </a:p>
        </p:txBody>
      </p:sp>
    </p:spTree>
    <p:extLst>
      <p:ext uri="{BB962C8B-B14F-4D97-AF65-F5344CB8AC3E}">
        <p14:creationId xmlns:p14="http://schemas.microsoft.com/office/powerpoint/2010/main" val="1542520176"/>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DDA0A767-0E37-FC38-5466-B34E537B5F41}"/>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BFC6ACA-11D5-0910-C444-309F25B90508}"/>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41" name="グループ化 40">
            <a:extLst>
              <a:ext uri="{FF2B5EF4-FFF2-40B4-BE49-F238E27FC236}">
                <a16:creationId xmlns:a16="http://schemas.microsoft.com/office/drawing/2014/main" id="{23529CA7-0F80-BC4D-59F9-1A77EEBBC480}"/>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7A0E8B61-E190-A954-7625-020BA030C4A3}"/>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1961EF0D-69E5-AAF3-9558-7BA994D0DC86}"/>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96224C3-4DC8-3C76-F5D2-85BC4D286010}"/>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7679B8A2-96FD-0BC0-75E7-F0ACF6E689A9}"/>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E0EDDFD8-17FA-CEB0-E308-0E4BC913271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5" name="四角形: 角を丸くする 4">
              <a:extLst>
                <a:ext uri="{FF2B5EF4-FFF2-40B4-BE49-F238E27FC236}">
                  <a16:creationId xmlns:a16="http://schemas.microsoft.com/office/drawing/2014/main" id="{4FC9DD8A-12A8-4E50-0B08-AD985D6064E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4909AD0E-17F1-6315-B430-F2111A274F58}"/>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40D876E8-D09D-AA4F-E747-D921C9CF7ADA}"/>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8" name="四角形: 角を丸くする 7">
              <a:extLst>
                <a:ext uri="{FF2B5EF4-FFF2-40B4-BE49-F238E27FC236}">
                  <a16:creationId xmlns:a16="http://schemas.microsoft.com/office/drawing/2014/main" id="{51E8A2B1-6A33-33C3-6A78-3EE25F38BA7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CBCE9AE6-75D5-1F7B-085F-C1963EF4A59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ED0A2FA2-0F12-7EE9-A59E-F6417F7262C3}"/>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53EFD794-5F60-AD8D-D714-9B504121296D}"/>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48FB1F83-3172-53B3-4E9E-C93473591199}"/>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71F5FFB3-240F-A4C0-9385-442FC8CB181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39E97044-0D58-F4B0-0120-CB78EA88FCB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C7456E9-484F-D90D-6A43-30143EE057FC}"/>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0D40BA72-06C6-2D00-00D7-DFD02C85772B}"/>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0316EC49-3ACB-C7BB-F113-45A2FF8F1F5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C896EBFB-3AEF-5121-91E0-9695B511BFFE}"/>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A471F7F4-0E07-B657-4E31-1BEA1B310EE0}"/>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A845764F-7D5C-4EAC-D380-13AD425F0094}"/>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1588A8A3-0936-A127-592E-FE55A073BC23}"/>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F6528D53-F1AD-4CF0-19BE-451062C9EA81}"/>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43507C23-4260-70AA-2925-58CDFA76FEC0}"/>
              </a:ext>
            </a:extLst>
          </p:cNvPr>
          <p:cNvPicPr>
            <a:picLocks noChangeAspect="1"/>
          </p:cNvPicPr>
          <p:nvPr/>
        </p:nvPicPr>
        <p:blipFill>
          <a:blip r:embed="rId5">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E174CEAB-B1E1-12E8-3627-A87FD193C765}"/>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C01CFA12-3722-22FF-F4E2-16FD0BF3BD7D}"/>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9843D6D6-C8A4-E7C1-02B3-C24A9E79409B}"/>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9AB19369-57FA-7405-3794-D60C1B94BA8D}"/>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5337AA99-AB40-D902-34A8-216356E71E1B}"/>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B2C269F2-4FFF-76BE-8744-62BD52903C3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FEC8E59E-F912-8302-F61E-286F8D75D69C}"/>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84B4E916-45A0-6277-3025-D70988DCBAF6}"/>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BBE5D012-CEE2-FFB5-3656-D4BA9FF3972B}"/>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562EE374-D7B5-BEA4-C46D-5D1B7831834E}"/>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38EF759C-69C5-C8F7-C78B-D21633BB052C}"/>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00D36084-9E79-B61E-446A-AB8B96E783D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C84A64C5-EEE2-D5A9-8ACB-39D93504D983}"/>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1F941AC2-559D-6D3D-BA08-596B5D59CAA5}"/>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C984992E-F000-DC71-7C80-8EBF4198B809}"/>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64352980-AE01-3E20-F09D-9682E2FD8E92}"/>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2082A27D-1D37-DA87-95C3-2E7465C6D8E1}"/>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481FE85A-EAB7-7672-9EA9-FF9731F3FC50}"/>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D6786E08-2891-BC36-9C44-43A7C430A94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0D44767B-CBED-8E0F-39FA-190638BFFDF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CA8F5A11-5A42-56C6-B383-FCFE6F8D890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4D80F99C-D052-3F18-7C75-4F30923A88F6}"/>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9A5212C1-F1A1-169B-CC63-C201449BC62B}"/>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39556BCD-42F0-20F1-FA9D-CB0A1067599F}"/>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6E6DD933-F153-3BBD-92ED-2985F1BFE65E}"/>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A091A446-C9E1-EA21-8D55-5B670FB8C72B}"/>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6E78C274-30B6-12CF-E513-65A82A4F7B0E}"/>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3" name="グループ化 102">
            <a:extLst>
              <a:ext uri="{FF2B5EF4-FFF2-40B4-BE49-F238E27FC236}">
                <a16:creationId xmlns:a16="http://schemas.microsoft.com/office/drawing/2014/main" id="{0C2E35F2-C32D-4ECC-8B94-64E1F7EA7E96}"/>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04F71F3B-4AB7-ADE1-4C05-90C33D6AE820}"/>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2F386540-BB07-9527-071E-D8161587537D}"/>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BD57532C-AE50-6F4D-A86D-CF8F1562FB6D}"/>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6F739FCF-A607-C81D-1C15-E2841D172FFA}"/>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588B827A-32A4-A6CE-E384-BDCF925A17B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B6BBB702-4AC9-2487-1460-D745AB998F12}"/>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377AFB6C-8A21-3A1D-215B-88A94EDF9187}"/>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76F29540-3862-4DEC-7343-3F61708E2CB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368955BB-56A6-23A8-1147-305C75C088C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7ABE35F0-BF36-89BB-F28A-9562C5C4CA3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19CFF517-0F54-6642-8D62-750551B45614}"/>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65859DCA-B812-097E-4007-BABD1230AC67}"/>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7965E329-1F91-1686-2BBD-C19E490CDF88}"/>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F151BA45-53B3-2798-29AD-D042E352DBB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0940EFAD-BA3E-9FAA-84F8-BC65D6F62E5F}"/>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88034165-0325-7DEF-56DC-C5CE2611CC71}"/>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9AD03C50-6CDF-A04E-7368-E64F82008270}"/>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C244D524-BC31-8208-53D2-CDBB3CEE0C38}"/>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18C2551B-CDF4-2164-4160-2B4A596FE9F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584DCA98-A42B-206F-E685-EAAF9CFD8912}"/>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24BD528D-6624-3DEE-D660-16A60FE08590}"/>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281D427D-493D-D93F-6014-C8C3BA609846}"/>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B78FB6E9-9663-9C0B-0E3E-3C14C915105F}"/>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C099CF7-4F3D-BA9D-27B5-6E6F1E10DF7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389C0F80-ED27-D0E3-52F4-478119EA460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2D290D62-0E34-4D59-7484-D463CBF5996F}"/>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DA5EC235-5892-913E-2104-AE34F9056B9D}"/>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3C3173D5-7621-4410-2ECC-EA932F7978E1}"/>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EBA32A72-FAB2-0A88-7AB1-C419629C257D}"/>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83BBA070-DB98-CA26-15DE-4E0112D48181}"/>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152258A0-8D37-2631-132C-381FD04BB477}"/>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05F316F5-4B4F-E2CE-AC2B-E880259BDF6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F75045EC-0E3C-6382-4E7D-6D7FA74F2EC7}"/>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B3B92297-7687-9C53-0B00-389B7E8F5C05}"/>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FBAFC740-E492-B9CA-5324-AC0993DA771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245FD1B9-A5ED-2B2E-A0B9-C212B4B2E424}"/>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34C3B9C4-D880-428F-BA63-976FD8FADAB1}"/>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58D6F7A5-E3FA-41AE-8B4D-4EEDB046A1A7}"/>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655ABAC2-73DA-2F52-C9D0-DD325CD278C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BE518639-E3FA-AFC4-E116-E7A5FE1D35B6}"/>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1A378042-7723-6DBA-40E1-774509A40891}"/>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4E39B01B-A595-A490-7877-08F9F681F74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2535AD73-B020-E18F-A68C-29868B50DF48}"/>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5608BCF6-4B9B-FFAD-EAD7-B24D6D8FAF64}"/>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BA7F33FD-DDE3-8AAC-2239-E39EF598396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B6A2EB95-8CFC-3AE1-4E00-37E19E70191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B027143B-DECB-282A-26ED-AB36EA328333}"/>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EAEF2FB5-E12C-9049-B0CF-26A098C14DDA}"/>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9EA823E2-C813-7532-79C7-117FEEC4D13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38CA14DD-A296-3DC0-BDE7-FDD9EE2B8E70}"/>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A5281DE5-F37A-36CA-7649-8174CD600397}"/>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7AF3831D-03F1-2574-9B5D-1F05FB8F1295}"/>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E6425977-DDD5-DD7C-EC8C-819C3113E1A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57173585-2841-8992-425F-7E3837CCAA79}"/>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EAB29AE9-7F0B-BE92-F9B0-7F12AF3710FB}"/>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Tree>
    <p:extLst>
      <p:ext uri="{BB962C8B-B14F-4D97-AF65-F5344CB8AC3E}">
        <p14:creationId xmlns:p14="http://schemas.microsoft.com/office/powerpoint/2010/main" val="1359295175"/>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6F694B9-8E4E-8E28-6E5A-37A1F0E4EED7}"/>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F4F3E996-AD53-6567-85F8-04DC0AF5307A}"/>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82515848-3FA8-E7C2-C396-AFF6651B3540}"/>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91073817-360F-5E16-209D-D82127C08A83}"/>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C2FBE79-13F0-F79A-3FC3-8871B37A8B6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B8BE55B8-D1BC-C692-9327-F464869FA579}"/>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F82D64B-226D-382F-7E6A-FDBC634C9A38}"/>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5E8C59C-DF75-FF9A-7907-435A14696CF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3B1D9D09-B8A4-51B5-0104-8B61D7B2A2D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94266D1-9945-BABA-6A3D-6AC6FA187A2F}"/>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D50C6F2C-C7FF-5456-42D5-59297F8210C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BB6061EE-2AB9-9B38-ACB4-698914556C5C}"/>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5FFD4403-CC59-48B7-131C-1162BB72C8DB}"/>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D6489594-B286-5051-770A-AAED63D7ED36}"/>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8095E45D-D365-4546-1EE5-30090830E4E1}"/>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89" name="グループ化 188">
            <a:extLst>
              <a:ext uri="{FF2B5EF4-FFF2-40B4-BE49-F238E27FC236}">
                <a16:creationId xmlns:a16="http://schemas.microsoft.com/office/drawing/2014/main" id="{14833E6F-3741-F92C-D427-ED144C105354}"/>
              </a:ext>
            </a:extLst>
          </p:cNvPr>
          <p:cNvGrpSpPr/>
          <p:nvPr/>
        </p:nvGrpSpPr>
        <p:grpSpPr>
          <a:xfrm>
            <a:off x="5342669" y="1594808"/>
            <a:ext cx="1485182" cy="1716321"/>
            <a:chOff x="4788263" y="1594808"/>
            <a:chExt cx="1485182" cy="1716321"/>
          </a:xfrm>
        </p:grpSpPr>
        <p:grpSp>
          <p:nvGrpSpPr>
            <p:cNvPr id="219" name="グループ化 218">
              <a:extLst>
                <a:ext uri="{FF2B5EF4-FFF2-40B4-BE49-F238E27FC236}">
                  <a16:creationId xmlns:a16="http://schemas.microsoft.com/office/drawing/2014/main" id="{24742497-CF56-C6CA-1FCF-91AED1EAA7F9}"/>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5214E305-B607-B4D3-3DC6-7E45BBD2D34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30800546-A9F5-B835-5C92-B3E8E4B09F18}"/>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E5EF5007-280C-D85E-50FD-F58A053392E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BB5F9546-CA3C-6922-FFF7-5DDFD8BEBD40}"/>
              </a:ext>
            </a:extLst>
          </p:cNvPr>
          <p:cNvGrpSpPr/>
          <p:nvPr/>
        </p:nvGrpSpPr>
        <p:grpSpPr>
          <a:xfrm>
            <a:off x="3530870" y="1594808"/>
            <a:ext cx="1485182" cy="1716321"/>
            <a:chOff x="3032545" y="1594808"/>
            <a:chExt cx="1485182" cy="1716321"/>
          </a:xfrm>
        </p:grpSpPr>
        <p:grpSp>
          <p:nvGrpSpPr>
            <p:cNvPr id="215" name="グループ化 214">
              <a:extLst>
                <a:ext uri="{FF2B5EF4-FFF2-40B4-BE49-F238E27FC236}">
                  <a16:creationId xmlns:a16="http://schemas.microsoft.com/office/drawing/2014/main" id="{A92AB6CB-EA3B-015E-2F5C-FF60F8C533E8}"/>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28D71C6A-01A9-EBC6-8E94-B2355FD0A2F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BE556DD7-FAC3-FE20-1615-C4B1B826CC8D}"/>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371D1592-A7EC-E7A4-FAF5-0EE24A7804EF}"/>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91" name="テキスト ボックス 190">
            <a:extLst>
              <a:ext uri="{FF2B5EF4-FFF2-40B4-BE49-F238E27FC236}">
                <a16:creationId xmlns:a16="http://schemas.microsoft.com/office/drawing/2014/main" id="{EB47B44F-3A3F-A044-0615-686FBBD98ABC}"/>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92" name="グループ化 191">
            <a:extLst>
              <a:ext uri="{FF2B5EF4-FFF2-40B4-BE49-F238E27FC236}">
                <a16:creationId xmlns:a16="http://schemas.microsoft.com/office/drawing/2014/main" id="{1757D1C2-EE7D-0886-907E-38937D663400}"/>
              </a:ext>
            </a:extLst>
          </p:cNvPr>
          <p:cNvGrpSpPr/>
          <p:nvPr/>
        </p:nvGrpSpPr>
        <p:grpSpPr>
          <a:xfrm rot="5400000">
            <a:off x="-825047" y="3593840"/>
            <a:ext cx="4351022" cy="276285"/>
            <a:chOff x="3114125" y="3836637"/>
            <a:chExt cx="5697007" cy="276285"/>
          </a:xfrm>
        </p:grpSpPr>
        <p:sp>
          <p:nvSpPr>
            <p:cNvPr id="213" name="四角形: 角を丸くする 212">
              <a:extLst>
                <a:ext uri="{FF2B5EF4-FFF2-40B4-BE49-F238E27FC236}">
                  <a16:creationId xmlns:a16="http://schemas.microsoft.com/office/drawing/2014/main" id="{2D3F53AA-63D7-C6EC-E042-FEA549A9C3CF}"/>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4" name="四角形: 角を丸くする 213">
              <a:extLst>
                <a:ext uri="{FF2B5EF4-FFF2-40B4-BE49-F238E27FC236}">
                  <a16:creationId xmlns:a16="http://schemas.microsoft.com/office/drawing/2014/main" id="{1CA21302-50DC-E327-0F7F-1283C2539CB8}"/>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93" name="四角形: 角を丸くする 192">
            <a:extLst>
              <a:ext uri="{FF2B5EF4-FFF2-40B4-BE49-F238E27FC236}">
                <a16:creationId xmlns:a16="http://schemas.microsoft.com/office/drawing/2014/main" id="{47F3D597-16BD-F733-AB2E-B9189EC46D39}"/>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94" name="グループ化 193">
            <a:extLst>
              <a:ext uri="{FF2B5EF4-FFF2-40B4-BE49-F238E27FC236}">
                <a16:creationId xmlns:a16="http://schemas.microsoft.com/office/drawing/2014/main" id="{D36362CF-FB66-EA89-B72C-870F532E0B3C}"/>
              </a:ext>
            </a:extLst>
          </p:cNvPr>
          <p:cNvGrpSpPr/>
          <p:nvPr/>
        </p:nvGrpSpPr>
        <p:grpSpPr>
          <a:xfrm>
            <a:off x="7154469" y="1586624"/>
            <a:ext cx="1485182" cy="1716321"/>
            <a:chOff x="1276828" y="4105786"/>
            <a:chExt cx="1144222" cy="1716321"/>
          </a:xfrm>
        </p:grpSpPr>
        <p:sp>
          <p:nvSpPr>
            <p:cNvPr id="211" name="四角形: 角を丸くする 210">
              <a:extLst>
                <a:ext uri="{FF2B5EF4-FFF2-40B4-BE49-F238E27FC236}">
                  <a16:creationId xmlns:a16="http://schemas.microsoft.com/office/drawing/2014/main" id="{4D585124-C878-BCC4-9760-1F5A59869B7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2" name="テキスト ボックス 211">
              <a:extLst>
                <a:ext uri="{FF2B5EF4-FFF2-40B4-BE49-F238E27FC236}">
                  <a16:creationId xmlns:a16="http://schemas.microsoft.com/office/drawing/2014/main" id="{76CF9AEC-44B3-0034-9D12-CAAC0346416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95" name="フリーフォーム: 図形 194">
            <a:extLst>
              <a:ext uri="{FF2B5EF4-FFF2-40B4-BE49-F238E27FC236}">
                <a16:creationId xmlns:a16="http://schemas.microsoft.com/office/drawing/2014/main" id="{67D06BA5-3486-F2DE-BBC1-8A0E65217B24}"/>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E09056E5-E6DD-9B3B-F0B5-8078151212BF}"/>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32D011FC-0915-4E02-A4BC-9800020359B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98" name="テキスト ボックス 197">
            <a:extLst>
              <a:ext uri="{FF2B5EF4-FFF2-40B4-BE49-F238E27FC236}">
                <a16:creationId xmlns:a16="http://schemas.microsoft.com/office/drawing/2014/main" id="{E8279CD6-F6F2-88ED-5288-23FAE72D7D94}"/>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13D380C9-EE6B-8874-6E66-5BAE50DCC324}"/>
              </a:ext>
            </a:extLst>
          </p:cNvPr>
          <p:cNvGrpSpPr/>
          <p:nvPr/>
        </p:nvGrpSpPr>
        <p:grpSpPr>
          <a:xfrm>
            <a:off x="3531781" y="3592480"/>
            <a:ext cx="1485182" cy="1716321"/>
            <a:chOff x="1276828" y="4105786"/>
            <a:chExt cx="1144222" cy="1716321"/>
          </a:xfrm>
        </p:grpSpPr>
        <p:sp>
          <p:nvSpPr>
            <p:cNvPr id="209" name="四角形: 角を丸くする 208">
              <a:extLst>
                <a:ext uri="{FF2B5EF4-FFF2-40B4-BE49-F238E27FC236}">
                  <a16:creationId xmlns:a16="http://schemas.microsoft.com/office/drawing/2014/main" id="{A16B73C5-D207-76F1-9837-91AA3E1F04F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350D7126-F35B-7DA3-E16E-9674941D6C1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FD8A1F76-5FC9-3B75-B035-5AF094011FF3}"/>
              </a:ext>
            </a:extLst>
          </p:cNvPr>
          <p:cNvGrpSpPr/>
          <p:nvPr/>
        </p:nvGrpSpPr>
        <p:grpSpPr>
          <a:xfrm>
            <a:off x="5347121" y="3592480"/>
            <a:ext cx="1485182" cy="1716321"/>
            <a:chOff x="1276828" y="4105786"/>
            <a:chExt cx="1144222" cy="1716321"/>
          </a:xfrm>
        </p:grpSpPr>
        <p:sp>
          <p:nvSpPr>
            <p:cNvPr id="207" name="四角形: 角を丸くする 206">
              <a:extLst>
                <a:ext uri="{FF2B5EF4-FFF2-40B4-BE49-F238E27FC236}">
                  <a16:creationId xmlns:a16="http://schemas.microsoft.com/office/drawing/2014/main" id="{2B4DD846-2169-2607-3DCF-1089605961C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316F881E-FFE2-C8BB-CBEF-11950E02D660}"/>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1" name="グループ化 200">
            <a:extLst>
              <a:ext uri="{FF2B5EF4-FFF2-40B4-BE49-F238E27FC236}">
                <a16:creationId xmlns:a16="http://schemas.microsoft.com/office/drawing/2014/main" id="{26A1FD94-1810-7400-B409-038784CEF58C}"/>
              </a:ext>
            </a:extLst>
          </p:cNvPr>
          <p:cNvGrpSpPr/>
          <p:nvPr/>
        </p:nvGrpSpPr>
        <p:grpSpPr>
          <a:xfrm>
            <a:off x="7162461" y="3592480"/>
            <a:ext cx="1485182" cy="1716321"/>
            <a:chOff x="1276828" y="4105786"/>
            <a:chExt cx="1144222" cy="1716321"/>
          </a:xfrm>
        </p:grpSpPr>
        <p:sp>
          <p:nvSpPr>
            <p:cNvPr id="205" name="四角形: 角を丸くする 204">
              <a:extLst>
                <a:ext uri="{FF2B5EF4-FFF2-40B4-BE49-F238E27FC236}">
                  <a16:creationId xmlns:a16="http://schemas.microsoft.com/office/drawing/2014/main" id="{D2D1F5CE-6199-1D74-F85E-8DB364BC3E7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6" name="テキスト ボックス 205">
              <a:extLst>
                <a:ext uri="{FF2B5EF4-FFF2-40B4-BE49-F238E27FC236}">
                  <a16:creationId xmlns:a16="http://schemas.microsoft.com/office/drawing/2014/main" id="{FEFB40A6-4D60-31B5-BBC0-65A05BA1D0C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408A6863-2C18-7B0C-892C-E2AA283A9B27}"/>
              </a:ext>
            </a:extLst>
          </p:cNvPr>
          <p:cNvGrpSpPr/>
          <p:nvPr/>
        </p:nvGrpSpPr>
        <p:grpSpPr>
          <a:xfrm>
            <a:off x="1716441" y="3592480"/>
            <a:ext cx="1485182" cy="1716321"/>
            <a:chOff x="1276828" y="4105786"/>
            <a:chExt cx="1144222" cy="1716321"/>
          </a:xfrm>
        </p:grpSpPr>
        <p:sp>
          <p:nvSpPr>
            <p:cNvPr id="203" name="四角形: 角を丸くする 202">
              <a:extLst>
                <a:ext uri="{FF2B5EF4-FFF2-40B4-BE49-F238E27FC236}">
                  <a16:creationId xmlns:a16="http://schemas.microsoft.com/office/drawing/2014/main" id="{8597E109-EE03-0EF9-36D8-0466846A2E1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7A3E8BE4-4118-0C20-B51F-0CFE680CA16D}"/>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23" name="グループ化 222">
            <a:extLst>
              <a:ext uri="{FF2B5EF4-FFF2-40B4-BE49-F238E27FC236}">
                <a16:creationId xmlns:a16="http://schemas.microsoft.com/office/drawing/2014/main" id="{1DE93CBA-C41A-9725-F21F-1DC081028A7C}"/>
              </a:ext>
            </a:extLst>
          </p:cNvPr>
          <p:cNvGrpSpPr/>
          <p:nvPr/>
        </p:nvGrpSpPr>
        <p:grpSpPr>
          <a:xfrm>
            <a:off x="2545290" y="5466109"/>
            <a:ext cx="1012202" cy="999872"/>
            <a:chOff x="2767454" y="2482905"/>
            <a:chExt cx="1012202" cy="999872"/>
          </a:xfrm>
        </p:grpSpPr>
        <p:pic>
          <p:nvPicPr>
            <p:cNvPr id="224" name="図 223">
              <a:extLst>
                <a:ext uri="{FF2B5EF4-FFF2-40B4-BE49-F238E27FC236}">
                  <a16:creationId xmlns:a16="http://schemas.microsoft.com/office/drawing/2014/main" id="{50513B2D-B56C-5AC5-44B1-55E40EDFFF6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225" name="図 224">
              <a:extLst>
                <a:ext uri="{FF2B5EF4-FFF2-40B4-BE49-F238E27FC236}">
                  <a16:creationId xmlns:a16="http://schemas.microsoft.com/office/drawing/2014/main" id="{3FFBB083-28C0-10AE-1FFD-CAFF4B1325AD}"/>
                </a:ext>
              </a:extLst>
            </p:cNvPr>
            <p:cNvPicPr>
              <a:picLocks noChangeAspect="1"/>
            </p:cNvPicPr>
            <p:nvPr/>
          </p:nvPicPr>
          <p:blipFill>
            <a:blip r:embed="rId7">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3056742425"/>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F28B3-B8A0-464E-E4D5-3D4F73DF8285}"/>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9D545A5C-B304-BAEF-D3D9-F623061F72F6}"/>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9F9C0736-914C-E7A8-8691-E772546C9BED}"/>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D1431E0A-C2F3-2B90-7B1F-2FBE5FBD25AB}"/>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A33D32D-8702-7543-4C1B-7A0C396A5255}"/>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BF377046-3CAB-77D3-D119-153A8F54D30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46ECAC4B-0C96-9577-C263-0270AAC21ED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912E616-01D6-7CE5-64E8-BB31F25689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2298566-1A9A-13E4-C47F-AD0DA777F3A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897F97F-A820-9E0F-CB1A-4EFCAE4AF514}"/>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2944B172-5E2C-8C68-B7C0-91BAEF6ACFAE}"/>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4083D6EB-73C4-D9CE-72F2-7312CD0E47D9}"/>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58EBBC2C-BCB2-986C-1338-C02AEAA4AC26}"/>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946AB54A-8BA7-1BCB-640A-974BF2DF76E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30FF9301-AEBA-E9C0-A272-8117BD6763DC}"/>
              </a:ext>
            </a:extLst>
          </p:cNvPr>
          <p:cNvGrpSpPr/>
          <p:nvPr/>
        </p:nvGrpSpPr>
        <p:grpSpPr>
          <a:xfrm>
            <a:off x="726233" y="695130"/>
            <a:ext cx="8501744" cy="5467739"/>
            <a:chOff x="726233" y="695130"/>
            <a:chExt cx="8501744" cy="5467739"/>
          </a:xfrm>
        </p:grpSpPr>
        <p:sp>
          <p:nvSpPr>
            <p:cNvPr id="188" name="四角形: 角を丸くする 187">
              <a:extLst>
                <a:ext uri="{FF2B5EF4-FFF2-40B4-BE49-F238E27FC236}">
                  <a16:creationId xmlns:a16="http://schemas.microsoft.com/office/drawing/2014/main" id="{C645347B-B064-B13C-0549-A64C9C7C1C05}"/>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89" name="グループ化 188">
              <a:extLst>
                <a:ext uri="{FF2B5EF4-FFF2-40B4-BE49-F238E27FC236}">
                  <a16:creationId xmlns:a16="http://schemas.microsoft.com/office/drawing/2014/main" id="{07D04B07-DF7D-D20F-A0A8-D3E20D7F9233}"/>
                </a:ext>
              </a:extLst>
            </p:cNvPr>
            <p:cNvGrpSpPr/>
            <p:nvPr/>
          </p:nvGrpSpPr>
          <p:grpSpPr>
            <a:xfrm>
              <a:off x="5342669" y="1594808"/>
              <a:ext cx="1485182" cy="1716321"/>
              <a:chOff x="4788263" y="1594808"/>
              <a:chExt cx="1485182" cy="1716321"/>
            </a:xfrm>
          </p:grpSpPr>
          <p:grpSp>
            <p:nvGrpSpPr>
              <p:cNvPr id="219" name="グループ化 218">
                <a:extLst>
                  <a:ext uri="{FF2B5EF4-FFF2-40B4-BE49-F238E27FC236}">
                    <a16:creationId xmlns:a16="http://schemas.microsoft.com/office/drawing/2014/main" id="{18676C44-E3A0-E8B4-9EF1-964F5C7EAF00}"/>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2841EEFB-C340-AA66-2EA6-D11A00BD5F1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E10F4F14-BC17-6F76-185A-78337EE449E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7954E950-667E-73CB-15B0-4E97B86470C4}"/>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1AF25CC8-6891-355C-65A2-A03326E00F1E}"/>
                </a:ext>
              </a:extLst>
            </p:cNvPr>
            <p:cNvGrpSpPr/>
            <p:nvPr/>
          </p:nvGrpSpPr>
          <p:grpSpPr>
            <a:xfrm>
              <a:off x="3530870" y="1594808"/>
              <a:ext cx="1485182" cy="1716321"/>
              <a:chOff x="3032545" y="1594808"/>
              <a:chExt cx="1485182" cy="1716321"/>
            </a:xfrm>
          </p:grpSpPr>
          <p:grpSp>
            <p:nvGrpSpPr>
              <p:cNvPr id="215" name="グループ化 214">
                <a:extLst>
                  <a:ext uri="{FF2B5EF4-FFF2-40B4-BE49-F238E27FC236}">
                    <a16:creationId xmlns:a16="http://schemas.microsoft.com/office/drawing/2014/main" id="{B8B17E5B-7B8B-EAA5-0949-0F033072CCC0}"/>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8BA145BD-AA3D-97D2-35F0-AD88EA68651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144F58A8-7F68-7848-DB53-95D4B77C16E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BBC90A8C-E865-8C67-251B-02704FB4FBD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91" name="テキスト ボックス 190">
              <a:extLst>
                <a:ext uri="{FF2B5EF4-FFF2-40B4-BE49-F238E27FC236}">
                  <a16:creationId xmlns:a16="http://schemas.microsoft.com/office/drawing/2014/main" id="{401770C6-4407-62FE-6E94-48FB8A396A16}"/>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92" name="グループ化 191">
              <a:extLst>
                <a:ext uri="{FF2B5EF4-FFF2-40B4-BE49-F238E27FC236}">
                  <a16:creationId xmlns:a16="http://schemas.microsoft.com/office/drawing/2014/main" id="{CFCCFA58-5739-F5AB-A05E-E3B655D24423}"/>
                </a:ext>
              </a:extLst>
            </p:cNvPr>
            <p:cNvGrpSpPr/>
            <p:nvPr/>
          </p:nvGrpSpPr>
          <p:grpSpPr>
            <a:xfrm rot="5400000">
              <a:off x="-825047" y="3593840"/>
              <a:ext cx="4351022" cy="276285"/>
              <a:chOff x="3114125" y="3836637"/>
              <a:chExt cx="5697007" cy="276285"/>
            </a:xfrm>
          </p:grpSpPr>
          <p:sp>
            <p:nvSpPr>
              <p:cNvPr id="213" name="四角形: 角を丸くする 212">
                <a:extLst>
                  <a:ext uri="{FF2B5EF4-FFF2-40B4-BE49-F238E27FC236}">
                    <a16:creationId xmlns:a16="http://schemas.microsoft.com/office/drawing/2014/main" id="{147D6A1A-A713-6423-B801-7DAA9E5C36A3}"/>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4" name="四角形: 角を丸くする 213">
                <a:extLst>
                  <a:ext uri="{FF2B5EF4-FFF2-40B4-BE49-F238E27FC236}">
                    <a16:creationId xmlns:a16="http://schemas.microsoft.com/office/drawing/2014/main" id="{23B75AEF-F414-294E-8325-891CF18AA4C4}"/>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93" name="四角形: 角を丸くする 192">
              <a:extLst>
                <a:ext uri="{FF2B5EF4-FFF2-40B4-BE49-F238E27FC236}">
                  <a16:creationId xmlns:a16="http://schemas.microsoft.com/office/drawing/2014/main" id="{9E1F8AFE-9947-8FE0-669A-E5E0E1E833A6}"/>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94" name="グループ化 193">
              <a:extLst>
                <a:ext uri="{FF2B5EF4-FFF2-40B4-BE49-F238E27FC236}">
                  <a16:creationId xmlns:a16="http://schemas.microsoft.com/office/drawing/2014/main" id="{00E6E645-4CC6-0F64-1E7E-01DF6D12DE42}"/>
                </a:ext>
              </a:extLst>
            </p:cNvPr>
            <p:cNvGrpSpPr/>
            <p:nvPr/>
          </p:nvGrpSpPr>
          <p:grpSpPr>
            <a:xfrm>
              <a:off x="7154469" y="1586624"/>
              <a:ext cx="1485182" cy="1716321"/>
              <a:chOff x="1276828" y="4105786"/>
              <a:chExt cx="1144222" cy="1716321"/>
            </a:xfrm>
          </p:grpSpPr>
          <p:sp>
            <p:nvSpPr>
              <p:cNvPr id="211" name="四角形: 角を丸くする 210">
                <a:extLst>
                  <a:ext uri="{FF2B5EF4-FFF2-40B4-BE49-F238E27FC236}">
                    <a16:creationId xmlns:a16="http://schemas.microsoft.com/office/drawing/2014/main" id="{1CC9222B-39D8-D459-A21E-B54D4CB00AE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2" name="テキスト ボックス 211">
                <a:extLst>
                  <a:ext uri="{FF2B5EF4-FFF2-40B4-BE49-F238E27FC236}">
                    <a16:creationId xmlns:a16="http://schemas.microsoft.com/office/drawing/2014/main" id="{F397C201-54DE-47F0-A4D8-59DD5A174D90}"/>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95" name="フリーフォーム: 図形 194">
              <a:extLst>
                <a:ext uri="{FF2B5EF4-FFF2-40B4-BE49-F238E27FC236}">
                  <a16:creationId xmlns:a16="http://schemas.microsoft.com/office/drawing/2014/main" id="{68CC4593-A1FA-DFED-1E67-E466F827BBC3}"/>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8D5E8FED-1B1C-E90A-17FB-57A4DF9FD98C}"/>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FC92A10A-D2F2-A847-C7E1-F3BEC4C48207}"/>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98" name="テキスト ボックス 197">
              <a:extLst>
                <a:ext uri="{FF2B5EF4-FFF2-40B4-BE49-F238E27FC236}">
                  <a16:creationId xmlns:a16="http://schemas.microsoft.com/office/drawing/2014/main" id="{4F16FCEF-3B94-C3D5-A31A-B8A414C9B4A7}"/>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7641EF46-FB61-09AB-F51C-8077B4226742}"/>
                </a:ext>
              </a:extLst>
            </p:cNvPr>
            <p:cNvGrpSpPr/>
            <p:nvPr/>
          </p:nvGrpSpPr>
          <p:grpSpPr>
            <a:xfrm>
              <a:off x="3531781" y="3592480"/>
              <a:ext cx="1485182" cy="1716321"/>
              <a:chOff x="1276828" y="4105786"/>
              <a:chExt cx="1144222" cy="1716321"/>
            </a:xfrm>
          </p:grpSpPr>
          <p:sp>
            <p:nvSpPr>
              <p:cNvPr id="209" name="四角形: 角を丸くする 208">
                <a:extLst>
                  <a:ext uri="{FF2B5EF4-FFF2-40B4-BE49-F238E27FC236}">
                    <a16:creationId xmlns:a16="http://schemas.microsoft.com/office/drawing/2014/main" id="{6551140A-3FC9-5745-44B6-0867DDFD1269}"/>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CEBCE104-907A-D946-BBC6-54CDF943466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7D65FE83-C52A-6FBF-C6F4-1742A195EC4E}"/>
                </a:ext>
              </a:extLst>
            </p:cNvPr>
            <p:cNvGrpSpPr/>
            <p:nvPr/>
          </p:nvGrpSpPr>
          <p:grpSpPr>
            <a:xfrm>
              <a:off x="5347121" y="3592480"/>
              <a:ext cx="1485182" cy="1716321"/>
              <a:chOff x="1276828" y="4105786"/>
              <a:chExt cx="1144222" cy="1716321"/>
            </a:xfrm>
          </p:grpSpPr>
          <p:sp>
            <p:nvSpPr>
              <p:cNvPr id="207" name="四角形: 角を丸くする 206">
                <a:extLst>
                  <a:ext uri="{FF2B5EF4-FFF2-40B4-BE49-F238E27FC236}">
                    <a16:creationId xmlns:a16="http://schemas.microsoft.com/office/drawing/2014/main" id="{59DC339B-44B3-A54E-EE66-DAAAB33DB32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B63F2956-60C9-4F2E-9910-11FAE4CE289F}"/>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1" name="グループ化 200">
              <a:extLst>
                <a:ext uri="{FF2B5EF4-FFF2-40B4-BE49-F238E27FC236}">
                  <a16:creationId xmlns:a16="http://schemas.microsoft.com/office/drawing/2014/main" id="{8B239580-C7D9-1D07-5D4B-91FE352D7C5D}"/>
                </a:ext>
              </a:extLst>
            </p:cNvPr>
            <p:cNvGrpSpPr/>
            <p:nvPr/>
          </p:nvGrpSpPr>
          <p:grpSpPr>
            <a:xfrm>
              <a:off x="7162461" y="3592480"/>
              <a:ext cx="1485182" cy="1716321"/>
              <a:chOff x="1276828" y="4105786"/>
              <a:chExt cx="1144222" cy="1716321"/>
            </a:xfrm>
          </p:grpSpPr>
          <p:sp>
            <p:nvSpPr>
              <p:cNvPr id="205" name="四角形: 角を丸くする 204">
                <a:extLst>
                  <a:ext uri="{FF2B5EF4-FFF2-40B4-BE49-F238E27FC236}">
                    <a16:creationId xmlns:a16="http://schemas.microsoft.com/office/drawing/2014/main" id="{6AFFE750-1528-6EEE-B2D4-17F65392FB4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6" name="テキスト ボックス 205">
                <a:extLst>
                  <a:ext uri="{FF2B5EF4-FFF2-40B4-BE49-F238E27FC236}">
                    <a16:creationId xmlns:a16="http://schemas.microsoft.com/office/drawing/2014/main" id="{01F404BC-4BC2-65CA-0B99-7E3F0148C79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690BD36D-306E-27FE-2C71-4D1EA2A6B998}"/>
                </a:ext>
              </a:extLst>
            </p:cNvPr>
            <p:cNvGrpSpPr/>
            <p:nvPr/>
          </p:nvGrpSpPr>
          <p:grpSpPr>
            <a:xfrm>
              <a:off x="1716441" y="3592480"/>
              <a:ext cx="1485182" cy="1716321"/>
              <a:chOff x="1276828" y="4105786"/>
              <a:chExt cx="1144222" cy="1716321"/>
            </a:xfrm>
          </p:grpSpPr>
          <p:sp>
            <p:nvSpPr>
              <p:cNvPr id="203" name="四角形: 角を丸くする 202">
                <a:extLst>
                  <a:ext uri="{FF2B5EF4-FFF2-40B4-BE49-F238E27FC236}">
                    <a16:creationId xmlns:a16="http://schemas.microsoft.com/office/drawing/2014/main" id="{C202588B-5D28-05D9-35FB-4DEFF0183FA6}"/>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79248469-E692-27D7-FCA5-B5421532D273}"/>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223" name="グループ化 222">
            <a:extLst>
              <a:ext uri="{FF2B5EF4-FFF2-40B4-BE49-F238E27FC236}">
                <a16:creationId xmlns:a16="http://schemas.microsoft.com/office/drawing/2014/main" id="{419EB6D5-C3D6-76CD-1BC6-ED4A5F8C6D0E}"/>
              </a:ext>
            </a:extLst>
          </p:cNvPr>
          <p:cNvGrpSpPr/>
          <p:nvPr/>
        </p:nvGrpSpPr>
        <p:grpSpPr>
          <a:xfrm>
            <a:off x="2545290" y="5466109"/>
            <a:ext cx="1012202" cy="999872"/>
            <a:chOff x="2767454" y="2482905"/>
            <a:chExt cx="1012202" cy="999872"/>
          </a:xfrm>
        </p:grpSpPr>
        <p:pic>
          <p:nvPicPr>
            <p:cNvPr id="224" name="図 223">
              <a:extLst>
                <a:ext uri="{FF2B5EF4-FFF2-40B4-BE49-F238E27FC236}">
                  <a16:creationId xmlns:a16="http://schemas.microsoft.com/office/drawing/2014/main" id="{5C33C7A2-7784-D505-AF00-7D860FAC9A9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225" name="図 224">
              <a:extLst>
                <a:ext uri="{FF2B5EF4-FFF2-40B4-BE49-F238E27FC236}">
                  <a16:creationId xmlns:a16="http://schemas.microsoft.com/office/drawing/2014/main" id="{7B5889ED-6FB9-D12A-FBCA-2DA7425F2704}"/>
                </a:ext>
              </a:extLst>
            </p:cNvPr>
            <p:cNvPicPr>
              <a:picLocks noChangeAspect="1"/>
            </p:cNvPicPr>
            <p:nvPr/>
          </p:nvPicPr>
          <p:blipFill>
            <a:blip r:embed="rId6">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905186155"/>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BD294E1-E58F-5228-0A81-8996D8FC6A64}"/>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6317F4FF-769A-7A36-2EEA-004445A7B493}"/>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5323AF3B-C75D-4C82-C129-607B67EF2791}"/>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244B0CB7-2FE9-5794-FA78-39A01B8AE178}"/>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BB31657-0613-C6BB-68DF-939F35330959}"/>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5BA8B502-8D3A-899D-9BA3-E67810655A0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3922994-6340-840A-9201-A84824097A8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1011434-BD59-11C3-972A-6A751BDC0F3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 name="グループ化 17">
            <a:extLst>
              <a:ext uri="{FF2B5EF4-FFF2-40B4-BE49-F238E27FC236}">
                <a16:creationId xmlns:a16="http://schemas.microsoft.com/office/drawing/2014/main" id="{E1EE591A-7D13-883F-A63A-F0C70A2DE4C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9" name="四角形: 角を丸くする 18">
              <a:extLst>
                <a:ext uri="{FF2B5EF4-FFF2-40B4-BE49-F238E27FC236}">
                  <a16:creationId xmlns:a16="http://schemas.microsoft.com/office/drawing/2014/main" id="{01ED4934-2015-B04E-FF81-49E7D3D1E31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F51FB6EE-D3FC-3133-BB60-A122FB514FD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503A9F57-B77D-43DE-CABE-22251BA0410A}"/>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4" name="四角形: 角を丸くする 23">
              <a:extLst>
                <a:ext uri="{FF2B5EF4-FFF2-40B4-BE49-F238E27FC236}">
                  <a16:creationId xmlns:a16="http://schemas.microsoft.com/office/drawing/2014/main" id="{60083EFB-8BE0-0F5C-604D-35F57C3AE26B}"/>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08994F5C-CC10-389A-D327-718EBEDA9B51}"/>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3" name="グループ化 52">
            <a:extLst>
              <a:ext uri="{FF2B5EF4-FFF2-40B4-BE49-F238E27FC236}">
                <a16:creationId xmlns:a16="http://schemas.microsoft.com/office/drawing/2014/main" id="{8BFD7414-DB65-C9C6-A979-2462C8E76886}"/>
              </a:ext>
            </a:extLst>
          </p:cNvPr>
          <p:cNvGrpSpPr/>
          <p:nvPr/>
        </p:nvGrpSpPr>
        <p:grpSpPr>
          <a:xfrm>
            <a:off x="726233" y="695130"/>
            <a:ext cx="8501744" cy="5467739"/>
            <a:chOff x="726233" y="695130"/>
            <a:chExt cx="8501744" cy="5467739"/>
          </a:xfrm>
        </p:grpSpPr>
        <p:sp>
          <p:nvSpPr>
            <p:cNvPr id="2" name="四角形: 角を丸くする 1">
              <a:extLst>
                <a:ext uri="{FF2B5EF4-FFF2-40B4-BE49-F238E27FC236}">
                  <a16:creationId xmlns:a16="http://schemas.microsoft.com/office/drawing/2014/main" id="{1FA6E9C4-8227-A78B-7F01-644CC456101C}"/>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3" name="グループ化 32">
              <a:extLst>
                <a:ext uri="{FF2B5EF4-FFF2-40B4-BE49-F238E27FC236}">
                  <a16:creationId xmlns:a16="http://schemas.microsoft.com/office/drawing/2014/main" id="{CE86E8D5-0FA8-8257-BA1C-85341EEF0661}"/>
                </a:ext>
              </a:extLst>
            </p:cNvPr>
            <p:cNvGrpSpPr/>
            <p:nvPr/>
          </p:nvGrpSpPr>
          <p:grpSpPr>
            <a:xfrm>
              <a:off x="5342669" y="1594808"/>
              <a:ext cx="1485182" cy="1716321"/>
              <a:chOff x="4788263" y="1594808"/>
              <a:chExt cx="1485182" cy="1716321"/>
            </a:xfrm>
          </p:grpSpPr>
          <p:grpSp>
            <p:nvGrpSpPr>
              <p:cNvPr id="75" name="グループ化 74">
                <a:extLst>
                  <a:ext uri="{FF2B5EF4-FFF2-40B4-BE49-F238E27FC236}">
                    <a16:creationId xmlns:a16="http://schemas.microsoft.com/office/drawing/2014/main" id="{A7F18377-26FD-128F-3441-FEB62EDC2C96}"/>
                  </a:ext>
                </a:extLst>
              </p:cNvPr>
              <p:cNvGrpSpPr/>
              <p:nvPr/>
            </p:nvGrpSpPr>
            <p:grpSpPr>
              <a:xfrm>
                <a:off x="4788263" y="1594808"/>
                <a:ext cx="1485182" cy="1716321"/>
                <a:chOff x="1276828" y="4105786"/>
                <a:chExt cx="1144222" cy="1716321"/>
              </a:xfrm>
            </p:grpSpPr>
            <p:sp>
              <p:nvSpPr>
                <p:cNvPr id="76" name="四角形: 角を丸くする 75">
                  <a:extLst>
                    <a:ext uri="{FF2B5EF4-FFF2-40B4-BE49-F238E27FC236}">
                      <a16:creationId xmlns:a16="http://schemas.microsoft.com/office/drawing/2014/main" id="{41C3EFC3-6687-F3E3-9A26-73CE6204E2C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7" name="テキスト ボックス 76">
                  <a:extLst>
                    <a:ext uri="{FF2B5EF4-FFF2-40B4-BE49-F238E27FC236}">
                      <a16:creationId xmlns:a16="http://schemas.microsoft.com/office/drawing/2014/main" id="{CA8FF560-CCCF-FA63-E2C0-7F479F801B0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180" name="図 179">
                <a:extLst>
                  <a:ext uri="{FF2B5EF4-FFF2-40B4-BE49-F238E27FC236}">
                    <a16:creationId xmlns:a16="http://schemas.microsoft.com/office/drawing/2014/main" id="{21E588D7-A8B5-5872-1193-9C7B5792BEEA}"/>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32" name="グループ化 31">
              <a:extLst>
                <a:ext uri="{FF2B5EF4-FFF2-40B4-BE49-F238E27FC236}">
                  <a16:creationId xmlns:a16="http://schemas.microsoft.com/office/drawing/2014/main" id="{875F32C1-8707-F736-AD3A-50EDFAFB9D7F}"/>
                </a:ext>
              </a:extLst>
            </p:cNvPr>
            <p:cNvGrpSpPr/>
            <p:nvPr/>
          </p:nvGrpSpPr>
          <p:grpSpPr>
            <a:xfrm>
              <a:off x="3530870" y="1594808"/>
              <a:ext cx="1485182" cy="1716321"/>
              <a:chOff x="3032545" y="1594808"/>
              <a:chExt cx="1485182" cy="1716321"/>
            </a:xfrm>
          </p:grpSpPr>
          <p:grpSp>
            <p:nvGrpSpPr>
              <p:cNvPr id="56" name="グループ化 55">
                <a:extLst>
                  <a:ext uri="{FF2B5EF4-FFF2-40B4-BE49-F238E27FC236}">
                    <a16:creationId xmlns:a16="http://schemas.microsoft.com/office/drawing/2014/main" id="{78932731-7B92-3CFE-0262-8F344C74ADA6}"/>
                  </a:ext>
                </a:extLst>
              </p:cNvPr>
              <p:cNvGrpSpPr/>
              <p:nvPr/>
            </p:nvGrpSpPr>
            <p:grpSpPr>
              <a:xfrm>
                <a:off x="3032545" y="1594808"/>
                <a:ext cx="1485182" cy="1716321"/>
                <a:chOff x="1276828" y="4105786"/>
                <a:chExt cx="1144222" cy="1716321"/>
              </a:xfrm>
            </p:grpSpPr>
            <p:sp>
              <p:nvSpPr>
                <p:cNvPr id="58" name="四角形: 角を丸くする 57">
                  <a:extLst>
                    <a:ext uri="{FF2B5EF4-FFF2-40B4-BE49-F238E27FC236}">
                      <a16:creationId xmlns:a16="http://schemas.microsoft.com/office/drawing/2014/main" id="{246505C3-76BE-8CF3-2A8F-DE0E3E1C8DB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9" name="テキスト ボックス 58">
                  <a:extLst>
                    <a:ext uri="{FF2B5EF4-FFF2-40B4-BE49-F238E27FC236}">
                      <a16:creationId xmlns:a16="http://schemas.microsoft.com/office/drawing/2014/main" id="{B6F46042-9C9E-66A4-D067-A2E38E4AF544}"/>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173" name="図 172">
                <a:extLst>
                  <a:ext uri="{FF2B5EF4-FFF2-40B4-BE49-F238E27FC236}">
                    <a16:creationId xmlns:a16="http://schemas.microsoft.com/office/drawing/2014/main" id="{89A068EB-D95C-2253-34B6-4F5D78F99094}"/>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3" name="テキスト ボックス 2">
              <a:extLst>
                <a:ext uri="{FF2B5EF4-FFF2-40B4-BE49-F238E27FC236}">
                  <a16:creationId xmlns:a16="http://schemas.microsoft.com/office/drawing/2014/main" id="{CE0F159E-2C52-93D2-43FE-DB5A3B006C96}"/>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25" name="グループ化 24">
              <a:extLst>
                <a:ext uri="{FF2B5EF4-FFF2-40B4-BE49-F238E27FC236}">
                  <a16:creationId xmlns:a16="http://schemas.microsoft.com/office/drawing/2014/main" id="{FE9A654E-CEFC-6D16-1989-A37710A714A6}"/>
                </a:ext>
              </a:extLst>
            </p:cNvPr>
            <p:cNvGrpSpPr/>
            <p:nvPr/>
          </p:nvGrpSpPr>
          <p:grpSpPr>
            <a:xfrm rot="5400000">
              <a:off x="-825047" y="3593840"/>
              <a:ext cx="4351022" cy="276285"/>
              <a:chOff x="3114125" y="3836637"/>
              <a:chExt cx="5697007" cy="276285"/>
            </a:xfrm>
          </p:grpSpPr>
          <p:sp>
            <p:nvSpPr>
              <p:cNvPr id="26" name="四角形: 角を丸くする 25">
                <a:extLst>
                  <a:ext uri="{FF2B5EF4-FFF2-40B4-BE49-F238E27FC236}">
                    <a16:creationId xmlns:a16="http://schemas.microsoft.com/office/drawing/2014/main" id="{A9460329-EDA9-D0AC-B0A0-71C8E9D4DA83}"/>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7" name="四角形: 角を丸くする 26">
                <a:extLst>
                  <a:ext uri="{FF2B5EF4-FFF2-40B4-BE49-F238E27FC236}">
                    <a16:creationId xmlns:a16="http://schemas.microsoft.com/office/drawing/2014/main" id="{036131B5-212E-F8A3-5646-8C7C478EA63A}"/>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8" name="四角形: 角を丸くする 37">
              <a:extLst>
                <a:ext uri="{FF2B5EF4-FFF2-40B4-BE49-F238E27FC236}">
                  <a16:creationId xmlns:a16="http://schemas.microsoft.com/office/drawing/2014/main" id="{B5C23C00-B34A-C99E-4A6C-F24B3256D85C}"/>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82" name="グループ化 81">
              <a:extLst>
                <a:ext uri="{FF2B5EF4-FFF2-40B4-BE49-F238E27FC236}">
                  <a16:creationId xmlns:a16="http://schemas.microsoft.com/office/drawing/2014/main" id="{B814ED31-D9DE-A6B2-4EF1-F36BE525E301}"/>
                </a:ext>
              </a:extLst>
            </p:cNvPr>
            <p:cNvGrpSpPr/>
            <p:nvPr/>
          </p:nvGrpSpPr>
          <p:grpSpPr>
            <a:xfrm>
              <a:off x="7154469" y="1586624"/>
              <a:ext cx="1485182" cy="1716321"/>
              <a:chOff x="1276828" y="4105786"/>
              <a:chExt cx="1144222" cy="1716321"/>
            </a:xfrm>
          </p:grpSpPr>
          <p:sp>
            <p:nvSpPr>
              <p:cNvPr id="83" name="四角形: 角を丸くする 82">
                <a:extLst>
                  <a:ext uri="{FF2B5EF4-FFF2-40B4-BE49-F238E27FC236}">
                    <a16:creationId xmlns:a16="http://schemas.microsoft.com/office/drawing/2014/main" id="{F11FD782-5461-C8C2-1D77-0FF2016A348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4" name="テキスト ボックス 83">
                <a:extLst>
                  <a:ext uri="{FF2B5EF4-FFF2-40B4-BE49-F238E27FC236}">
                    <a16:creationId xmlns:a16="http://schemas.microsoft.com/office/drawing/2014/main" id="{A701EFF0-AA6A-E5AF-37C1-A19684A17ED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52" name="フリーフォーム: 図形 51">
              <a:extLst>
                <a:ext uri="{FF2B5EF4-FFF2-40B4-BE49-F238E27FC236}">
                  <a16:creationId xmlns:a16="http://schemas.microsoft.com/office/drawing/2014/main" id="{5E68AB93-5C06-E7A5-A59F-34D6E195095F}"/>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51" name="テキスト ボックス 50">
              <a:extLst>
                <a:ext uri="{FF2B5EF4-FFF2-40B4-BE49-F238E27FC236}">
                  <a16:creationId xmlns:a16="http://schemas.microsoft.com/office/drawing/2014/main" id="{66FA9AD3-ABEA-D28D-1B6C-8AB8C0EB9151}"/>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55" name="図 54">
              <a:extLst>
                <a:ext uri="{FF2B5EF4-FFF2-40B4-BE49-F238E27FC236}">
                  <a16:creationId xmlns:a16="http://schemas.microsoft.com/office/drawing/2014/main" id="{7FF7FFAA-F970-AE79-372F-6719C17F1E89}"/>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69" name="テキスト ボックス 168">
              <a:extLst>
                <a:ext uri="{FF2B5EF4-FFF2-40B4-BE49-F238E27FC236}">
                  <a16:creationId xmlns:a16="http://schemas.microsoft.com/office/drawing/2014/main" id="{F5BC5E21-BE8D-716E-837D-621D5934037B}"/>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34" name="グループ化 33">
              <a:extLst>
                <a:ext uri="{FF2B5EF4-FFF2-40B4-BE49-F238E27FC236}">
                  <a16:creationId xmlns:a16="http://schemas.microsoft.com/office/drawing/2014/main" id="{830A31FB-ACF7-8E66-3B2E-C71EC3067B30}"/>
                </a:ext>
              </a:extLst>
            </p:cNvPr>
            <p:cNvGrpSpPr/>
            <p:nvPr/>
          </p:nvGrpSpPr>
          <p:grpSpPr>
            <a:xfrm>
              <a:off x="3531781" y="3592480"/>
              <a:ext cx="1485182" cy="1716321"/>
              <a:chOff x="1276828" y="4105786"/>
              <a:chExt cx="1144222" cy="1716321"/>
            </a:xfrm>
          </p:grpSpPr>
          <p:sp>
            <p:nvSpPr>
              <p:cNvPr id="35" name="四角形: 角を丸くする 34">
                <a:extLst>
                  <a:ext uri="{FF2B5EF4-FFF2-40B4-BE49-F238E27FC236}">
                    <a16:creationId xmlns:a16="http://schemas.microsoft.com/office/drawing/2014/main" id="{0996BDD4-8183-8A69-199E-81ECFB6756C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9" name="テキスト ボックス 38">
                <a:extLst>
                  <a:ext uri="{FF2B5EF4-FFF2-40B4-BE49-F238E27FC236}">
                    <a16:creationId xmlns:a16="http://schemas.microsoft.com/office/drawing/2014/main" id="{CF1A95CF-BF2E-3914-55AB-4AE3BEEEDD2C}"/>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0" name="グループ化 39">
              <a:extLst>
                <a:ext uri="{FF2B5EF4-FFF2-40B4-BE49-F238E27FC236}">
                  <a16:creationId xmlns:a16="http://schemas.microsoft.com/office/drawing/2014/main" id="{18595D49-E767-DE1E-8EA9-91B0F44F005F}"/>
                </a:ext>
              </a:extLst>
            </p:cNvPr>
            <p:cNvGrpSpPr/>
            <p:nvPr/>
          </p:nvGrpSpPr>
          <p:grpSpPr>
            <a:xfrm>
              <a:off x="5347121" y="3592480"/>
              <a:ext cx="1485182" cy="1716321"/>
              <a:chOff x="1276828" y="4105786"/>
              <a:chExt cx="1144222" cy="1716321"/>
            </a:xfrm>
          </p:grpSpPr>
          <p:sp>
            <p:nvSpPr>
              <p:cNvPr id="41" name="四角形: 角を丸くする 40">
                <a:extLst>
                  <a:ext uri="{FF2B5EF4-FFF2-40B4-BE49-F238E27FC236}">
                    <a16:creationId xmlns:a16="http://schemas.microsoft.com/office/drawing/2014/main" id="{8BC95F5B-DF19-6366-0802-B1CBD99B036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EE8526BA-B299-41D9-F87F-8326BE2C899F}"/>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3" name="グループ化 42">
              <a:extLst>
                <a:ext uri="{FF2B5EF4-FFF2-40B4-BE49-F238E27FC236}">
                  <a16:creationId xmlns:a16="http://schemas.microsoft.com/office/drawing/2014/main" id="{90E5D4DA-3FB0-D87F-61A9-CC44B774AE1C}"/>
                </a:ext>
              </a:extLst>
            </p:cNvPr>
            <p:cNvGrpSpPr/>
            <p:nvPr/>
          </p:nvGrpSpPr>
          <p:grpSpPr>
            <a:xfrm>
              <a:off x="7162461" y="3592480"/>
              <a:ext cx="1485182" cy="1716321"/>
              <a:chOff x="1276828" y="4105786"/>
              <a:chExt cx="1144222" cy="1716321"/>
            </a:xfrm>
          </p:grpSpPr>
          <p:sp>
            <p:nvSpPr>
              <p:cNvPr id="45" name="四角形: 角を丸くする 44">
                <a:extLst>
                  <a:ext uri="{FF2B5EF4-FFF2-40B4-BE49-F238E27FC236}">
                    <a16:creationId xmlns:a16="http://schemas.microsoft.com/office/drawing/2014/main" id="{649641C5-3487-6449-18C8-119530F2B0E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6" name="テキスト ボックス 45">
                <a:extLst>
                  <a:ext uri="{FF2B5EF4-FFF2-40B4-BE49-F238E27FC236}">
                    <a16:creationId xmlns:a16="http://schemas.microsoft.com/office/drawing/2014/main" id="{6D390A2D-D995-DCC0-3593-0D88EE81FAD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7" name="グループ化 46">
              <a:extLst>
                <a:ext uri="{FF2B5EF4-FFF2-40B4-BE49-F238E27FC236}">
                  <a16:creationId xmlns:a16="http://schemas.microsoft.com/office/drawing/2014/main" id="{3D4F2C39-7C43-5EAF-D706-39292DC156D1}"/>
                </a:ext>
              </a:extLst>
            </p:cNvPr>
            <p:cNvGrpSpPr/>
            <p:nvPr/>
          </p:nvGrpSpPr>
          <p:grpSpPr>
            <a:xfrm>
              <a:off x="1716441" y="3592480"/>
              <a:ext cx="1485182" cy="1716321"/>
              <a:chOff x="1276828" y="4105786"/>
              <a:chExt cx="1144222" cy="1716321"/>
            </a:xfrm>
          </p:grpSpPr>
          <p:sp>
            <p:nvSpPr>
              <p:cNvPr id="48" name="四角形: 角を丸くする 47">
                <a:extLst>
                  <a:ext uri="{FF2B5EF4-FFF2-40B4-BE49-F238E27FC236}">
                    <a16:creationId xmlns:a16="http://schemas.microsoft.com/office/drawing/2014/main" id="{1F923F27-E053-6770-CABC-70A4D99F5B8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9" name="テキスト ボックス 48">
                <a:extLst>
                  <a:ext uri="{FF2B5EF4-FFF2-40B4-BE49-F238E27FC236}">
                    <a16:creationId xmlns:a16="http://schemas.microsoft.com/office/drawing/2014/main" id="{E71ADFF0-96D7-D4B4-E222-E0AE476F03F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29" name="グループ化 28">
            <a:extLst>
              <a:ext uri="{FF2B5EF4-FFF2-40B4-BE49-F238E27FC236}">
                <a16:creationId xmlns:a16="http://schemas.microsoft.com/office/drawing/2014/main" id="{600EDF79-DC86-FA50-AA91-188750059371}"/>
              </a:ext>
            </a:extLst>
          </p:cNvPr>
          <p:cNvGrpSpPr/>
          <p:nvPr/>
        </p:nvGrpSpPr>
        <p:grpSpPr>
          <a:xfrm>
            <a:off x="4817538" y="2470495"/>
            <a:ext cx="1804990" cy="2243969"/>
            <a:chOff x="5446406" y="2663997"/>
            <a:chExt cx="1804990" cy="2243969"/>
          </a:xfrm>
        </p:grpSpPr>
        <p:grpSp>
          <p:nvGrpSpPr>
            <p:cNvPr id="5" name="グループ化 4">
              <a:extLst>
                <a:ext uri="{FF2B5EF4-FFF2-40B4-BE49-F238E27FC236}">
                  <a16:creationId xmlns:a16="http://schemas.microsoft.com/office/drawing/2014/main" id="{5E2CE5C1-ABBE-96B1-F7A1-7F0CF598F5CB}"/>
                </a:ext>
              </a:extLst>
            </p:cNvPr>
            <p:cNvGrpSpPr/>
            <p:nvPr/>
          </p:nvGrpSpPr>
          <p:grpSpPr>
            <a:xfrm>
              <a:off x="5446406" y="2663997"/>
              <a:ext cx="1485182" cy="1716321"/>
              <a:chOff x="1276828" y="4105786"/>
              <a:chExt cx="1144222" cy="1716321"/>
            </a:xfrm>
          </p:grpSpPr>
          <p:sp>
            <p:nvSpPr>
              <p:cNvPr id="9" name="四角形: 角を丸くする 8">
                <a:extLst>
                  <a:ext uri="{FF2B5EF4-FFF2-40B4-BE49-F238E27FC236}">
                    <a16:creationId xmlns:a16="http://schemas.microsoft.com/office/drawing/2014/main" id="{3CA8645F-DD4E-3F2E-6404-A7FC89585CA7}"/>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1B7D23B4-7A62-3BC6-5ACE-EEC05C8BA89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875E0EE3-9F3A-93B1-78EF-D0707F86EBE1}"/>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795347" y="3228816"/>
              <a:ext cx="814582" cy="702580"/>
            </a:xfrm>
            <a:prstGeom prst="rect">
              <a:avLst/>
            </a:prstGeom>
          </p:spPr>
        </p:pic>
        <p:pic>
          <p:nvPicPr>
            <p:cNvPr id="15" name="図 14">
              <a:extLst>
                <a:ext uri="{FF2B5EF4-FFF2-40B4-BE49-F238E27FC236}">
                  <a16:creationId xmlns:a16="http://schemas.microsoft.com/office/drawing/2014/main" id="{9A7AA679-9444-1AB2-AC98-1654EEB2DC8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79732" y="3836302"/>
              <a:ext cx="1071664" cy="1071664"/>
            </a:xfrm>
            <a:prstGeom prst="rect">
              <a:avLst/>
            </a:prstGeom>
          </p:spPr>
        </p:pic>
      </p:grpSp>
    </p:spTree>
    <p:extLst>
      <p:ext uri="{BB962C8B-B14F-4D97-AF65-F5344CB8AC3E}">
        <p14:creationId xmlns:p14="http://schemas.microsoft.com/office/powerpoint/2010/main" val="1661704801"/>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2845123-1D1E-FFAD-4B58-985E2F6706DB}"/>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9CCF1230-E6C8-1DF3-E010-A552975C1291}"/>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1E961F21-940C-E31A-96C3-F3A886A3F75B}"/>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895EBF4D-E1FE-3C53-8AFE-F6DC8908EAFB}"/>
                </a:ext>
              </a:extLst>
            </p:cNvPr>
            <p:cNvSpPr txBox="1"/>
            <p:nvPr/>
          </p:nvSpPr>
          <p:spPr>
            <a:xfrm>
              <a:off x="9704072" y="2290669"/>
              <a:ext cx="1620957"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選択中バフ削除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74AA02F5-2B85-7254-3160-7ECA76B7C03A}"/>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B22429E-358A-5749-518A-35A86FA3E602}"/>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47BDCF7-2087-191B-F2F2-1846D09D484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E5956DDF-5701-7AB6-23A8-DC03B341728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5" name="グループ化 4">
            <a:extLst>
              <a:ext uri="{FF2B5EF4-FFF2-40B4-BE49-F238E27FC236}">
                <a16:creationId xmlns:a16="http://schemas.microsoft.com/office/drawing/2014/main" id="{A5816B0B-EF1B-72D4-35A8-53BDCF174D68}"/>
              </a:ext>
            </a:extLst>
          </p:cNvPr>
          <p:cNvGrpSpPr/>
          <p:nvPr/>
        </p:nvGrpSpPr>
        <p:grpSpPr>
          <a:xfrm>
            <a:off x="9642030" y="1589329"/>
            <a:ext cx="1485182" cy="1716321"/>
            <a:chOff x="1276828" y="4105786"/>
            <a:chExt cx="1144222" cy="1716321"/>
          </a:xfrm>
        </p:grpSpPr>
        <p:sp>
          <p:nvSpPr>
            <p:cNvPr id="9" name="四角形: 角を丸くする 8">
              <a:extLst>
                <a:ext uri="{FF2B5EF4-FFF2-40B4-BE49-F238E27FC236}">
                  <a16:creationId xmlns:a16="http://schemas.microsoft.com/office/drawing/2014/main" id="{F798503D-BCDB-EE80-F23A-F403ABEDC154}"/>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B8D23178-A9A5-36F8-B4E4-26680E639571}"/>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7200B519-ABBD-BE8F-40A2-64799C5ED02F}"/>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9990971" y="2154148"/>
            <a:ext cx="814582" cy="702580"/>
          </a:xfrm>
          <a:prstGeom prst="rect">
            <a:avLst/>
          </a:prstGeom>
        </p:spPr>
      </p:pic>
      <p:pic>
        <p:nvPicPr>
          <p:cNvPr id="15" name="図 14">
            <a:extLst>
              <a:ext uri="{FF2B5EF4-FFF2-40B4-BE49-F238E27FC236}">
                <a16:creationId xmlns:a16="http://schemas.microsoft.com/office/drawing/2014/main" id="{7D8C615D-7618-8224-5FF2-E41FC8192E6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375356" y="2761634"/>
            <a:ext cx="1071664" cy="1071664"/>
          </a:xfrm>
          <a:prstGeom prst="rect">
            <a:avLst/>
          </a:prstGeom>
        </p:spPr>
      </p:pic>
      <p:grpSp>
        <p:nvGrpSpPr>
          <p:cNvPr id="18" name="グループ化 17">
            <a:extLst>
              <a:ext uri="{FF2B5EF4-FFF2-40B4-BE49-F238E27FC236}">
                <a16:creationId xmlns:a16="http://schemas.microsoft.com/office/drawing/2014/main" id="{E85D0AD5-29F5-E302-CBF6-440D8AC2B6F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9" name="四角形: 角を丸くする 18">
              <a:extLst>
                <a:ext uri="{FF2B5EF4-FFF2-40B4-BE49-F238E27FC236}">
                  <a16:creationId xmlns:a16="http://schemas.microsoft.com/office/drawing/2014/main" id="{64ECB8AD-434B-5EEE-AC91-0C7BB6FDE05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45852CB6-E53C-4164-89C8-F496F6C99D9A}"/>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B4D01F75-06A4-8A86-5C2F-60F3EA24205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4" name="四角形: 角を丸くする 23">
              <a:extLst>
                <a:ext uri="{FF2B5EF4-FFF2-40B4-BE49-F238E27FC236}">
                  <a16:creationId xmlns:a16="http://schemas.microsoft.com/office/drawing/2014/main" id="{E9E739FE-20FF-3D70-C708-A73A897FC072}"/>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898530BF-3BC9-0EDE-F3EF-EDC26E584FA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1" name="四角形: 角を丸くする 30">
            <a:extLst>
              <a:ext uri="{FF2B5EF4-FFF2-40B4-BE49-F238E27FC236}">
                <a16:creationId xmlns:a16="http://schemas.microsoft.com/office/drawing/2014/main" id="{B48E1709-E2A3-36BE-0CF2-44A4B2B266D0}"/>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2" name="グループ化 31">
            <a:extLst>
              <a:ext uri="{FF2B5EF4-FFF2-40B4-BE49-F238E27FC236}">
                <a16:creationId xmlns:a16="http://schemas.microsoft.com/office/drawing/2014/main" id="{EA1F0D02-5B47-DA2C-F782-7C7E7D61D4E2}"/>
              </a:ext>
            </a:extLst>
          </p:cNvPr>
          <p:cNvGrpSpPr/>
          <p:nvPr/>
        </p:nvGrpSpPr>
        <p:grpSpPr>
          <a:xfrm>
            <a:off x="5342669" y="1594808"/>
            <a:ext cx="1485182" cy="1716321"/>
            <a:chOff x="4788263" y="1594808"/>
            <a:chExt cx="1485182" cy="1716321"/>
          </a:xfrm>
        </p:grpSpPr>
        <p:grpSp>
          <p:nvGrpSpPr>
            <p:cNvPr id="71" name="グループ化 70">
              <a:extLst>
                <a:ext uri="{FF2B5EF4-FFF2-40B4-BE49-F238E27FC236}">
                  <a16:creationId xmlns:a16="http://schemas.microsoft.com/office/drawing/2014/main" id="{3C64D41D-A91E-DBDC-140C-E96B61E55AD1}"/>
                </a:ext>
              </a:extLst>
            </p:cNvPr>
            <p:cNvGrpSpPr/>
            <p:nvPr/>
          </p:nvGrpSpPr>
          <p:grpSpPr>
            <a:xfrm>
              <a:off x="4788263" y="1594808"/>
              <a:ext cx="1485182" cy="1716321"/>
              <a:chOff x="1276828" y="4105786"/>
              <a:chExt cx="1144222" cy="1716321"/>
            </a:xfrm>
          </p:grpSpPr>
          <p:sp>
            <p:nvSpPr>
              <p:cNvPr id="73" name="四角形: 角を丸くする 72">
                <a:extLst>
                  <a:ext uri="{FF2B5EF4-FFF2-40B4-BE49-F238E27FC236}">
                    <a16:creationId xmlns:a16="http://schemas.microsoft.com/office/drawing/2014/main" id="{46956305-5FA5-918A-9D97-D905FB4EE03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4" name="テキスト ボックス 73">
                <a:extLst>
                  <a:ext uri="{FF2B5EF4-FFF2-40B4-BE49-F238E27FC236}">
                    <a16:creationId xmlns:a16="http://schemas.microsoft.com/office/drawing/2014/main" id="{CA2290EC-09C3-0987-A17A-D50E7D08678D}"/>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72" name="図 71">
              <a:extLst>
                <a:ext uri="{FF2B5EF4-FFF2-40B4-BE49-F238E27FC236}">
                  <a16:creationId xmlns:a16="http://schemas.microsoft.com/office/drawing/2014/main" id="{7DAAA1B8-93B2-4C77-CE85-6F147570F106}"/>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33" name="グループ化 32">
            <a:extLst>
              <a:ext uri="{FF2B5EF4-FFF2-40B4-BE49-F238E27FC236}">
                <a16:creationId xmlns:a16="http://schemas.microsoft.com/office/drawing/2014/main" id="{B5C56F7C-DD6D-9DF4-753C-787CCC56FA19}"/>
              </a:ext>
            </a:extLst>
          </p:cNvPr>
          <p:cNvGrpSpPr/>
          <p:nvPr/>
        </p:nvGrpSpPr>
        <p:grpSpPr>
          <a:xfrm>
            <a:off x="3530870" y="1594808"/>
            <a:ext cx="1485182" cy="1716321"/>
            <a:chOff x="3032545" y="1594808"/>
            <a:chExt cx="1485182" cy="1716321"/>
          </a:xfrm>
        </p:grpSpPr>
        <p:grpSp>
          <p:nvGrpSpPr>
            <p:cNvPr id="67" name="グループ化 66">
              <a:extLst>
                <a:ext uri="{FF2B5EF4-FFF2-40B4-BE49-F238E27FC236}">
                  <a16:creationId xmlns:a16="http://schemas.microsoft.com/office/drawing/2014/main" id="{C47B348E-1085-FFB2-E9C6-6777A6B94E38}"/>
                </a:ext>
              </a:extLst>
            </p:cNvPr>
            <p:cNvGrpSpPr/>
            <p:nvPr/>
          </p:nvGrpSpPr>
          <p:grpSpPr>
            <a:xfrm>
              <a:off x="3032545" y="1594808"/>
              <a:ext cx="1485182" cy="1716321"/>
              <a:chOff x="1276828" y="4105786"/>
              <a:chExt cx="1144222" cy="1716321"/>
            </a:xfrm>
          </p:grpSpPr>
          <p:sp>
            <p:nvSpPr>
              <p:cNvPr id="69" name="四角形: 角を丸くする 68">
                <a:extLst>
                  <a:ext uri="{FF2B5EF4-FFF2-40B4-BE49-F238E27FC236}">
                    <a16:creationId xmlns:a16="http://schemas.microsoft.com/office/drawing/2014/main" id="{8094FFFD-B82B-6F9F-2D67-E2B42BCAB87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0" name="テキスト ボックス 69">
                <a:extLst>
                  <a:ext uri="{FF2B5EF4-FFF2-40B4-BE49-F238E27FC236}">
                    <a16:creationId xmlns:a16="http://schemas.microsoft.com/office/drawing/2014/main" id="{55B1D8A0-239D-AC56-1DDC-A5D9BBBA676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68" name="図 67">
              <a:extLst>
                <a:ext uri="{FF2B5EF4-FFF2-40B4-BE49-F238E27FC236}">
                  <a16:creationId xmlns:a16="http://schemas.microsoft.com/office/drawing/2014/main" id="{677B8C75-6386-155E-D9C6-C4C1001038FA}"/>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34" name="テキスト ボックス 33">
            <a:extLst>
              <a:ext uri="{FF2B5EF4-FFF2-40B4-BE49-F238E27FC236}">
                <a16:creationId xmlns:a16="http://schemas.microsoft.com/office/drawing/2014/main" id="{9E9F6059-0BD5-D331-929A-2EEB92151A96}"/>
              </a:ext>
            </a:extLst>
          </p:cNvPr>
          <p:cNvSpPr txBox="1"/>
          <p:nvPr/>
        </p:nvSpPr>
        <p:spPr>
          <a:xfrm>
            <a:off x="930698" y="856726"/>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35" name="グループ化 34">
            <a:extLst>
              <a:ext uri="{FF2B5EF4-FFF2-40B4-BE49-F238E27FC236}">
                <a16:creationId xmlns:a16="http://schemas.microsoft.com/office/drawing/2014/main" id="{01A40302-8546-D771-54E4-C5E66DBF9E04}"/>
              </a:ext>
            </a:extLst>
          </p:cNvPr>
          <p:cNvGrpSpPr/>
          <p:nvPr/>
        </p:nvGrpSpPr>
        <p:grpSpPr>
          <a:xfrm rot="5400000">
            <a:off x="-825047" y="3593840"/>
            <a:ext cx="4351022" cy="276285"/>
            <a:chOff x="3114125" y="3836637"/>
            <a:chExt cx="5697007" cy="276285"/>
          </a:xfrm>
        </p:grpSpPr>
        <p:sp>
          <p:nvSpPr>
            <p:cNvPr id="65" name="四角形: 角を丸くする 64">
              <a:extLst>
                <a:ext uri="{FF2B5EF4-FFF2-40B4-BE49-F238E27FC236}">
                  <a16:creationId xmlns:a16="http://schemas.microsoft.com/office/drawing/2014/main" id="{63F5B82D-BE52-393B-8654-B90E2B059AD8}"/>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6" name="四角形: 角を丸くする 65">
              <a:extLst>
                <a:ext uri="{FF2B5EF4-FFF2-40B4-BE49-F238E27FC236}">
                  <a16:creationId xmlns:a16="http://schemas.microsoft.com/office/drawing/2014/main" id="{2B49F66C-4251-EC6C-B888-ECE0DD682459}"/>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9" name="四角形: 角を丸くする 38">
            <a:extLst>
              <a:ext uri="{FF2B5EF4-FFF2-40B4-BE49-F238E27FC236}">
                <a16:creationId xmlns:a16="http://schemas.microsoft.com/office/drawing/2014/main" id="{A9EB417E-EF92-A06F-DCB9-6E4923D7CC5B}"/>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40" name="グループ化 39">
            <a:extLst>
              <a:ext uri="{FF2B5EF4-FFF2-40B4-BE49-F238E27FC236}">
                <a16:creationId xmlns:a16="http://schemas.microsoft.com/office/drawing/2014/main" id="{4C4DB03F-34BC-765F-B94F-8CA5FE866DDF}"/>
              </a:ext>
            </a:extLst>
          </p:cNvPr>
          <p:cNvGrpSpPr/>
          <p:nvPr/>
        </p:nvGrpSpPr>
        <p:grpSpPr>
          <a:xfrm>
            <a:off x="7154469" y="1586624"/>
            <a:ext cx="1485182" cy="1716321"/>
            <a:chOff x="1276828" y="4105786"/>
            <a:chExt cx="1144222" cy="1716321"/>
          </a:xfrm>
        </p:grpSpPr>
        <p:sp>
          <p:nvSpPr>
            <p:cNvPr id="63" name="四角形: 角を丸くする 62">
              <a:extLst>
                <a:ext uri="{FF2B5EF4-FFF2-40B4-BE49-F238E27FC236}">
                  <a16:creationId xmlns:a16="http://schemas.microsoft.com/office/drawing/2014/main" id="{048A348A-8837-7772-4EF5-F2B2D877D70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4" name="テキスト ボックス 63">
              <a:extLst>
                <a:ext uri="{FF2B5EF4-FFF2-40B4-BE49-F238E27FC236}">
                  <a16:creationId xmlns:a16="http://schemas.microsoft.com/office/drawing/2014/main" id="{2AFBC790-8CD5-92A5-9B57-61DF060825D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41" name="フリーフォーム: 図形 40">
            <a:extLst>
              <a:ext uri="{FF2B5EF4-FFF2-40B4-BE49-F238E27FC236}">
                <a16:creationId xmlns:a16="http://schemas.microsoft.com/office/drawing/2014/main" id="{CBE2BB30-0D5A-C6C0-9831-C07F0F06885B}"/>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7A0538EE-6851-F88D-070B-0FB779B50ABF}"/>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7593D71C-EBBA-8A8E-6E65-EBCD2DF0B40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45" name="テキスト ボックス 44">
            <a:extLst>
              <a:ext uri="{FF2B5EF4-FFF2-40B4-BE49-F238E27FC236}">
                <a16:creationId xmlns:a16="http://schemas.microsoft.com/office/drawing/2014/main" id="{8A67D6B7-A017-3EBF-67AB-5CC1C3D31A07}"/>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46" name="グループ化 45">
            <a:extLst>
              <a:ext uri="{FF2B5EF4-FFF2-40B4-BE49-F238E27FC236}">
                <a16:creationId xmlns:a16="http://schemas.microsoft.com/office/drawing/2014/main" id="{6A8A5ED2-086A-B548-619A-33F417D2A59A}"/>
              </a:ext>
            </a:extLst>
          </p:cNvPr>
          <p:cNvGrpSpPr/>
          <p:nvPr/>
        </p:nvGrpSpPr>
        <p:grpSpPr>
          <a:xfrm>
            <a:off x="3531781" y="3592480"/>
            <a:ext cx="1485182" cy="1716321"/>
            <a:chOff x="1276828" y="4105786"/>
            <a:chExt cx="1144222" cy="1716321"/>
          </a:xfrm>
        </p:grpSpPr>
        <p:sp>
          <p:nvSpPr>
            <p:cNvPr id="61" name="四角形: 角を丸くする 60">
              <a:extLst>
                <a:ext uri="{FF2B5EF4-FFF2-40B4-BE49-F238E27FC236}">
                  <a16:creationId xmlns:a16="http://schemas.microsoft.com/office/drawing/2014/main" id="{DF746018-6621-42E2-866A-DA441E1DE73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2" name="テキスト ボックス 61">
              <a:extLst>
                <a:ext uri="{FF2B5EF4-FFF2-40B4-BE49-F238E27FC236}">
                  <a16:creationId xmlns:a16="http://schemas.microsoft.com/office/drawing/2014/main" id="{192B63FB-8EDD-B565-F833-7B81CA64468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7" name="グループ化 46">
            <a:extLst>
              <a:ext uri="{FF2B5EF4-FFF2-40B4-BE49-F238E27FC236}">
                <a16:creationId xmlns:a16="http://schemas.microsoft.com/office/drawing/2014/main" id="{8EE82DFD-6C0D-F200-DD3E-B731C7189953}"/>
              </a:ext>
            </a:extLst>
          </p:cNvPr>
          <p:cNvGrpSpPr/>
          <p:nvPr/>
        </p:nvGrpSpPr>
        <p:grpSpPr>
          <a:xfrm>
            <a:off x="5347121" y="3592480"/>
            <a:ext cx="1485182" cy="1716321"/>
            <a:chOff x="1276828" y="4105786"/>
            <a:chExt cx="1144222" cy="1716321"/>
          </a:xfrm>
        </p:grpSpPr>
        <p:sp>
          <p:nvSpPr>
            <p:cNvPr id="57" name="四角形: 角を丸くする 56">
              <a:extLst>
                <a:ext uri="{FF2B5EF4-FFF2-40B4-BE49-F238E27FC236}">
                  <a16:creationId xmlns:a16="http://schemas.microsoft.com/office/drawing/2014/main" id="{E6DAAF07-D02E-CC23-6634-1E0392B135C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0" name="テキスト ボックス 59">
              <a:extLst>
                <a:ext uri="{FF2B5EF4-FFF2-40B4-BE49-F238E27FC236}">
                  <a16:creationId xmlns:a16="http://schemas.microsoft.com/office/drawing/2014/main" id="{F3175ACC-F6BE-1882-667D-12E448FD607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8" name="グループ化 47">
            <a:extLst>
              <a:ext uri="{FF2B5EF4-FFF2-40B4-BE49-F238E27FC236}">
                <a16:creationId xmlns:a16="http://schemas.microsoft.com/office/drawing/2014/main" id="{0208D60C-319D-906A-93AB-BDC94978B3C6}"/>
              </a:ext>
            </a:extLst>
          </p:cNvPr>
          <p:cNvGrpSpPr/>
          <p:nvPr/>
        </p:nvGrpSpPr>
        <p:grpSpPr>
          <a:xfrm>
            <a:off x="7162461" y="3592480"/>
            <a:ext cx="1485182" cy="1716321"/>
            <a:chOff x="1276828" y="4105786"/>
            <a:chExt cx="1144222" cy="1716321"/>
          </a:xfrm>
        </p:grpSpPr>
        <p:sp>
          <p:nvSpPr>
            <p:cNvPr id="53" name="四角形: 角を丸くする 52">
              <a:extLst>
                <a:ext uri="{FF2B5EF4-FFF2-40B4-BE49-F238E27FC236}">
                  <a16:creationId xmlns:a16="http://schemas.microsoft.com/office/drawing/2014/main" id="{687EDC09-70DD-E94F-DA7A-08BCD1BAD91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4" name="テキスト ボックス 53">
              <a:extLst>
                <a:ext uri="{FF2B5EF4-FFF2-40B4-BE49-F238E27FC236}">
                  <a16:creationId xmlns:a16="http://schemas.microsoft.com/office/drawing/2014/main" id="{D442E8A0-C0C8-16F6-BD49-61006B07B50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9" name="グループ化 48">
            <a:extLst>
              <a:ext uri="{FF2B5EF4-FFF2-40B4-BE49-F238E27FC236}">
                <a16:creationId xmlns:a16="http://schemas.microsoft.com/office/drawing/2014/main" id="{FA73DD03-1346-C33D-7056-5091BE44E001}"/>
              </a:ext>
            </a:extLst>
          </p:cNvPr>
          <p:cNvGrpSpPr/>
          <p:nvPr/>
        </p:nvGrpSpPr>
        <p:grpSpPr>
          <a:xfrm>
            <a:off x="1716441" y="3592480"/>
            <a:ext cx="1485182" cy="1716321"/>
            <a:chOff x="1276828" y="4105786"/>
            <a:chExt cx="1144222" cy="1716321"/>
          </a:xfrm>
        </p:grpSpPr>
        <p:sp>
          <p:nvSpPr>
            <p:cNvPr id="50" name="四角形: 角を丸くする 49">
              <a:extLst>
                <a:ext uri="{FF2B5EF4-FFF2-40B4-BE49-F238E27FC236}">
                  <a16:creationId xmlns:a16="http://schemas.microsoft.com/office/drawing/2014/main" id="{2B7948D2-1EE4-14F2-F797-A02E663A646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2" name="テキスト ボックス 51">
              <a:extLst>
                <a:ext uri="{FF2B5EF4-FFF2-40B4-BE49-F238E27FC236}">
                  <a16:creationId xmlns:a16="http://schemas.microsoft.com/office/drawing/2014/main" id="{2DF10D70-96E0-D434-AC6A-4ADB24F648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2524352781"/>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6634034-026D-E637-D3D4-1B96B47F5938}"/>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524EDB2B-925D-837E-5124-80EA019AEFC8}"/>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9BA0034C-276E-4A59-2C25-CF8C442FF0C4}"/>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A40B5B54-4940-6453-FD9C-70FD9AA12EB6}"/>
                </a:ext>
              </a:extLst>
            </p:cNvPr>
            <p:cNvSpPr txBox="1"/>
            <p:nvPr/>
          </p:nvSpPr>
          <p:spPr>
            <a:xfrm>
              <a:off x="9704072" y="2290669"/>
              <a:ext cx="1620957"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選択中バフ削除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4C1A2736-C4F9-7EAE-B70B-A7C5BDF520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461D419C-824F-0194-85B8-5FDDFE7182D1}"/>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AA4D449-2819-D426-5101-471AC673BC35}"/>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 name="グループ化 4">
            <a:extLst>
              <a:ext uri="{FF2B5EF4-FFF2-40B4-BE49-F238E27FC236}">
                <a16:creationId xmlns:a16="http://schemas.microsoft.com/office/drawing/2014/main" id="{A1533813-FDAD-E059-6704-B13462872EF6}"/>
              </a:ext>
            </a:extLst>
          </p:cNvPr>
          <p:cNvGrpSpPr/>
          <p:nvPr/>
        </p:nvGrpSpPr>
        <p:grpSpPr>
          <a:xfrm>
            <a:off x="9642030" y="1589329"/>
            <a:ext cx="1485182" cy="1716321"/>
            <a:chOff x="1276828" y="4105786"/>
            <a:chExt cx="1144222" cy="1716321"/>
          </a:xfrm>
        </p:grpSpPr>
        <p:sp>
          <p:nvSpPr>
            <p:cNvPr id="9" name="四角形: 角を丸くする 8">
              <a:extLst>
                <a:ext uri="{FF2B5EF4-FFF2-40B4-BE49-F238E27FC236}">
                  <a16:creationId xmlns:a16="http://schemas.microsoft.com/office/drawing/2014/main" id="{1AFC19C6-EB72-7878-9FF6-099235592A37}"/>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1444B9C0-4BBF-16E2-6442-EF1917B597F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85616CB7-2CB1-F6A4-B300-0690EBDE490E}"/>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9990971" y="2154148"/>
            <a:ext cx="814582" cy="702580"/>
          </a:xfrm>
          <a:prstGeom prst="rect">
            <a:avLst/>
          </a:prstGeom>
        </p:spPr>
      </p:pic>
      <p:pic>
        <p:nvPicPr>
          <p:cNvPr id="15" name="図 14">
            <a:extLst>
              <a:ext uri="{FF2B5EF4-FFF2-40B4-BE49-F238E27FC236}">
                <a16:creationId xmlns:a16="http://schemas.microsoft.com/office/drawing/2014/main" id="{AF437FA5-C8A7-AB2B-4EE3-AE24FBAFE3E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75356" y="2761634"/>
            <a:ext cx="1071664" cy="1071664"/>
          </a:xfrm>
          <a:prstGeom prst="rect">
            <a:avLst/>
          </a:prstGeom>
        </p:spPr>
      </p:pic>
      <p:pic>
        <p:nvPicPr>
          <p:cNvPr id="44" name="図 43">
            <a:extLst>
              <a:ext uri="{FF2B5EF4-FFF2-40B4-BE49-F238E27FC236}">
                <a16:creationId xmlns:a16="http://schemas.microsoft.com/office/drawing/2014/main" id="{2296D05F-CB11-A990-B395-13DAF597E83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48" name="グループ化 47">
            <a:extLst>
              <a:ext uri="{FF2B5EF4-FFF2-40B4-BE49-F238E27FC236}">
                <a16:creationId xmlns:a16="http://schemas.microsoft.com/office/drawing/2014/main" id="{8C2B9F06-AA6B-BBDF-E5E4-829B9EDAD16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49" name="四角形: 角を丸くする 48">
              <a:extLst>
                <a:ext uri="{FF2B5EF4-FFF2-40B4-BE49-F238E27FC236}">
                  <a16:creationId xmlns:a16="http://schemas.microsoft.com/office/drawing/2014/main" id="{3B98C6D3-D7E7-BEA9-C532-CF6E73AB670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74D52F9B-9B43-EEF4-E779-872049ADC71B}"/>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2" name="グループ化 51">
            <a:extLst>
              <a:ext uri="{FF2B5EF4-FFF2-40B4-BE49-F238E27FC236}">
                <a16:creationId xmlns:a16="http://schemas.microsoft.com/office/drawing/2014/main" id="{366B6C91-B60C-06F8-5FCE-3C333EAA097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53" name="四角形: 角を丸くする 52">
              <a:extLst>
                <a:ext uri="{FF2B5EF4-FFF2-40B4-BE49-F238E27FC236}">
                  <a16:creationId xmlns:a16="http://schemas.microsoft.com/office/drawing/2014/main" id="{308171AF-3B94-809E-8F56-97191E867959}"/>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54" name="テキスト ボックス 53">
              <a:extLst>
                <a:ext uri="{FF2B5EF4-FFF2-40B4-BE49-F238E27FC236}">
                  <a16:creationId xmlns:a16="http://schemas.microsoft.com/office/drawing/2014/main" id="{C8BBF340-6236-A7BB-02E4-FDC93D22121A}"/>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06C7BCD1-6886-2821-C00D-B7D15AE24499}"/>
              </a:ext>
            </a:extLst>
          </p:cNvPr>
          <p:cNvGrpSpPr/>
          <p:nvPr/>
        </p:nvGrpSpPr>
        <p:grpSpPr>
          <a:xfrm>
            <a:off x="726233" y="695130"/>
            <a:ext cx="8501744" cy="5467739"/>
            <a:chOff x="726233" y="695130"/>
            <a:chExt cx="8501744" cy="5467739"/>
          </a:xfrm>
        </p:grpSpPr>
        <p:sp>
          <p:nvSpPr>
            <p:cNvPr id="103" name="四角形: 角を丸くする 102">
              <a:extLst>
                <a:ext uri="{FF2B5EF4-FFF2-40B4-BE49-F238E27FC236}">
                  <a16:creationId xmlns:a16="http://schemas.microsoft.com/office/drawing/2014/main" id="{B8EB6C80-6390-A111-7E40-5C66D8BC1D2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4" name="グループ化 103">
              <a:extLst>
                <a:ext uri="{FF2B5EF4-FFF2-40B4-BE49-F238E27FC236}">
                  <a16:creationId xmlns:a16="http://schemas.microsoft.com/office/drawing/2014/main" id="{76558B57-62E2-712D-9238-71FFA84FBA65}"/>
                </a:ext>
              </a:extLst>
            </p:cNvPr>
            <p:cNvGrpSpPr/>
            <p:nvPr/>
          </p:nvGrpSpPr>
          <p:grpSpPr>
            <a:xfrm>
              <a:off x="5342669" y="1594808"/>
              <a:ext cx="1485182" cy="1716321"/>
              <a:chOff x="4788263" y="1594808"/>
              <a:chExt cx="1485182" cy="1716321"/>
            </a:xfrm>
          </p:grpSpPr>
          <p:grpSp>
            <p:nvGrpSpPr>
              <p:cNvPr id="136" name="グループ化 135">
                <a:extLst>
                  <a:ext uri="{FF2B5EF4-FFF2-40B4-BE49-F238E27FC236}">
                    <a16:creationId xmlns:a16="http://schemas.microsoft.com/office/drawing/2014/main" id="{4FFEEAB7-68AA-873A-F60A-BD81A3CAC646}"/>
                  </a:ext>
                </a:extLst>
              </p:cNvPr>
              <p:cNvGrpSpPr/>
              <p:nvPr/>
            </p:nvGrpSpPr>
            <p:grpSpPr>
              <a:xfrm>
                <a:off x="4788263" y="1594808"/>
                <a:ext cx="1485182" cy="1716321"/>
                <a:chOff x="1276828" y="4105786"/>
                <a:chExt cx="1144222" cy="1716321"/>
              </a:xfrm>
            </p:grpSpPr>
            <p:sp>
              <p:nvSpPr>
                <p:cNvPr id="138" name="四角形: 角を丸くする 137">
                  <a:extLst>
                    <a:ext uri="{FF2B5EF4-FFF2-40B4-BE49-F238E27FC236}">
                      <a16:creationId xmlns:a16="http://schemas.microsoft.com/office/drawing/2014/main" id="{05444C0C-65CB-903C-D0C3-9BAF652C081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9" name="テキスト ボックス 138">
                  <a:extLst>
                    <a:ext uri="{FF2B5EF4-FFF2-40B4-BE49-F238E27FC236}">
                      <a16:creationId xmlns:a16="http://schemas.microsoft.com/office/drawing/2014/main" id="{6308866F-44CF-612C-BDEF-1542375DAFE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137" name="図 136">
                <a:extLst>
                  <a:ext uri="{FF2B5EF4-FFF2-40B4-BE49-F238E27FC236}">
                    <a16:creationId xmlns:a16="http://schemas.microsoft.com/office/drawing/2014/main" id="{7097CB15-58E6-D2B1-A811-3ED9FE838E18}"/>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05" name="グループ化 104">
              <a:extLst>
                <a:ext uri="{FF2B5EF4-FFF2-40B4-BE49-F238E27FC236}">
                  <a16:creationId xmlns:a16="http://schemas.microsoft.com/office/drawing/2014/main" id="{C53EF3CD-33B8-C7F8-3DE0-959AEBC83450}"/>
                </a:ext>
              </a:extLst>
            </p:cNvPr>
            <p:cNvGrpSpPr/>
            <p:nvPr/>
          </p:nvGrpSpPr>
          <p:grpSpPr>
            <a:xfrm>
              <a:off x="3530870" y="1594808"/>
              <a:ext cx="1485182" cy="1716321"/>
              <a:chOff x="3032545" y="1594808"/>
              <a:chExt cx="1485182" cy="1716321"/>
            </a:xfrm>
          </p:grpSpPr>
          <p:grpSp>
            <p:nvGrpSpPr>
              <p:cNvPr id="132" name="グループ化 131">
                <a:extLst>
                  <a:ext uri="{FF2B5EF4-FFF2-40B4-BE49-F238E27FC236}">
                    <a16:creationId xmlns:a16="http://schemas.microsoft.com/office/drawing/2014/main" id="{F1295784-6A66-7F83-E999-89664BF417D1}"/>
                  </a:ext>
                </a:extLst>
              </p:cNvPr>
              <p:cNvGrpSpPr/>
              <p:nvPr/>
            </p:nvGrpSpPr>
            <p:grpSpPr>
              <a:xfrm>
                <a:off x="3032545" y="1594808"/>
                <a:ext cx="1485182" cy="1716321"/>
                <a:chOff x="1276828" y="4105786"/>
                <a:chExt cx="1144222" cy="1716321"/>
              </a:xfrm>
            </p:grpSpPr>
            <p:sp>
              <p:nvSpPr>
                <p:cNvPr id="134" name="四角形: 角を丸くする 133">
                  <a:extLst>
                    <a:ext uri="{FF2B5EF4-FFF2-40B4-BE49-F238E27FC236}">
                      <a16:creationId xmlns:a16="http://schemas.microsoft.com/office/drawing/2014/main" id="{E715674D-39F5-EDF8-7B4F-FB20CFCE27E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5" name="テキスト ボックス 134">
                  <a:extLst>
                    <a:ext uri="{FF2B5EF4-FFF2-40B4-BE49-F238E27FC236}">
                      <a16:creationId xmlns:a16="http://schemas.microsoft.com/office/drawing/2014/main" id="{B717E203-BB2A-4EA3-51B4-48D29ADE77F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133" name="図 132">
                <a:extLst>
                  <a:ext uri="{FF2B5EF4-FFF2-40B4-BE49-F238E27FC236}">
                    <a16:creationId xmlns:a16="http://schemas.microsoft.com/office/drawing/2014/main" id="{FFA73929-050B-625C-CE8D-98AE4A13BE0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06" name="テキスト ボックス 105">
              <a:extLst>
                <a:ext uri="{FF2B5EF4-FFF2-40B4-BE49-F238E27FC236}">
                  <a16:creationId xmlns:a16="http://schemas.microsoft.com/office/drawing/2014/main" id="{543F0DAB-FAEA-99F1-A38A-45B4C3CDB8E4}"/>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07" name="グループ化 106">
              <a:extLst>
                <a:ext uri="{FF2B5EF4-FFF2-40B4-BE49-F238E27FC236}">
                  <a16:creationId xmlns:a16="http://schemas.microsoft.com/office/drawing/2014/main" id="{D50AB18F-3ACD-1F33-14AC-76C423A1E50A}"/>
                </a:ext>
              </a:extLst>
            </p:cNvPr>
            <p:cNvGrpSpPr/>
            <p:nvPr/>
          </p:nvGrpSpPr>
          <p:grpSpPr>
            <a:xfrm rot="5400000">
              <a:off x="-825047" y="3593840"/>
              <a:ext cx="4351022" cy="276285"/>
              <a:chOff x="3114125" y="3836637"/>
              <a:chExt cx="5697007" cy="276285"/>
            </a:xfrm>
          </p:grpSpPr>
          <p:sp>
            <p:nvSpPr>
              <p:cNvPr id="130" name="四角形: 角を丸くする 129">
                <a:extLst>
                  <a:ext uri="{FF2B5EF4-FFF2-40B4-BE49-F238E27FC236}">
                    <a16:creationId xmlns:a16="http://schemas.microsoft.com/office/drawing/2014/main" id="{DAA177CD-5618-D7DC-7AD5-84868EF23015}"/>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1" name="四角形: 角を丸くする 130">
                <a:extLst>
                  <a:ext uri="{FF2B5EF4-FFF2-40B4-BE49-F238E27FC236}">
                    <a16:creationId xmlns:a16="http://schemas.microsoft.com/office/drawing/2014/main" id="{925E0AA0-690C-BF6D-734F-38E38CF28906}"/>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08" name="四角形: 角を丸くする 107">
              <a:extLst>
                <a:ext uri="{FF2B5EF4-FFF2-40B4-BE49-F238E27FC236}">
                  <a16:creationId xmlns:a16="http://schemas.microsoft.com/office/drawing/2014/main" id="{7B0B32F9-CB53-3E5D-79B5-956931095FB4}"/>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09" name="グループ化 108">
              <a:extLst>
                <a:ext uri="{FF2B5EF4-FFF2-40B4-BE49-F238E27FC236}">
                  <a16:creationId xmlns:a16="http://schemas.microsoft.com/office/drawing/2014/main" id="{E2F3544C-54BE-94B7-E3B2-79E4B592048B}"/>
                </a:ext>
              </a:extLst>
            </p:cNvPr>
            <p:cNvGrpSpPr/>
            <p:nvPr/>
          </p:nvGrpSpPr>
          <p:grpSpPr>
            <a:xfrm>
              <a:off x="7154469" y="1586624"/>
              <a:ext cx="1485182" cy="1716321"/>
              <a:chOff x="1276828" y="4105786"/>
              <a:chExt cx="1144222" cy="1716321"/>
            </a:xfrm>
          </p:grpSpPr>
          <p:sp>
            <p:nvSpPr>
              <p:cNvPr id="127" name="四角形: 角を丸くする 126">
                <a:extLst>
                  <a:ext uri="{FF2B5EF4-FFF2-40B4-BE49-F238E27FC236}">
                    <a16:creationId xmlns:a16="http://schemas.microsoft.com/office/drawing/2014/main" id="{137C0309-C98E-EBAF-48EA-65A5D28810C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9" name="テキスト ボックス 128">
                <a:extLst>
                  <a:ext uri="{FF2B5EF4-FFF2-40B4-BE49-F238E27FC236}">
                    <a16:creationId xmlns:a16="http://schemas.microsoft.com/office/drawing/2014/main" id="{549641EE-A156-97C3-6158-09BA2E2D3CE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10" name="フリーフォーム: 図形 109">
              <a:extLst>
                <a:ext uri="{FF2B5EF4-FFF2-40B4-BE49-F238E27FC236}">
                  <a16:creationId xmlns:a16="http://schemas.microsoft.com/office/drawing/2014/main" id="{11C4BD6B-0F59-14A2-6C29-920C3C6A13DD}"/>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11" name="テキスト ボックス 110">
              <a:extLst>
                <a:ext uri="{FF2B5EF4-FFF2-40B4-BE49-F238E27FC236}">
                  <a16:creationId xmlns:a16="http://schemas.microsoft.com/office/drawing/2014/main" id="{2D075C64-C96F-4EAC-8CD1-617C200567DB}"/>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kumimoji="1"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pic>
          <p:nvPicPr>
            <p:cNvPr id="112" name="図 111">
              <a:extLst>
                <a:ext uri="{FF2B5EF4-FFF2-40B4-BE49-F238E27FC236}">
                  <a16:creationId xmlns:a16="http://schemas.microsoft.com/office/drawing/2014/main" id="{7B51929E-DC9D-2FB2-26AB-BD65A7E957A6}"/>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13" name="テキスト ボックス 112">
              <a:extLst>
                <a:ext uri="{FF2B5EF4-FFF2-40B4-BE49-F238E27FC236}">
                  <a16:creationId xmlns:a16="http://schemas.microsoft.com/office/drawing/2014/main" id="{DEED7DA8-7459-BC8B-0D14-5C896455807F}"/>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14" name="グループ化 113">
              <a:extLst>
                <a:ext uri="{FF2B5EF4-FFF2-40B4-BE49-F238E27FC236}">
                  <a16:creationId xmlns:a16="http://schemas.microsoft.com/office/drawing/2014/main" id="{727A5172-FD53-6E52-D0FD-B34BD7F67081}"/>
                </a:ext>
              </a:extLst>
            </p:cNvPr>
            <p:cNvGrpSpPr/>
            <p:nvPr/>
          </p:nvGrpSpPr>
          <p:grpSpPr>
            <a:xfrm>
              <a:off x="3531781" y="3592480"/>
              <a:ext cx="1485182" cy="1716321"/>
              <a:chOff x="1276828" y="4105786"/>
              <a:chExt cx="1144222" cy="1716321"/>
            </a:xfrm>
          </p:grpSpPr>
          <p:sp>
            <p:nvSpPr>
              <p:cNvPr id="124" name="四角形: 角を丸くする 123">
                <a:extLst>
                  <a:ext uri="{FF2B5EF4-FFF2-40B4-BE49-F238E27FC236}">
                    <a16:creationId xmlns:a16="http://schemas.microsoft.com/office/drawing/2014/main" id="{646C4265-D9EF-5579-EC77-45DB4A8A24E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5" name="テキスト ボックス 124">
                <a:extLst>
                  <a:ext uri="{FF2B5EF4-FFF2-40B4-BE49-F238E27FC236}">
                    <a16:creationId xmlns:a16="http://schemas.microsoft.com/office/drawing/2014/main" id="{6D76996C-1424-5C19-22E3-D5C3A9F9472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5" name="グループ化 114">
              <a:extLst>
                <a:ext uri="{FF2B5EF4-FFF2-40B4-BE49-F238E27FC236}">
                  <a16:creationId xmlns:a16="http://schemas.microsoft.com/office/drawing/2014/main" id="{A8EE00AB-203F-CE46-56DA-152F3810D24A}"/>
                </a:ext>
              </a:extLst>
            </p:cNvPr>
            <p:cNvGrpSpPr/>
            <p:nvPr/>
          </p:nvGrpSpPr>
          <p:grpSpPr>
            <a:xfrm>
              <a:off x="5347121" y="3592480"/>
              <a:ext cx="1485182" cy="1716321"/>
              <a:chOff x="1276828" y="4105786"/>
              <a:chExt cx="1144222" cy="1716321"/>
            </a:xfrm>
          </p:grpSpPr>
          <p:sp>
            <p:nvSpPr>
              <p:cNvPr id="122" name="四角形: 角を丸くする 121">
                <a:extLst>
                  <a:ext uri="{FF2B5EF4-FFF2-40B4-BE49-F238E27FC236}">
                    <a16:creationId xmlns:a16="http://schemas.microsoft.com/office/drawing/2014/main" id="{B9FC09FE-C6AF-1363-8DC2-1D89FEF57E2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3" name="テキスト ボックス 122">
                <a:extLst>
                  <a:ext uri="{FF2B5EF4-FFF2-40B4-BE49-F238E27FC236}">
                    <a16:creationId xmlns:a16="http://schemas.microsoft.com/office/drawing/2014/main" id="{1203AB0F-2209-01FA-4033-DDC6932D8E3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6" name="グループ化 115">
              <a:extLst>
                <a:ext uri="{FF2B5EF4-FFF2-40B4-BE49-F238E27FC236}">
                  <a16:creationId xmlns:a16="http://schemas.microsoft.com/office/drawing/2014/main" id="{6ADCD612-BC7E-8C8B-3410-7E7DF9861E44}"/>
                </a:ext>
              </a:extLst>
            </p:cNvPr>
            <p:cNvGrpSpPr/>
            <p:nvPr/>
          </p:nvGrpSpPr>
          <p:grpSpPr>
            <a:xfrm>
              <a:off x="7162461" y="3592480"/>
              <a:ext cx="1485182" cy="1716321"/>
              <a:chOff x="1276828" y="4105786"/>
              <a:chExt cx="1144222" cy="1716321"/>
            </a:xfrm>
          </p:grpSpPr>
          <p:sp>
            <p:nvSpPr>
              <p:cNvPr id="120" name="四角形: 角を丸くする 119">
                <a:extLst>
                  <a:ext uri="{FF2B5EF4-FFF2-40B4-BE49-F238E27FC236}">
                    <a16:creationId xmlns:a16="http://schemas.microsoft.com/office/drawing/2014/main" id="{C55FBC61-644F-84DF-D6A0-CC3DF2453DE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1" name="テキスト ボックス 120">
                <a:extLst>
                  <a:ext uri="{FF2B5EF4-FFF2-40B4-BE49-F238E27FC236}">
                    <a16:creationId xmlns:a16="http://schemas.microsoft.com/office/drawing/2014/main" id="{D5A86749-B631-E336-96CF-D249F6C820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7" name="グループ化 116">
              <a:extLst>
                <a:ext uri="{FF2B5EF4-FFF2-40B4-BE49-F238E27FC236}">
                  <a16:creationId xmlns:a16="http://schemas.microsoft.com/office/drawing/2014/main" id="{538CDD81-39E2-34B9-E296-C645EC6DED46}"/>
                </a:ext>
              </a:extLst>
            </p:cNvPr>
            <p:cNvGrpSpPr/>
            <p:nvPr/>
          </p:nvGrpSpPr>
          <p:grpSpPr>
            <a:xfrm>
              <a:off x="1716441" y="3592480"/>
              <a:ext cx="1485182" cy="1716321"/>
              <a:chOff x="1276828" y="4105786"/>
              <a:chExt cx="1144222" cy="1716321"/>
            </a:xfrm>
          </p:grpSpPr>
          <p:sp>
            <p:nvSpPr>
              <p:cNvPr id="118" name="四角形: 角を丸くする 117">
                <a:extLst>
                  <a:ext uri="{FF2B5EF4-FFF2-40B4-BE49-F238E27FC236}">
                    <a16:creationId xmlns:a16="http://schemas.microsoft.com/office/drawing/2014/main" id="{44785B09-0B97-02B2-DD22-72CD706AF29F}"/>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9" name="テキスト ボックス 118">
                <a:extLst>
                  <a:ext uri="{FF2B5EF4-FFF2-40B4-BE49-F238E27FC236}">
                    <a16:creationId xmlns:a16="http://schemas.microsoft.com/office/drawing/2014/main" id="{EE6A05E8-ED5F-3172-708C-E2715997CE63}"/>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sp>
        <p:nvSpPr>
          <p:cNvPr id="140" name="正方形/長方形 139">
            <a:extLst>
              <a:ext uri="{FF2B5EF4-FFF2-40B4-BE49-F238E27FC236}">
                <a16:creationId xmlns:a16="http://schemas.microsoft.com/office/drawing/2014/main" id="{8CB0BD1F-042B-7569-1478-3832504BE5C1}"/>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BCB794C-DDB8-FA74-C1A4-D6745CFF3C84}"/>
              </a:ext>
            </a:extLst>
          </p:cNvPr>
          <p:cNvGrpSpPr/>
          <p:nvPr/>
        </p:nvGrpSpPr>
        <p:grpSpPr>
          <a:xfrm>
            <a:off x="1845128" y="1520369"/>
            <a:ext cx="8501744" cy="3909999"/>
            <a:chOff x="1845128" y="1520369"/>
            <a:chExt cx="8501744" cy="3909999"/>
          </a:xfrm>
        </p:grpSpPr>
        <p:grpSp>
          <p:nvGrpSpPr>
            <p:cNvPr id="22" name="グループ化 21">
              <a:extLst>
                <a:ext uri="{FF2B5EF4-FFF2-40B4-BE49-F238E27FC236}">
                  <a16:creationId xmlns:a16="http://schemas.microsoft.com/office/drawing/2014/main" id="{229425A5-260C-74C0-457D-62E5AF090533}"/>
                </a:ext>
              </a:extLst>
            </p:cNvPr>
            <p:cNvGrpSpPr/>
            <p:nvPr/>
          </p:nvGrpSpPr>
          <p:grpSpPr>
            <a:xfrm>
              <a:off x="5206482" y="3633810"/>
              <a:ext cx="3537775" cy="276285"/>
              <a:chOff x="3114125" y="3836637"/>
              <a:chExt cx="5697007" cy="276285"/>
            </a:xfrm>
          </p:grpSpPr>
          <p:sp>
            <p:nvSpPr>
              <p:cNvPr id="17" name="四角形: 角を丸くする 16">
                <a:extLst>
                  <a:ext uri="{FF2B5EF4-FFF2-40B4-BE49-F238E27FC236}">
                    <a16:creationId xmlns:a16="http://schemas.microsoft.com/office/drawing/2014/main" id="{C794A238-70AB-E07F-46E5-8192A4444BBC}"/>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 name="四角形: 角を丸くする 19">
                <a:extLst>
                  <a:ext uri="{FF2B5EF4-FFF2-40B4-BE49-F238E27FC236}">
                    <a16:creationId xmlns:a16="http://schemas.microsoft.com/office/drawing/2014/main" id="{19C72AFC-215C-779D-BD64-F373A2FB87D5}"/>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7" name="四角形: 角を丸くする 36">
              <a:extLst>
                <a:ext uri="{FF2B5EF4-FFF2-40B4-BE49-F238E27FC236}">
                  <a16:creationId xmlns:a16="http://schemas.microsoft.com/office/drawing/2014/main" id="{806E51A4-39F3-261B-248A-160FACAA612F}"/>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56" name="グループ化 55">
              <a:extLst>
                <a:ext uri="{FF2B5EF4-FFF2-40B4-BE49-F238E27FC236}">
                  <a16:creationId xmlns:a16="http://schemas.microsoft.com/office/drawing/2014/main" id="{7DF047A9-254B-7C92-F5F4-E9FD4EAD24C1}"/>
                </a:ext>
              </a:extLst>
            </p:cNvPr>
            <p:cNvGrpSpPr/>
            <p:nvPr/>
          </p:nvGrpSpPr>
          <p:grpSpPr>
            <a:xfrm>
              <a:off x="3032545" y="1594808"/>
              <a:ext cx="1485182" cy="1716321"/>
              <a:chOff x="1276828" y="4105786"/>
              <a:chExt cx="1144222" cy="1716321"/>
            </a:xfrm>
          </p:grpSpPr>
          <p:sp>
            <p:nvSpPr>
              <p:cNvPr id="58" name="四角形: 角を丸くする 57">
                <a:extLst>
                  <a:ext uri="{FF2B5EF4-FFF2-40B4-BE49-F238E27FC236}">
                    <a16:creationId xmlns:a16="http://schemas.microsoft.com/office/drawing/2014/main" id="{8FE59292-848F-51BF-C166-930F9C7979A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9" name="テキスト ボックス 58">
                <a:extLst>
                  <a:ext uri="{FF2B5EF4-FFF2-40B4-BE49-F238E27FC236}">
                    <a16:creationId xmlns:a16="http://schemas.microsoft.com/office/drawing/2014/main" id="{BB326D70-353A-9A35-0F4D-CAA7ADDBA62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75" name="グループ化 74">
              <a:extLst>
                <a:ext uri="{FF2B5EF4-FFF2-40B4-BE49-F238E27FC236}">
                  <a16:creationId xmlns:a16="http://schemas.microsoft.com/office/drawing/2014/main" id="{8ACC6301-0053-8B52-001B-F51BAB382C02}"/>
                </a:ext>
              </a:extLst>
            </p:cNvPr>
            <p:cNvGrpSpPr/>
            <p:nvPr/>
          </p:nvGrpSpPr>
          <p:grpSpPr>
            <a:xfrm>
              <a:off x="4788263" y="1594808"/>
              <a:ext cx="1485182" cy="1716321"/>
              <a:chOff x="1276828" y="4105786"/>
              <a:chExt cx="1144222" cy="1716321"/>
            </a:xfrm>
          </p:grpSpPr>
          <p:sp>
            <p:nvSpPr>
              <p:cNvPr id="76" name="四角形: 角を丸くする 75">
                <a:extLst>
                  <a:ext uri="{FF2B5EF4-FFF2-40B4-BE49-F238E27FC236}">
                    <a16:creationId xmlns:a16="http://schemas.microsoft.com/office/drawing/2014/main" id="{3A02F597-40D7-A8DB-2FD4-C96B4A3A8F5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7" name="テキスト ボックス 76">
                <a:extLst>
                  <a:ext uri="{FF2B5EF4-FFF2-40B4-BE49-F238E27FC236}">
                    <a16:creationId xmlns:a16="http://schemas.microsoft.com/office/drawing/2014/main" id="{6D85E67E-73B8-9A68-3AD0-12967673A0FE}"/>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82" name="グループ化 81">
              <a:extLst>
                <a:ext uri="{FF2B5EF4-FFF2-40B4-BE49-F238E27FC236}">
                  <a16:creationId xmlns:a16="http://schemas.microsoft.com/office/drawing/2014/main" id="{8FDB6251-D44D-BB9B-485B-04EF9CBFEE3E}"/>
                </a:ext>
              </a:extLst>
            </p:cNvPr>
            <p:cNvGrpSpPr/>
            <p:nvPr/>
          </p:nvGrpSpPr>
          <p:grpSpPr>
            <a:xfrm>
              <a:off x="6543980" y="1594808"/>
              <a:ext cx="1485182" cy="1716321"/>
              <a:chOff x="1276828" y="4105786"/>
              <a:chExt cx="1144222" cy="1716321"/>
            </a:xfrm>
          </p:grpSpPr>
          <p:sp>
            <p:nvSpPr>
              <p:cNvPr id="83" name="四角形: 角を丸くする 82">
                <a:extLst>
                  <a:ext uri="{FF2B5EF4-FFF2-40B4-BE49-F238E27FC236}">
                    <a16:creationId xmlns:a16="http://schemas.microsoft.com/office/drawing/2014/main" id="{77328161-B7E2-0B44-2D94-F4E1343FF72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4" name="テキスト ボックス 83">
                <a:extLst>
                  <a:ext uri="{FF2B5EF4-FFF2-40B4-BE49-F238E27FC236}">
                    <a16:creationId xmlns:a16="http://schemas.microsoft.com/office/drawing/2014/main" id="{6333CC33-9734-A41B-E3F7-0DE94589061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170" name="図 169">
              <a:extLst>
                <a:ext uri="{FF2B5EF4-FFF2-40B4-BE49-F238E27FC236}">
                  <a16:creationId xmlns:a16="http://schemas.microsoft.com/office/drawing/2014/main" id="{D03EE45E-D73E-3A1C-9457-4D2F69BA16E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171" name="図 170">
              <a:extLst>
                <a:ext uri="{FF2B5EF4-FFF2-40B4-BE49-F238E27FC236}">
                  <a16:creationId xmlns:a16="http://schemas.microsoft.com/office/drawing/2014/main" id="{DE1CB4AB-4C9A-9C55-B4B6-B38B74C7977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172" name="図 171">
              <a:extLst>
                <a:ext uri="{FF2B5EF4-FFF2-40B4-BE49-F238E27FC236}">
                  <a16:creationId xmlns:a16="http://schemas.microsoft.com/office/drawing/2014/main" id="{E012F265-96B9-B969-F2CA-8016FCF5A8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173" name="図 172">
              <a:extLst>
                <a:ext uri="{FF2B5EF4-FFF2-40B4-BE49-F238E27FC236}">
                  <a16:creationId xmlns:a16="http://schemas.microsoft.com/office/drawing/2014/main" id="{7E827FF5-26E3-1B22-77B2-75D9E70DDE21}"/>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180" name="図 179">
              <a:extLst>
                <a:ext uri="{FF2B5EF4-FFF2-40B4-BE49-F238E27FC236}">
                  <a16:creationId xmlns:a16="http://schemas.microsoft.com/office/drawing/2014/main" id="{8275E28C-BC92-1E42-61A6-5B3E0E2C5771}"/>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18" name="四角形: 角を丸くする 17">
              <a:extLst>
                <a:ext uri="{FF2B5EF4-FFF2-40B4-BE49-F238E27FC236}">
                  <a16:creationId xmlns:a16="http://schemas.microsoft.com/office/drawing/2014/main" id="{F7D7A0E2-1937-24C4-2A63-2C2044C4061A}"/>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 name="テキスト ボックス 18">
              <a:extLst>
                <a:ext uri="{FF2B5EF4-FFF2-40B4-BE49-F238E27FC236}">
                  <a16:creationId xmlns:a16="http://schemas.microsoft.com/office/drawing/2014/main" id="{9794612D-FD1E-8DFF-4D97-9E1D5E2FCECC}"/>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23" name="図 22">
              <a:extLst>
                <a:ext uri="{FF2B5EF4-FFF2-40B4-BE49-F238E27FC236}">
                  <a16:creationId xmlns:a16="http://schemas.microsoft.com/office/drawing/2014/main" id="{76600AC5-ABEA-BF43-2ADA-6F835E5B2416}"/>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24" name="テキスト ボックス 23">
              <a:extLst>
                <a:ext uri="{FF2B5EF4-FFF2-40B4-BE49-F238E27FC236}">
                  <a16:creationId xmlns:a16="http://schemas.microsoft.com/office/drawing/2014/main" id="{82CAA154-1802-F3CD-9D6D-1465D00A13A5}"/>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このバフを削除しますか？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39" name="グループ化 38">
              <a:extLst>
                <a:ext uri="{FF2B5EF4-FFF2-40B4-BE49-F238E27FC236}">
                  <a16:creationId xmlns:a16="http://schemas.microsoft.com/office/drawing/2014/main" id="{D1755E9D-6402-DC1C-D337-615CCA87D5E3}"/>
                </a:ext>
              </a:extLst>
            </p:cNvPr>
            <p:cNvGrpSpPr/>
            <p:nvPr/>
          </p:nvGrpSpPr>
          <p:grpSpPr>
            <a:xfrm>
              <a:off x="3984982" y="4520190"/>
              <a:ext cx="4222035" cy="615046"/>
              <a:chOff x="4007751" y="4520190"/>
              <a:chExt cx="4222035" cy="615046"/>
            </a:xfrm>
          </p:grpSpPr>
          <p:sp>
            <p:nvSpPr>
              <p:cNvPr id="29" name="四角形: 角を丸くする 28">
                <a:extLst>
                  <a:ext uri="{FF2B5EF4-FFF2-40B4-BE49-F238E27FC236}">
                    <a16:creationId xmlns:a16="http://schemas.microsoft.com/office/drawing/2014/main" id="{F36B9BEC-D998-E4E0-B35E-A29818EB3D1F}"/>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35" name="四角形: 角を丸くする 34">
                <a:extLst>
                  <a:ext uri="{FF2B5EF4-FFF2-40B4-BE49-F238E27FC236}">
                    <a16:creationId xmlns:a16="http://schemas.microsoft.com/office/drawing/2014/main" id="{78089B60-7484-7278-ACF5-997FDF8D8FCD}"/>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40" name="四角形: 角を丸くする 39">
              <a:extLst>
                <a:ext uri="{FF2B5EF4-FFF2-40B4-BE49-F238E27FC236}">
                  <a16:creationId xmlns:a16="http://schemas.microsoft.com/office/drawing/2014/main" id="{CC2C5478-3EA7-7256-4A7E-597FB4DCEA3D}"/>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4" name="グループ化 33">
              <a:extLst>
                <a:ext uri="{FF2B5EF4-FFF2-40B4-BE49-F238E27FC236}">
                  <a16:creationId xmlns:a16="http://schemas.microsoft.com/office/drawing/2014/main" id="{0D966B28-95D7-4456-414E-4ADFD7F183AB}"/>
                </a:ext>
              </a:extLst>
            </p:cNvPr>
            <p:cNvGrpSpPr/>
            <p:nvPr/>
          </p:nvGrpSpPr>
          <p:grpSpPr>
            <a:xfrm>
              <a:off x="4226331" y="2622508"/>
              <a:ext cx="3992722" cy="702580"/>
              <a:chOff x="3309337" y="2565189"/>
              <a:chExt cx="3992722" cy="702580"/>
            </a:xfrm>
          </p:grpSpPr>
          <p:pic>
            <p:nvPicPr>
              <p:cNvPr id="32" name="図 31">
                <a:extLst>
                  <a:ext uri="{FF2B5EF4-FFF2-40B4-BE49-F238E27FC236}">
                    <a16:creationId xmlns:a16="http://schemas.microsoft.com/office/drawing/2014/main" id="{F38B67FC-6967-F35C-3A9C-31E8F6E4C51A}"/>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3309337" y="2565189"/>
                <a:ext cx="814582" cy="702580"/>
              </a:xfrm>
              <a:prstGeom prst="rect">
                <a:avLst/>
              </a:prstGeom>
            </p:spPr>
          </p:pic>
          <p:sp>
            <p:nvSpPr>
              <p:cNvPr id="33" name="テキスト ボックス 32">
                <a:extLst>
                  <a:ext uri="{FF2B5EF4-FFF2-40B4-BE49-F238E27FC236}">
                    <a16:creationId xmlns:a16="http://schemas.microsoft.com/office/drawing/2014/main" id="{97169122-5CEC-83D3-CC08-BB1426724D0B}"/>
                  </a:ext>
                </a:extLst>
              </p:cNvPr>
              <p:cNvSpPr txBox="1"/>
              <p:nvPr/>
            </p:nvSpPr>
            <p:spPr>
              <a:xfrm>
                <a:off x="4193332" y="2740972"/>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60" name="グループ化 59">
            <a:extLst>
              <a:ext uri="{FF2B5EF4-FFF2-40B4-BE49-F238E27FC236}">
                <a16:creationId xmlns:a16="http://schemas.microsoft.com/office/drawing/2014/main" id="{64095338-2F43-3318-95BD-F14C0AE9759B}"/>
              </a:ext>
            </a:extLst>
          </p:cNvPr>
          <p:cNvGrpSpPr>
            <a:grpSpLocks noGrp="1" noUngrp="1" noRot="1" noMove="1" noResize="1"/>
          </p:cNvGrpSpPr>
          <p:nvPr/>
        </p:nvGrpSpPr>
        <p:grpSpPr>
          <a:xfrm>
            <a:off x="1847365" y="1502955"/>
            <a:ext cx="8501744" cy="3909999"/>
            <a:chOff x="1845128" y="1520369"/>
            <a:chExt cx="8501744" cy="3909999"/>
          </a:xfrm>
        </p:grpSpPr>
        <p:grpSp>
          <p:nvGrpSpPr>
            <p:cNvPr id="61" name="グループ化 60">
              <a:extLst>
                <a:ext uri="{FF2B5EF4-FFF2-40B4-BE49-F238E27FC236}">
                  <a16:creationId xmlns:a16="http://schemas.microsoft.com/office/drawing/2014/main" id="{D91E2AD1-AA4C-B3B0-01B5-71F22EC9218B}"/>
                </a:ext>
              </a:extLst>
            </p:cNvPr>
            <p:cNvGrpSpPr>
              <a:grpSpLocks noGrp="1" noUngrp="1" noRot="1" noMove="1" noResize="1"/>
            </p:cNvGrpSpPr>
            <p:nvPr/>
          </p:nvGrpSpPr>
          <p:grpSpPr>
            <a:xfrm>
              <a:off x="5206482" y="3633810"/>
              <a:ext cx="3537775" cy="276285"/>
              <a:chOff x="3114125" y="3836637"/>
              <a:chExt cx="5697007" cy="276285"/>
            </a:xfrm>
          </p:grpSpPr>
          <p:sp>
            <p:nvSpPr>
              <p:cNvPr id="100" name="四角形: 角を丸くする 99">
                <a:extLst>
                  <a:ext uri="{FF2B5EF4-FFF2-40B4-BE49-F238E27FC236}">
                    <a16:creationId xmlns:a16="http://schemas.microsoft.com/office/drawing/2014/main" id="{CF4D68C7-BCD2-BB99-498D-845309A4EA18}"/>
                  </a:ext>
                </a:extLst>
              </p:cNvPr>
              <p:cNvSpPr>
                <a:spLocks noGrp="1" noRot="1" noMove="1" noResize="1" noEditPoints="1" noAdjustHandles="1" noChangeArrowheads="1" noChangeShapeType="1"/>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1" name="四角形: 角を丸くする 100">
                <a:extLst>
                  <a:ext uri="{FF2B5EF4-FFF2-40B4-BE49-F238E27FC236}">
                    <a16:creationId xmlns:a16="http://schemas.microsoft.com/office/drawing/2014/main" id="{D2597685-1985-5D10-CE1E-B7A7669EB571}"/>
                  </a:ext>
                </a:extLst>
              </p:cNvPr>
              <p:cNvSpPr>
                <a:spLocks noGrp="1" noRot="1" noMove="1" noResize="1" noEditPoints="1" noAdjustHandles="1" noChangeArrowheads="1" noChangeShapeType="1"/>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62" name="四角形: 角を丸くする 61">
              <a:extLst>
                <a:ext uri="{FF2B5EF4-FFF2-40B4-BE49-F238E27FC236}">
                  <a16:creationId xmlns:a16="http://schemas.microsoft.com/office/drawing/2014/main" id="{24923BEF-27A0-4B15-3B70-C4B5D1B44DB8}"/>
                </a:ext>
              </a:extLst>
            </p:cNvPr>
            <p:cNvSpPr>
              <a:spLocks noGrp="1" noRot="1" noMove="1" noResize="1" noEditPoints="1" noAdjustHandles="1" noChangeArrowheads="1" noChangeShapeType="1"/>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63" name="グループ化 62">
              <a:extLst>
                <a:ext uri="{FF2B5EF4-FFF2-40B4-BE49-F238E27FC236}">
                  <a16:creationId xmlns:a16="http://schemas.microsoft.com/office/drawing/2014/main" id="{5766C63A-8690-66B8-C60C-CE28C171DF39}"/>
                </a:ext>
              </a:extLst>
            </p:cNvPr>
            <p:cNvGrpSpPr>
              <a:grpSpLocks noGrp="1" noUngrp="1" noRot="1" noMove="1" noResize="1"/>
            </p:cNvGrpSpPr>
            <p:nvPr/>
          </p:nvGrpSpPr>
          <p:grpSpPr>
            <a:xfrm>
              <a:off x="3032545" y="1594808"/>
              <a:ext cx="1485182" cy="1716321"/>
              <a:chOff x="1276828" y="4105786"/>
              <a:chExt cx="1144222" cy="1716321"/>
            </a:xfrm>
          </p:grpSpPr>
          <p:sp>
            <p:nvSpPr>
              <p:cNvPr id="97" name="四角形: 角を丸くする 96">
                <a:extLst>
                  <a:ext uri="{FF2B5EF4-FFF2-40B4-BE49-F238E27FC236}">
                    <a16:creationId xmlns:a16="http://schemas.microsoft.com/office/drawing/2014/main" id="{EE8766A4-0529-891F-9C4F-F9095DDADA7C}"/>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9" name="テキスト ボックス 98">
                <a:extLst>
                  <a:ext uri="{FF2B5EF4-FFF2-40B4-BE49-F238E27FC236}">
                    <a16:creationId xmlns:a16="http://schemas.microsoft.com/office/drawing/2014/main" id="{E097EA7F-73AC-9504-1361-2217EABFA286}"/>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64" name="グループ化 63">
              <a:extLst>
                <a:ext uri="{FF2B5EF4-FFF2-40B4-BE49-F238E27FC236}">
                  <a16:creationId xmlns:a16="http://schemas.microsoft.com/office/drawing/2014/main" id="{4FB132DF-F9E1-3D79-1CB7-4B70CF859AE6}"/>
                </a:ext>
              </a:extLst>
            </p:cNvPr>
            <p:cNvGrpSpPr>
              <a:grpSpLocks noGrp="1" noUngrp="1" noRot="1" noMove="1" noResize="1"/>
            </p:cNvGrpSpPr>
            <p:nvPr/>
          </p:nvGrpSpPr>
          <p:grpSpPr>
            <a:xfrm>
              <a:off x="4788263" y="1594808"/>
              <a:ext cx="1485182" cy="1716321"/>
              <a:chOff x="1276828" y="4105786"/>
              <a:chExt cx="1144222" cy="1716321"/>
            </a:xfrm>
          </p:grpSpPr>
          <p:sp>
            <p:nvSpPr>
              <p:cNvPr id="92" name="四角形: 角を丸くする 91">
                <a:extLst>
                  <a:ext uri="{FF2B5EF4-FFF2-40B4-BE49-F238E27FC236}">
                    <a16:creationId xmlns:a16="http://schemas.microsoft.com/office/drawing/2014/main" id="{5E23F35D-494C-CF35-902D-D8E622CD3FA7}"/>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4" name="テキスト ボックス 93">
                <a:extLst>
                  <a:ext uri="{FF2B5EF4-FFF2-40B4-BE49-F238E27FC236}">
                    <a16:creationId xmlns:a16="http://schemas.microsoft.com/office/drawing/2014/main" id="{E69038AC-9E25-005A-1C8F-C7EF54F615FF}"/>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65" name="グループ化 64">
              <a:extLst>
                <a:ext uri="{FF2B5EF4-FFF2-40B4-BE49-F238E27FC236}">
                  <a16:creationId xmlns:a16="http://schemas.microsoft.com/office/drawing/2014/main" id="{7FE1B403-5D73-FC14-A8B8-9AB4F3147B88}"/>
                </a:ext>
              </a:extLst>
            </p:cNvPr>
            <p:cNvGrpSpPr>
              <a:grpSpLocks noGrp="1" noUngrp="1" noRot="1" noMove="1" noResize="1"/>
            </p:cNvGrpSpPr>
            <p:nvPr/>
          </p:nvGrpSpPr>
          <p:grpSpPr>
            <a:xfrm>
              <a:off x="6543980" y="1594808"/>
              <a:ext cx="1485182" cy="1716321"/>
              <a:chOff x="1276828" y="4105786"/>
              <a:chExt cx="1144222" cy="1716321"/>
            </a:xfrm>
          </p:grpSpPr>
          <p:sp>
            <p:nvSpPr>
              <p:cNvPr id="90" name="四角形: 角を丸くする 89">
                <a:extLst>
                  <a:ext uri="{FF2B5EF4-FFF2-40B4-BE49-F238E27FC236}">
                    <a16:creationId xmlns:a16="http://schemas.microsoft.com/office/drawing/2014/main" id="{C9B117E3-8F82-CCEF-C6D6-B870703C35FC}"/>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1" name="テキスト ボックス 90">
                <a:extLst>
                  <a:ext uri="{FF2B5EF4-FFF2-40B4-BE49-F238E27FC236}">
                    <a16:creationId xmlns:a16="http://schemas.microsoft.com/office/drawing/2014/main" id="{C7495154-3FEB-86A2-8DBC-874315B5F3AA}"/>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66" name="図 65">
              <a:extLst>
                <a:ext uri="{FF2B5EF4-FFF2-40B4-BE49-F238E27FC236}">
                  <a16:creationId xmlns:a16="http://schemas.microsoft.com/office/drawing/2014/main" id="{795B10CA-47BF-2919-9EE0-EB0384F411B1}"/>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67" name="図 66">
              <a:extLst>
                <a:ext uri="{FF2B5EF4-FFF2-40B4-BE49-F238E27FC236}">
                  <a16:creationId xmlns:a16="http://schemas.microsoft.com/office/drawing/2014/main" id="{00C10663-BB70-EB8C-27E9-8DD26CB3933D}"/>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68" name="図 67">
              <a:extLst>
                <a:ext uri="{FF2B5EF4-FFF2-40B4-BE49-F238E27FC236}">
                  <a16:creationId xmlns:a16="http://schemas.microsoft.com/office/drawing/2014/main" id="{53A6D7BA-4336-AAAB-AFA1-D2CB41146E8F}"/>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69" name="図 68">
              <a:extLst>
                <a:ext uri="{FF2B5EF4-FFF2-40B4-BE49-F238E27FC236}">
                  <a16:creationId xmlns:a16="http://schemas.microsoft.com/office/drawing/2014/main" id="{A58D1A0A-CD3E-2ABC-93AC-DCF21D85AE7C}"/>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70" name="図 69">
              <a:extLst>
                <a:ext uri="{FF2B5EF4-FFF2-40B4-BE49-F238E27FC236}">
                  <a16:creationId xmlns:a16="http://schemas.microsoft.com/office/drawing/2014/main" id="{B950D8B4-C394-2C7D-C990-FCE1AF2ED48C}"/>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71" name="四角形: 角を丸くする 70">
              <a:extLst>
                <a:ext uri="{FF2B5EF4-FFF2-40B4-BE49-F238E27FC236}">
                  <a16:creationId xmlns:a16="http://schemas.microsoft.com/office/drawing/2014/main" id="{544CFA75-10F8-7579-A9F7-CE872D1AFFC1}"/>
                </a:ext>
              </a:extLst>
            </p:cNvPr>
            <p:cNvSpPr>
              <a:spLocks noGrp="1" noRot="1" noMove="1" noResize="1" noEditPoints="1" noAdjustHandles="1" noChangeArrowheads="1" noChangeShapeType="1"/>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2" name="テキスト ボックス 71">
              <a:extLst>
                <a:ext uri="{FF2B5EF4-FFF2-40B4-BE49-F238E27FC236}">
                  <a16:creationId xmlns:a16="http://schemas.microsoft.com/office/drawing/2014/main" id="{5147E411-628F-E9F4-6827-E1AFAED7B06D}"/>
                </a:ext>
              </a:extLst>
            </p:cNvPr>
            <p:cNvSpPr txBox="1">
              <a:spLocks noGrp="1" noRot="1" noMove="1" noResize="1" noEditPoints="1" noAdjustHandles="1" noChangeArrowheads="1" noChangeShapeType="1"/>
            </p:cNvSpPr>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73" name="図 72">
              <a:extLst>
                <a:ext uri="{FF2B5EF4-FFF2-40B4-BE49-F238E27FC236}">
                  <a16:creationId xmlns:a16="http://schemas.microsoft.com/office/drawing/2014/main" id="{B95E997D-C684-A5B6-F97A-B059D536C834}"/>
                </a:ext>
              </a:extLst>
            </p:cNvPr>
            <p:cNvPicPr>
              <a:picLocks noGrp="1" noRot="1" noChangeAspect="1" noMove="1" noResize="1" noEditPoints="1" noAdjustHandles="1" noChangeArrowheads="1" noChangeShapeType="1" noCrop="1"/>
            </p:cNvPicPr>
            <p:nvPr/>
          </p:nvPicPr>
          <p:blipFill>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74" name="テキスト ボックス 73">
              <a:extLst>
                <a:ext uri="{FF2B5EF4-FFF2-40B4-BE49-F238E27FC236}">
                  <a16:creationId xmlns:a16="http://schemas.microsoft.com/office/drawing/2014/main" id="{75D1FECA-EE5F-717F-27DF-CD94C30E7832}"/>
                </a:ext>
              </a:extLst>
            </p:cNvPr>
            <p:cNvSpPr txBox="1">
              <a:spLocks noGrp="1" noRot="1" noMove="1" noResize="1" noEditPoints="1" noAdjustHandles="1" noChangeArrowheads="1" noChangeShapeType="1"/>
            </p:cNvSpPr>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このバフを削除しますか？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B5FA1362-CBEB-D8A9-6E25-DB1D69E26C77}"/>
                </a:ext>
              </a:extLst>
            </p:cNvPr>
            <p:cNvGrpSpPr>
              <a:grpSpLocks noGrp="1" noUngrp="1" noRot="1" noMove="1" noResize="1"/>
            </p:cNvGrpSpPr>
            <p:nvPr/>
          </p:nvGrpSpPr>
          <p:grpSpPr>
            <a:xfrm>
              <a:off x="3984982" y="4520190"/>
              <a:ext cx="4222035" cy="615046"/>
              <a:chOff x="4007751" y="4520190"/>
              <a:chExt cx="4222035" cy="615046"/>
            </a:xfrm>
          </p:grpSpPr>
          <p:sp>
            <p:nvSpPr>
              <p:cNvPr id="86" name="四角形: 角を丸くする 85">
                <a:extLst>
                  <a:ext uri="{FF2B5EF4-FFF2-40B4-BE49-F238E27FC236}">
                    <a16:creationId xmlns:a16="http://schemas.microsoft.com/office/drawing/2014/main" id="{BFDA06C4-2A25-8CD0-C3C6-515CA0D8BB1E}"/>
                  </a:ext>
                </a:extLst>
              </p:cNvPr>
              <p:cNvSpPr>
                <a:spLocks noGrp="1" noRot="1" noMove="1" noResize="1" noEditPoints="1" noAdjustHandles="1" noChangeArrowheads="1" noChangeShapeType="1"/>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87" name="四角形: 角を丸くする 86">
                <a:extLst>
                  <a:ext uri="{FF2B5EF4-FFF2-40B4-BE49-F238E27FC236}">
                    <a16:creationId xmlns:a16="http://schemas.microsoft.com/office/drawing/2014/main" id="{F776A56B-B20E-0E78-B815-EBA5C5EFA07F}"/>
                  </a:ext>
                </a:extLst>
              </p:cNvPr>
              <p:cNvSpPr>
                <a:spLocks noGrp="1" noRot="1" noMove="1" noResize="1" noEditPoints="1" noAdjustHandles="1" noChangeArrowheads="1" noChangeShapeType="1"/>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79" name="四角形: 角を丸くする 78">
              <a:extLst>
                <a:ext uri="{FF2B5EF4-FFF2-40B4-BE49-F238E27FC236}">
                  <a16:creationId xmlns:a16="http://schemas.microsoft.com/office/drawing/2014/main" id="{769A68E4-79E2-6BD8-C00C-AED09A9D3506}"/>
                </a:ext>
              </a:extLst>
            </p:cNvPr>
            <p:cNvSpPr>
              <a:spLocks noGrp="1" noRot="1" noMove="1" noResize="1" noEditPoints="1" noAdjustHandles="1" noChangeArrowheads="1" noChangeShapeType="1"/>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0" name="グループ化 79">
              <a:extLst>
                <a:ext uri="{FF2B5EF4-FFF2-40B4-BE49-F238E27FC236}">
                  <a16:creationId xmlns:a16="http://schemas.microsoft.com/office/drawing/2014/main" id="{6CBAABD6-4CA5-F4C9-6D1C-55F6FBE00818}"/>
                </a:ext>
              </a:extLst>
            </p:cNvPr>
            <p:cNvGrpSpPr>
              <a:grpSpLocks noGrp="1" noUngrp="1" noRot="1" noMove="1" noResize="1"/>
            </p:cNvGrpSpPr>
            <p:nvPr/>
          </p:nvGrpSpPr>
          <p:grpSpPr>
            <a:xfrm>
              <a:off x="4226331" y="2622508"/>
              <a:ext cx="3992722" cy="702580"/>
              <a:chOff x="3309337" y="2565189"/>
              <a:chExt cx="3992722" cy="702580"/>
            </a:xfrm>
          </p:grpSpPr>
          <p:pic>
            <p:nvPicPr>
              <p:cNvPr id="81" name="図 80">
                <a:extLst>
                  <a:ext uri="{FF2B5EF4-FFF2-40B4-BE49-F238E27FC236}">
                    <a16:creationId xmlns:a16="http://schemas.microsoft.com/office/drawing/2014/main" id="{AED8B7A9-7A45-3668-9C2A-05A3D6848818}"/>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5956" r="70153"/>
              <a:stretch>
                <a:fillRect/>
              </a:stretch>
            </p:blipFill>
            <p:spPr>
              <a:xfrm>
                <a:off x="3309337" y="2565189"/>
                <a:ext cx="814582" cy="702580"/>
              </a:xfrm>
              <a:prstGeom prst="rect">
                <a:avLst/>
              </a:prstGeom>
            </p:spPr>
          </p:pic>
          <p:sp>
            <p:nvSpPr>
              <p:cNvPr id="85" name="テキスト ボックス 84">
                <a:extLst>
                  <a:ext uri="{FF2B5EF4-FFF2-40B4-BE49-F238E27FC236}">
                    <a16:creationId xmlns:a16="http://schemas.microsoft.com/office/drawing/2014/main" id="{D7FA696D-19EE-F912-5F9C-0E127029BDC8}"/>
                  </a:ext>
                </a:extLst>
              </p:cNvPr>
              <p:cNvSpPr txBox="1">
                <a:spLocks noGrp="1" noRot="1" noMove="1" noResize="1" noEditPoints="1" noAdjustHandles="1" noChangeArrowheads="1" noChangeShapeType="1"/>
              </p:cNvSpPr>
              <p:nvPr/>
            </p:nvSpPr>
            <p:spPr>
              <a:xfrm>
                <a:off x="4193332" y="2740972"/>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grpSp>
    </p:spTree>
    <p:extLst>
      <p:ext uri="{BB962C8B-B14F-4D97-AF65-F5344CB8AC3E}">
        <p14:creationId xmlns:p14="http://schemas.microsoft.com/office/powerpoint/2010/main" val="302984602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2EAC7DF7-4950-FE46-1AEE-F0C5A50A1B5D}"/>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E3EA2B5-8A57-74B2-F36B-105E67F7F70B}"/>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9C2ADB33-6063-4D2C-B28D-1D0B62CD4D21}"/>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7EEBCB83-49C2-303C-D6B1-F7128800A287}"/>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ED514C98-9980-585F-3BC8-83E17793F43F}"/>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5DA5AA78-1181-7220-DDB9-37BB9B16574C}"/>
              </a:ext>
            </a:extLst>
          </p:cNvPr>
          <p:cNvGrpSpPr/>
          <p:nvPr/>
        </p:nvGrpSpPr>
        <p:grpSpPr>
          <a:xfrm>
            <a:off x="1017147" y="939266"/>
            <a:ext cx="3294264" cy="3969509"/>
            <a:chOff x="1017147" y="939266"/>
            <a:chExt cx="3294264" cy="3969509"/>
          </a:xfrm>
        </p:grpSpPr>
        <p:sp>
          <p:nvSpPr>
            <p:cNvPr id="206" name="四角形: 角を丸くする 205">
              <a:extLst>
                <a:ext uri="{FF2B5EF4-FFF2-40B4-BE49-F238E27FC236}">
                  <a16:creationId xmlns:a16="http://schemas.microsoft.com/office/drawing/2014/main" id="{B2C84E76-2DCB-5E37-DBA0-B1E9E0313763}"/>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3E60BAF0-B044-78F2-4322-88089CD7FA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14866" y="1054803"/>
              <a:ext cx="2098825" cy="3148238"/>
            </a:xfrm>
            <a:prstGeom prst="rect">
              <a:avLst/>
            </a:prstGeom>
          </p:spPr>
        </p:pic>
        <p:sp>
          <p:nvSpPr>
            <p:cNvPr id="38" name="テキスト ボックス 37">
              <a:extLst>
                <a:ext uri="{FF2B5EF4-FFF2-40B4-BE49-F238E27FC236}">
                  <a16:creationId xmlns:a16="http://schemas.microsoft.com/office/drawing/2014/main" id="{B583A41E-0B61-C675-5781-97CA7ACE69A8}"/>
                </a:ext>
              </a:extLst>
            </p:cNvPr>
            <p:cNvSpPr txBox="1"/>
            <p:nvPr/>
          </p:nvSpPr>
          <p:spPr>
            <a:xfrm>
              <a:off x="1834563" y="4318578"/>
              <a:ext cx="1659430" cy="523220"/>
            </a:xfrm>
            <a:prstGeom prst="rect">
              <a:avLst/>
            </a:prstGeom>
            <a:noFill/>
          </p:spPr>
          <p:txBody>
            <a:bodyPr wrap="none" rtlCol="0">
              <a:spAutoFit/>
            </a:bodyPr>
            <a:lstStyle/>
            <a:p>
              <a:pPr algn="ctr"/>
              <a:r>
                <a:rPr lang="ja-JP" altLang="en-US" sz="28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8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012B8007-C503-16DA-6A2C-4471B2E61A7C}"/>
              </a:ext>
            </a:extLst>
          </p:cNvPr>
          <p:cNvGrpSpPr/>
          <p:nvPr/>
        </p:nvGrpSpPr>
        <p:grpSpPr>
          <a:xfrm>
            <a:off x="5227712" y="2887838"/>
            <a:ext cx="1747806" cy="739567"/>
            <a:chOff x="5227712" y="3336557"/>
            <a:chExt cx="1747806" cy="739567"/>
          </a:xfrm>
        </p:grpSpPr>
        <p:sp>
          <p:nvSpPr>
            <p:cNvPr id="201" name="テキスト ボックス 200">
              <a:extLst>
                <a:ext uri="{FF2B5EF4-FFF2-40B4-BE49-F238E27FC236}">
                  <a16:creationId xmlns:a16="http://schemas.microsoft.com/office/drawing/2014/main" id="{013FBC32-BB04-311D-D597-6777C2036F73}"/>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E6C44355-1FE4-DFFD-A62D-AED0C8A4D39F}"/>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0A279D8B-2B51-815F-C479-C2D88D2EFC83}"/>
              </a:ext>
            </a:extLst>
          </p:cNvPr>
          <p:cNvGrpSpPr/>
          <p:nvPr/>
        </p:nvGrpSpPr>
        <p:grpSpPr>
          <a:xfrm>
            <a:off x="946067" y="4977996"/>
            <a:ext cx="3466594" cy="1009959"/>
            <a:chOff x="1225987" y="4977996"/>
            <a:chExt cx="3466594" cy="1009959"/>
          </a:xfrm>
        </p:grpSpPr>
        <p:pic>
          <p:nvPicPr>
            <p:cNvPr id="42" name="図 41">
              <a:extLst>
                <a:ext uri="{FF2B5EF4-FFF2-40B4-BE49-F238E27FC236}">
                  <a16:creationId xmlns:a16="http://schemas.microsoft.com/office/drawing/2014/main" id="{897EC049-AA5F-EB66-0246-463100027AD7}"/>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0DE40219-BBAC-58DD-4789-EDA5386CBD11}"/>
                </a:ext>
              </a:extLst>
            </p:cNvPr>
            <p:cNvSpPr txBox="1"/>
            <p:nvPr/>
          </p:nvSpPr>
          <p:spPr>
            <a:xfrm>
              <a:off x="2135471" y="5074156"/>
              <a:ext cx="2555508" cy="461665"/>
            </a:xfrm>
            <a:prstGeom prst="rect">
              <a:avLst/>
            </a:prstGeom>
            <a:noFill/>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ロール効果：</a:t>
              </a:r>
              <a:r>
                <a:rPr lang="ja-JP" altLang="en-US" sz="2400" b="1" dirty="0">
                  <a:solidFill>
                    <a:schemeClr val="tx1">
                      <a:lumMod val="85000"/>
                      <a:lumOff val="15000"/>
                    </a:schemeClr>
                  </a:solidFill>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741CB800-8AFD-2BA5-5B24-DF72CFBF3A89}"/>
                </a:ext>
              </a:extLst>
            </p:cNvPr>
            <p:cNvSpPr txBox="1"/>
            <p:nvPr/>
          </p:nvSpPr>
          <p:spPr>
            <a:xfrm>
              <a:off x="2135471" y="5516536"/>
              <a:ext cx="2557110" cy="369332"/>
            </a:xfrm>
            <a:prstGeom prst="rect">
              <a:avLst/>
            </a:prstGeom>
            <a:noFill/>
          </p:spPr>
          <p:txBody>
            <a:bodyPr wrap="none" rtlCol="0">
              <a:spAutoFit/>
            </a:bodyPr>
            <a:lstStyle/>
            <a:p>
              <a:r>
                <a:rPr lang="ja-JP" altLang="en-US" dirty="0">
                  <a:solidFill>
                    <a:schemeClr val="tx1">
                      <a:lumMod val="95000"/>
                      <a:lumOff val="5000"/>
                    </a:schemeClr>
                  </a:solidFill>
                  <a:latin typeface="HGS明朝E" panose="02020900000000000000" pitchFamily="18" charset="-128"/>
                  <a:ea typeface="HGS明朝E" panose="02020900000000000000" pitchFamily="18" charset="-128"/>
                </a:rPr>
                <a:t>ノックバックされない</a:t>
              </a:r>
              <a:endParaRPr lang="en-US" altLang="ja-JP" dirty="0">
                <a:solidFill>
                  <a:schemeClr val="accent5"/>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7A077884-BC57-04E0-7681-504DFFD46794}"/>
              </a:ext>
            </a:extLst>
          </p:cNvPr>
          <p:cNvGrpSpPr/>
          <p:nvPr/>
        </p:nvGrpSpPr>
        <p:grpSpPr>
          <a:xfrm>
            <a:off x="4977105" y="939266"/>
            <a:ext cx="3961622" cy="2876954"/>
            <a:chOff x="4977105" y="939266"/>
            <a:chExt cx="3961622" cy="2876954"/>
          </a:xfrm>
        </p:grpSpPr>
        <p:sp>
          <p:nvSpPr>
            <p:cNvPr id="208" name="四角形: 角を丸くする 207">
              <a:extLst>
                <a:ext uri="{FF2B5EF4-FFF2-40B4-BE49-F238E27FC236}">
                  <a16:creationId xmlns:a16="http://schemas.microsoft.com/office/drawing/2014/main" id="{29A03C9D-C539-22A8-F4F5-4DD358D2BD55}"/>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BCC98BBE-0CE8-EA20-D487-1C7D6F40D839}"/>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91EDD204-D8B9-3C39-5E72-DE87928EF09D}"/>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7BE46D5-E1FA-1244-6063-8D487FFE2AD2}"/>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9D3FBFE5-4B3C-221C-1225-7A45DB3F964C}"/>
              </a:ext>
            </a:extLst>
          </p:cNvPr>
          <p:cNvGrpSpPr/>
          <p:nvPr/>
        </p:nvGrpSpPr>
        <p:grpSpPr>
          <a:xfrm>
            <a:off x="5227712" y="2185856"/>
            <a:ext cx="1747806" cy="738164"/>
            <a:chOff x="5227712" y="2418059"/>
            <a:chExt cx="1747806" cy="738164"/>
          </a:xfrm>
        </p:grpSpPr>
        <p:sp>
          <p:nvSpPr>
            <p:cNvPr id="204" name="テキスト ボックス 203">
              <a:extLst>
                <a:ext uri="{FF2B5EF4-FFF2-40B4-BE49-F238E27FC236}">
                  <a16:creationId xmlns:a16="http://schemas.microsoft.com/office/drawing/2014/main" id="{3D629B54-4FB9-0EAF-04BE-3115ACB3F9F8}"/>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CAD0FF72-5D4C-E6EF-B308-0EBB88808548}"/>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ED1C7F00-0189-8BA7-EB1A-0D94E8E0FFDB}"/>
              </a:ext>
            </a:extLst>
          </p:cNvPr>
          <p:cNvGrpSpPr/>
          <p:nvPr/>
        </p:nvGrpSpPr>
        <p:grpSpPr>
          <a:xfrm>
            <a:off x="5227712" y="1484774"/>
            <a:ext cx="1747806" cy="741471"/>
            <a:chOff x="5227712" y="1484774"/>
            <a:chExt cx="1747806" cy="741471"/>
          </a:xfrm>
        </p:grpSpPr>
        <p:sp>
          <p:nvSpPr>
            <p:cNvPr id="50" name="テキスト ボックス 49">
              <a:extLst>
                <a:ext uri="{FF2B5EF4-FFF2-40B4-BE49-F238E27FC236}">
                  <a16:creationId xmlns:a16="http://schemas.microsoft.com/office/drawing/2014/main" id="{9B938CF6-1E5F-D566-1A09-C3FB2EF6EB5B}"/>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344EF6AD-22A5-711E-2762-225ED6F8A88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9743757E-EC32-C8D7-DBCF-2946AB6C9E9C}"/>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041D5E72-71D7-5230-2746-84FF81AA268A}"/>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ED785F39-3EB9-1D22-CF41-AFBCE07F58D3}"/>
              </a:ext>
            </a:extLst>
          </p:cNvPr>
          <p:cNvSpPr txBox="1"/>
          <p:nvPr/>
        </p:nvSpPr>
        <p:spPr>
          <a:xfrm>
            <a:off x="7714355"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必殺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8114BE7E-3572-5B71-C4BB-C1780CE79772}"/>
              </a:ext>
            </a:extLst>
          </p:cNvPr>
          <p:cNvSpPr txBox="1"/>
          <p:nvPr/>
        </p:nvSpPr>
        <p:spPr>
          <a:xfrm>
            <a:off x="5328387" y="5139728"/>
            <a:ext cx="2852063" cy="584775"/>
          </a:xfrm>
          <a:prstGeom prst="rect">
            <a:avLst/>
          </a:prstGeom>
          <a:noFill/>
        </p:spPr>
        <p:txBody>
          <a:bodyPr wrap="non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ノックバックが高い近接攻撃</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攻撃速度が遅い</a:t>
            </a: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BC5F2A47-9A2D-1359-2F75-C7962C397B1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78ADFC70-5A3D-2913-C08B-9A931EDCAAEB}"/>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60B99440-37E6-DF59-10B7-A7C8214C9150}"/>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05964F9E-4163-8251-42F0-C2A09098847F}"/>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10C5BE3B-31BE-17BB-83CF-F613E11148F6}"/>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05C0B256-CA69-658E-E81A-29FDABC838AA}"/>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D8470DFA-596A-B7E9-04FB-040DD3E74BE8}"/>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75714EB0-F8B8-FAEE-6609-355880C12FA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C2FF142E-D325-AE46-84F6-22E33991C686}"/>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1C942830-EEAE-D3D5-6E03-33571FFFE72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9" name="グループ化 248">
            <a:extLst>
              <a:ext uri="{FF2B5EF4-FFF2-40B4-BE49-F238E27FC236}">
                <a16:creationId xmlns:a16="http://schemas.microsoft.com/office/drawing/2014/main" id="{A544F445-3133-92B6-2F15-81F42AC7E8B2}"/>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50" name="四角形: 角を丸くする 249">
              <a:extLst>
                <a:ext uri="{FF2B5EF4-FFF2-40B4-BE49-F238E27FC236}">
                  <a16:creationId xmlns:a16="http://schemas.microsoft.com/office/drawing/2014/main" id="{39097528-27CA-4303-E065-FD350F3B0CFA}"/>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51" name="テキスト ボックス 250">
              <a:extLst>
                <a:ext uri="{FF2B5EF4-FFF2-40B4-BE49-F238E27FC236}">
                  <a16:creationId xmlns:a16="http://schemas.microsoft.com/office/drawing/2014/main" id="{798ED84F-A11B-D027-6273-0CFDF41D2B05}"/>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702062736"/>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2AB7AA78-92FA-C3ED-55D3-94B9488FAE82}"/>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1A19808A-F668-717E-86A8-271E65E614C6}"/>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1CC593BC-4F02-701E-8626-ADEDAFE7605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BA70E16-90FC-11F2-3739-C5916D6D2483}"/>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219EC722-C615-617F-35C4-F12C461F006C}"/>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D6B4E2FB-9FA6-4579-9733-7E07CB005E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FF2AE0E-AFD0-1843-D44F-C1C642A5172D}"/>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B1670117-263C-91DC-32ED-733FC697E010}"/>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D3160CF-9177-FAF1-53CB-9A3DD0FAA839}"/>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8C51D7EA-E5A9-8138-FBD4-5F1357D5CAD4}"/>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0B6B6E79-85C2-099A-B66F-181669983C9F}"/>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68CEB68C-9812-8B17-BE6A-611FD8F9DE62}"/>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5ED019EB-707A-8AE4-3CF9-97EAB82E2D9D}"/>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DC4BFF90-6D7B-5299-3CE7-440391A82B6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7E92CA6A-9D60-07C2-4FB7-31F7257EE88E}"/>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A2EA41A6-9B1D-72DB-8425-EA37F6BFBC7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7C56A927-EB35-167F-0D21-E3EF7B303014}"/>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90CEF77C-A6D9-3A59-8B10-19DC8237CF6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A5559387-E342-A28B-36EA-40F3B81D6CC1}"/>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75CC20E8-B88E-25F1-67E8-698E9BB48E39}"/>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339EAA0C-321E-8776-64DB-10C3D47955AB}"/>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A474C6E7-9324-411C-5C1C-A004E86A6B9B}"/>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62D2CF95-2DE0-B6BA-7E70-4B0AA30A83D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5BE92337-D1C7-4388-F24D-AA04E5C3E236}"/>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99282DC8-A8E2-3912-538B-3B985D820159}"/>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9CDB3AC0-13DF-4002-7E56-E19FCF517BD3}"/>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8DD851B6-FDCB-C31D-EE6E-887E62056176}"/>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45D36875-E1F8-1218-D06B-3C045C217E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15" name="グループ化 114">
            <a:extLst>
              <a:ext uri="{FF2B5EF4-FFF2-40B4-BE49-F238E27FC236}">
                <a16:creationId xmlns:a16="http://schemas.microsoft.com/office/drawing/2014/main" id="{C638B31F-3E10-5E17-59C9-BEBB6F78FAF9}"/>
              </a:ext>
            </a:extLst>
          </p:cNvPr>
          <p:cNvGrpSpPr/>
          <p:nvPr/>
        </p:nvGrpSpPr>
        <p:grpSpPr>
          <a:xfrm>
            <a:off x="4440185" y="3844066"/>
            <a:ext cx="2158071" cy="1716321"/>
            <a:chOff x="1810754" y="4082007"/>
            <a:chExt cx="2158071" cy="1716321"/>
          </a:xfrm>
        </p:grpSpPr>
        <p:grpSp>
          <p:nvGrpSpPr>
            <p:cNvPr id="66" name="グループ化 65">
              <a:extLst>
                <a:ext uri="{FF2B5EF4-FFF2-40B4-BE49-F238E27FC236}">
                  <a16:creationId xmlns:a16="http://schemas.microsoft.com/office/drawing/2014/main" id="{A0A5D354-A72D-67B3-37FA-BB648319804F}"/>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9ECD9C69-41DC-1A31-4618-F1331D872C15}"/>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4BC74CBE-42A3-04A7-004A-2707C60039E7}"/>
                  </a:ext>
                </a:extLst>
              </p:cNvPr>
              <p:cNvSpPr txBox="1"/>
              <p:nvPr/>
            </p:nvSpPr>
            <p:spPr>
              <a:xfrm>
                <a:off x="1300644" y="4196034"/>
                <a:ext cx="1105122"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71" name="図 70">
              <a:extLst>
                <a:ext uri="{FF2B5EF4-FFF2-40B4-BE49-F238E27FC236}">
                  <a16:creationId xmlns:a16="http://schemas.microsoft.com/office/drawing/2014/main" id="{D8D4FDA8-C690-F893-D412-74144BC2795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14CFE350-30ED-23B3-457A-348DE9BA687C}"/>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10B8E39C-567A-2B46-7275-D2934763B616}"/>
              </a:ext>
            </a:extLst>
          </p:cNvPr>
          <p:cNvGrpSpPr/>
          <p:nvPr/>
        </p:nvGrpSpPr>
        <p:grpSpPr>
          <a:xfrm>
            <a:off x="6593356" y="3623843"/>
            <a:ext cx="1719934" cy="2076704"/>
            <a:chOff x="4234514" y="3768280"/>
            <a:chExt cx="1719934" cy="2076704"/>
          </a:xfrm>
        </p:grpSpPr>
        <p:sp>
          <p:nvSpPr>
            <p:cNvPr id="80" name="四角形: 角を丸くする 79">
              <a:extLst>
                <a:ext uri="{FF2B5EF4-FFF2-40B4-BE49-F238E27FC236}">
                  <a16:creationId xmlns:a16="http://schemas.microsoft.com/office/drawing/2014/main" id="{D94BD8B3-BBD2-D75B-1DC7-14616B9BF2C2}"/>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23475CD0-706E-1698-A62F-791A03C3BF42}"/>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3ECB2FBA-8FD4-034C-B536-BE51D7E20DAF}"/>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3AE9744A-A2B2-56B2-9BD5-DDC40C0BB0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32E459D0-9877-F094-7148-E7D7351C84F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230B321B-B4E9-1B6B-D1F3-C07C326738B5}"/>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AB443457-EB66-8B6E-811F-7B3D10D63FB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sp>
        <p:nvSpPr>
          <p:cNvPr id="116" name="テキスト ボックス 115">
            <a:extLst>
              <a:ext uri="{FF2B5EF4-FFF2-40B4-BE49-F238E27FC236}">
                <a16:creationId xmlns:a16="http://schemas.microsoft.com/office/drawing/2014/main" id="{AFA08FFF-FAEA-C06B-30EB-FC810CE8B899}"/>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762D7976-6FE9-0D47-C4A5-0AD20FF56A94}"/>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3F06C976-A53E-355D-B44D-7DA42D945BDB}"/>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6C7E8153-A2B9-69E5-D13A-1CDFF2310F0B}"/>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B9A39634-4369-357A-DECE-C5E209FAB2F4}"/>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04A596CD-4C8C-A7A8-9A6E-B1FE2E75BAF7}"/>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CBEA57FB-6A1B-D507-3385-4B231837FAA8}"/>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CA1C28D4-1F07-22E1-81C4-01AB0D1B0A6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83CF86E9-7B37-9FFA-9F20-5609DCB8494B}"/>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15FBA03F-72BB-60BD-823B-5A98C038B764}"/>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DE7AE3F5-C57D-8B16-E83F-860C4A72039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9DEA7ED6-3DD3-5507-C036-CDFA6AE4F1F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FA0CD98-B032-9DB4-8BD7-08CEEAACF769}"/>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4E3DC706-6F84-EC04-C889-DA4292ACAACE}"/>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73AC9148-6C4C-E82A-5799-A410EC8AA96B}"/>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A0534C4D-091F-A337-E7E4-7FD261BE29F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06CBB7F6-761D-F892-59D7-DD3A09DD5E75}"/>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AF238E27-356A-1061-A2F6-517F50B1B1CA}"/>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4D6F594A-9D21-5BD1-7988-71E3632175B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FFBC9C5D-665B-8D6A-8C93-23DE3BF9C32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04E20C8B-0D65-0717-9C50-C0E406B2234D}"/>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B945DA31-7F1F-0A6F-7615-90C8CD940ED0}"/>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389BEBE6-842F-D4CE-9100-E130E8C7FF61}"/>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7" name="グループ化 136">
            <a:extLst>
              <a:ext uri="{FF2B5EF4-FFF2-40B4-BE49-F238E27FC236}">
                <a16:creationId xmlns:a16="http://schemas.microsoft.com/office/drawing/2014/main" id="{DD6115A7-2E02-203B-73C4-BD34EEDEB6FF}"/>
              </a:ext>
            </a:extLst>
          </p:cNvPr>
          <p:cNvGrpSpPr/>
          <p:nvPr/>
        </p:nvGrpSpPr>
        <p:grpSpPr>
          <a:xfrm>
            <a:off x="2767454" y="2482905"/>
            <a:ext cx="1012202" cy="999872"/>
            <a:chOff x="2767454" y="2482905"/>
            <a:chExt cx="1012202" cy="999872"/>
          </a:xfrm>
        </p:grpSpPr>
        <p:pic>
          <p:nvPicPr>
            <p:cNvPr id="134" name="図 133">
              <a:extLst>
                <a:ext uri="{FF2B5EF4-FFF2-40B4-BE49-F238E27FC236}">
                  <a16:creationId xmlns:a16="http://schemas.microsoft.com/office/drawing/2014/main" id="{71BA86CF-B3BD-8369-D076-CA217622285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136" name="図 135">
              <a:extLst>
                <a:ext uri="{FF2B5EF4-FFF2-40B4-BE49-F238E27FC236}">
                  <a16:creationId xmlns:a16="http://schemas.microsoft.com/office/drawing/2014/main" id="{738B245B-418C-3213-5BC0-D09B4F20EBB9}"/>
                </a:ext>
              </a:extLst>
            </p:cNvPr>
            <p:cNvPicPr>
              <a:picLocks noChangeAspect="1"/>
            </p:cNvPicPr>
            <p:nvPr/>
          </p:nvPicPr>
          <p:blipFill>
            <a:blip r:embed="rId11">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460984406"/>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46AD3FC-B1D9-168C-B657-9625BA4B051D}"/>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D4100E08-AAA8-DD2C-A2A6-4757478B223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12F81990-FEFF-3F44-4DF8-5835EF79BD80}"/>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30E410B2-6858-CB7D-9F9B-274D94214900}"/>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02029417-3D3E-58C6-3DA4-4A8BC8FA030A}"/>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AC8FEAF9-1F2D-0B35-25B4-3D6A86D255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23DCC013-3A68-4518-0BC9-B3107F50AAA2}"/>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AE70C21-3D68-9E08-08AD-866B85934440}"/>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65CD43C-7EF6-F54D-30D3-F448321D825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C90F91CB-AD1A-764C-E818-9D1AFAB07EB2}"/>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7CBE64BC-8CE4-A8D9-6637-BBB6185B635F}"/>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A1AEC34F-404A-BD50-2D38-6E892551E0B0}"/>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A426C175-FC46-B3C8-4824-EE63C2B01E8F}"/>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A00963AE-9815-B48B-D2AE-465F66290AF2}"/>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5FFF4566-7261-2A98-6F59-6437F7FA7BD4}"/>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C9415AF4-AF25-C32D-F444-6F0F3EE3206E}"/>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63DAF55B-FAF8-C26D-B781-2A6E50317EA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BA39B05C-8518-DEF2-1E8A-B907B0EBA5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43DC13B3-7D9F-BAD4-F775-DA3294F2D01A}"/>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152C54B5-F580-CA88-EBF8-1FF2A06F6635}"/>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0D47A070-9E09-67BB-31D6-5D3D9DD2568F}"/>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F47AFF69-E4EF-589A-A495-3CD837ADA912}"/>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03E636E6-2A7D-268A-99BA-F1C2C9DF787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295C801A-FF4A-909B-B0F1-43FCE74ACD03}"/>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CC13079F-0D55-18BA-8A9F-818F33D1C315}"/>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B7743ADA-DC2A-6835-985F-6AD1550286B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AB221B87-D3C6-BB00-4BD6-3D21E74D83E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DA421C55-10DB-B4ED-6ABD-84D0A7ACC3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C638C8C8-4455-F385-9BE4-4E55B5E4B514}"/>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A13C08ED-4190-99A3-DE91-AC3AA4DDC737}"/>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F0D1209E-434F-C68B-9B72-6FCC5CF365B5}"/>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23255F10-969A-D503-CE32-9A3918CECBE3}"/>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7DBD8324-525D-0196-D892-3F3CB4A8C111}"/>
                    </a:ext>
                  </a:extLst>
                </p:cNvPr>
                <p:cNvSpPr txBox="1"/>
                <p:nvPr/>
              </p:nvSpPr>
              <p:spPr>
                <a:xfrm>
                  <a:off x="1296876" y="4173211"/>
                  <a:ext cx="1105122"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71" name="図 70">
                <a:extLst>
                  <a:ext uri="{FF2B5EF4-FFF2-40B4-BE49-F238E27FC236}">
                    <a16:creationId xmlns:a16="http://schemas.microsoft.com/office/drawing/2014/main" id="{CCF2C2E1-F261-83CE-7BF0-A499BA9A519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1EC0DEAA-A922-44B3-D72C-DB2282B1CDEA}"/>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641B3CF7-0A6C-5FF8-22CC-94D458D70FD0}"/>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21225C7F-1B66-7BBD-361B-5AB06FD143C0}"/>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2E72D2D4-6B4D-8A9A-3DF4-289074A8E3EA}"/>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1364145A-BD3C-6C5A-24B4-4B46B51A2387}"/>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41312767-B464-BFA9-72A9-82CC1CC6F570}"/>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433DF40C-3AD3-F033-3F1F-49467BDCA08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7DC58194-98C5-7E83-AE00-7FDE28A79949}"/>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1E5FD6F0-DBB4-BE0D-054E-626CC1133C7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7E78594F-5AC7-1884-8BD1-D1B7BD1F17A9}"/>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97AB2470-BE01-43D9-1F8F-C925F3FDEF1C}"/>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4B7E685B-834C-6665-36B1-9F7F1F0CB836}"/>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1A914BDC-33F6-FCEB-BDFE-B72AA3D5D360}"/>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B9143B8D-38BF-C61F-C0C0-4A55D10E8B9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02181C82-8DB6-D810-A874-99795AAFFDA2}"/>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B893B372-4BC0-6F73-3D4D-AF947DD8698B}"/>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87BC2FBF-43F8-1648-878F-E6DF49E9207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35AAA9A5-8B69-82F0-B251-031DFCCF4A61}"/>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E6B8757A-38CE-AD3B-6417-C7AD69F61BBD}"/>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5F8F8A25-61A9-F353-054E-DBCD0615D10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D3CD0A91-F5C1-7277-86A5-0DEA1BD501F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757BCEE-C730-9978-CFF9-8E712BE85507}"/>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F80DCBB0-030D-60E0-FA36-2476B43632DD}"/>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C4F81A9E-5B3B-38F1-0547-1549C6033CEE}"/>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8B6DD969-C646-4ED2-A941-D9E26783EF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C992B7F9-1861-768C-49B2-FC1B1B954CFD}"/>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5ED95E5A-FFB4-B971-7803-E02E08B7BE1D}"/>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9C0D7911-606B-0DC3-A8D8-AC5DC76891D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6E7F5057-614A-534E-6F39-93944249454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D98D540F-E5BE-306E-A76A-6E08398C7E61}"/>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1975C1E0-A52B-0F81-9167-A07CB13A4C4A}"/>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585B1A95-39C3-E259-5FBB-A6A510A953B3}"/>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3789BE27-1447-3CCE-0D6B-64241E1B0722}"/>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0EBE76C8-8110-5D09-0830-4B08C993A428}"/>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3BF4F17C-A01E-43C5-84FA-233988E7D9D2}"/>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18DC4CC7-5E6B-77EA-1A4D-DE9BBF4013A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D2075709-636F-BB39-3122-60F76FABCFD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36BDBBD7-B26A-5C25-2F33-DC2718F8F6E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spTree>
    <p:extLst>
      <p:ext uri="{BB962C8B-B14F-4D97-AF65-F5344CB8AC3E}">
        <p14:creationId xmlns:p14="http://schemas.microsoft.com/office/powerpoint/2010/main" val="3721822525"/>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7B2D5DE3-B856-EEA6-D6CC-68C93539B55B}"/>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6CDC78C-665B-AE05-077A-8D9D4C441250}"/>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628BEE9D-AA95-BEE9-D9AA-00D29A0BB2A4}"/>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9DCA9D4E-40E0-9D50-010E-8ADAE444057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7B07674-3097-B49C-ECAF-7E92D558F824}"/>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4FC98B66-5734-6E91-DEA6-AD7DA949B19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47628B40-BC10-8250-957B-B253D677410C}"/>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91BE9DD3-9E8F-3AB3-7854-51BA677B09C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B76E7EBE-E7A7-D467-F6E5-38E35D5B6D8E}"/>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4E03A48D-6147-8686-325E-43F691B36CD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8E53EF7E-AF72-1470-6B93-2F308AEE9C5A}"/>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3FCD1EC2-507E-E891-EDEA-4BDC19CC8041}"/>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B5EB40BE-C3F3-7385-1BC6-A9648476786E}"/>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1DFAFC9F-075E-75DB-3E83-2300477D323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979C4A5-C97B-D715-758B-0059A09F3FD5}"/>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F1852002-E383-A156-5B4C-4274BF5D9F8C}"/>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94E3A5C9-B495-D9E8-A354-7749795A8130}"/>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DC2A9EE1-9E31-327D-4BB4-8348C71E7E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30C79CD7-AFE2-6E47-9AA7-7CD8A6753D6B}"/>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EEFA3596-BD86-D2A5-D94A-5B53C651B5C7}"/>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7355B4E6-546D-514A-1711-AF1B2FF66BF2}"/>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974B62C0-75E6-285B-6189-72048F085974}"/>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82EE93E3-5030-2F99-94E7-4AC76EEE65C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C8CBEDF7-9547-F625-B228-997E229E2F3F}"/>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7332F9FF-1210-417C-2F64-D4B72B6AC1EB}"/>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DDAE0F61-B38F-2955-630A-8A42ED7AD8B7}"/>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F9B5FB92-8167-CF3C-D39F-598E3F4DE35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7B53D7E9-7251-1012-BF70-5B9C7960D3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A135AFD8-6E93-6ED1-2D0F-6597CDC564AD}"/>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EFFA027C-530E-B1E0-D2DC-34E08A80B8C2}"/>
                </a:ext>
              </a:extLst>
            </p:cNvPr>
            <p:cNvGrpSpPr/>
            <p:nvPr/>
          </p:nvGrpSpPr>
          <p:grpSpPr>
            <a:xfrm>
              <a:off x="1530841" y="3988503"/>
              <a:ext cx="2158071" cy="1716321"/>
              <a:chOff x="1810754" y="4082007"/>
              <a:chExt cx="2158071" cy="1716321"/>
            </a:xfrm>
          </p:grpSpPr>
          <p:sp>
            <p:nvSpPr>
              <p:cNvPr id="68" name="四角形: 角を丸くする 67">
                <a:extLst>
                  <a:ext uri="{FF2B5EF4-FFF2-40B4-BE49-F238E27FC236}">
                    <a16:creationId xmlns:a16="http://schemas.microsoft.com/office/drawing/2014/main" id="{30CD2265-60E0-113E-CB62-4C39A1723A17}"/>
                  </a:ext>
                </a:extLst>
              </p:cNvPr>
              <p:cNvSpPr/>
              <p:nvPr/>
            </p:nvSpPr>
            <p:spPr>
              <a:xfrm>
                <a:off x="1810754" y="4082007"/>
                <a:ext cx="148518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C1448669-A4A3-145E-D41E-D3BB65E491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26CC56D3-3358-F029-7E1B-7340A011769E}"/>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13F4C0EE-DD15-0349-E6F3-9B4C03662F3C}"/>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043CAE7B-4BFE-DA3B-702B-392199D0FC9C}"/>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D85E0C83-4FF5-AB82-329F-F1836BCE2BD4}"/>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E3541662-6755-59D8-83DF-2BD152EB8F31}"/>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ECA50E49-0E01-E15B-0783-F4997CF5FE9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D582A68C-C3B7-A055-41B6-163AB9452D6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36EA5D4C-BD0F-01AA-EB83-C6A1D13C7501}"/>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B9D2767B-1469-7AC6-DBF0-34788CE1793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FF7071C8-1962-44F2-1820-F76FE54ED87C}"/>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F8C798D3-7AE0-649A-40D4-62746B581DE5}"/>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877A1334-B9B0-9C45-D6B2-A921268479FD}"/>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8322AAA3-816B-93C9-E515-74EFA8D42068}"/>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0A0CBEE4-8480-C325-1D81-452CE551AB26}"/>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C20BD996-9277-DFA7-CCD5-4ABC9A0D52B4}"/>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9B97B3C3-B298-8E52-3A92-59EA778ADB7B}"/>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393A7953-BD73-E1B7-8968-BBB45A4E111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DD4546E7-5053-BA37-363D-8D389DA23AAF}"/>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5FDD0DA2-2D4A-1EA4-DF90-5E6FDE35908A}"/>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CC78355B-6C00-FECC-1650-29DD19D2B540}"/>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F2345321-E5A2-8E98-2151-1A840E7FA65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CB87F2D-6958-1F49-3F9E-0E09BC585778}"/>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DD3897F6-26D6-B29A-9545-D4C20B49CAFF}"/>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3B6BFC40-6C09-D15B-D8E2-A7D8A81976C9}"/>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D044A0EF-3131-326A-4B3B-450439D1C3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1020ED19-F231-55CA-133D-57F72BABDEEA}"/>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3C1AABAE-6EC9-6D4C-2410-5F5365E44399}"/>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1D3FD7FA-44B5-3FB1-FB0E-26242D30F7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C464F050-B717-B0FB-084A-C78D42484FF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11323C55-A7FB-CD10-3ADD-D60AB5048868}"/>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FDE9A86A-9D46-9C67-9409-873B1B8A93D1}"/>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85E3D564-FFEA-3613-5B9C-BDBA82E71428}"/>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17E037C8-1167-76A5-93C9-E3C2C195767A}"/>
              </a:ext>
            </a:extLst>
          </p:cNvPr>
          <p:cNvGrpSpPr/>
          <p:nvPr/>
        </p:nvGrpSpPr>
        <p:grpSpPr>
          <a:xfrm>
            <a:off x="9569319" y="438828"/>
            <a:ext cx="1868935" cy="2005371"/>
            <a:chOff x="4714909" y="2517109"/>
            <a:chExt cx="1868935" cy="2005371"/>
          </a:xfrm>
        </p:grpSpPr>
        <p:grpSp>
          <p:nvGrpSpPr>
            <p:cNvPr id="3" name="グループ化 2">
              <a:extLst>
                <a:ext uri="{FF2B5EF4-FFF2-40B4-BE49-F238E27FC236}">
                  <a16:creationId xmlns:a16="http://schemas.microsoft.com/office/drawing/2014/main" id="{C2C489D0-173D-272E-DE38-72B443258118}"/>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74BF610F-8606-C78A-619D-99FD717EC237}"/>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C39BA178-1269-1B07-8129-32FDD0B03F87}"/>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79423B0F-ED96-C9EF-ECED-2BFF7E3C3BEC}"/>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36661F44-737A-427D-41B9-5DE60F8E5B2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1C7A6B1E-6C2F-7716-D65B-00EBADC7BDE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grpSp>
      <p:sp>
        <p:nvSpPr>
          <p:cNvPr id="22" name="テキスト ボックス 21">
            <a:extLst>
              <a:ext uri="{FF2B5EF4-FFF2-40B4-BE49-F238E27FC236}">
                <a16:creationId xmlns:a16="http://schemas.microsoft.com/office/drawing/2014/main" id="{23FC6C26-190F-A4E7-9675-F50630C95C61}"/>
              </a:ext>
            </a:extLst>
          </p:cNvPr>
          <p:cNvSpPr txBox="1"/>
          <p:nvPr/>
        </p:nvSpPr>
        <p:spPr>
          <a:xfrm>
            <a:off x="4466207" y="3911491"/>
            <a:ext cx="1434431"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spTree>
    <p:extLst>
      <p:ext uri="{BB962C8B-B14F-4D97-AF65-F5344CB8AC3E}">
        <p14:creationId xmlns:p14="http://schemas.microsoft.com/office/powerpoint/2010/main" val="265037589"/>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8F762D5D-1C19-80AB-8C0A-4E66B1FF3DDA}"/>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09939EC0-1FBD-24FB-4BB5-B09DCD7FB18D}"/>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24A48B90-600E-5401-DB87-9A3C190DFD7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0F42A74-5CB9-C26A-E849-B201E1D1BF8A}"/>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D63EF3B-F450-FE84-676F-058D2D336A39}"/>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9D94EF65-CC73-E97A-9000-7A22BD6E0AE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2CCBAADD-FEC8-FD56-D8ED-DEE174BA1CA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7E8DA81C-E500-F7B2-EC9B-1DA81FB0BEA7}"/>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32CF8EEB-A388-83C7-BEF5-FC8CF87AE8AA}"/>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0D16FAAA-E738-7B8B-0DBE-7D77B540DB28}"/>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AD14D48-7C5C-63C8-21C4-27EF34E7B58C}"/>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BFDA908C-BF12-7D2A-47D5-04C3B4D8119A}"/>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6F11E00D-3877-00A4-B500-C57AA91CFE22}"/>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5671606E-4B70-6B5F-941E-A88E998E4A17}"/>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11B84E5-DDDC-1731-5967-1AAE210A50B8}"/>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0723DD77-ED1B-BFDB-E331-B01EB0F4D82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A830ABF7-F413-90C7-59FD-8764D4217C0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F026E0A8-CCB9-A0FC-886B-38A04F4E15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0B04825B-0365-2213-184D-8C4374C863AF}"/>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28CA85D6-A4A6-1EA8-0311-BCA3019E54D0}"/>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80CB3402-08A1-D848-6F86-D90D554B0AD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F4D551A0-0A98-28C0-08F5-A1529FAB095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046B46B2-2693-D3B3-6CF9-F87DEB4C17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5EF8758E-E1CB-9A33-12E9-1BB63303D91F}"/>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AB726E61-E224-0FEF-414F-A2627F8E6DD3}"/>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7338001E-3EB7-8AE9-549D-9B87C96B2C54}"/>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9A62FFE5-C704-322A-36C2-E4EE1DF2E5D6}"/>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C8B6FE4A-D6A1-49A1-37FA-A3BC612AD4B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80CCDFD5-C9E5-692A-E82A-A7F030EC33BC}"/>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CCE1F9B6-113E-4A36-DF74-CA2ADA649A0F}"/>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F3F399F7-EE0F-7223-E0AF-A3D017F42BB4}"/>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9E18499A-30D3-4006-20FE-279FB905C151}"/>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A3399661-B653-988F-E8B2-92F8241ADBF9}"/>
                    </a:ext>
                  </a:extLst>
                </p:cNvPr>
                <p:cNvSpPr txBox="1"/>
                <p:nvPr/>
              </p:nvSpPr>
              <p:spPr>
                <a:xfrm>
                  <a:off x="1315928" y="4163141"/>
                  <a:ext cx="1066022" cy="369332"/>
                </a:xfrm>
                <a:prstGeom prst="rect">
                  <a:avLst/>
                </a:prstGeom>
                <a:noFill/>
              </p:spPr>
              <p:txBody>
                <a:bodyPr wrap="square">
                  <a:spAutoFit/>
                </a:bodyPr>
                <a:lstStyle/>
                <a:p>
                  <a:pPr algn="ctr"/>
                  <a:r>
                    <a:rPr lang="en-US" altLang="ja-JP" dirty="0">
                      <a:solidFill>
                        <a:schemeClr val="accent3">
                          <a:lumMod val="75000"/>
                        </a:schemeClr>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dirty="0">
                      <a:solidFill>
                        <a:schemeClr val="bg1">
                          <a:lumMod val="95000"/>
                        </a:schemeClr>
                      </a:solidFill>
                      <a:latin typeface="HGS明朝E" panose="02020900000000000000" pitchFamily="18" charset="-128"/>
                      <a:ea typeface="HGS明朝E" panose="02020900000000000000" pitchFamily="18" charset="-128"/>
                    </a:rPr>
                    <a:t>10</a:t>
                  </a:r>
                  <a:r>
                    <a:rPr lang="ja-JP" altLang="en-US" dirty="0">
                      <a:solidFill>
                        <a:schemeClr val="bg1">
                          <a:lumMod val="95000"/>
                        </a:schemeClr>
                      </a:solidFill>
                      <a:latin typeface="HGS明朝E" panose="02020900000000000000" pitchFamily="18" charset="-128"/>
                      <a:ea typeface="HGS明朝E" panose="02020900000000000000" pitchFamily="18" charset="-128"/>
                    </a:rPr>
                    <a:t>％</a:t>
                  </a:r>
                </a:p>
              </p:txBody>
            </p:sp>
          </p:grpSp>
          <p:pic>
            <p:nvPicPr>
              <p:cNvPr id="71" name="図 70">
                <a:extLst>
                  <a:ext uri="{FF2B5EF4-FFF2-40B4-BE49-F238E27FC236}">
                    <a16:creationId xmlns:a16="http://schemas.microsoft.com/office/drawing/2014/main" id="{2B8E86B1-367F-5820-8C7C-725BDD8DB2B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76364D40-F7D3-4FE3-AB34-ADAAFCA1CB21}"/>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354D79C7-34F1-0117-BAB6-21E3CBE0FFA4}"/>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3F90ECEF-D2AA-CED9-BAB7-C36D69C9025A}"/>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B1E46004-B1E3-6129-32BF-185EEABC7167}"/>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A9741E08-86E6-F010-6926-1382A151976C}"/>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21C4A60E-95EC-E6BC-ECDB-9EC943B0DEE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16AB8549-A551-930A-99E6-B4159245DE4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ED89B30B-21A1-3232-1646-A4E737BDD1D4}"/>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80FC009C-543F-CFBA-E7E3-687AB238B98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51E07D5E-42C9-92D9-A2F0-F5BECD866B3C}"/>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A9DEDD66-66C6-A375-532F-9A50BBE1D01D}"/>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0D9E5D19-1B88-1DEE-E517-B2AF31B5AF76}"/>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B4814605-E75B-CE43-752D-23DAF76BF5A1}"/>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A177E4E9-1831-B3AD-E2CD-CC6167D6F882}"/>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FF8FAB68-BC30-4985-E645-B2DB598330F6}"/>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B0B26F69-8AA4-4A28-9CD5-5ED5C4F95A66}"/>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1BD96B95-24D3-AE0A-83F4-281B2A2447A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E81F73A9-FEAA-A115-EC07-EDF7F620E60A}"/>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990B8897-671F-27DD-7C5C-B37A1E0E95D3}"/>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67749D04-1D70-06A7-3DF3-B60A9FE7D189}"/>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4CC7250D-4AEF-4475-2761-F7A162A9C14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163F3B4F-E927-90CE-D165-6C534F38DA5A}"/>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87B904C9-3CCD-AF8E-4274-16002949EFB5}"/>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2AEBD2E9-57AC-05CF-C575-10376712A98C}"/>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4DEBC6C4-92BE-131C-B5E1-CD671BF423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E815785A-237D-4AF3-FB5B-D414FB9600D9}"/>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5D77639A-5041-E92D-1755-96BDA8067C5F}"/>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2E398DC1-650B-7C1C-B2D5-F1196E922A5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47FFF6AC-356A-7CF1-D79B-3308A1CB123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68F7C57F-D48A-9C31-39E9-25AE5E9C645C}"/>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F450163E-7B7A-9390-FD10-FC9FC940E639}"/>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996A6812-3D32-3EAF-4950-7439836B35D6}"/>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8CF1C703-CA3E-9816-2270-4B7C3E2CCD71}"/>
              </a:ext>
            </a:extLst>
          </p:cNvPr>
          <p:cNvGrpSpPr/>
          <p:nvPr/>
        </p:nvGrpSpPr>
        <p:grpSpPr>
          <a:xfrm>
            <a:off x="9569319" y="438828"/>
            <a:ext cx="1868935" cy="2005371"/>
            <a:chOff x="4714909" y="2517109"/>
            <a:chExt cx="1868935" cy="2005371"/>
          </a:xfrm>
        </p:grpSpPr>
        <p:grpSp>
          <p:nvGrpSpPr>
            <p:cNvPr id="3" name="グループ化 2">
              <a:extLst>
                <a:ext uri="{FF2B5EF4-FFF2-40B4-BE49-F238E27FC236}">
                  <a16:creationId xmlns:a16="http://schemas.microsoft.com/office/drawing/2014/main" id="{DA2964B7-F38C-EE87-D256-7389C08D6A85}"/>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4D5AAA9B-2B90-C811-EB03-D064D31D7389}"/>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1995771F-7D34-02BC-FD60-9B4DACD2E51C}"/>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B8C18022-7B47-A28C-8E0A-C768C5CC4DBF}"/>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11367D1D-AFBB-94CE-4824-B8A726460E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9237517E-26FE-0A21-B0E6-6CC291E14E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grpSp>
      <p:sp>
        <p:nvSpPr>
          <p:cNvPr id="22" name="正方形/長方形 21">
            <a:extLst>
              <a:ext uri="{FF2B5EF4-FFF2-40B4-BE49-F238E27FC236}">
                <a16:creationId xmlns:a16="http://schemas.microsoft.com/office/drawing/2014/main" id="{BCDB63CB-55A8-0887-B95C-F5E3D4899D9D}"/>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 name="グループ化 22">
            <a:extLst>
              <a:ext uri="{FF2B5EF4-FFF2-40B4-BE49-F238E27FC236}">
                <a16:creationId xmlns:a16="http://schemas.microsoft.com/office/drawing/2014/main" id="{3ACF097D-8BB2-092A-1F26-4EF9F7E18DD7}"/>
              </a:ext>
            </a:extLst>
          </p:cNvPr>
          <p:cNvGrpSpPr/>
          <p:nvPr/>
        </p:nvGrpSpPr>
        <p:grpSpPr>
          <a:xfrm>
            <a:off x="1847365" y="1502955"/>
            <a:ext cx="8501744" cy="3909999"/>
            <a:chOff x="1845128" y="1520369"/>
            <a:chExt cx="8501744" cy="3909999"/>
          </a:xfrm>
        </p:grpSpPr>
        <p:grpSp>
          <p:nvGrpSpPr>
            <p:cNvPr id="24" name="グループ化 23">
              <a:extLst>
                <a:ext uri="{FF2B5EF4-FFF2-40B4-BE49-F238E27FC236}">
                  <a16:creationId xmlns:a16="http://schemas.microsoft.com/office/drawing/2014/main" id="{74C3F231-5A10-9A10-5890-2BA54FB53486}"/>
                </a:ext>
              </a:extLst>
            </p:cNvPr>
            <p:cNvGrpSpPr/>
            <p:nvPr/>
          </p:nvGrpSpPr>
          <p:grpSpPr>
            <a:xfrm>
              <a:off x="5206482" y="3633810"/>
              <a:ext cx="3537775" cy="276285"/>
              <a:chOff x="3114125" y="3836637"/>
              <a:chExt cx="5697007" cy="276285"/>
            </a:xfrm>
          </p:grpSpPr>
          <p:sp>
            <p:nvSpPr>
              <p:cNvPr id="55" name="四角形: 角を丸くする 54">
                <a:extLst>
                  <a:ext uri="{FF2B5EF4-FFF2-40B4-BE49-F238E27FC236}">
                    <a16:creationId xmlns:a16="http://schemas.microsoft.com/office/drawing/2014/main" id="{1116EF6B-0272-B498-2DCA-2E1FE3D21774}"/>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6" name="四角形: 角を丸くする 55">
                <a:extLst>
                  <a:ext uri="{FF2B5EF4-FFF2-40B4-BE49-F238E27FC236}">
                    <a16:creationId xmlns:a16="http://schemas.microsoft.com/office/drawing/2014/main" id="{1B8C71C4-6720-506A-5825-30E3FEEEC3FA}"/>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5" name="四角形: 角を丸くする 24">
              <a:extLst>
                <a:ext uri="{FF2B5EF4-FFF2-40B4-BE49-F238E27FC236}">
                  <a16:creationId xmlns:a16="http://schemas.microsoft.com/office/drawing/2014/main" id="{B7B3DB3D-D94C-6A00-963F-18BD146CCA2C}"/>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26" name="グループ化 25">
              <a:extLst>
                <a:ext uri="{FF2B5EF4-FFF2-40B4-BE49-F238E27FC236}">
                  <a16:creationId xmlns:a16="http://schemas.microsoft.com/office/drawing/2014/main" id="{5967994B-D930-5536-6AC4-ABE3F4DB60C6}"/>
                </a:ext>
              </a:extLst>
            </p:cNvPr>
            <p:cNvGrpSpPr/>
            <p:nvPr/>
          </p:nvGrpSpPr>
          <p:grpSpPr>
            <a:xfrm>
              <a:off x="3032545" y="1594808"/>
              <a:ext cx="1485182" cy="1716321"/>
              <a:chOff x="1276828" y="4105786"/>
              <a:chExt cx="1144222" cy="1716321"/>
            </a:xfrm>
          </p:grpSpPr>
          <p:sp>
            <p:nvSpPr>
              <p:cNvPr id="50" name="四角形: 角を丸くする 49">
                <a:extLst>
                  <a:ext uri="{FF2B5EF4-FFF2-40B4-BE49-F238E27FC236}">
                    <a16:creationId xmlns:a16="http://schemas.microsoft.com/office/drawing/2014/main" id="{5AA2CA96-9872-88EB-6D3D-7C3D71E9793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1" name="テキスト ボックス 50">
                <a:extLst>
                  <a:ext uri="{FF2B5EF4-FFF2-40B4-BE49-F238E27FC236}">
                    <a16:creationId xmlns:a16="http://schemas.microsoft.com/office/drawing/2014/main" id="{05D3168E-3E4F-AEDD-B123-CCEDFDF615E0}"/>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27" name="グループ化 26">
              <a:extLst>
                <a:ext uri="{FF2B5EF4-FFF2-40B4-BE49-F238E27FC236}">
                  <a16:creationId xmlns:a16="http://schemas.microsoft.com/office/drawing/2014/main" id="{4A1E47FC-7F0E-BF33-BAEC-78722CFBFF24}"/>
                </a:ext>
              </a:extLst>
            </p:cNvPr>
            <p:cNvGrpSpPr/>
            <p:nvPr/>
          </p:nvGrpSpPr>
          <p:grpSpPr>
            <a:xfrm>
              <a:off x="4788263" y="1594808"/>
              <a:ext cx="1485182" cy="1716321"/>
              <a:chOff x="1276828" y="4105786"/>
              <a:chExt cx="1144222" cy="1716321"/>
            </a:xfrm>
          </p:grpSpPr>
          <p:sp>
            <p:nvSpPr>
              <p:cNvPr id="48" name="四角形: 角を丸くする 47">
                <a:extLst>
                  <a:ext uri="{FF2B5EF4-FFF2-40B4-BE49-F238E27FC236}">
                    <a16:creationId xmlns:a16="http://schemas.microsoft.com/office/drawing/2014/main" id="{14695D88-F25A-7E3E-BFDA-7A668570104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9" name="テキスト ボックス 48">
                <a:extLst>
                  <a:ext uri="{FF2B5EF4-FFF2-40B4-BE49-F238E27FC236}">
                    <a16:creationId xmlns:a16="http://schemas.microsoft.com/office/drawing/2014/main" id="{F58D26AB-7944-B619-AF58-3E8D8DA8C76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8" name="グループ化 27">
              <a:extLst>
                <a:ext uri="{FF2B5EF4-FFF2-40B4-BE49-F238E27FC236}">
                  <a16:creationId xmlns:a16="http://schemas.microsoft.com/office/drawing/2014/main" id="{042C8C28-D170-B5EA-D225-D35323322CD7}"/>
                </a:ext>
              </a:extLst>
            </p:cNvPr>
            <p:cNvGrpSpPr/>
            <p:nvPr/>
          </p:nvGrpSpPr>
          <p:grpSpPr>
            <a:xfrm>
              <a:off x="6543980" y="1594808"/>
              <a:ext cx="1485182" cy="1716321"/>
              <a:chOff x="1276828" y="4105786"/>
              <a:chExt cx="1144222" cy="1716321"/>
            </a:xfrm>
          </p:grpSpPr>
          <p:sp>
            <p:nvSpPr>
              <p:cNvPr id="46" name="四角形: 角を丸くする 45">
                <a:extLst>
                  <a:ext uri="{FF2B5EF4-FFF2-40B4-BE49-F238E27FC236}">
                    <a16:creationId xmlns:a16="http://schemas.microsoft.com/office/drawing/2014/main" id="{9951EFBE-0163-D8BE-204B-CE7684DFDA4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6668508D-3D90-30DC-35DE-8F2D4E8ADE21}"/>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9" name="図 28">
              <a:extLst>
                <a:ext uri="{FF2B5EF4-FFF2-40B4-BE49-F238E27FC236}">
                  <a16:creationId xmlns:a16="http://schemas.microsoft.com/office/drawing/2014/main" id="{0809C763-2373-39EC-851C-C62E78C86E60}"/>
                </a:ext>
              </a:extLst>
            </p:cNvPr>
            <p:cNvPicPr/>
            <p:nvPr/>
          </p:nvPicPr>
          <p:blipFill>
            <a:blip r:embed="rId5">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30" name="図 29">
              <a:extLst>
                <a:ext uri="{FF2B5EF4-FFF2-40B4-BE49-F238E27FC236}">
                  <a16:creationId xmlns:a16="http://schemas.microsoft.com/office/drawing/2014/main" id="{676E8262-89BB-EF1D-4AF2-33D9A9B9F507}"/>
                </a:ext>
              </a:extLst>
            </p:cNvPr>
            <p:cNvPicPr/>
            <p:nvPr/>
          </p:nvPicPr>
          <p:blipFill>
            <a:blip r:embed="rId5">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31" name="図 30">
              <a:extLst>
                <a:ext uri="{FF2B5EF4-FFF2-40B4-BE49-F238E27FC236}">
                  <a16:creationId xmlns:a16="http://schemas.microsoft.com/office/drawing/2014/main" id="{21A8B3C5-B3DE-2C6A-BFFD-E3051957549A}"/>
                </a:ext>
              </a:extLst>
            </p:cNvPr>
            <p:cNvPicPr/>
            <p:nvPr/>
          </p:nvPicPr>
          <p:blipFill>
            <a:blip r:embed="rId5">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32" name="図 31">
              <a:extLst>
                <a:ext uri="{FF2B5EF4-FFF2-40B4-BE49-F238E27FC236}">
                  <a16:creationId xmlns:a16="http://schemas.microsoft.com/office/drawing/2014/main" id="{DEA44752-91C0-611F-A588-EEA7DB13ED4C}"/>
                </a:ext>
              </a:extLst>
            </p:cNvPr>
            <p:cNvPicPr/>
            <p:nvPr/>
          </p:nvPicPr>
          <p:blipFill>
            <a:blip r:embed="rId11">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33" name="図 32">
              <a:extLst>
                <a:ext uri="{FF2B5EF4-FFF2-40B4-BE49-F238E27FC236}">
                  <a16:creationId xmlns:a16="http://schemas.microsoft.com/office/drawing/2014/main" id="{C4605E5A-EEE0-46F6-76FC-F4DA76B03F12}"/>
                </a:ext>
              </a:extLst>
            </p:cNvPr>
            <p:cNvPicPr/>
            <p:nvPr/>
          </p:nvPicPr>
          <p:blipFill>
            <a:blip r:embed="rId11">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34" name="四角形: 角を丸くする 33">
              <a:extLst>
                <a:ext uri="{FF2B5EF4-FFF2-40B4-BE49-F238E27FC236}">
                  <a16:creationId xmlns:a16="http://schemas.microsoft.com/office/drawing/2014/main" id="{F29F1A28-DBB6-048C-8F8E-DC8AC3B143E1}"/>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5" name="テキスト ボックス 34">
              <a:extLst>
                <a:ext uri="{FF2B5EF4-FFF2-40B4-BE49-F238E27FC236}">
                  <a16:creationId xmlns:a16="http://schemas.microsoft.com/office/drawing/2014/main" id="{877D7334-5D6B-9C13-9ACC-8D28C650EE0C}"/>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36" name="図 35">
              <a:extLst>
                <a:ext uri="{FF2B5EF4-FFF2-40B4-BE49-F238E27FC236}">
                  <a16:creationId xmlns:a16="http://schemas.microsoft.com/office/drawing/2014/main" id="{22D8D5F0-C59C-F7CE-3F2F-8D001F1C72E2}"/>
                </a:ext>
              </a:extLst>
            </p:cNvPr>
            <p:cNvPicPr/>
            <p:nvPr/>
          </p:nvPicPr>
          <p:blipFill>
            <a:blip r:embed="rId12">
              <a:extLst>
                <a:ext uri="{BEBA8EAE-BF5A-486C-A8C5-ECC9F3942E4B}">
                  <a14:imgProps xmlns:a14="http://schemas.microsoft.com/office/drawing/2010/main">
                    <a14:imgLayer r:embed="rId13">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37" name="テキスト ボックス 36">
              <a:extLst>
                <a:ext uri="{FF2B5EF4-FFF2-40B4-BE49-F238E27FC236}">
                  <a16:creationId xmlns:a16="http://schemas.microsoft.com/office/drawing/2014/main" id="{28508F44-C25D-F389-3511-77EBF1EA1F96}"/>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このレア鉱石で取引しますか？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38" name="グループ化 37">
              <a:extLst>
                <a:ext uri="{FF2B5EF4-FFF2-40B4-BE49-F238E27FC236}">
                  <a16:creationId xmlns:a16="http://schemas.microsoft.com/office/drawing/2014/main" id="{2E371B58-A14D-32CC-A866-0180B8C3D03F}"/>
                </a:ext>
              </a:extLst>
            </p:cNvPr>
            <p:cNvGrpSpPr/>
            <p:nvPr/>
          </p:nvGrpSpPr>
          <p:grpSpPr>
            <a:xfrm>
              <a:off x="3984982" y="4520190"/>
              <a:ext cx="4222035" cy="615046"/>
              <a:chOff x="4007751" y="4520190"/>
              <a:chExt cx="4222035" cy="615046"/>
            </a:xfrm>
          </p:grpSpPr>
          <p:sp>
            <p:nvSpPr>
              <p:cNvPr id="43" name="四角形: 角を丸くする 42">
                <a:extLst>
                  <a:ext uri="{FF2B5EF4-FFF2-40B4-BE49-F238E27FC236}">
                    <a16:creationId xmlns:a16="http://schemas.microsoft.com/office/drawing/2014/main" id="{B4673438-1ADD-EF16-FA12-A38D0B7879F1}"/>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45" name="四角形: 角を丸くする 44">
                <a:extLst>
                  <a:ext uri="{FF2B5EF4-FFF2-40B4-BE49-F238E27FC236}">
                    <a16:creationId xmlns:a16="http://schemas.microsoft.com/office/drawing/2014/main" id="{74649385-6ADB-6933-4462-92A5A1A03AB2}"/>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39" name="四角形: 角を丸くする 38">
              <a:extLst>
                <a:ext uri="{FF2B5EF4-FFF2-40B4-BE49-F238E27FC236}">
                  <a16:creationId xmlns:a16="http://schemas.microsoft.com/office/drawing/2014/main" id="{A9523A57-6B50-2991-898C-269E4B6C3743}"/>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2D5D4B57-BCDF-245A-A642-C085BC166CFF}"/>
                </a:ext>
              </a:extLst>
            </p:cNvPr>
            <p:cNvSpPr txBox="1"/>
            <p:nvPr/>
          </p:nvSpPr>
          <p:spPr>
            <a:xfrm>
              <a:off x="5695417" y="2753088"/>
              <a:ext cx="1757563" cy="461665"/>
            </a:xfrm>
            <a:prstGeom prst="rect">
              <a:avLst/>
            </a:prstGeom>
            <a:noFill/>
          </p:spPr>
          <p:txBody>
            <a:bodyPr wrap="square" rtlCol="0">
              <a:spAutoFit/>
            </a:bodyPr>
            <a:lstStyle/>
            <a:p>
              <a:r>
                <a:rPr lang="en-US" altLang="ja-JP" sz="24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sz="1600" dirty="0">
                  <a:solidFill>
                    <a:schemeClr val="accent3"/>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sz="24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57" name="図 56">
            <a:extLst>
              <a:ext uri="{FF2B5EF4-FFF2-40B4-BE49-F238E27FC236}">
                <a16:creationId xmlns:a16="http://schemas.microsoft.com/office/drawing/2014/main" id="{64541090-46B9-8FA3-FC71-A7D16A973BA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58277" y="2539872"/>
            <a:ext cx="837338" cy="815757"/>
          </a:xfrm>
          <a:prstGeom prst="rect">
            <a:avLst/>
          </a:prstGeom>
        </p:spPr>
      </p:pic>
    </p:spTree>
    <p:extLst>
      <p:ext uri="{BB962C8B-B14F-4D97-AF65-F5344CB8AC3E}">
        <p14:creationId xmlns:p14="http://schemas.microsoft.com/office/powerpoint/2010/main" val="3406507850"/>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5BA7CC9-B6F3-C777-5BB1-4CE767352E79}"/>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FF04900-A2DF-EFB3-BBDD-098D63F270B7}"/>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84CA587E-FE3C-F177-861D-12BC2C7F306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F9E9333E-EC1C-0C7F-1808-A6F1A7EA2552}"/>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63DDEFA-6854-CD49-3DA9-A16EA64408C4}"/>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2FFCA1BC-D802-2359-920C-61595381F1F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99F09568-CCDA-979B-3E59-8403FE64AC70}"/>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C5ED5B9A-A7C4-62BB-E024-34FDB20DFB8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C4D52A6C-41A0-C855-41A1-5344B8EB1EE8}"/>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D61D1A74-F70E-83E4-E931-5453D97C5EBB}"/>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E81542A-C233-642B-8BA1-5DB0AA2A1978}"/>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671C656C-7DB7-D0E1-BB4F-C2C05E69A6F7}"/>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F1F3508E-8D35-DDFB-7C27-235F5272FD1F}"/>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A87D2989-0483-99F8-0638-1F01C41C652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275AD60-9F6C-345C-2BBE-3234950FF56C}"/>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0383A107-98AB-CAE3-3CDB-69A0ABCAD30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29931134-C744-943A-76F5-370B277F0349}"/>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7940F43F-F46F-CBD0-6ACF-B03C5E64F68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A2B1198F-C97C-85A0-A1B2-F259004E7988}"/>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FC3EE388-7584-389A-5D7C-DA696019EA32}"/>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98649CAC-243A-3D19-E364-891B8FCD4E0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14F37E91-0521-93CB-AD28-A1CAEAA280A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B9B747ED-C4E2-032F-62D9-EAB563EA30C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BF52A8D9-FD04-62F0-4D84-371F0D95B1C0}"/>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62DFAD12-B750-67CE-1DEE-AF38280B56C9}"/>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01DB0549-8A56-246E-6657-E549D4922D3C}"/>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52FF3A46-8416-35A0-564A-3423C11078B2}"/>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752870BF-A33F-9BBE-7A0A-5556E938E28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49800133-0B5B-C8B3-CA69-20CF4477EFD1}"/>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C3410409-17B1-ACA4-326C-E5C5EC83D12D}"/>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2C05F640-D8F9-C2CB-CC40-A9F3B224B3BF}"/>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3608E9EC-A062-3038-08B2-87BCA6F44ABE}"/>
                    </a:ext>
                  </a:extLst>
                </p:cNvPr>
                <p:cNvSpPr/>
                <p:nvPr/>
              </p:nvSpPr>
              <p:spPr>
                <a:xfrm>
                  <a:off x="1276828" y="4105786"/>
                  <a:ext cx="1144222" cy="1716321"/>
                </a:xfrm>
                <a:prstGeom prst="roundRect">
                  <a:avLst/>
                </a:prstGeom>
                <a:gradFill flip="none" rotWithShape="1">
                  <a:gsLst>
                    <a:gs pos="0">
                      <a:schemeClr val="accent3">
                        <a:lumMod val="60000"/>
                        <a:lumOff val="40000"/>
                        <a:alpha val="80000"/>
                      </a:schemeClr>
                    </a:gs>
                    <a:gs pos="100000">
                      <a:schemeClr val="accent3">
                        <a:lumMod val="20000"/>
                        <a:lumOff val="80000"/>
                        <a:alpha val="4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252FC257-71C9-D7DF-31E0-E6C60CFBF405}"/>
                    </a:ext>
                  </a:extLst>
                </p:cNvPr>
                <p:cNvSpPr txBox="1"/>
                <p:nvPr/>
              </p:nvSpPr>
              <p:spPr>
                <a:xfrm>
                  <a:off x="1315928" y="4163141"/>
                  <a:ext cx="1066022" cy="369332"/>
                </a:xfrm>
                <a:prstGeom prst="rect">
                  <a:avLst/>
                </a:prstGeom>
                <a:noFill/>
              </p:spPr>
              <p:txBody>
                <a:bodyPr wrap="square">
                  <a:spAutoFit/>
                </a:bodyPr>
                <a:lstStyle/>
                <a:p>
                  <a:pPr algn="ctr"/>
                  <a:r>
                    <a:rPr lang="en-US" altLang="ja-JP" dirty="0">
                      <a:solidFill>
                        <a:schemeClr val="accent3">
                          <a:lumMod val="75000"/>
                        </a:schemeClr>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dirty="0">
                      <a:solidFill>
                        <a:schemeClr val="bg1">
                          <a:lumMod val="95000"/>
                        </a:schemeClr>
                      </a:solidFill>
                      <a:latin typeface="HGS明朝E" panose="02020900000000000000" pitchFamily="18" charset="-128"/>
                      <a:ea typeface="HGS明朝E" panose="02020900000000000000" pitchFamily="18" charset="-128"/>
                    </a:rPr>
                    <a:t>10</a:t>
                  </a:r>
                  <a:r>
                    <a:rPr lang="ja-JP" altLang="en-US" dirty="0">
                      <a:solidFill>
                        <a:schemeClr val="bg1">
                          <a:lumMod val="95000"/>
                        </a:schemeClr>
                      </a:solidFill>
                      <a:latin typeface="HGS明朝E" panose="02020900000000000000" pitchFamily="18" charset="-128"/>
                      <a:ea typeface="HGS明朝E" panose="02020900000000000000" pitchFamily="18" charset="-128"/>
                    </a:rPr>
                    <a:t>％</a:t>
                  </a:r>
                </a:p>
              </p:txBody>
            </p:sp>
          </p:grpSp>
          <p:pic>
            <p:nvPicPr>
              <p:cNvPr id="71" name="図 70">
                <a:extLst>
                  <a:ext uri="{FF2B5EF4-FFF2-40B4-BE49-F238E27FC236}">
                    <a16:creationId xmlns:a16="http://schemas.microsoft.com/office/drawing/2014/main" id="{4499E1D2-5C4F-8AD4-EBC0-829B0592CAE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524497"/>
                <a:ext cx="834064" cy="834064"/>
              </a:xfrm>
              <a:prstGeom prst="rect">
                <a:avLst/>
              </a:prstGeom>
            </p:spPr>
          </p:pic>
          <p:sp>
            <p:nvSpPr>
              <p:cNvPr id="72" name="矢印: 右 71">
                <a:extLst>
                  <a:ext uri="{FF2B5EF4-FFF2-40B4-BE49-F238E27FC236}">
                    <a16:creationId xmlns:a16="http://schemas.microsoft.com/office/drawing/2014/main" id="{C43E761A-B6BB-62B8-10FE-9B678556B408}"/>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7054B6CF-6179-40DB-90D3-317B7B135F16}"/>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26C5217C-3873-1169-470A-96D0DBBB0896}"/>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AC45200D-7A13-D76A-8EF7-99587EF78001}"/>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727FB11B-8F59-61FD-8509-A58D4B63F0DC}"/>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77563709-ADA2-1BC3-EBAF-4752D1428FA7}"/>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4E525B17-6153-028B-7A1D-000EBFA00ED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45266538-6BE6-4335-49D0-66A21FD35504}"/>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7280913E-4EB2-9A12-7905-866D6E4AA2B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290DA68C-6B84-5009-F7EA-FEB74B007542}"/>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F7A19CB9-A105-A457-65AE-60E3B32A1D2D}"/>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5BF2CD87-A1A3-B70A-41D8-B908CDFB865E}"/>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753050BC-5BE7-60E8-5033-CD686B0C8A62}"/>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E73163E7-48B7-3AEB-D3DF-62ED4AC4B438}"/>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FFD2C494-BB75-49B0-84C6-674F27801ECD}"/>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E54BFEB0-39BC-B290-35EE-1BB4DA757D4D}"/>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8EBA7587-C355-E7B6-3DD8-053BB12C4CC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E1C2EBA6-7A81-3C93-896F-9288CB5D439B}"/>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CEF2EADF-B056-D928-1AC5-D96DB3B07E78}"/>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98EDF403-1FDF-8E05-6C46-85D7ED75781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E8B3235C-1D22-ED2C-0BBF-C718A9633ED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919506B1-95E3-0BD8-60F5-DD3B7FF6BF3C}"/>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0A02E078-171E-AED0-B86B-721DF2558A21}"/>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37AAC1A4-B78B-3730-4A18-CD23BB0FACDF}"/>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803A8988-9E19-BD71-B3A9-13FE624E578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FE781AFB-4288-7F8D-5F76-E0DEFB6AE82D}"/>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C6F6D1BB-CEAD-8C4F-4C31-0A898972DDAF}"/>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D8CE24A1-BA05-53D3-1AEE-A3652D076E71}"/>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774ECDE-00AD-68E3-81A1-3945364DA6A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0827E5C5-70CD-75D4-D192-7CF81F18F560}"/>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1E1659EA-906C-9771-3489-915A1263BC77}"/>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BB6C109A-1F8C-D8AF-3BEA-EAAB896C24D7}"/>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5A7F8052-A093-1129-7D1D-C0B5C940314F}"/>
              </a:ext>
            </a:extLst>
          </p:cNvPr>
          <p:cNvSpPr txBox="1"/>
          <p:nvPr/>
        </p:nvSpPr>
        <p:spPr>
          <a:xfrm>
            <a:off x="4514206" y="5111739"/>
            <a:ext cx="1383680" cy="369332"/>
          </a:xfrm>
          <a:prstGeom prst="rect">
            <a:avLst/>
          </a:prstGeom>
          <a:noFill/>
        </p:spPr>
        <p:txBody>
          <a:bodyPr wrap="square">
            <a:spAutoFit/>
          </a:bodyPr>
          <a:lstStyle/>
          <a:p>
            <a:pPr algn="ctr"/>
            <a:r>
              <a:rPr lang="ja-JP" altLang="en-US" dirty="0">
                <a:solidFill>
                  <a:schemeClr val="accent3">
                    <a:lumMod val="75000"/>
                  </a:schemeClr>
                </a:solidFill>
                <a:latin typeface="HGS明朝E" panose="02020900000000000000" pitchFamily="18" charset="-128"/>
                <a:ea typeface="HGS明朝E" panose="02020900000000000000" pitchFamily="18" charset="-128"/>
              </a:rPr>
              <a:t>回復中</a:t>
            </a:r>
            <a:r>
              <a:rPr lang="en-US" altLang="ja-JP" dirty="0">
                <a:solidFill>
                  <a:schemeClr val="accent3">
                    <a:lumMod val="75000"/>
                  </a:schemeClr>
                </a:solidFill>
                <a:latin typeface="HGS明朝E" panose="02020900000000000000" pitchFamily="18" charset="-128"/>
                <a:ea typeface="HGS明朝E" panose="02020900000000000000" pitchFamily="18" charset="-128"/>
              </a:rPr>
              <a:t>…</a:t>
            </a:r>
            <a:endParaRPr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Tree>
    <p:extLst>
      <p:ext uri="{BB962C8B-B14F-4D97-AF65-F5344CB8AC3E}">
        <p14:creationId xmlns:p14="http://schemas.microsoft.com/office/powerpoint/2010/main" val="1241101051"/>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19702B0-3A1C-D612-7065-84A748AADE66}"/>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1858420E-3FF9-534D-BD0D-D6E07796AB74}"/>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4" name="グループ化 153">
            <a:extLst>
              <a:ext uri="{FF2B5EF4-FFF2-40B4-BE49-F238E27FC236}">
                <a16:creationId xmlns:a16="http://schemas.microsoft.com/office/drawing/2014/main" id="{8B84B817-12C4-FA5B-D980-4F71EAF975CE}"/>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CAF4C495-9375-74E5-7042-26807F63E5E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2F80F2B3-69D6-9060-488E-22D52B40D41F}"/>
                </a:ext>
              </a:extLst>
            </p:cNvPr>
            <p:cNvSpPr txBox="1"/>
            <p:nvPr/>
          </p:nvSpPr>
          <p:spPr>
            <a:xfrm>
              <a:off x="10114441" y="2290669"/>
              <a:ext cx="1210588"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回復に使う</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D812F923-8F17-AC25-2AC4-78DC67BA3BE2}"/>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EE60ED4-5EC1-81BE-1F17-BECE53BDE943}"/>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1A4F8E8F-2A75-6692-1414-5F40661B3897}"/>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F4761D5-CDB6-B588-03ED-7E2C15915B57}"/>
              </a:ext>
            </a:extLst>
          </p:cNvPr>
          <p:cNvSpPr/>
          <p:nvPr/>
        </p:nvSpPr>
        <p:spPr>
          <a:xfrm>
            <a:off x="3861990" y="940673"/>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pic>
        <p:nvPicPr>
          <p:cNvPr id="44" name="図 43">
            <a:extLst>
              <a:ext uri="{FF2B5EF4-FFF2-40B4-BE49-F238E27FC236}">
                <a16:creationId xmlns:a16="http://schemas.microsoft.com/office/drawing/2014/main" id="{01A65B86-3C75-FC25-3658-DBA3652121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86BEE0A1-D835-0877-FE44-D31E424A939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2A5699A-9E4E-2A89-742D-C421AF63B12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177531D8-6443-169E-62A1-381BA0F464E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E70E3895-18FB-8557-4D8F-69E414385D10}"/>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4556DAF-E460-8AA9-273F-056688F1952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B8BCB974-0A1A-B73B-0E07-EE4496B005F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E31906D0-5E81-4919-4371-E451D685F58C}"/>
              </a:ext>
            </a:extLst>
          </p:cNvPr>
          <p:cNvSpPr txBox="1"/>
          <p:nvPr/>
        </p:nvSpPr>
        <p:spPr>
          <a:xfrm>
            <a:off x="930698" y="856726"/>
            <a:ext cx="1826141"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レア鉱石</a:t>
            </a:r>
          </a:p>
        </p:txBody>
      </p:sp>
      <p:grpSp>
        <p:nvGrpSpPr>
          <p:cNvPr id="29" name="グループ化 28">
            <a:extLst>
              <a:ext uri="{FF2B5EF4-FFF2-40B4-BE49-F238E27FC236}">
                <a16:creationId xmlns:a16="http://schemas.microsoft.com/office/drawing/2014/main" id="{D478FB15-CB67-11A8-DBA8-15CF70279BEE}"/>
              </a:ext>
            </a:extLst>
          </p:cNvPr>
          <p:cNvGrpSpPr/>
          <p:nvPr/>
        </p:nvGrpSpPr>
        <p:grpSpPr>
          <a:xfrm>
            <a:off x="1829948" y="1685160"/>
            <a:ext cx="6931202" cy="1716321"/>
            <a:chOff x="1716441" y="3592480"/>
            <a:chExt cx="6931202" cy="1716321"/>
          </a:xfrm>
        </p:grpSpPr>
        <p:grpSp>
          <p:nvGrpSpPr>
            <p:cNvPr id="8" name="グループ化 7">
              <a:extLst>
                <a:ext uri="{FF2B5EF4-FFF2-40B4-BE49-F238E27FC236}">
                  <a16:creationId xmlns:a16="http://schemas.microsoft.com/office/drawing/2014/main" id="{44F905AD-79BA-93B8-B367-6F3415AAFB9A}"/>
                </a:ext>
              </a:extLst>
            </p:cNvPr>
            <p:cNvGrpSpPr/>
            <p:nvPr/>
          </p:nvGrpSpPr>
          <p:grpSpPr>
            <a:xfrm>
              <a:off x="3531781" y="3592480"/>
              <a:ext cx="1485182" cy="1716321"/>
              <a:chOff x="1276828" y="4105786"/>
              <a:chExt cx="1144222" cy="1716321"/>
            </a:xfrm>
          </p:grpSpPr>
          <p:sp>
            <p:nvSpPr>
              <p:cNvPr id="9" name="四角形: 角を丸くする 8">
                <a:extLst>
                  <a:ext uri="{FF2B5EF4-FFF2-40B4-BE49-F238E27FC236}">
                    <a16:creationId xmlns:a16="http://schemas.microsoft.com/office/drawing/2014/main" id="{09060789-528C-45C1-4F02-78A3208368B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6BA0D078-040E-E88C-567F-231B167647A6}"/>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13" name="グループ化 12">
              <a:extLst>
                <a:ext uri="{FF2B5EF4-FFF2-40B4-BE49-F238E27FC236}">
                  <a16:creationId xmlns:a16="http://schemas.microsoft.com/office/drawing/2014/main" id="{02F987F6-834B-DD4E-0967-27C723056857}"/>
                </a:ext>
              </a:extLst>
            </p:cNvPr>
            <p:cNvGrpSpPr/>
            <p:nvPr/>
          </p:nvGrpSpPr>
          <p:grpSpPr>
            <a:xfrm>
              <a:off x="5347121" y="3592480"/>
              <a:ext cx="1485182" cy="1716321"/>
              <a:chOff x="1276828" y="4105786"/>
              <a:chExt cx="1144222" cy="1716321"/>
            </a:xfrm>
          </p:grpSpPr>
          <p:sp>
            <p:nvSpPr>
              <p:cNvPr id="14" name="四角形: 角を丸くする 13">
                <a:extLst>
                  <a:ext uri="{FF2B5EF4-FFF2-40B4-BE49-F238E27FC236}">
                    <a16:creationId xmlns:a16="http://schemas.microsoft.com/office/drawing/2014/main" id="{735FD566-2432-0390-63D2-83A9B7F8FEE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076A4CBA-2C2B-C816-FC5E-254C5F0CBE3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18" name="グループ化 17">
              <a:extLst>
                <a:ext uri="{FF2B5EF4-FFF2-40B4-BE49-F238E27FC236}">
                  <a16:creationId xmlns:a16="http://schemas.microsoft.com/office/drawing/2014/main" id="{68537323-D4BE-7553-7457-9D709C76DAF2}"/>
                </a:ext>
              </a:extLst>
            </p:cNvPr>
            <p:cNvGrpSpPr/>
            <p:nvPr/>
          </p:nvGrpSpPr>
          <p:grpSpPr>
            <a:xfrm>
              <a:off x="7162461" y="3592480"/>
              <a:ext cx="1485182" cy="1716321"/>
              <a:chOff x="1276828" y="4105786"/>
              <a:chExt cx="1144222" cy="1716321"/>
            </a:xfrm>
          </p:grpSpPr>
          <p:sp>
            <p:nvSpPr>
              <p:cNvPr id="19" name="四角形: 角を丸くする 18">
                <a:extLst>
                  <a:ext uri="{FF2B5EF4-FFF2-40B4-BE49-F238E27FC236}">
                    <a16:creationId xmlns:a16="http://schemas.microsoft.com/office/drawing/2014/main" id="{3BF924DD-DDEE-4E37-758B-02007EB9677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E9C96F03-F92A-E270-00A5-018F52C1ACF5}"/>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3" name="グループ化 22">
              <a:extLst>
                <a:ext uri="{FF2B5EF4-FFF2-40B4-BE49-F238E27FC236}">
                  <a16:creationId xmlns:a16="http://schemas.microsoft.com/office/drawing/2014/main" id="{06592751-F956-E105-F4D6-0F03C5A41061}"/>
                </a:ext>
              </a:extLst>
            </p:cNvPr>
            <p:cNvGrpSpPr/>
            <p:nvPr/>
          </p:nvGrpSpPr>
          <p:grpSpPr>
            <a:xfrm>
              <a:off x="1716441" y="3592480"/>
              <a:ext cx="1485182" cy="1716321"/>
              <a:chOff x="1276828" y="4105786"/>
              <a:chExt cx="1144222" cy="1716321"/>
            </a:xfrm>
          </p:grpSpPr>
          <p:sp>
            <p:nvSpPr>
              <p:cNvPr id="24" name="四角形: 角を丸くする 23">
                <a:extLst>
                  <a:ext uri="{FF2B5EF4-FFF2-40B4-BE49-F238E27FC236}">
                    <a16:creationId xmlns:a16="http://schemas.microsoft.com/office/drawing/2014/main" id="{7FCDFA68-18EE-D533-1DDF-EB3CFE5C40C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FB78B4D6-6987-6498-1382-E9D1F627C0B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grpSp>
        <p:nvGrpSpPr>
          <p:cNvPr id="31" name="グループ化 30">
            <a:extLst>
              <a:ext uri="{FF2B5EF4-FFF2-40B4-BE49-F238E27FC236}">
                <a16:creationId xmlns:a16="http://schemas.microsoft.com/office/drawing/2014/main" id="{C6A34290-39D8-3C98-B784-95C6F5D28BF2}"/>
              </a:ext>
            </a:extLst>
          </p:cNvPr>
          <p:cNvGrpSpPr/>
          <p:nvPr/>
        </p:nvGrpSpPr>
        <p:grpSpPr>
          <a:xfrm rot="5400000">
            <a:off x="-825047" y="3593840"/>
            <a:ext cx="4351022" cy="276285"/>
            <a:chOff x="3114125" y="3836637"/>
            <a:chExt cx="5697007" cy="276285"/>
          </a:xfrm>
        </p:grpSpPr>
        <p:sp>
          <p:nvSpPr>
            <p:cNvPr id="32" name="四角形: 角を丸くする 31">
              <a:extLst>
                <a:ext uri="{FF2B5EF4-FFF2-40B4-BE49-F238E27FC236}">
                  <a16:creationId xmlns:a16="http://schemas.microsoft.com/office/drawing/2014/main" id="{4A495421-5A6A-BFD3-2694-78EEE362F0F4}"/>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四角形: 角を丸くする 32">
              <a:extLst>
                <a:ext uri="{FF2B5EF4-FFF2-40B4-BE49-F238E27FC236}">
                  <a16:creationId xmlns:a16="http://schemas.microsoft.com/office/drawing/2014/main" id="{D20C5BF1-DB87-E2A2-B6FC-6C01B8A5E115}"/>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34" name="グループ化 33">
            <a:extLst>
              <a:ext uri="{FF2B5EF4-FFF2-40B4-BE49-F238E27FC236}">
                <a16:creationId xmlns:a16="http://schemas.microsoft.com/office/drawing/2014/main" id="{9A662829-A3EE-700A-DC67-2FC6CCFE6785}"/>
              </a:ext>
            </a:extLst>
          </p:cNvPr>
          <p:cNvGrpSpPr/>
          <p:nvPr/>
        </p:nvGrpSpPr>
        <p:grpSpPr>
          <a:xfrm>
            <a:off x="1843768" y="3561582"/>
            <a:ext cx="5115862" cy="1716321"/>
            <a:chOff x="1716441" y="3592480"/>
            <a:chExt cx="5115862" cy="1716321"/>
          </a:xfrm>
        </p:grpSpPr>
        <p:grpSp>
          <p:nvGrpSpPr>
            <p:cNvPr id="35" name="グループ化 34">
              <a:extLst>
                <a:ext uri="{FF2B5EF4-FFF2-40B4-BE49-F238E27FC236}">
                  <a16:creationId xmlns:a16="http://schemas.microsoft.com/office/drawing/2014/main" id="{853CE37B-2793-06BD-EB05-AE5405AD8A38}"/>
                </a:ext>
              </a:extLst>
            </p:cNvPr>
            <p:cNvGrpSpPr/>
            <p:nvPr/>
          </p:nvGrpSpPr>
          <p:grpSpPr>
            <a:xfrm>
              <a:off x="3531781" y="3592480"/>
              <a:ext cx="1485182" cy="1716321"/>
              <a:chOff x="1276828" y="4105786"/>
              <a:chExt cx="1144222" cy="1716321"/>
            </a:xfrm>
          </p:grpSpPr>
          <p:sp>
            <p:nvSpPr>
              <p:cNvPr id="49" name="四角形: 角を丸くする 48">
                <a:extLst>
                  <a:ext uri="{FF2B5EF4-FFF2-40B4-BE49-F238E27FC236}">
                    <a16:creationId xmlns:a16="http://schemas.microsoft.com/office/drawing/2014/main" id="{38245D09-18CA-9AC3-47E5-ECAD184996D9}"/>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559CE972-B52D-E22F-076D-C35E174329BB}"/>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39" name="グループ化 38">
              <a:extLst>
                <a:ext uri="{FF2B5EF4-FFF2-40B4-BE49-F238E27FC236}">
                  <a16:creationId xmlns:a16="http://schemas.microsoft.com/office/drawing/2014/main" id="{F8E61CA4-BAE6-EF6D-E9D6-EEC7708712A7}"/>
                </a:ext>
              </a:extLst>
            </p:cNvPr>
            <p:cNvGrpSpPr/>
            <p:nvPr/>
          </p:nvGrpSpPr>
          <p:grpSpPr>
            <a:xfrm>
              <a:off x="5347121" y="3592480"/>
              <a:ext cx="1485182" cy="1716321"/>
              <a:chOff x="1276828" y="4105786"/>
              <a:chExt cx="1144222" cy="1716321"/>
            </a:xfrm>
          </p:grpSpPr>
          <p:sp>
            <p:nvSpPr>
              <p:cNvPr id="47" name="四角形: 角を丸くする 46">
                <a:extLst>
                  <a:ext uri="{FF2B5EF4-FFF2-40B4-BE49-F238E27FC236}">
                    <a16:creationId xmlns:a16="http://schemas.microsoft.com/office/drawing/2014/main" id="{6E13CCFE-8135-DCD9-1183-208FD8E9E14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D7C62886-1728-E662-5D16-7E7618DAF29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41" name="グループ化 40">
              <a:extLst>
                <a:ext uri="{FF2B5EF4-FFF2-40B4-BE49-F238E27FC236}">
                  <a16:creationId xmlns:a16="http://schemas.microsoft.com/office/drawing/2014/main" id="{91B0874B-EC2C-8FE2-54DF-CB555CEF3306}"/>
                </a:ext>
              </a:extLst>
            </p:cNvPr>
            <p:cNvGrpSpPr/>
            <p:nvPr/>
          </p:nvGrpSpPr>
          <p:grpSpPr>
            <a:xfrm>
              <a:off x="1716441" y="3592480"/>
              <a:ext cx="1485182" cy="1716321"/>
              <a:chOff x="1276828" y="4105786"/>
              <a:chExt cx="1144222" cy="1716321"/>
            </a:xfrm>
          </p:grpSpPr>
          <p:sp>
            <p:nvSpPr>
              <p:cNvPr id="42" name="四角形: 角を丸くする 41">
                <a:extLst>
                  <a:ext uri="{FF2B5EF4-FFF2-40B4-BE49-F238E27FC236}">
                    <a16:creationId xmlns:a16="http://schemas.microsoft.com/office/drawing/2014/main" id="{F4B642DB-9278-92A4-3FF8-1B99B82E1AB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3" name="テキスト ボックス 42">
                <a:extLst>
                  <a:ext uri="{FF2B5EF4-FFF2-40B4-BE49-F238E27FC236}">
                    <a16:creationId xmlns:a16="http://schemas.microsoft.com/office/drawing/2014/main" id="{90DE3209-2537-0F4A-550F-BAF82468BD4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pic>
        <p:nvPicPr>
          <p:cNvPr id="5" name="図 4">
            <a:extLst>
              <a:ext uri="{FF2B5EF4-FFF2-40B4-BE49-F238E27FC236}">
                <a16:creationId xmlns:a16="http://schemas.microsoft.com/office/drawing/2014/main" id="{8541F49D-F18B-693D-54E6-83C91FD0300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2096760"/>
            <a:ext cx="1100325" cy="1071966"/>
          </a:xfrm>
          <a:prstGeom prst="rect">
            <a:avLst/>
          </a:prstGeom>
        </p:spPr>
      </p:pic>
      <p:pic>
        <p:nvPicPr>
          <p:cNvPr id="52" name="図 51">
            <a:extLst>
              <a:ext uri="{FF2B5EF4-FFF2-40B4-BE49-F238E27FC236}">
                <a16:creationId xmlns:a16="http://schemas.microsoft.com/office/drawing/2014/main" id="{1962152F-B74A-510E-C63F-2233373056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pic>
        <p:nvPicPr>
          <p:cNvPr id="53" name="図 52">
            <a:extLst>
              <a:ext uri="{FF2B5EF4-FFF2-40B4-BE49-F238E27FC236}">
                <a16:creationId xmlns:a16="http://schemas.microsoft.com/office/drawing/2014/main" id="{F04E78B0-7F94-2FBF-13D6-27CDEDFDF68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pic>
        <p:nvPicPr>
          <p:cNvPr id="54" name="図 53">
            <a:extLst>
              <a:ext uri="{FF2B5EF4-FFF2-40B4-BE49-F238E27FC236}">
                <a16:creationId xmlns:a16="http://schemas.microsoft.com/office/drawing/2014/main" id="{093DE3FE-0F00-370F-777A-FAC170FC9D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pic>
        <p:nvPicPr>
          <p:cNvPr id="57" name="図 56">
            <a:extLst>
              <a:ext uri="{FF2B5EF4-FFF2-40B4-BE49-F238E27FC236}">
                <a16:creationId xmlns:a16="http://schemas.microsoft.com/office/drawing/2014/main" id="{645BD057-2BC6-A2FD-93E6-7D009D3713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3991674"/>
            <a:ext cx="1100325" cy="1071966"/>
          </a:xfrm>
          <a:prstGeom prst="rect">
            <a:avLst/>
          </a:prstGeom>
        </p:spPr>
      </p:pic>
      <p:pic>
        <p:nvPicPr>
          <p:cNvPr id="60" name="図 59">
            <a:extLst>
              <a:ext uri="{FF2B5EF4-FFF2-40B4-BE49-F238E27FC236}">
                <a16:creationId xmlns:a16="http://schemas.microsoft.com/office/drawing/2014/main" id="{45FC4EC4-BFAD-FC9E-341F-69F8A00883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3991674"/>
            <a:ext cx="1100325" cy="1071966"/>
          </a:xfrm>
          <a:prstGeom prst="rect">
            <a:avLst/>
          </a:prstGeom>
        </p:spPr>
      </p:pic>
      <p:pic>
        <p:nvPicPr>
          <p:cNvPr id="61" name="図 60">
            <a:extLst>
              <a:ext uri="{FF2B5EF4-FFF2-40B4-BE49-F238E27FC236}">
                <a16:creationId xmlns:a16="http://schemas.microsoft.com/office/drawing/2014/main" id="{77A63113-BBFE-A545-0B47-44E22DAC31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3991674"/>
            <a:ext cx="1100325" cy="1071966"/>
          </a:xfrm>
          <a:prstGeom prst="rect">
            <a:avLst/>
          </a:prstGeom>
        </p:spPr>
      </p:pic>
    </p:spTree>
    <p:extLst>
      <p:ext uri="{BB962C8B-B14F-4D97-AF65-F5344CB8AC3E}">
        <p14:creationId xmlns:p14="http://schemas.microsoft.com/office/powerpoint/2010/main" val="3547371757"/>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1CA7C71-4AE5-95DE-52A4-9A7CE64762A3}"/>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E99E43D-41E7-EF56-AEAC-A821FDCB835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4" name="グループ化 153">
            <a:extLst>
              <a:ext uri="{FF2B5EF4-FFF2-40B4-BE49-F238E27FC236}">
                <a16:creationId xmlns:a16="http://schemas.microsoft.com/office/drawing/2014/main" id="{47C6FD40-A6D0-A369-D7E0-ED0610CE3732}"/>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E1A6C101-2A22-5B9E-925D-B44DAB35383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AF3243D-5FAC-BE0B-F711-C0ABF3CB7977}"/>
                </a:ext>
              </a:extLst>
            </p:cNvPr>
            <p:cNvSpPr txBox="1"/>
            <p:nvPr/>
          </p:nvSpPr>
          <p:spPr>
            <a:xfrm>
              <a:off x="10114441" y="2290669"/>
              <a:ext cx="1210588"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回復に使う</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AA4AF21-2BBD-38F8-1FF9-45B4165369E5}"/>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A29F9F5-0B6B-76B9-1E82-20DE3942719E}"/>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D9E4DB3C-5E1C-EED6-3486-004E60ABF169}"/>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3849EC5E-6607-63D7-EC83-E20D8856C562}"/>
              </a:ext>
            </a:extLst>
          </p:cNvPr>
          <p:cNvSpPr/>
          <p:nvPr/>
        </p:nvSpPr>
        <p:spPr>
          <a:xfrm>
            <a:off x="3861990" y="940673"/>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pic>
        <p:nvPicPr>
          <p:cNvPr id="44" name="図 43">
            <a:extLst>
              <a:ext uri="{FF2B5EF4-FFF2-40B4-BE49-F238E27FC236}">
                <a16:creationId xmlns:a16="http://schemas.microsoft.com/office/drawing/2014/main" id="{2BFA682D-FDBC-13C2-E82B-11A1F55DF7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7272F6A8-765D-42A6-FD94-1FA834B2B90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7380B5BD-751E-253D-65CA-75F50E7AA43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E50DF65-5A4C-8308-4BCB-86F53541D8E0}"/>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CDE321C2-8D3F-1EB5-C535-BC3999438313}"/>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F3D865A8-51F6-CA6E-EC10-C94C92E4DDE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CC5A93B9-5AF4-54A5-9EE3-4444E48D50B5}"/>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4DE40D52-4784-ED62-AE37-D6A43FED1142}"/>
              </a:ext>
            </a:extLst>
          </p:cNvPr>
          <p:cNvSpPr txBox="1"/>
          <p:nvPr/>
        </p:nvSpPr>
        <p:spPr>
          <a:xfrm>
            <a:off x="930698" y="856726"/>
            <a:ext cx="1826141"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レア鉱石</a:t>
            </a:r>
          </a:p>
        </p:txBody>
      </p:sp>
      <p:grpSp>
        <p:nvGrpSpPr>
          <p:cNvPr id="29" name="グループ化 28">
            <a:extLst>
              <a:ext uri="{FF2B5EF4-FFF2-40B4-BE49-F238E27FC236}">
                <a16:creationId xmlns:a16="http://schemas.microsoft.com/office/drawing/2014/main" id="{6FD3A06C-C76C-6B98-D7C6-A71994CAEA82}"/>
              </a:ext>
            </a:extLst>
          </p:cNvPr>
          <p:cNvGrpSpPr/>
          <p:nvPr/>
        </p:nvGrpSpPr>
        <p:grpSpPr>
          <a:xfrm>
            <a:off x="1829948" y="1685160"/>
            <a:ext cx="6931202" cy="1716321"/>
            <a:chOff x="1716441" y="3592480"/>
            <a:chExt cx="6931202" cy="1716321"/>
          </a:xfrm>
        </p:grpSpPr>
        <p:grpSp>
          <p:nvGrpSpPr>
            <p:cNvPr id="8" name="グループ化 7">
              <a:extLst>
                <a:ext uri="{FF2B5EF4-FFF2-40B4-BE49-F238E27FC236}">
                  <a16:creationId xmlns:a16="http://schemas.microsoft.com/office/drawing/2014/main" id="{AEF7E474-264B-B874-46D2-ECD4C92D97D0}"/>
                </a:ext>
              </a:extLst>
            </p:cNvPr>
            <p:cNvGrpSpPr/>
            <p:nvPr/>
          </p:nvGrpSpPr>
          <p:grpSpPr>
            <a:xfrm>
              <a:off x="3531781" y="3592480"/>
              <a:ext cx="1485182" cy="1716321"/>
              <a:chOff x="1276828" y="4105786"/>
              <a:chExt cx="1144222" cy="1716321"/>
            </a:xfrm>
          </p:grpSpPr>
          <p:sp>
            <p:nvSpPr>
              <p:cNvPr id="9" name="四角形: 角を丸くする 8">
                <a:extLst>
                  <a:ext uri="{FF2B5EF4-FFF2-40B4-BE49-F238E27FC236}">
                    <a16:creationId xmlns:a16="http://schemas.microsoft.com/office/drawing/2014/main" id="{D13D6201-F805-3E3A-34F3-4877087CEF16}"/>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E26D989B-6567-99A3-621B-E4B7B897D32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13" name="グループ化 12">
              <a:extLst>
                <a:ext uri="{FF2B5EF4-FFF2-40B4-BE49-F238E27FC236}">
                  <a16:creationId xmlns:a16="http://schemas.microsoft.com/office/drawing/2014/main" id="{FD8C47C7-4BE1-4069-BCE7-C5568C1100C1}"/>
                </a:ext>
              </a:extLst>
            </p:cNvPr>
            <p:cNvGrpSpPr/>
            <p:nvPr/>
          </p:nvGrpSpPr>
          <p:grpSpPr>
            <a:xfrm>
              <a:off x="5347121" y="3592480"/>
              <a:ext cx="1485182" cy="1716321"/>
              <a:chOff x="1276828" y="4105786"/>
              <a:chExt cx="1144222" cy="1716321"/>
            </a:xfrm>
          </p:grpSpPr>
          <p:sp>
            <p:nvSpPr>
              <p:cNvPr id="14" name="四角形: 角を丸くする 13">
                <a:extLst>
                  <a:ext uri="{FF2B5EF4-FFF2-40B4-BE49-F238E27FC236}">
                    <a16:creationId xmlns:a16="http://schemas.microsoft.com/office/drawing/2014/main" id="{8384A785-41E7-7EB5-7C8B-88B5562DCEE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6EA50A75-0CE9-29C0-CB49-33E6D6FFB3A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18" name="グループ化 17">
              <a:extLst>
                <a:ext uri="{FF2B5EF4-FFF2-40B4-BE49-F238E27FC236}">
                  <a16:creationId xmlns:a16="http://schemas.microsoft.com/office/drawing/2014/main" id="{997CF124-9871-426A-100E-C1FB1B60910B}"/>
                </a:ext>
              </a:extLst>
            </p:cNvPr>
            <p:cNvGrpSpPr/>
            <p:nvPr/>
          </p:nvGrpSpPr>
          <p:grpSpPr>
            <a:xfrm>
              <a:off x="7162461" y="3592480"/>
              <a:ext cx="1485182" cy="1716321"/>
              <a:chOff x="1276828" y="4105786"/>
              <a:chExt cx="1144222" cy="1716321"/>
            </a:xfrm>
          </p:grpSpPr>
          <p:sp>
            <p:nvSpPr>
              <p:cNvPr id="19" name="四角形: 角を丸くする 18">
                <a:extLst>
                  <a:ext uri="{FF2B5EF4-FFF2-40B4-BE49-F238E27FC236}">
                    <a16:creationId xmlns:a16="http://schemas.microsoft.com/office/drawing/2014/main" id="{79E6F2EC-CFB2-0190-170F-584358E967B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56ADC940-A718-0034-7618-2C702992CA0B}"/>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3" name="グループ化 22">
              <a:extLst>
                <a:ext uri="{FF2B5EF4-FFF2-40B4-BE49-F238E27FC236}">
                  <a16:creationId xmlns:a16="http://schemas.microsoft.com/office/drawing/2014/main" id="{F950F91A-2A02-E67F-3E28-B2067EF2C8B9}"/>
                </a:ext>
              </a:extLst>
            </p:cNvPr>
            <p:cNvGrpSpPr/>
            <p:nvPr/>
          </p:nvGrpSpPr>
          <p:grpSpPr>
            <a:xfrm>
              <a:off x="1716441" y="3592480"/>
              <a:ext cx="1485182" cy="1716321"/>
              <a:chOff x="1276828" y="4105786"/>
              <a:chExt cx="1144222" cy="1716321"/>
            </a:xfrm>
          </p:grpSpPr>
          <p:sp>
            <p:nvSpPr>
              <p:cNvPr id="24" name="四角形: 角を丸くする 23">
                <a:extLst>
                  <a:ext uri="{FF2B5EF4-FFF2-40B4-BE49-F238E27FC236}">
                    <a16:creationId xmlns:a16="http://schemas.microsoft.com/office/drawing/2014/main" id="{E548B832-3C14-E622-6CA2-464844F905F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91C95BC3-1744-F2B2-B975-BC6B14A37F1E}"/>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grpSp>
        <p:nvGrpSpPr>
          <p:cNvPr id="31" name="グループ化 30">
            <a:extLst>
              <a:ext uri="{FF2B5EF4-FFF2-40B4-BE49-F238E27FC236}">
                <a16:creationId xmlns:a16="http://schemas.microsoft.com/office/drawing/2014/main" id="{F00E5AEC-6F1D-5F60-06A1-1552EF56FD19}"/>
              </a:ext>
            </a:extLst>
          </p:cNvPr>
          <p:cNvGrpSpPr/>
          <p:nvPr/>
        </p:nvGrpSpPr>
        <p:grpSpPr>
          <a:xfrm rot="5400000">
            <a:off x="-825047" y="3593840"/>
            <a:ext cx="4351022" cy="276285"/>
            <a:chOff x="3114125" y="3836637"/>
            <a:chExt cx="5697007" cy="276285"/>
          </a:xfrm>
        </p:grpSpPr>
        <p:sp>
          <p:nvSpPr>
            <p:cNvPr id="32" name="四角形: 角を丸くする 31">
              <a:extLst>
                <a:ext uri="{FF2B5EF4-FFF2-40B4-BE49-F238E27FC236}">
                  <a16:creationId xmlns:a16="http://schemas.microsoft.com/office/drawing/2014/main" id="{CD29EBAD-8AAE-72B4-6A79-889AD7106525}"/>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四角形: 角を丸くする 32">
              <a:extLst>
                <a:ext uri="{FF2B5EF4-FFF2-40B4-BE49-F238E27FC236}">
                  <a16:creationId xmlns:a16="http://schemas.microsoft.com/office/drawing/2014/main" id="{08699928-50DE-BA9B-A381-67D8380A79B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34" name="グループ化 33">
            <a:extLst>
              <a:ext uri="{FF2B5EF4-FFF2-40B4-BE49-F238E27FC236}">
                <a16:creationId xmlns:a16="http://schemas.microsoft.com/office/drawing/2014/main" id="{002408AB-56DF-292F-DDD6-883884683DB8}"/>
              </a:ext>
            </a:extLst>
          </p:cNvPr>
          <p:cNvGrpSpPr/>
          <p:nvPr/>
        </p:nvGrpSpPr>
        <p:grpSpPr>
          <a:xfrm>
            <a:off x="1843768" y="3561582"/>
            <a:ext cx="5115862" cy="1716321"/>
            <a:chOff x="1716441" y="3592480"/>
            <a:chExt cx="5115862" cy="1716321"/>
          </a:xfrm>
        </p:grpSpPr>
        <p:grpSp>
          <p:nvGrpSpPr>
            <p:cNvPr id="35" name="グループ化 34">
              <a:extLst>
                <a:ext uri="{FF2B5EF4-FFF2-40B4-BE49-F238E27FC236}">
                  <a16:creationId xmlns:a16="http://schemas.microsoft.com/office/drawing/2014/main" id="{BC722E90-3287-9A38-E15E-638359AE98E6}"/>
                </a:ext>
              </a:extLst>
            </p:cNvPr>
            <p:cNvGrpSpPr/>
            <p:nvPr/>
          </p:nvGrpSpPr>
          <p:grpSpPr>
            <a:xfrm>
              <a:off x="3531781" y="3592480"/>
              <a:ext cx="1485182" cy="1716321"/>
              <a:chOff x="1276828" y="4105786"/>
              <a:chExt cx="1144222" cy="1716321"/>
            </a:xfrm>
          </p:grpSpPr>
          <p:sp>
            <p:nvSpPr>
              <p:cNvPr id="49" name="四角形: 角を丸くする 48">
                <a:extLst>
                  <a:ext uri="{FF2B5EF4-FFF2-40B4-BE49-F238E27FC236}">
                    <a16:creationId xmlns:a16="http://schemas.microsoft.com/office/drawing/2014/main" id="{12D2D8EA-A4D1-2F42-362C-0B5FB307B4A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B19EF07B-B1DD-6F6C-9370-A1377E6E85E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39" name="グループ化 38">
              <a:extLst>
                <a:ext uri="{FF2B5EF4-FFF2-40B4-BE49-F238E27FC236}">
                  <a16:creationId xmlns:a16="http://schemas.microsoft.com/office/drawing/2014/main" id="{B5FD8542-FFE0-9D59-4E2D-DF99351D8E27}"/>
                </a:ext>
              </a:extLst>
            </p:cNvPr>
            <p:cNvGrpSpPr/>
            <p:nvPr/>
          </p:nvGrpSpPr>
          <p:grpSpPr>
            <a:xfrm>
              <a:off x="5347121" y="3592480"/>
              <a:ext cx="1485182" cy="1716321"/>
              <a:chOff x="1276828" y="4105786"/>
              <a:chExt cx="1144222" cy="1716321"/>
            </a:xfrm>
          </p:grpSpPr>
          <p:sp>
            <p:nvSpPr>
              <p:cNvPr id="47" name="四角形: 角を丸くする 46">
                <a:extLst>
                  <a:ext uri="{FF2B5EF4-FFF2-40B4-BE49-F238E27FC236}">
                    <a16:creationId xmlns:a16="http://schemas.microsoft.com/office/drawing/2014/main" id="{EB8DA4AD-12E2-4DE7-633F-79F3B6976BD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807D28EF-A703-8425-A6D9-CF612604BD70}"/>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41" name="グループ化 40">
              <a:extLst>
                <a:ext uri="{FF2B5EF4-FFF2-40B4-BE49-F238E27FC236}">
                  <a16:creationId xmlns:a16="http://schemas.microsoft.com/office/drawing/2014/main" id="{970107C3-C3F3-DC98-FAE7-22B799D81729}"/>
                </a:ext>
              </a:extLst>
            </p:cNvPr>
            <p:cNvGrpSpPr/>
            <p:nvPr/>
          </p:nvGrpSpPr>
          <p:grpSpPr>
            <a:xfrm>
              <a:off x="1716441" y="3592480"/>
              <a:ext cx="1485182" cy="1716321"/>
              <a:chOff x="1276828" y="4105786"/>
              <a:chExt cx="1144222" cy="1716321"/>
            </a:xfrm>
          </p:grpSpPr>
          <p:sp>
            <p:nvSpPr>
              <p:cNvPr id="42" name="四角形: 角を丸くする 41">
                <a:extLst>
                  <a:ext uri="{FF2B5EF4-FFF2-40B4-BE49-F238E27FC236}">
                    <a16:creationId xmlns:a16="http://schemas.microsoft.com/office/drawing/2014/main" id="{19E1CA61-CF58-5493-458C-D326520994B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3" name="テキスト ボックス 42">
                <a:extLst>
                  <a:ext uri="{FF2B5EF4-FFF2-40B4-BE49-F238E27FC236}">
                    <a16:creationId xmlns:a16="http://schemas.microsoft.com/office/drawing/2014/main" id="{EE14F460-05DC-B966-B979-5AC96BBB408F}"/>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pic>
        <p:nvPicPr>
          <p:cNvPr id="5" name="図 4">
            <a:extLst>
              <a:ext uri="{FF2B5EF4-FFF2-40B4-BE49-F238E27FC236}">
                <a16:creationId xmlns:a16="http://schemas.microsoft.com/office/drawing/2014/main" id="{18E2CC49-D25A-B18A-9AD7-EB6FCD1CE8A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2096760"/>
            <a:ext cx="1100325" cy="1071966"/>
          </a:xfrm>
          <a:prstGeom prst="rect">
            <a:avLst/>
          </a:prstGeom>
        </p:spPr>
      </p:pic>
      <p:pic>
        <p:nvPicPr>
          <p:cNvPr id="52" name="図 51">
            <a:extLst>
              <a:ext uri="{FF2B5EF4-FFF2-40B4-BE49-F238E27FC236}">
                <a16:creationId xmlns:a16="http://schemas.microsoft.com/office/drawing/2014/main" id="{864719DD-8AA1-6426-069F-B9F35F6B83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pic>
        <p:nvPicPr>
          <p:cNvPr id="53" name="図 52">
            <a:extLst>
              <a:ext uri="{FF2B5EF4-FFF2-40B4-BE49-F238E27FC236}">
                <a16:creationId xmlns:a16="http://schemas.microsoft.com/office/drawing/2014/main" id="{E965AC4E-5CFB-151A-6133-423569A895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pic>
        <p:nvPicPr>
          <p:cNvPr id="54" name="図 53">
            <a:extLst>
              <a:ext uri="{FF2B5EF4-FFF2-40B4-BE49-F238E27FC236}">
                <a16:creationId xmlns:a16="http://schemas.microsoft.com/office/drawing/2014/main" id="{0D7C1C0A-8D92-3178-6C11-0D6EF1FE7C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pic>
        <p:nvPicPr>
          <p:cNvPr id="57" name="図 56">
            <a:extLst>
              <a:ext uri="{FF2B5EF4-FFF2-40B4-BE49-F238E27FC236}">
                <a16:creationId xmlns:a16="http://schemas.microsoft.com/office/drawing/2014/main" id="{D391B29B-DEB0-CACC-4E14-4D566BC5CA5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3991674"/>
            <a:ext cx="1100325" cy="1071966"/>
          </a:xfrm>
          <a:prstGeom prst="rect">
            <a:avLst/>
          </a:prstGeom>
        </p:spPr>
      </p:pic>
      <p:pic>
        <p:nvPicPr>
          <p:cNvPr id="60" name="図 59">
            <a:extLst>
              <a:ext uri="{FF2B5EF4-FFF2-40B4-BE49-F238E27FC236}">
                <a16:creationId xmlns:a16="http://schemas.microsoft.com/office/drawing/2014/main" id="{E4B83ABE-5FCC-5464-5D66-0F16453800B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3991674"/>
            <a:ext cx="1100325" cy="1071966"/>
          </a:xfrm>
          <a:prstGeom prst="rect">
            <a:avLst/>
          </a:prstGeom>
        </p:spPr>
      </p:pic>
      <p:pic>
        <p:nvPicPr>
          <p:cNvPr id="61" name="図 60">
            <a:extLst>
              <a:ext uri="{FF2B5EF4-FFF2-40B4-BE49-F238E27FC236}">
                <a16:creationId xmlns:a16="http://schemas.microsoft.com/office/drawing/2014/main" id="{131B8E1A-86A5-7E8D-2F2E-D86E41AFD9D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3991674"/>
            <a:ext cx="1100325" cy="1071966"/>
          </a:xfrm>
          <a:prstGeom prst="rect">
            <a:avLst/>
          </a:prstGeom>
        </p:spPr>
      </p:pic>
      <p:sp>
        <p:nvSpPr>
          <p:cNvPr id="3" name="正方形/長方形 2">
            <a:extLst>
              <a:ext uri="{FF2B5EF4-FFF2-40B4-BE49-F238E27FC236}">
                <a16:creationId xmlns:a16="http://schemas.microsoft.com/office/drawing/2014/main" id="{013F7272-9D8D-1298-5BA0-696EF47C8C8F}"/>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3A1A202A-589F-FB5F-584C-E35BECE42192}"/>
              </a:ext>
            </a:extLst>
          </p:cNvPr>
          <p:cNvGrpSpPr/>
          <p:nvPr/>
        </p:nvGrpSpPr>
        <p:grpSpPr>
          <a:xfrm>
            <a:off x="1847365" y="1502955"/>
            <a:ext cx="8501744" cy="3909999"/>
            <a:chOff x="1845128" y="1520369"/>
            <a:chExt cx="8501744" cy="3909999"/>
          </a:xfrm>
        </p:grpSpPr>
        <p:grpSp>
          <p:nvGrpSpPr>
            <p:cNvPr id="17" name="グループ化 16">
              <a:extLst>
                <a:ext uri="{FF2B5EF4-FFF2-40B4-BE49-F238E27FC236}">
                  <a16:creationId xmlns:a16="http://schemas.microsoft.com/office/drawing/2014/main" id="{BA4C9ED1-EF2A-A476-C9AA-2F4E80FFE024}"/>
                </a:ext>
              </a:extLst>
            </p:cNvPr>
            <p:cNvGrpSpPr/>
            <p:nvPr/>
          </p:nvGrpSpPr>
          <p:grpSpPr>
            <a:xfrm>
              <a:off x="5206482" y="3633810"/>
              <a:ext cx="3537775" cy="276285"/>
              <a:chOff x="3114125" y="3836637"/>
              <a:chExt cx="5697007" cy="276285"/>
            </a:xfrm>
          </p:grpSpPr>
          <p:sp>
            <p:nvSpPr>
              <p:cNvPr id="136" name="四角形: 角を丸くする 135">
                <a:extLst>
                  <a:ext uri="{FF2B5EF4-FFF2-40B4-BE49-F238E27FC236}">
                    <a16:creationId xmlns:a16="http://schemas.microsoft.com/office/drawing/2014/main" id="{215E2D79-5A9E-BCC0-C6B6-6E6B631AE306}"/>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7" name="四角形: 角を丸くする 136">
                <a:extLst>
                  <a:ext uri="{FF2B5EF4-FFF2-40B4-BE49-F238E27FC236}">
                    <a16:creationId xmlns:a16="http://schemas.microsoft.com/office/drawing/2014/main" id="{E95FA578-1ADE-59BF-FD68-C664150CAA3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0" name="四角形: 角を丸くする 19">
              <a:extLst>
                <a:ext uri="{FF2B5EF4-FFF2-40B4-BE49-F238E27FC236}">
                  <a16:creationId xmlns:a16="http://schemas.microsoft.com/office/drawing/2014/main" id="{6607C868-3E0C-F85A-7F75-CC72B94151CA}"/>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22" name="グループ化 21">
              <a:extLst>
                <a:ext uri="{FF2B5EF4-FFF2-40B4-BE49-F238E27FC236}">
                  <a16:creationId xmlns:a16="http://schemas.microsoft.com/office/drawing/2014/main" id="{7B11A39F-E7E2-A394-B2EE-75A478120D9C}"/>
                </a:ext>
              </a:extLst>
            </p:cNvPr>
            <p:cNvGrpSpPr/>
            <p:nvPr/>
          </p:nvGrpSpPr>
          <p:grpSpPr>
            <a:xfrm>
              <a:off x="3032545" y="1594808"/>
              <a:ext cx="1485182" cy="1716321"/>
              <a:chOff x="1276828" y="4105786"/>
              <a:chExt cx="1144222" cy="1716321"/>
            </a:xfrm>
          </p:grpSpPr>
          <p:sp>
            <p:nvSpPr>
              <p:cNvPr id="134" name="四角形: 角を丸くする 133">
                <a:extLst>
                  <a:ext uri="{FF2B5EF4-FFF2-40B4-BE49-F238E27FC236}">
                    <a16:creationId xmlns:a16="http://schemas.microsoft.com/office/drawing/2014/main" id="{E513F363-58B6-D790-D929-10BBF539935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5" name="テキスト ボックス 134">
                <a:extLst>
                  <a:ext uri="{FF2B5EF4-FFF2-40B4-BE49-F238E27FC236}">
                    <a16:creationId xmlns:a16="http://schemas.microsoft.com/office/drawing/2014/main" id="{6100E9DB-7EEF-1CAE-50D2-53EE8C20A62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25" name="グループ化 24">
              <a:extLst>
                <a:ext uri="{FF2B5EF4-FFF2-40B4-BE49-F238E27FC236}">
                  <a16:creationId xmlns:a16="http://schemas.microsoft.com/office/drawing/2014/main" id="{5EE07D14-3CD4-8225-F958-D0ACD21CA175}"/>
                </a:ext>
              </a:extLst>
            </p:cNvPr>
            <p:cNvGrpSpPr/>
            <p:nvPr/>
          </p:nvGrpSpPr>
          <p:grpSpPr>
            <a:xfrm>
              <a:off x="4788263" y="1594808"/>
              <a:ext cx="1485182" cy="1716321"/>
              <a:chOff x="1276828" y="4105786"/>
              <a:chExt cx="1144222" cy="1716321"/>
            </a:xfrm>
          </p:grpSpPr>
          <p:sp>
            <p:nvSpPr>
              <p:cNvPr id="132" name="四角形: 角を丸くする 131">
                <a:extLst>
                  <a:ext uri="{FF2B5EF4-FFF2-40B4-BE49-F238E27FC236}">
                    <a16:creationId xmlns:a16="http://schemas.microsoft.com/office/drawing/2014/main" id="{5D4B5A3B-9023-BCBC-F2E5-FF81CBBC456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3" name="テキスト ボックス 132">
                <a:extLst>
                  <a:ext uri="{FF2B5EF4-FFF2-40B4-BE49-F238E27FC236}">
                    <a16:creationId xmlns:a16="http://schemas.microsoft.com/office/drawing/2014/main" id="{E85860BB-C13D-9380-8087-BA0ABC70A94A}"/>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6" name="グループ化 25">
              <a:extLst>
                <a:ext uri="{FF2B5EF4-FFF2-40B4-BE49-F238E27FC236}">
                  <a16:creationId xmlns:a16="http://schemas.microsoft.com/office/drawing/2014/main" id="{CDF2E7B0-98E4-ED00-C42E-87546DE5775B}"/>
                </a:ext>
              </a:extLst>
            </p:cNvPr>
            <p:cNvGrpSpPr/>
            <p:nvPr/>
          </p:nvGrpSpPr>
          <p:grpSpPr>
            <a:xfrm>
              <a:off x="6543980" y="1594808"/>
              <a:ext cx="1485182" cy="1716321"/>
              <a:chOff x="1276828" y="4105786"/>
              <a:chExt cx="1144222" cy="1716321"/>
            </a:xfrm>
          </p:grpSpPr>
          <p:sp>
            <p:nvSpPr>
              <p:cNvPr id="130" name="四角形: 角を丸くする 129">
                <a:extLst>
                  <a:ext uri="{FF2B5EF4-FFF2-40B4-BE49-F238E27FC236}">
                    <a16:creationId xmlns:a16="http://schemas.microsoft.com/office/drawing/2014/main" id="{9E595828-63C5-79D1-5804-BE30BA1D512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1" name="テキスト ボックス 130">
                <a:extLst>
                  <a:ext uri="{FF2B5EF4-FFF2-40B4-BE49-F238E27FC236}">
                    <a16:creationId xmlns:a16="http://schemas.microsoft.com/office/drawing/2014/main" id="{973BDE27-B898-2069-21B5-354A53B70B19}"/>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7" name="図 26">
              <a:extLst>
                <a:ext uri="{FF2B5EF4-FFF2-40B4-BE49-F238E27FC236}">
                  <a16:creationId xmlns:a16="http://schemas.microsoft.com/office/drawing/2014/main" id="{E7631C3B-D2D7-B999-8C86-DDC59FD57AD8}"/>
                </a:ext>
              </a:extLst>
            </p:cNvPr>
            <p:cNvPicPr/>
            <p:nvPr/>
          </p:nvPicPr>
          <p:blipFill>
            <a:blip r:embed="rId5">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30" name="図 29">
              <a:extLst>
                <a:ext uri="{FF2B5EF4-FFF2-40B4-BE49-F238E27FC236}">
                  <a16:creationId xmlns:a16="http://schemas.microsoft.com/office/drawing/2014/main" id="{F758533D-E644-857A-BE25-28826272F01B}"/>
                </a:ext>
              </a:extLst>
            </p:cNvPr>
            <p:cNvPicPr/>
            <p:nvPr/>
          </p:nvPicPr>
          <p:blipFill>
            <a:blip r:embed="rId5">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36" name="図 35">
              <a:extLst>
                <a:ext uri="{FF2B5EF4-FFF2-40B4-BE49-F238E27FC236}">
                  <a16:creationId xmlns:a16="http://schemas.microsoft.com/office/drawing/2014/main" id="{B20C17C9-F5A1-6CEC-63CB-E6D0A51E7A2F}"/>
                </a:ext>
              </a:extLst>
            </p:cNvPr>
            <p:cNvPicPr/>
            <p:nvPr/>
          </p:nvPicPr>
          <p:blipFill>
            <a:blip r:embed="rId5">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38" name="図 37">
              <a:extLst>
                <a:ext uri="{FF2B5EF4-FFF2-40B4-BE49-F238E27FC236}">
                  <a16:creationId xmlns:a16="http://schemas.microsoft.com/office/drawing/2014/main" id="{112A4AA3-F8E9-72F7-D95A-FE0D09BE3363}"/>
                </a:ext>
              </a:extLst>
            </p:cNvPr>
            <p:cNvPicPr/>
            <p:nvPr/>
          </p:nvPicPr>
          <p:blipFill>
            <a:blip r:embed="rId6">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40" name="図 39">
              <a:extLst>
                <a:ext uri="{FF2B5EF4-FFF2-40B4-BE49-F238E27FC236}">
                  <a16:creationId xmlns:a16="http://schemas.microsoft.com/office/drawing/2014/main" id="{79533F4A-360F-7D74-FEF4-6A3A3A83635C}"/>
                </a:ext>
              </a:extLst>
            </p:cNvPr>
            <p:cNvPicPr/>
            <p:nvPr/>
          </p:nvPicPr>
          <p:blipFill>
            <a:blip r:embed="rId6">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45" name="四角形: 角を丸くする 44">
              <a:extLst>
                <a:ext uri="{FF2B5EF4-FFF2-40B4-BE49-F238E27FC236}">
                  <a16:creationId xmlns:a16="http://schemas.microsoft.com/office/drawing/2014/main" id="{3AF6F998-27DA-9CCC-5B5E-09448552D0C0}"/>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6" name="テキスト ボックス 45">
              <a:extLst>
                <a:ext uri="{FF2B5EF4-FFF2-40B4-BE49-F238E27FC236}">
                  <a16:creationId xmlns:a16="http://schemas.microsoft.com/office/drawing/2014/main" id="{DD9B6016-31FF-31B6-4F2E-D2DBD3DBAA5E}"/>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51" name="図 50">
              <a:extLst>
                <a:ext uri="{FF2B5EF4-FFF2-40B4-BE49-F238E27FC236}">
                  <a16:creationId xmlns:a16="http://schemas.microsoft.com/office/drawing/2014/main" id="{D2AEDBC3-CBAC-40E0-8023-9B7DD14C9CAE}"/>
                </a:ext>
              </a:extLst>
            </p:cNvPr>
            <p:cNvPicPr/>
            <p:nvPr/>
          </p:nvPicPr>
          <p:blipFill>
            <a:blip r:embed="rId7">
              <a:extLst>
                <a:ext uri="{BEBA8EAE-BF5A-486C-A8C5-ECC9F3942E4B}">
                  <a14:imgProps xmlns:a14="http://schemas.microsoft.com/office/drawing/2010/main">
                    <a14:imgLayer r:embed="rId8">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55" name="テキスト ボックス 54">
              <a:extLst>
                <a:ext uri="{FF2B5EF4-FFF2-40B4-BE49-F238E27FC236}">
                  <a16:creationId xmlns:a16="http://schemas.microsoft.com/office/drawing/2014/main" id="{8BEE1034-518A-EF62-E3E3-9B97E2A88EF3}"/>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このレア鉱石を削除しますか？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56" name="グループ化 55">
              <a:extLst>
                <a:ext uri="{FF2B5EF4-FFF2-40B4-BE49-F238E27FC236}">
                  <a16:creationId xmlns:a16="http://schemas.microsoft.com/office/drawing/2014/main" id="{B9334FC7-0952-4C2E-9FF6-7AAEC5496DC5}"/>
                </a:ext>
              </a:extLst>
            </p:cNvPr>
            <p:cNvGrpSpPr/>
            <p:nvPr/>
          </p:nvGrpSpPr>
          <p:grpSpPr>
            <a:xfrm>
              <a:off x="3984982" y="4520190"/>
              <a:ext cx="4222035" cy="615046"/>
              <a:chOff x="4007751" y="4520190"/>
              <a:chExt cx="4222035" cy="615046"/>
            </a:xfrm>
          </p:grpSpPr>
          <p:sp>
            <p:nvSpPr>
              <p:cNvPr id="128" name="四角形: 角を丸くする 127">
                <a:extLst>
                  <a:ext uri="{FF2B5EF4-FFF2-40B4-BE49-F238E27FC236}">
                    <a16:creationId xmlns:a16="http://schemas.microsoft.com/office/drawing/2014/main" id="{3B160415-E60E-C901-8B23-BF95005A813D}"/>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129" name="四角形: 角を丸くする 128">
                <a:extLst>
                  <a:ext uri="{FF2B5EF4-FFF2-40B4-BE49-F238E27FC236}">
                    <a16:creationId xmlns:a16="http://schemas.microsoft.com/office/drawing/2014/main" id="{6908527D-3D19-396A-BF1A-423B51A76601}"/>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58" name="四角形: 角を丸くする 57">
              <a:extLst>
                <a:ext uri="{FF2B5EF4-FFF2-40B4-BE49-F238E27FC236}">
                  <a16:creationId xmlns:a16="http://schemas.microsoft.com/office/drawing/2014/main" id="{C5A4CAE6-1D3D-FCFF-D325-9A315D0B2511}"/>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3" name="テキスト ボックス 62">
              <a:extLst>
                <a:ext uri="{FF2B5EF4-FFF2-40B4-BE49-F238E27FC236}">
                  <a16:creationId xmlns:a16="http://schemas.microsoft.com/office/drawing/2014/main" id="{E14A6BF9-30FF-811D-AE91-FF20BBE16257}"/>
                </a:ext>
              </a:extLst>
            </p:cNvPr>
            <p:cNvSpPr txBox="1"/>
            <p:nvPr/>
          </p:nvSpPr>
          <p:spPr>
            <a:xfrm>
              <a:off x="5110326" y="2798291"/>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138" name="図 137">
            <a:extLst>
              <a:ext uri="{FF2B5EF4-FFF2-40B4-BE49-F238E27FC236}">
                <a16:creationId xmlns:a16="http://schemas.microsoft.com/office/drawing/2014/main" id="{5921E51F-D981-BA60-C107-C84A042607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105367" y="2512550"/>
            <a:ext cx="823925" cy="802690"/>
          </a:xfrm>
          <a:prstGeom prst="rect">
            <a:avLst/>
          </a:prstGeom>
        </p:spPr>
      </p:pic>
    </p:spTree>
    <p:extLst>
      <p:ext uri="{BB962C8B-B14F-4D97-AF65-F5344CB8AC3E}">
        <p14:creationId xmlns:p14="http://schemas.microsoft.com/office/powerpoint/2010/main" val="316393089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01AE2-F916-CFE4-7652-5216E0294336}"/>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85EA8A13-1428-8BC3-7631-C7C63B411767}"/>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10979053" y="5715999"/>
            <a:ext cx="696162" cy="785488"/>
          </a:xfrm>
          <a:prstGeom prst="rect">
            <a:avLst/>
          </a:prstGeom>
        </p:spPr>
      </p:pic>
      <p:pic>
        <p:nvPicPr>
          <p:cNvPr id="8" name="図 7">
            <a:extLst>
              <a:ext uri="{FF2B5EF4-FFF2-40B4-BE49-F238E27FC236}">
                <a16:creationId xmlns:a16="http://schemas.microsoft.com/office/drawing/2014/main" id="{88EB3776-A292-6C99-19D1-9601BFCA0E8C}"/>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b="24779"/>
          <a:stretch>
            <a:fillRect/>
          </a:stretch>
        </p:blipFill>
        <p:spPr>
          <a:xfrm>
            <a:off x="9761073" y="5725114"/>
            <a:ext cx="696162" cy="785488"/>
          </a:xfrm>
          <a:prstGeom prst="rect">
            <a:avLst/>
          </a:prstGeom>
        </p:spPr>
      </p:pic>
      <p:pic>
        <p:nvPicPr>
          <p:cNvPr id="6" name="図 5">
            <a:extLst>
              <a:ext uri="{FF2B5EF4-FFF2-40B4-BE49-F238E27FC236}">
                <a16:creationId xmlns:a16="http://schemas.microsoft.com/office/drawing/2014/main" id="{315DB5A6-43E7-315B-8C3E-BE69964BEF5D}"/>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8426399" y="5725114"/>
            <a:ext cx="696162" cy="785488"/>
          </a:xfrm>
          <a:prstGeom prst="rect">
            <a:avLst/>
          </a:prstGeom>
        </p:spPr>
      </p:pic>
      <p:pic>
        <p:nvPicPr>
          <p:cNvPr id="5" name="図 4">
            <a:extLst>
              <a:ext uri="{FF2B5EF4-FFF2-40B4-BE49-F238E27FC236}">
                <a16:creationId xmlns:a16="http://schemas.microsoft.com/office/drawing/2014/main" id="{07B39274-EC8F-CDCE-1297-1A54920B473E}"/>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7177033" y="5754352"/>
            <a:ext cx="696162" cy="785488"/>
          </a:xfrm>
          <a:prstGeom prst="rect">
            <a:avLst/>
          </a:prstGeom>
        </p:spPr>
      </p:pic>
      <p:grpSp>
        <p:nvGrpSpPr>
          <p:cNvPr id="55" name="グループ化 54">
            <a:extLst>
              <a:ext uri="{FF2B5EF4-FFF2-40B4-BE49-F238E27FC236}">
                <a16:creationId xmlns:a16="http://schemas.microsoft.com/office/drawing/2014/main" id="{BB2E64CB-8857-F0C1-DFD4-136FBFFCEF2A}"/>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2DA99E32-17F1-BA01-CAF8-A16D9B7563A8}"/>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19308CCA-A48D-C530-2EAA-9F15F012E7F3}"/>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9524E4E1-866D-9CA0-6D19-9EF4F86B5A75}"/>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8027F050-CFA1-3A45-24BB-1E52D783E835}"/>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AAAECEF4-275C-861F-04AC-F220DCF74EB2}"/>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8B6BECE1-C90C-4C97-355B-7AF830663E7D}"/>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FD606F5B-CAFE-F374-215A-941BEC61528A}"/>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B7CBB3D3-860D-6813-87B2-A30BF55D83FA}"/>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92F98494-0F4A-6799-31E9-07ECFCC969D4}"/>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58099091-872F-1BEE-322D-50217919077F}"/>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AA22EC24-B104-53B0-5E87-667D14B378EB}"/>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2235D236-F31B-F9FB-A655-9A14D0ECA1BC}"/>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70C934A6-9C91-EE77-BE42-17C07ACF6C96}"/>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26D29B16-CB3D-B291-23A6-8F6CB0CC3589}"/>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194FFE4C-3A07-E8E7-3B51-6A1DD8F49447}"/>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F67A7E82-CBE3-5818-B945-7A44851BBE0F}"/>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A167E1F6-4423-1531-D63C-CF6CE959247C}"/>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DF583DEC-11EF-7D3E-8B77-618B3A5266F8}"/>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DCBC4106-4875-AC35-6F8F-B742C87A476A}"/>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4FB91633-E65F-1183-2155-5EC326AF970C}"/>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A31BEBCC-96A2-0CF8-2F2B-90672FEB5186}"/>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F2CF5804-806A-9856-4984-DA915FCE3380}"/>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1ABB7CBE-820E-C787-5653-C6870505F593}"/>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56A3456B-4C75-8B78-9E4A-DFBD78D315FD}"/>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A5C34AEC-5A8F-1DEF-6B68-978BC086EAE4}"/>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E3671712-DDA1-64B3-E026-67CBBA88B3A9}"/>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4" name="図 3">
            <a:extLst>
              <a:ext uri="{FF2B5EF4-FFF2-40B4-BE49-F238E27FC236}">
                <a16:creationId xmlns:a16="http://schemas.microsoft.com/office/drawing/2014/main" id="{CD33BC0E-B671-AD0F-51B6-F427BF8B86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08277" y="2744453"/>
            <a:ext cx="696162" cy="1044242"/>
          </a:xfrm>
          <a:prstGeom prst="rect">
            <a:avLst/>
          </a:prstGeom>
        </p:spPr>
      </p:pic>
      <p:pic>
        <p:nvPicPr>
          <p:cNvPr id="3" name="図 2">
            <a:extLst>
              <a:ext uri="{FF2B5EF4-FFF2-40B4-BE49-F238E27FC236}">
                <a16:creationId xmlns:a16="http://schemas.microsoft.com/office/drawing/2014/main" id="{3A988E09-51A2-89BF-0C7F-FAD7CE0FA3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1492" y="3573442"/>
            <a:ext cx="696162" cy="1044242"/>
          </a:xfrm>
          <a:prstGeom prst="rect">
            <a:avLst/>
          </a:prstGeom>
        </p:spPr>
      </p:pic>
      <p:pic>
        <p:nvPicPr>
          <p:cNvPr id="57" name="図 56" descr="暗い背景に浮かぶ月&#10;&#10;AI 生成コンテンツは誤りを含む可能性があります。">
            <a:extLst>
              <a:ext uri="{FF2B5EF4-FFF2-40B4-BE49-F238E27FC236}">
                <a16:creationId xmlns:a16="http://schemas.microsoft.com/office/drawing/2014/main" id="{DB430730-01B5-9FFE-1E93-E55575B8CCD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DF4BF429-3B3D-3E06-5588-ACFBB8EB2891}"/>
              </a:ext>
            </a:extLst>
          </p:cNvPr>
          <p:cNvPicPr>
            <a:picLocks noChangeAspect="1"/>
          </p:cNvPicPr>
          <p:nvPr/>
        </p:nvPicPr>
        <p:blipFill>
          <a:blip r:embed="rId6">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2FEAAD39-3EE1-B63C-6E74-6383DDD09F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5987C471-09E9-14AA-3085-F5372F436860}"/>
              </a:ext>
            </a:extLst>
          </p:cNvPr>
          <p:cNvPicPr>
            <a:picLocks noChangeAspect="1"/>
          </p:cNvPicPr>
          <p:nvPr/>
        </p:nvPicPr>
        <p:blipFill>
          <a:blip r:embed="rId8"/>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425FA065-CB71-C3F7-F77E-5D260B09FC0F}"/>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0FEB5700-8B6D-D3CC-1488-2D9C0C9C7F2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7EF23133-7BC3-0DA8-BF34-ED73A55A8D0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D61A032A-E325-DC7B-2E57-EFEF3499873C}"/>
              </a:ext>
            </a:extLst>
          </p:cNvPr>
          <p:cNvPicPr>
            <a:picLocks noChangeAspect="1"/>
          </p:cNvPicPr>
          <p:nvPr/>
        </p:nvPicPr>
        <p:blipFill>
          <a:blip r:embed="rId11">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DB8C9967-1E94-DEBF-4486-4CA483F79ECA}"/>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057BA427-3C6C-89F0-AE55-31AAC8A2A5C0}"/>
              </a:ext>
            </a:extLst>
          </p:cNvPr>
          <p:cNvPicPr>
            <a:picLocks noChangeAspect="1"/>
          </p:cNvPicPr>
          <p:nvPr/>
        </p:nvPicPr>
        <p:blipFill>
          <a:blip r:embed="rId6">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B1D4F19D-FE68-3E5D-EE19-BFD209945AF0}"/>
              </a:ext>
            </a:extLst>
          </p:cNvPr>
          <p:cNvPicPr>
            <a:picLocks noChangeAspect="1"/>
          </p:cNvPicPr>
          <p:nvPr/>
        </p:nvPicPr>
        <p:blipFill>
          <a:blip r:embed="rId6">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E60DBD92-7E50-7C9B-EABA-B692E26C05D1}"/>
              </a:ext>
            </a:extLst>
          </p:cNvPr>
          <p:cNvPicPr>
            <a:picLocks noChangeAspect="1"/>
          </p:cNvPicPr>
          <p:nvPr/>
        </p:nvPicPr>
        <p:blipFill>
          <a:blip r:embed="rId6">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E3997F12-FB97-383D-1C22-AE31DB05A2DB}"/>
              </a:ext>
            </a:extLst>
          </p:cNvPr>
          <p:cNvPicPr>
            <a:picLocks noChangeAspect="1"/>
          </p:cNvPicPr>
          <p:nvPr/>
        </p:nvPicPr>
        <p:blipFill>
          <a:blip r:embed="rId6">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AFA23A41-A6C5-C8AA-9C84-BE74AC6835E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7A6A0B93-8837-A3BA-EF03-259351EE217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9F483A88-5CC4-C52F-1C9E-3F52EB3A1F0B}"/>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C246EBE1-11E8-1D25-D5DE-855BDB3029C3}"/>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72DC2B13-2B56-4813-5610-BD624ABF869F}"/>
              </a:ext>
            </a:extLst>
          </p:cNvPr>
          <p:cNvPicPr>
            <a:picLocks noChangeAspect="1"/>
          </p:cNvPicPr>
          <p:nvPr/>
        </p:nvPicPr>
        <p:blipFill>
          <a:blip r:embed="rId13">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A3FC1EE8-9A1C-D0E4-6349-282A71B32302}"/>
              </a:ext>
            </a:extLst>
          </p:cNvPr>
          <p:cNvPicPr>
            <a:picLocks noChangeAspect="1"/>
          </p:cNvPicPr>
          <p:nvPr/>
        </p:nvPicPr>
        <p:blipFill>
          <a:blip r:embed="rId13">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AA6427AB-2463-4F71-5C5D-00A10B8D8658}"/>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C1C11561-0648-849D-15BA-CABB436E850B}"/>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269225FC-D236-B5C4-59BA-3E6F0BD30BD6}"/>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AAE33104-55F5-C2EC-98DA-C059EC23CB1F}"/>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684BF089-667D-0E0F-C8CA-96155AF29948}"/>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15E5A9B5-05CA-81F5-D445-C263A5DB7141}"/>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C8AE0592-66B3-25C9-A3C1-E987A8A471F2}"/>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88BD3EE4-A183-F69E-FD31-BB6B088B3996}"/>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4C30B35C-7F5A-8158-75D8-A91AA0D3B76C}"/>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D33DB241-EAFB-21E0-391D-A35CB6B7F777}"/>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CA6E6B59-321C-E230-AE6A-8D5DB7898F20}"/>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EBDBEF07-A4B3-AADB-B7C3-7242A694CB06}"/>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F1AB1350-EF19-57AC-672B-085E0EA25255}"/>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7C4F593D-BEDB-194D-F924-271EE1322756}"/>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8A077ED9-CF5F-2DA0-E011-F4A17780A647}"/>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C3E652D2-1077-145E-6AA3-EB6FE29E6850}"/>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8FC0827E-A926-79B1-0723-2D546B9CC93C}"/>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98288060-C9DC-14DB-0B78-5B4603873D20}"/>
              </a:ext>
            </a:extLst>
          </p:cNvPr>
          <p:cNvPicPr>
            <a:picLocks noChangeAspect="1"/>
          </p:cNvPicPr>
          <p:nvPr/>
        </p:nvPicPr>
        <p:blipFill>
          <a:blip r:embed="rId14">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A58A7161-76E0-4AC3-26CB-13A8B76688B8}"/>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51DFDBD7-F85B-74CC-8CCF-2A12A5704643}"/>
              </a:ext>
            </a:extLst>
          </p:cNvPr>
          <p:cNvPicPr>
            <a:picLocks noChangeAspect="1"/>
          </p:cNvPicPr>
          <p:nvPr/>
        </p:nvPicPr>
        <p:blipFill>
          <a:blip r:embed="rId14">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0B49FDC3-8591-D030-BC67-15A813B1C33E}"/>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82585D98-C32E-8CFF-8D27-367E5402C496}"/>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15CB1F71-C773-F2E7-91F8-B2F4A6F5BBB9}"/>
              </a:ext>
            </a:extLst>
          </p:cNvPr>
          <p:cNvPicPr>
            <a:picLocks noChangeAspect="1"/>
          </p:cNvPicPr>
          <p:nvPr/>
        </p:nvPicPr>
        <p:blipFill>
          <a:blip r:embed="rId14">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9620F881-7B1B-8C4A-671C-FDAD75914DCA}"/>
              </a:ext>
            </a:extLst>
          </p:cNvPr>
          <p:cNvPicPr>
            <a:picLocks noChangeAspect="1"/>
          </p:cNvPicPr>
          <p:nvPr/>
        </p:nvPicPr>
        <p:blipFill>
          <a:blip r:embed="rId14">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94DF5461-5EA6-ED32-B668-933953C11E46}"/>
              </a:ext>
            </a:extLst>
          </p:cNvPr>
          <p:cNvGrpSpPr/>
          <p:nvPr/>
        </p:nvGrpSpPr>
        <p:grpSpPr>
          <a:xfrm>
            <a:off x="6980678" y="5813675"/>
            <a:ext cx="5282019" cy="863767"/>
            <a:chOff x="7047353" y="5766050"/>
            <a:chExt cx="5282019" cy="863767"/>
          </a:xfrm>
        </p:grpSpPr>
        <p:grpSp>
          <p:nvGrpSpPr>
            <p:cNvPr id="98" name="グループ化 97">
              <a:extLst>
                <a:ext uri="{FF2B5EF4-FFF2-40B4-BE49-F238E27FC236}">
                  <a16:creationId xmlns:a16="http://schemas.microsoft.com/office/drawing/2014/main" id="{1AACFE93-5FC2-02ED-E2CF-E9AB7D257E35}"/>
                </a:ext>
              </a:extLst>
            </p:cNvPr>
            <p:cNvGrpSpPr/>
            <p:nvPr/>
          </p:nvGrpSpPr>
          <p:grpSpPr>
            <a:xfrm>
              <a:off x="7047353" y="6426608"/>
              <a:ext cx="4925585" cy="203209"/>
              <a:chOff x="7038024" y="6305310"/>
              <a:chExt cx="4925585" cy="203209"/>
            </a:xfrm>
          </p:grpSpPr>
          <p:grpSp>
            <p:nvGrpSpPr>
              <p:cNvPr id="70" name="グループ化 69">
                <a:extLst>
                  <a:ext uri="{FF2B5EF4-FFF2-40B4-BE49-F238E27FC236}">
                    <a16:creationId xmlns:a16="http://schemas.microsoft.com/office/drawing/2014/main" id="{C69B2500-BED8-7E69-FDCD-2FD602285DDC}"/>
                  </a:ext>
                </a:extLst>
              </p:cNvPr>
              <p:cNvGrpSpPr/>
              <p:nvPr/>
            </p:nvGrpSpPr>
            <p:grpSpPr>
              <a:xfrm>
                <a:off x="7038024" y="6305310"/>
                <a:ext cx="1125692" cy="203209"/>
                <a:chOff x="7189194" y="4755790"/>
                <a:chExt cx="2361296" cy="426260"/>
              </a:xfrm>
            </p:grpSpPr>
            <p:sp>
              <p:nvSpPr>
                <p:cNvPr id="68" name="フローチャート: 手作業 67">
                  <a:extLst>
                    <a:ext uri="{FF2B5EF4-FFF2-40B4-BE49-F238E27FC236}">
                      <a16:creationId xmlns:a16="http://schemas.microsoft.com/office/drawing/2014/main" id="{5C2A5DAA-E96B-3803-246F-0E1AD3FF2CB1}"/>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CB39BB3B-13CB-4FFC-48D9-B4D35D453052}"/>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79" name="グループ化 78">
                <a:extLst>
                  <a:ext uri="{FF2B5EF4-FFF2-40B4-BE49-F238E27FC236}">
                    <a16:creationId xmlns:a16="http://schemas.microsoft.com/office/drawing/2014/main" id="{1ABEDB1E-2BE6-F979-F8DA-BF241F883350}"/>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78E38A87-04A2-17D8-0DA0-B7DCC25A54CA}"/>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5C0CB3B7-3C55-83B7-629C-1844D877450A}"/>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4" name="グループ化 83">
                <a:extLst>
                  <a:ext uri="{FF2B5EF4-FFF2-40B4-BE49-F238E27FC236}">
                    <a16:creationId xmlns:a16="http://schemas.microsoft.com/office/drawing/2014/main" id="{D4F8C1C4-9B6C-FB62-445C-C16AC0056F0E}"/>
                  </a:ext>
                </a:extLst>
              </p:cNvPr>
              <p:cNvGrpSpPr/>
              <p:nvPr/>
            </p:nvGrpSpPr>
            <p:grpSpPr>
              <a:xfrm>
                <a:off x="9571286" y="6305310"/>
                <a:ext cx="1125692" cy="203209"/>
                <a:chOff x="7189194" y="4755790"/>
                <a:chExt cx="2361296" cy="426260"/>
              </a:xfrm>
            </p:grpSpPr>
            <p:sp>
              <p:nvSpPr>
                <p:cNvPr id="85" name="フローチャート: 手作業 84">
                  <a:extLst>
                    <a:ext uri="{FF2B5EF4-FFF2-40B4-BE49-F238E27FC236}">
                      <a16:creationId xmlns:a16="http://schemas.microsoft.com/office/drawing/2014/main" id="{DA4A6485-D206-1B13-457E-A79A57B2C8FE}"/>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A4A0BD21-94BB-5A1E-317D-D5A236BE2749}"/>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9" name="グループ化 88">
                <a:extLst>
                  <a:ext uri="{FF2B5EF4-FFF2-40B4-BE49-F238E27FC236}">
                    <a16:creationId xmlns:a16="http://schemas.microsoft.com/office/drawing/2014/main" id="{3BC2FA30-6F14-4B90-EA70-177E2421EB7B}"/>
                  </a:ext>
                </a:extLst>
              </p:cNvPr>
              <p:cNvGrpSpPr/>
              <p:nvPr/>
            </p:nvGrpSpPr>
            <p:grpSpPr>
              <a:xfrm>
                <a:off x="10837917" y="6305310"/>
                <a:ext cx="1125692" cy="203209"/>
                <a:chOff x="7189194" y="4755790"/>
                <a:chExt cx="2361296" cy="426260"/>
              </a:xfrm>
            </p:grpSpPr>
            <p:sp>
              <p:nvSpPr>
                <p:cNvPr id="90" name="フローチャート: 手作業 89">
                  <a:extLst>
                    <a:ext uri="{FF2B5EF4-FFF2-40B4-BE49-F238E27FC236}">
                      <a16:creationId xmlns:a16="http://schemas.microsoft.com/office/drawing/2014/main" id="{10DB2BBC-F223-8693-4739-FA4FF426B881}"/>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1F80E06C-EBA0-F188-7438-4A0119CCFAAC}"/>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sp>
          <p:nvSpPr>
            <p:cNvPr id="152" name="フローチャート: データ 151">
              <a:extLst>
                <a:ext uri="{FF2B5EF4-FFF2-40B4-BE49-F238E27FC236}">
                  <a16:creationId xmlns:a16="http://schemas.microsoft.com/office/drawing/2014/main" id="{A9F47936-AEF8-50DF-211B-B111F92203C6}"/>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3B34F010-7627-2AD3-71FB-B28DE15F62BD}"/>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89B3116F-7032-FF3A-A189-EF45B57BB7DC}"/>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BFD648F1-93A6-443E-3186-4C9FC31BBD50}"/>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EF7719F6-4B22-85DB-E11F-C8927D0921D3}"/>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FFA67BA5-83EA-90F9-331C-9D3826B0218D}"/>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A11B3950-9A69-A6A9-F47E-2CAF76F52DBA}"/>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6A2036DD-5ABC-B7AE-B4A9-38BC773CDDAA}"/>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FCED8A44-AEC0-F233-C34A-C0E6AA9A48E3}"/>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A3C101D2-3345-932E-ACC1-EB3B869637B1}"/>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FFBF75C4-3F95-BD28-DA41-EB0860D67B8C}"/>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B9977589-466F-5A85-4A00-EE31284C092B}"/>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3646923434"/>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11B8CE1-B937-753E-1A40-7A7EDA4DBA6E}"/>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587D6479-F1DA-E544-83B9-ACBEC8EA7AA6}"/>
              </a:ext>
            </a:extLst>
          </p:cNvPr>
          <p:cNvSpPr/>
          <p:nvPr/>
        </p:nvSpPr>
        <p:spPr>
          <a:xfrm>
            <a:off x="7473821" y="618959"/>
            <a:ext cx="4348066" cy="3169269"/>
          </a:xfrm>
          <a:prstGeom prst="roundRect">
            <a:avLst>
              <a:gd name="adj" fmla="val 9570"/>
            </a:avLst>
          </a:prstGeom>
          <a:solidFill>
            <a:schemeClr val="accent2">
              <a:lumMod val="20000"/>
              <a:lumOff val="80000"/>
            </a:schemeClr>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1F6220E6-0075-47CB-5972-D730925B8811}"/>
              </a:ext>
            </a:extLst>
          </p:cNvPr>
          <p:cNvSpPr/>
          <p:nvPr/>
        </p:nvSpPr>
        <p:spPr>
          <a:xfrm>
            <a:off x="8430208" y="3788228"/>
            <a:ext cx="2435291" cy="56294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8FAD50AC-C5D4-5F91-4288-ED306C2CC8ED}"/>
              </a:ext>
            </a:extLst>
          </p:cNvPr>
          <p:cNvSpPr txBox="1"/>
          <p:nvPr/>
        </p:nvSpPr>
        <p:spPr>
          <a:xfrm>
            <a:off x="8683484" y="892707"/>
            <a:ext cx="1928733"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C</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a:t>
            </a:r>
          </a:p>
        </p:txBody>
      </p:sp>
      <p:sp>
        <p:nvSpPr>
          <p:cNvPr id="8" name="テキスト ボックス 7">
            <a:extLst>
              <a:ext uri="{FF2B5EF4-FFF2-40B4-BE49-F238E27FC236}">
                <a16:creationId xmlns:a16="http://schemas.microsoft.com/office/drawing/2014/main" id="{A591B4EE-6CC9-E793-A3BE-B021DD01957D}"/>
              </a:ext>
            </a:extLst>
          </p:cNvPr>
          <p:cNvSpPr txBox="1"/>
          <p:nvPr/>
        </p:nvSpPr>
        <p:spPr>
          <a:xfrm>
            <a:off x="8657838" y="3869646"/>
            <a:ext cx="1980029"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ルート決定不可</a:t>
            </a:r>
          </a:p>
        </p:txBody>
      </p:sp>
      <p:sp>
        <p:nvSpPr>
          <p:cNvPr id="10" name="テキスト ボックス 9">
            <a:extLst>
              <a:ext uri="{FF2B5EF4-FFF2-40B4-BE49-F238E27FC236}">
                <a16:creationId xmlns:a16="http://schemas.microsoft.com/office/drawing/2014/main" id="{7D6F6772-1FEF-8186-0757-73C1D1CCA3AB}"/>
              </a:ext>
            </a:extLst>
          </p:cNvPr>
          <p:cNvSpPr txBox="1"/>
          <p:nvPr/>
        </p:nvSpPr>
        <p:spPr>
          <a:xfrm>
            <a:off x="7764162" y="2791057"/>
            <a:ext cx="3767378"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ノード内容テキストノード内容</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テキストノード内容テキスト</a:t>
            </a:r>
          </a:p>
        </p:txBody>
      </p:sp>
      <p:grpSp>
        <p:nvGrpSpPr>
          <p:cNvPr id="16" name="グループ化 15">
            <a:extLst>
              <a:ext uri="{FF2B5EF4-FFF2-40B4-BE49-F238E27FC236}">
                <a16:creationId xmlns:a16="http://schemas.microsoft.com/office/drawing/2014/main" id="{C58F1424-FA64-C2E1-34E1-9BFBC0F95C50}"/>
              </a:ext>
            </a:extLst>
          </p:cNvPr>
          <p:cNvGrpSpPr/>
          <p:nvPr/>
        </p:nvGrpSpPr>
        <p:grpSpPr>
          <a:xfrm>
            <a:off x="4808378" y="1514475"/>
            <a:ext cx="953277" cy="1032782"/>
            <a:chOff x="4808378" y="1514475"/>
            <a:chExt cx="953277" cy="1032782"/>
          </a:xfrm>
        </p:grpSpPr>
        <p:sp>
          <p:nvSpPr>
            <p:cNvPr id="9" name="楕円 8">
              <a:extLst>
                <a:ext uri="{FF2B5EF4-FFF2-40B4-BE49-F238E27FC236}">
                  <a16:creationId xmlns:a16="http://schemas.microsoft.com/office/drawing/2014/main" id="{B5D6153C-625B-CD68-8983-BA43A3956053}"/>
                </a:ext>
              </a:extLst>
            </p:cNvPr>
            <p:cNvSpPr/>
            <p:nvPr/>
          </p:nvSpPr>
          <p:spPr>
            <a:xfrm>
              <a:off x="4808378" y="1514475"/>
              <a:ext cx="557309" cy="557309"/>
            </a:xfrm>
            <a:prstGeom prst="ellipse">
              <a:avLst/>
            </a:prstGeom>
            <a:noFill/>
            <a:ln w="165100">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14" name="図 13" descr="アイコン&#10;&#10;AI 生成コンテンツは誤りを含む可能性があります。">
              <a:extLst>
                <a:ext uri="{FF2B5EF4-FFF2-40B4-BE49-F238E27FC236}">
                  <a16:creationId xmlns:a16="http://schemas.microsoft.com/office/drawing/2014/main" id="{562D0201-F18F-1C21-7C49-8559A5AA4635}"/>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1">
                  <a:alpha val="40000"/>
                </a:schemeClr>
              </a:glow>
            </a:effectLst>
          </p:spPr>
        </p:pic>
      </p:grpSp>
      <p:sp>
        <p:nvSpPr>
          <p:cNvPr id="15" name="楕円 14">
            <a:extLst>
              <a:ext uri="{FF2B5EF4-FFF2-40B4-BE49-F238E27FC236}">
                <a16:creationId xmlns:a16="http://schemas.microsoft.com/office/drawing/2014/main" id="{AD102C0D-C873-54EC-77DE-FA33A3FB6D37}"/>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EBA8D26E-E447-D01E-E3E5-E5C10BC5FD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grpSp>
        <p:nvGrpSpPr>
          <p:cNvPr id="21" name="グループ化 20">
            <a:extLst>
              <a:ext uri="{FF2B5EF4-FFF2-40B4-BE49-F238E27FC236}">
                <a16:creationId xmlns:a16="http://schemas.microsoft.com/office/drawing/2014/main" id="{2B8685B9-CFD9-781A-9BC6-A8A5435E86D6}"/>
              </a:ext>
            </a:extLst>
          </p:cNvPr>
          <p:cNvGrpSpPr/>
          <p:nvPr/>
        </p:nvGrpSpPr>
        <p:grpSpPr>
          <a:xfrm>
            <a:off x="7473821" y="371475"/>
            <a:ext cx="4348066" cy="3416753"/>
            <a:chOff x="7473821" y="371475"/>
            <a:chExt cx="4348066" cy="3416753"/>
          </a:xfrm>
        </p:grpSpPr>
        <p:sp>
          <p:nvSpPr>
            <p:cNvPr id="22" name="四角形: 角を丸くする 21">
              <a:extLst>
                <a:ext uri="{FF2B5EF4-FFF2-40B4-BE49-F238E27FC236}">
                  <a16:creationId xmlns:a16="http://schemas.microsoft.com/office/drawing/2014/main" id="{E89F6F02-7F28-F22C-998C-F75A1B904003}"/>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3" name="グループ化 22">
              <a:extLst>
                <a:ext uri="{FF2B5EF4-FFF2-40B4-BE49-F238E27FC236}">
                  <a16:creationId xmlns:a16="http://schemas.microsoft.com/office/drawing/2014/main" id="{6079D68C-4D27-A0B3-0C8A-DE088BF4FBBF}"/>
                </a:ext>
              </a:extLst>
            </p:cNvPr>
            <p:cNvGrpSpPr/>
            <p:nvPr/>
          </p:nvGrpSpPr>
          <p:grpSpPr>
            <a:xfrm>
              <a:off x="9883622" y="1019336"/>
              <a:ext cx="1616504" cy="1576846"/>
              <a:chOff x="9893147" y="1019336"/>
              <a:chExt cx="1616504" cy="1576846"/>
            </a:xfrm>
          </p:grpSpPr>
          <p:grpSp>
            <p:nvGrpSpPr>
              <p:cNvPr id="46" name="グループ化 45">
                <a:extLst>
                  <a:ext uri="{FF2B5EF4-FFF2-40B4-BE49-F238E27FC236}">
                    <a16:creationId xmlns:a16="http://schemas.microsoft.com/office/drawing/2014/main" id="{AE04AAE4-6AE8-F837-7ED5-AFF14018D6C9}"/>
                  </a:ext>
                </a:extLst>
              </p:cNvPr>
              <p:cNvGrpSpPr/>
              <p:nvPr/>
            </p:nvGrpSpPr>
            <p:grpSpPr>
              <a:xfrm>
                <a:off x="11153582" y="1019336"/>
                <a:ext cx="309733" cy="309733"/>
                <a:chOff x="10988360" y="1302517"/>
                <a:chExt cx="500867" cy="500867"/>
              </a:xfrm>
            </p:grpSpPr>
            <p:sp>
              <p:nvSpPr>
                <p:cNvPr id="48" name="四角形: 角を丸くする 47">
                  <a:extLst>
                    <a:ext uri="{FF2B5EF4-FFF2-40B4-BE49-F238E27FC236}">
                      <a16:creationId xmlns:a16="http://schemas.microsoft.com/office/drawing/2014/main" id="{7A9DD33A-588C-D502-A4EE-FCC75D5471E9}"/>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9" name="図 48" descr="アイコン&#10;&#10;AI 生成コンテンツは誤りを含む可能性があります。">
                  <a:extLst>
                    <a:ext uri="{FF2B5EF4-FFF2-40B4-BE49-F238E27FC236}">
                      <a16:creationId xmlns:a16="http://schemas.microsoft.com/office/drawing/2014/main" id="{2EBE1A87-EB01-31F0-98DD-4A563594E4B1}"/>
                    </a:ext>
                  </a:extLst>
                </p:cNvPr>
                <p:cNvPicPr>
                  <a:picLocks noChangeAspect="1"/>
                </p:cNvPicPr>
                <p:nvPr/>
              </p:nvPicPr>
              <p:blipFill>
                <a:blip r:embed="rId5">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7" name="四角形: 角を丸くする 46">
                <a:extLst>
                  <a:ext uri="{FF2B5EF4-FFF2-40B4-BE49-F238E27FC236}">
                    <a16:creationId xmlns:a16="http://schemas.microsoft.com/office/drawing/2014/main" id="{CDC95BF8-5F4E-0580-6117-F8B0103C0EF7}"/>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24" name="テキスト ボックス 23">
              <a:extLst>
                <a:ext uri="{FF2B5EF4-FFF2-40B4-BE49-F238E27FC236}">
                  <a16:creationId xmlns:a16="http://schemas.microsoft.com/office/drawing/2014/main" id="{360CAF56-18BA-37D0-6648-43395784FC00}"/>
                </a:ext>
              </a:extLst>
            </p:cNvPr>
            <p:cNvSpPr txBox="1"/>
            <p:nvPr/>
          </p:nvSpPr>
          <p:spPr>
            <a:xfrm>
              <a:off x="8683485" y="540229"/>
              <a:ext cx="1928733"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C</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a:t>
              </a:r>
            </a:p>
          </p:txBody>
        </p:sp>
        <p:sp>
          <p:nvSpPr>
            <p:cNvPr id="25" name="テキスト ボックス 24">
              <a:extLst>
                <a:ext uri="{FF2B5EF4-FFF2-40B4-BE49-F238E27FC236}">
                  <a16:creationId xmlns:a16="http://schemas.microsoft.com/office/drawing/2014/main" id="{5A24FF03-E760-44DE-5193-589990DDB9FA}"/>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26" name="グループ化 25">
              <a:extLst>
                <a:ext uri="{FF2B5EF4-FFF2-40B4-BE49-F238E27FC236}">
                  <a16:creationId xmlns:a16="http://schemas.microsoft.com/office/drawing/2014/main" id="{A84C36CA-7D9C-0A12-B337-031E39664377}"/>
                </a:ext>
              </a:extLst>
            </p:cNvPr>
            <p:cNvGrpSpPr/>
            <p:nvPr/>
          </p:nvGrpSpPr>
          <p:grpSpPr>
            <a:xfrm>
              <a:off x="7776406" y="2344251"/>
              <a:ext cx="1814156" cy="458380"/>
              <a:chOff x="8430208" y="3788228"/>
              <a:chExt cx="2435291" cy="562947"/>
            </a:xfrm>
          </p:grpSpPr>
          <p:sp>
            <p:nvSpPr>
              <p:cNvPr id="44" name="四角形: 角を丸くする 43">
                <a:extLst>
                  <a:ext uri="{FF2B5EF4-FFF2-40B4-BE49-F238E27FC236}">
                    <a16:creationId xmlns:a16="http://schemas.microsoft.com/office/drawing/2014/main" id="{384CC50E-DF2E-4BE9-2F86-393C35311F48}"/>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テキスト ボックス 44">
                <a:extLst>
                  <a:ext uri="{FF2B5EF4-FFF2-40B4-BE49-F238E27FC236}">
                    <a16:creationId xmlns:a16="http://schemas.microsoft.com/office/drawing/2014/main" id="{2DC4DEFB-48F2-6C12-F265-F9998B5897F3}"/>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27" name="グループ化 26">
              <a:extLst>
                <a:ext uri="{FF2B5EF4-FFF2-40B4-BE49-F238E27FC236}">
                  <a16:creationId xmlns:a16="http://schemas.microsoft.com/office/drawing/2014/main" id="{EF0DA8B1-D193-526A-D7B8-C976378CEC2D}"/>
                </a:ext>
              </a:extLst>
            </p:cNvPr>
            <p:cNvGrpSpPr/>
            <p:nvPr/>
          </p:nvGrpSpPr>
          <p:grpSpPr>
            <a:xfrm>
              <a:off x="9597293" y="1418282"/>
              <a:ext cx="1963887" cy="1442837"/>
              <a:chOff x="9597293" y="1418282"/>
              <a:chExt cx="1963887" cy="1442837"/>
            </a:xfrm>
          </p:grpSpPr>
          <p:grpSp>
            <p:nvGrpSpPr>
              <p:cNvPr id="35" name="グループ化 34">
                <a:extLst>
                  <a:ext uri="{FF2B5EF4-FFF2-40B4-BE49-F238E27FC236}">
                    <a16:creationId xmlns:a16="http://schemas.microsoft.com/office/drawing/2014/main" id="{41E20211-08A4-7740-8CF7-ACBC00717DA0}"/>
                  </a:ext>
                </a:extLst>
              </p:cNvPr>
              <p:cNvGrpSpPr/>
              <p:nvPr/>
            </p:nvGrpSpPr>
            <p:grpSpPr>
              <a:xfrm>
                <a:off x="9597293" y="1418282"/>
                <a:ext cx="1928732" cy="1442837"/>
                <a:chOff x="9597293" y="1418282"/>
                <a:chExt cx="1928732" cy="1442837"/>
              </a:xfrm>
            </p:grpSpPr>
            <p:sp>
              <p:nvSpPr>
                <p:cNvPr id="40" name="四角形: 角を丸くする 39">
                  <a:extLst>
                    <a:ext uri="{FF2B5EF4-FFF2-40B4-BE49-F238E27FC236}">
                      <a16:creationId xmlns:a16="http://schemas.microsoft.com/office/drawing/2014/main" id="{A548AC58-0D36-E26E-B06D-67EBCE24A49B}"/>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四角形: 角を丸くする 40">
                  <a:extLst>
                    <a:ext uri="{FF2B5EF4-FFF2-40B4-BE49-F238E27FC236}">
                      <a16:creationId xmlns:a16="http://schemas.microsoft.com/office/drawing/2014/main" id="{AA6F1E31-4B4A-51EF-5CD0-7EA8EB5F8462}"/>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2" name="四角形: 角を丸くする 41">
                  <a:extLst>
                    <a:ext uri="{FF2B5EF4-FFF2-40B4-BE49-F238E27FC236}">
                      <a16:creationId xmlns:a16="http://schemas.microsoft.com/office/drawing/2014/main" id="{10A973FC-1035-7B7C-65B8-8A83A2256E16}"/>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矢印: 左 42">
                  <a:extLst>
                    <a:ext uri="{FF2B5EF4-FFF2-40B4-BE49-F238E27FC236}">
                      <a16:creationId xmlns:a16="http://schemas.microsoft.com/office/drawing/2014/main" id="{A077382E-C472-D8DA-D31E-93A236F0B5F1}"/>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E6EADD88-9B7E-25E6-816C-87222D3D8412}"/>
                  </a:ext>
                </a:extLst>
              </p:cNvPr>
              <p:cNvGrpSpPr/>
              <p:nvPr/>
            </p:nvGrpSpPr>
            <p:grpSpPr>
              <a:xfrm>
                <a:off x="9854653" y="2362591"/>
                <a:ext cx="1706527" cy="379187"/>
                <a:chOff x="9816553" y="2362591"/>
                <a:chExt cx="1706527" cy="379187"/>
              </a:xfrm>
            </p:grpSpPr>
            <p:sp>
              <p:nvSpPr>
                <p:cNvPr id="37" name="テキスト ボックス 36">
                  <a:extLst>
                    <a:ext uri="{FF2B5EF4-FFF2-40B4-BE49-F238E27FC236}">
                      <a16:creationId xmlns:a16="http://schemas.microsoft.com/office/drawing/2014/main" id="{4CF44AAA-0234-35D3-EDB3-E0672330310E}"/>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8" name="テキスト ボックス 37">
                  <a:extLst>
                    <a:ext uri="{FF2B5EF4-FFF2-40B4-BE49-F238E27FC236}">
                      <a16:creationId xmlns:a16="http://schemas.microsoft.com/office/drawing/2014/main" id="{CE66775A-DDEC-0318-D385-A185246FC1B6}"/>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9" name="テキスト ボックス 38">
                  <a:extLst>
                    <a:ext uri="{FF2B5EF4-FFF2-40B4-BE49-F238E27FC236}">
                      <a16:creationId xmlns:a16="http://schemas.microsoft.com/office/drawing/2014/main" id="{71D1B09F-6806-03E8-EAEF-0C52678FF731}"/>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8" name="直線コネクタ 27">
              <a:extLst>
                <a:ext uri="{FF2B5EF4-FFF2-40B4-BE49-F238E27FC236}">
                  <a16:creationId xmlns:a16="http://schemas.microsoft.com/office/drawing/2014/main" id="{D61D3EE6-9438-4A46-915B-2FE1A5138380}"/>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9" name="直線コネクタ 28">
              <a:extLst>
                <a:ext uri="{FF2B5EF4-FFF2-40B4-BE49-F238E27FC236}">
                  <a16:creationId xmlns:a16="http://schemas.microsoft.com/office/drawing/2014/main" id="{7A80B3D3-7D2F-5AE2-468E-DC3A4AEFB938}"/>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0" name="直線コネクタ 29">
              <a:extLst>
                <a:ext uri="{FF2B5EF4-FFF2-40B4-BE49-F238E27FC236}">
                  <a16:creationId xmlns:a16="http://schemas.microsoft.com/office/drawing/2014/main" id="{624F2B64-32C3-E6AE-1956-2DB0FD248ACC}"/>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pic>
          <p:nvPicPr>
            <p:cNvPr id="31" name="図 30" descr="アイコン&#10;&#10;AI 生成コンテンツは誤りを含む可能性があります。">
              <a:extLst>
                <a:ext uri="{FF2B5EF4-FFF2-40B4-BE49-F238E27FC236}">
                  <a16:creationId xmlns:a16="http://schemas.microsoft.com/office/drawing/2014/main" id="{20B609F8-A516-3DAA-21DB-51904742C95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544701" y="2048755"/>
              <a:ext cx="325977" cy="244483"/>
            </a:xfrm>
            <a:prstGeom prst="rect">
              <a:avLst/>
            </a:prstGeom>
          </p:spPr>
        </p:pic>
        <p:pic>
          <p:nvPicPr>
            <p:cNvPr id="32" name="図 31" descr="花 が含まれている画像&#10;&#10;AI 生成コンテンツは誤りを含む可能性があります。">
              <a:extLst>
                <a:ext uri="{FF2B5EF4-FFF2-40B4-BE49-F238E27FC236}">
                  <a16:creationId xmlns:a16="http://schemas.microsoft.com/office/drawing/2014/main" id="{D16F1BBA-EBE9-1570-D2A8-D8B10B9B603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916021" y="1932978"/>
              <a:ext cx="658023" cy="438682"/>
            </a:xfrm>
            <a:prstGeom prst="rect">
              <a:avLst/>
            </a:prstGeom>
          </p:spPr>
        </p:pic>
        <p:pic>
          <p:nvPicPr>
            <p:cNvPr id="33" name="図 32" descr="アイコン&#10;&#10;AI 生成コンテンツは誤りを含む可能性があります。">
              <a:extLst>
                <a:ext uri="{FF2B5EF4-FFF2-40B4-BE49-F238E27FC236}">
                  <a16:creationId xmlns:a16="http://schemas.microsoft.com/office/drawing/2014/main" id="{40624078-29B2-F673-B66D-743DA6059A7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93140" y="1145227"/>
              <a:ext cx="1522652" cy="1141991"/>
            </a:xfrm>
            <a:prstGeom prst="rect">
              <a:avLst/>
            </a:prstGeom>
          </p:spPr>
        </p:pic>
        <p:pic>
          <p:nvPicPr>
            <p:cNvPr id="34" name="図 33" descr="アイコン&#10;&#10;AI 生成コンテンツは誤りを含む可能性があります。">
              <a:extLst>
                <a:ext uri="{FF2B5EF4-FFF2-40B4-BE49-F238E27FC236}">
                  <a16:creationId xmlns:a16="http://schemas.microsoft.com/office/drawing/2014/main" id="{42A8C36D-0A16-F405-D075-AD6C509499FF}"/>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 uri="{28A0092B-C50C-407E-A947-70E740481C1C}">
                  <a14:useLocalDpi xmlns:a14="http://schemas.microsoft.com/office/drawing/2010/main" val="0"/>
                </a:ext>
              </a:extLst>
            </a:blip>
            <a:stretch>
              <a:fillRect/>
            </a:stretch>
          </p:blipFill>
          <p:spPr>
            <a:xfrm>
              <a:off x="9933900" y="1909952"/>
              <a:ext cx="484734" cy="484734"/>
            </a:xfrm>
            <a:prstGeom prst="rect">
              <a:avLst/>
            </a:prstGeom>
          </p:spPr>
        </p:pic>
      </p:grpSp>
      <p:sp>
        <p:nvSpPr>
          <p:cNvPr id="50" name="吹き出し: 円形 49">
            <a:extLst>
              <a:ext uri="{FF2B5EF4-FFF2-40B4-BE49-F238E27FC236}">
                <a16:creationId xmlns:a16="http://schemas.microsoft.com/office/drawing/2014/main" id="{51CF2A0F-8A49-7E53-5C60-DDABE784EB0D}"/>
              </a:ext>
            </a:extLst>
          </p:cNvPr>
          <p:cNvSpPr/>
          <p:nvPr/>
        </p:nvSpPr>
        <p:spPr>
          <a:xfrm>
            <a:off x="7658100" y="3889667"/>
            <a:ext cx="575506" cy="424829"/>
          </a:xfrm>
          <a:prstGeom prst="wedgeEllipseCallout">
            <a:avLst>
              <a:gd name="adj1" fmla="val 70195"/>
              <a:gd name="adj2" fmla="val 17659"/>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3200" b="1" dirty="0">
              <a:solidFill>
                <a:schemeClr val="accent1"/>
              </a:solidFill>
              <a:latin typeface="Cambria Math" panose="02040503050406030204" pitchFamily="18" charset="0"/>
            </a:endParaRPr>
          </a:p>
        </p:txBody>
      </p:sp>
      <p:sp>
        <p:nvSpPr>
          <p:cNvPr id="51" name="乗算記号 50">
            <a:extLst>
              <a:ext uri="{FF2B5EF4-FFF2-40B4-BE49-F238E27FC236}">
                <a16:creationId xmlns:a16="http://schemas.microsoft.com/office/drawing/2014/main" id="{4D8FBB28-8732-FA13-FA00-3E3D295679C5}"/>
              </a:ext>
            </a:extLst>
          </p:cNvPr>
          <p:cNvSpPr/>
          <p:nvPr/>
        </p:nvSpPr>
        <p:spPr>
          <a:xfrm>
            <a:off x="7717253" y="3875508"/>
            <a:ext cx="457200" cy="457200"/>
          </a:xfrm>
          <a:prstGeom prst="mathMultiply">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2" name="グループ化 51">
            <a:extLst>
              <a:ext uri="{FF2B5EF4-FFF2-40B4-BE49-F238E27FC236}">
                <a16:creationId xmlns:a16="http://schemas.microsoft.com/office/drawing/2014/main" id="{EE343EF9-A1B2-0476-3B29-1BDBE7187797}"/>
              </a:ext>
            </a:extLst>
          </p:cNvPr>
          <p:cNvGrpSpPr/>
          <p:nvPr/>
        </p:nvGrpSpPr>
        <p:grpSpPr>
          <a:xfrm>
            <a:off x="2364011" y="1471079"/>
            <a:ext cx="3006824" cy="3613628"/>
            <a:chOff x="2364011" y="1471079"/>
            <a:chExt cx="3006824" cy="3613628"/>
          </a:xfrm>
        </p:grpSpPr>
        <p:sp>
          <p:nvSpPr>
            <p:cNvPr id="53" name="楕円 52">
              <a:extLst>
                <a:ext uri="{FF2B5EF4-FFF2-40B4-BE49-F238E27FC236}">
                  <a16:creationId xmlns:a16="http://schemas.microsoft.com/office/drawing/2014/main" id="{7E7717A4-16CD-1A00-B0BB-1C98C922B261}"/>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4" name="図 53" descr="図形&#10;&#10;AI 生成コンテンツは誤りを含む可能性があります。">
              <a:extLst>
                <a:ext uri="{FF2B5EF4-FFF2-40B4-BE49-F238E27FC236}">
                  <a16:creationId xmlns:a16="http://schemas.microsoft.com/office/drawing/2014/main" id="{4535F322-F045-41EE-FBB3-4381443383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55" name="図 54" descr="ロゴ&#10;&#10;AI 生成コンテンツは誤りを含む可能性があります。">
              <a:extLst>
                <a:ext uri="{FF2B5EF4-FFF2-40B4-BE49-F238E27FC236}">
                  <a16:creationId xmlns:a16="http://schemas.microsoft.com/office/drawing/2014/main" id="{4B3B157A-8B3D-DA8D-1AB3-8A0D1D6BD92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56" name="図 55" descr="ロゴ&#10;&#10;AI 生成コンテンツは誤りを含む可能性があります。">
              <a:extLst>
                <a:ext uri="{FF2B5EF4-FFF2-40B4-BE49-F238E27FC236}">
                  <a16:creationId xmlns:a16="http://schemas.microsoft.com/office/drawing/2014/main" id="{4F492406-C8D3-DE92-6376-8ED1E4CB879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57" name="図 56" descr="ロゴ&#10;&#10;AI 生成コンテンツは誤りを含む可能性があります。">
              <a:extLst>
                <a:ext uri="{FF2B5EF4-FFF2-40B4-BE49-F238E27FC236}">
                  <a16:creationId xmlns:a16="http://schemas.microsoft.com/office/drawing/2014/main" id="{0BC1B69E-F7BD-C8E0-85CE-4336CBD87C1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58" name="図 57" descr="テキスト が含まれている画像&#10;&#10;AI 生成コンテンツは誤りを含む可能性があります。">
              <a:extLst>
                <a:ext uri="{FF2B5EF4-FFF2-40B4-BE49-F238E27FC236}">
                  <a16:creationId xmlns:a16="http://schemas.microsoft.com/office/drawing/2014/main" id="{FEBB62D5-8696-DB48-4DCC-F77DAEF32CB9}"/>
                </a:ext>
              </a:extLst>
            </p:cNvPr>
            <p:cNvPicPr>
              <a:picLocks noChangeAspect="1"/>
            </p:cNvPicPr>
            <p:nvPr/>
          </p:nvPicPr>
          <p:blipFill>
            <a:blip r:embed="rId11">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59" name="図 58" descr="テキスト が含まれている画像&#10;&#10;AI 生成コンテンツは誤りを含む可能性があります。">
              <a:extLst>
                <a:ext uri="{FF2B5EF4-FFF2-40B4-BE49-F238E27FC236}">
                  <a16:creationId xmlns:a16="http://schemas.microsoft.com/office/drawing/2014/main" id="{2025035A-F433-7770-3971-E39A98821C73}"/>
                </a:ext>
              </a:extLst>
            </p:cNvPr>
            <p:cNvPicPr>
              <a:picLocks noChangeAspect="1"/>
            </p:cNvPicPr>
            <p:nvPr/>
          </p:nvPicPr>
          <p:blipFill>
            <a:blip r:embed="rId11">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60" name="図 59" descr="アイコン&#10;&#10;AI 生成コンテンツは誤りを含む可能性があります。">
              <a:extLst>
                <a:ext uri="{FF2B5EF4-FFF2-40B4-BE49-F238E27FC236}">
                  <a16:creationId xmlns:a16="http://schemas.microsoft.com/office/drawing/2014/main" id="{2EAADB4D-EC71-C048-F84A-15F0E30FBC45}"/>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61" name="図 60" descr="アイコン&#10;&#10;AI 生成コンテンツは誤りを含む可能性があります。">
              <a:extLst>
                <a:ext uri="{FF2B5EF4-FFF2-40B4-BE49-F238E27FC236}">
                  <a16:creationId xmlns:a16="http://schemas.microsoft.com/office/drawing/2014/main" id="{1D7F4AE9-9166-981C-5012-9D68340932AB}"/>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62" name="図 61" descr="アイコン&#10;&#10;AI 生成コンテンツは誤りを含む可能性があります。">
              <a:extLst>
                <a:ext uri="{FF2B5EF4-FFF2-40B4-BE49-F238E27FC236}">
                  <a16:creationId xmlns:a16="http://schemas.microsoft.com/office/drawing/2014/main" id="{A9F317D6-A958-6370-B96B-5C54855CE447}"/>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07EBF55C-43E4-54AD-E911-A92133366997}"/>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spTree>
    <p:extLst>
      <p:ext uri="{BB962C8B-B14F-4D97-AF65-F5344CB8AC3E}">
        <p14:creationId xmlns:p14="http://schemas.microsoft.com/office/powerpoint/2010/main" val="264229532"/>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46868A1E-F7B1-DF88-AD79-309E361FB52D}"/>
            </a:ext>
          </a:extLst>
        </p:cNvPr>
        <p:cNvGrpSpPr/>
        <p:nvPr/>
      </p:nvGrpSpPr>
      <p:grpSpPr>
        <a:xfrm>
          <a:off x="0" y="0"/>
          <a:ext cx="0" cy="0"/>
          <a:chOff x="0" y="0"/>
          <a:chExt cx="0" cy="0"/>
        </a:xfrm>
      </p:grpSpPr>
      <p:sp>
        <p:nvSpPr>
          <p:cNvPr id="23" name="四角形: 角を丸くする 22">
            <a:extLst>
              <a:ext uri="{FF2B5EF4-FFF2-40B4-BE49-F238E27FC236}">
                <a16:creationId xmlns:a16="http://schemas.microsoft.com/office/drawing/2014/main" id="{70D45C39-B817-7EDC-5E98-C776E92CCDBF}"/>
              </a:ext>
            </a:extLst>
          </p:cNvPr>
          <p:cNvSpPr/>
          <p:nvPr/>
        </p:nvSpPr>
        <p:spPr>
          <a:xfrm>
            <a:off x="7473821" y="371475"/>
            <a:ext cx="4348066" cy="3416753"/>
          </a:xfrm>
          <a:prstGeom prst="roundRect">
            <a:avLst>
              <a:gd name="adj" fmla="val 9570"/>
            </a:avLst>
          </a:prstGeom>
          <a:solidFill>
            <a:schemeClr val="accent1">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B097676B-C0ED-5E8C-5670-11B1405BA1F6}"/>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880A2A3F-7E01-E787-12C6-58D213522259}"/>
              </a:ext>
            </a:extLst>
          </p:cNvPr>
          <p:cNvSpPr txBox="1"/>
          <p:nvPr/>
        </p:nvSpPr>
        <p:spPr>
          <a:xfrm>
            <a:off x="8827540" y="592796"/>
            <a:ext cx="1628972"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：バトル</a:t>
            </a:r>
          </a:p>
        </p:txBody>
      </p:sp>
      <p:sp>
        <p:nvSpPr>
          <p:cNvPr id="8" name="テキスト ボックス 7">
            <a:extLst>
              <a:ext uri="{FF2B5EF4-FFF2-40B4-BE49-F238E27FC236}">
                <a16:creationId xmlns:a16="http://schemas.microsoft.com/office/drawing/2014/main" id="{86DBD1E5-8756-E1B2-A8C8-C876FB21D218}"/>
              </a:ext>
            </a:extLst>
          </p:cNvPr>
          <p:cNvSpPr txBox="1"/>
          <p:nvPr/>
        </p:nvSpPr>
        <p:spPr>
          <a:xfrm>
            <a:off x="8914318" y="3869646"/>
            <a:ext cx="146706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a:t>
            </a:r>
          </a:p>
        </p:txBody>
      </p:sp>
      <p:sp>
        <p:nvSpPr>
          <p:cNvPr id="10" name="テキスト ボックス 9">
            <a:extLst>
              <a:ext uri="{FF2B5EF4-FFF2-40B4-BE49-F238E27FC236}">
                <a16:creationId xmlns:a16="http://schemas.microsoft.com/office/drawing/2014/main" id="{FFE5F794-3535-9039-CB8D-D7A48FC0EF21}"/>
              </a:ext>
            </a:extLst>
          </p:cNvPr>
          <p:cNvSpPr txBox="1"/>
          <p:nvPr/>
        </p:nvSpPr>
        <p:spPr>
          <a:xfrm>
            <a:off x="8368280" y="2920593"/>
            <a:ext cx="2547492"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敵</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体、レア鉱石</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つ</a:t>
            </a:r>
          </a:p>
        </p:txBody>
      </p:sp>
      <p:grpSp>
        <p:nvGrpSpPr>
          <p:cNvPr id="16" name="グループ化 15">
            <a:extLst>
              <a:ext uri="{FF2B5EF4-FFF2-40B4-BE49-F238E27FC236}">
                <a16:creationId xmlns:a16="http://schemas.microsoft.com/office/drawing/2014/main" id="{A36C95D6-CF92-86DD-D624-B2D15C432C21}"/>
              </a:ext>
            </a:extLst>
          </p:cNvPr>
          <p:cNvGrpSpPr/>
          <p:nvPr/>
        </p:nvGrpSpPr>
        <p:grpSpPr>
          <a:xfrm>
            <a:off x="3564454" y="1762126"/>
            <a:ext cx="958951" cy="1028931"/>
            <a:chOff x="4802704" y="1518326"/>
            <a:chExt cx="958951" cy="1028931"/>
          </a:xfrm>
        </p:grpSpPr>
        <p:sp>
          <p:nvSpPr>
            <p:cNvPr id="9" name="楕円 8">
              <a:extLst>
                <a:ext uri="{FF2B5EF4-FFF2-40B4-BE49-F238E27FC236}">
                  <a16:creationId xmlns:a16="http://schemas.microsoft.com/office/drawing/2014/main" id="{E1F0C887-1B0E-A17A-2169-8C105ED16E53}"/>
                </a:ext>
              </a:extLst>
            </p:cNvPr>
            <p:cNvSpPr/>
            <p:nvPr/>
          </p:nvSpPr>
          <p:spPr>
            <a:xfrm>
              <a:off x="4802704" y="1518326"/>
              <a:ext cx="562984" cy="562984"/>
            </a:xfrm>
            <a:prstGeom prst="ellipse">
              <a:avLst/>
            </a:prstGeom>
            <a:noFill/>
            <a:ln w="165100">
              <a:solidFill>
                <a:srgbClr val="FF0000"/>
              </a:solidFill>
            </a:ln>
            <a:effectLst>
              <a:glow rad="63500">
                <a:srgbClr val="FF0000">
                  <a:alpha val="40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図 13" descr="アイコン&#10;&#10;AI 生成コンテンツは誤りを含む可能性があります。">
              <a:extLst>
                <a:ext uri="{FF2B5EF4-FFF2-40B4-BE49-F238E27FC236}">
                  <a16:creationId xmlns:a16="http://schemas.microsoft.com/office/drawing/2014/main" id="{DE0C4C0B-DDE9-4A9D-79D1-90707F7FA2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6">
                  <a:satMod val="175000"/>
                  <a:alpha val="40000"/>
                </a:schemeClr>
              </a:glow>
            </a:effectLst>
          </p:spPr>
        </p:pic>
      </p:grpSp>
      <p:sp>
        <p:nvSpPr>
          <p:cNvPr id="15" name="楕円 14">
            <a:extLst>
              <a:ext uri="{FF2B5EF4-FFF2-40B4-BE49-F238E27FC236}">
                <a16:creationId xmlns:a16="http://schemas.microsoft.com/office/drawing/2014/main" id="{7097AE7B-1B12-B81E-4FF7-74F81CF20707}"/>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31B46256-8FEF-FCBF-3827-A5D7300BD6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grpSp>
        <p:nvGrpSpPr>
          <p:cNvPr id="21" name="グループ化 20">
            <a:extLst>
              <a:ext uri="{FF2B5EF4-FFF2-40B4-BE49-F238E27FC236}">
                <a16:creationId xmlns:a16="http://schemas.microsoft.com/office/drawing/2014/main" id="{2996BB64-6C8C-0B80-437A-3320C164EFBF}"/>
              </a:ext>
            </a:extLst>
          </p:cNvPr>
          <p:cNvGrpSpPr/>
          <p:nvPr/>
        </p:nvGrpSpPr>
        <p:grpSpPr>
          <a:xfrm>
            <a:off x="7473816" y="1094027"/>
            <a:ext cx="4347582" cy="1695887"/>
            <a:chOff x="7997019" y="1511975"/>
            <a:chExt cx="3174700" cy="1238373"/>
          </a:xfrm>
        </p:grpSpPr>
        <p:grpSp>
          <p:nvGrpSpPr>
            <p:cNvPr id="17" name="グループ化 16">
              <a:extLst>
                <a:ext uri="{FF2B5EF4-FFF2-40B4-BE49-F238E27FC236}">
                  <a16:creationId xmlns:a16="http://schemas.microsoft.com/office/drawing/2014/main" id="{6EF81F1B-E924-8BEC-6A97-9EF35FBEF7AA}"/>
                </a:ext>
              </a:extLst>
            </p:cNvPr>
            <p:cNvGrpSpPr/>
            <p:nvPr/>
          </p:nvGrpSpPr>
          <p:grpSpPr>
            <a:xfrm>
              <a:off x="7997019" y="1532706"/>
              <a:ext cx="1672689" cy="1217642"/>
              <a:chOff x="8430208" y="1513893"/>
              <a:chExt cx="1672689" cy="1217642"/>
            </a:xfrm>
          </p:grpSpPr>
          <p:pic>
            <p:nvPicPr>
              <p:cNvPr id="11" name="図 10" descr="ケーキ, 座る, 暗い, テーブル が含まれている画像&#10;&#10;AI 生成コンテンツは誤りを含む可能性があります。">
                <a:extLst>
                  <a:ext uri="{FF2B5EF4-FFF2-40B4-BE49-F238E27FC236}">
                    <a16:creationId xmlns:a16="http://schemas.microsoft.com/office/drawing/2014/main" id="{D7691E73-9918-B2C4-5314-7DF703044B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30208" y="1513893"/>
                <a:ext cx="1217642" cy="1217642"/>
              </a:xfrm>
              <a:prstGeom prst="rect">
                <a:avLst/>
              </a:prstGeom>
            </p:spPr>
          </p:pic>
          <p:sp>
            <p:nvSpPr>
              <p:cNvPr id="13" name="テキスト ボックス 12">
                <a:extLst>
                  <a:ext uri="{FF2B5EF4-FFF2-40B4-BE49-F238E27FC236}">
                    <a16:creationId xmlns:a16="http://schemas.microsoft.com/office/drawing/2014/main" id="{AD289A4C-0868-1426-D26E-CDB14DF1052A}"/>
                  </a:ext>
                </a:extLst>
              </p:cNvPr>
              <p:cNvSpPr txBox="1"/>
              <p:nvPr/>
            </p:nvSpPr>
            <p:spPr>
              <a:xfrm>
                <a:off x="9411682" y="2008718"/>
                <a:ext cx="691215" cy="584775"/>
              </a:xfrm>
              <a:prstGeom prst="rect">
                <a:avLst/>
              </a:prstGeom>
              <a:noFill/>
            </p:spPr>
            <p:txBody>
              <a:bodyPr wrap="none" rtlCol="0">
                <a:spAutoFit/>
              </a:bodyPr>
              <a:lstStyle/>
              <a:p>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r>
                  <a:rPr lang="en-US" altLang="ja-JP" sz="32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19" name="グループ化 18">
              <a:extLst>
                <a:ext uri="{FF2B5EF4-FFF2-40B4-BE49-F238E27FC236}">
                  <a16:creationId xmlns:a16="http://schemas.microsoft.com/office/drawing/2014/main" id="{3A516FB3-EE8D-8E18-30C4-C2BB12624442}"/>
                </a:ext>
              </a:extLst>
            </p:cNvPr>
            <p:cNvGrpSpPr/>
            <p:nvPr/>
          </p:nvGrpSpPr>
          <p:grpSpPr>
            <a:xfrm>
              <a:off x="9518966" y="1511975"/>
              <a:ext cx="1652753" cy="1100331"/>
              <a:chOff x="9518966" y="1511975"/>
              <a:chExt cx="1652753" cy="1100331"/>
            </a:xfrm>
          </p:grpSpPr>
          <p:pic>
            <p:nvPicPr>
              <p:cNvPr id="3" name="図 2" descr="黒いバックグラウンドの前にある交通信号機&#10;&#10;AI 生成コンテンツは誤りを含む可能性があります。">
                <a:extLst>
                  <a:ext uri="{FF2B5EF4-FFF2-40B4-BE49-F238E27FC236}">
                    <a16:creationId xmlns:a16="http://schemas.microsoft.com/office/drawing/2014/main" id="{7A4EC13B-80BF-0C2E-E06E-3734EAC4176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518966" y="1511975"/>
                <a:ext cx="1110130" cy="1081518"/>
              </a:xfrm>
              <a:prstGeom prst="rect">
                <a:avLst/>
              </a:prstGeom>
            </p:spPr>
          </p:pic>
          <p:sp>
            <p:nvSpPr>
              <p:cNvPr id="18" name="テキスト ボックス 17">
                <a:extLst>
                  <a:ext uri="{FF2B5EF4-FFF2-40B4-BE49-F238E27FC236}">
                    <a16:creationId xmlns:a16="http://schemas.microsoft.com/office/drawing/2014/main" id="{4DAF25E0-5915-D690-E4BA-6E36877DE121}"/>
                  </a:ext>
                </a:extLst>
              </p:cNvPr>
              <p:cNvSpPr txBox="1"/>
              <p:nvPr/>
            </p:nvSpPr>
            <p:spPr>
              <a:xfrm>
                <a:off x="10480504" y="2027531"/>
                <a:ext cx="691215" cy="584775"/>
              </a:xfrm>
              <a:prstGeom prst="rect">
                <a:avLst/>
              </a:prstGeom>
              <a:noFill/>
            </p:spPr>
            <p:txBody>
              <a:bodyPr wrap="none" rtlCol="0">
                <a:spAutoFit/>
              </a:bodyPr>
              <a:lstStyle/>
              <a:p>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r>
                  <a:rPr lang="en-US" altLang="ja-JP" sz="32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grpSp>
        <p:nvGrpSpPr>
          <p:cNvPr id="24" name="グループ化 23">
            <a:extLst>
              <a:ext uri="{FF2B5EF4-FFF2-40B4-BE49-F238E27FC236}">
                <a16:creationId xmlns:a16="http://schemas.microsoft.com/office/drawing/2014/main" id="{CFE0971B-EF5F-6EAD-E63D-A9773B053EDA}"/>
              </a:ext>
            </a:extLst>
          </p:cNvPr>
          <p:cNvGrpSpPr/>
          <p:nvPr/>
        </p:nvGrpSpPr>
        <p:grpSpPr>
          <a:xfrm>
            <a:off x="2364011" y="1471079"/>
            <a:ext cx="3006824" cy="3613628"/>
            <a:chOff x="2364011" y="1471079"/>
            <a:chExt cx="3006824" cy="3613628"/>
          </a:xfrm>
        </p:grpSpPr>
        <p:sp>
          <p:nvSpPr>
            <p:cNvPr id="25" name="楕円 24">
              <a:extLst>
                <a:ext uri="{FF2B5EF4-FFF2-40B4-BE49-F238E27FC236}">
                  <a16:creationId xmlns:a16="http://schemas.microsoft.com/office/drawing/2014/main" id="{B498099F-6896-FF98-9B9B-BC562BE3A3FF}"/>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 name="図 25" descr="図形&#10;&#10;AI 生成コンテンツは誤りを含む可能性があります。">
              <a:extLst>
                <a:ext uri="{FF2B5EF4-FFF2-40B4-BE49-F238E27FC236}">
                  <a16:creationId xmlns:a16="http://schemas.microsoft.com/office/drawing/2014/main" id="{B42BF0E8-809F-7A8B-1A11-ECAE5D91C97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27" name="図 26" descr="ロゴ&#10;&#10;AI 生成コンテンツは誤りを含む可能性があります。">
              <a:extLst>
                <a:ext uri="{FF2B5EF4-FFF2-40B4-BE49-F238E27FC236}">
                  <a16:creationId xmlns:a16="http://schemas.microsoft.com/office/drawing/2014/main" id="{0665BA1C-164D-3F25-E888-239885C6091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28" name="図 27" descr="ロゴ&#10;&#10;AI 生成コンテンツは誤りを含む可能性があります。">
              <a:extLst>
                <a:ext uri="{FF2B5EF4-FFF2-40B4-BE49-F238E27FC236}">
                  <a16:creationId xmlns:a16="http://schemas.microsoft.com/office/drawing/2014/main" id="{FA25823C-9E24-51C3-25B7-00C4198BE4F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29" name="図 28" descr="ロゴ&#10;&#10;AI 生成コンテンツは誤りを含む可能性があります。">
              <a:extLst>
                <a:ext uri="{FF2B5EF4-FFF2-40B4-BE49-F238E27FC236}">
                  <a16:creationId xmlns:a16="http://schemas.microsoft.com/office/drawing/2014/main" id="{E1CB7148-159A-EBF8-0692-336A016080C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30" name="図 29" descr="テキスト が含まれている画像&#10;&#10;AI 生成コンテンツは誤りを含む可能性があります。">
              <a:extLst>
                <a:ext uri="{FF2B5EF4-FFF2-40B4-BE49-F238E27FC236}">
                  <a16:creationId xmlns:a16="http://schemas.microsoft.com/office/drawing/2014/main" id="{0C03B86C-BE8D-3DB2-D703-C1F3F7DC95BF}"/>
                </a:ext>
              </a:extLst>
            </p:cNvPr>
            <p:cNvPicPr>
              <a:picLocks noChangeAspect="1"/>
            </p:cNvPicPr>
            <p:nvPr/>
          </p:nvPicPr>
          <p:blipFill>
            <a:blip r:embed="rId8">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31" name="図 30" descr="テキスト が含まれている画像&#10;&#10;AI 生成コンテンツは誤りを含む可能性があります。">
              <a:extLst>
                <a:ext uri="{FF2B5EF4-FFF2-40B4-BE49-F238E27FC236}">
                  <a16:creationId xmlns:a16="http://schemas.microsoft.com/office/drawing/2014/main" id="{95159424-388A-A36D-EEAA-BD64F4FF0C9B}"/>
                </a:ext>
              </a:extLst>
            </p:cNvPr>
            <p:cNvPicPr>
              <a:picLocks noChangeAspect="1"/>
            </p:cNvPicPr>
            <p:nvPr/>
          </p:nvPicPr>
          <p:blipFill>
            <a:blip r:embed="rId8">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32" name="図 31" descr="アイコン&#10;&#10;AI 生成コンテンツは誤りを含む可能性があります。">
              <a:extLst>
                <a:ext uri="{FF2B5EF4-FFF2-40B4-BE49-F238E27FC236}">
                  <a16:creationId xmlns:a16="http://schemas.microsoft.com/office/drawing/2014/main" id="{FB650A45-F866-53DF-49FB-7A9BCB9D622F}"/>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33" name="図 32" descr="アイコン&#10;&#10;AI 生成コンテンツは誤りを含む可能性があります。">
              <a:extLst>
                <a:ext uri="{FF2B5EF4-FFF2-40B4-BE49-F238E27FC236}">
                  <a16:creationId xmlns:a16="http://schemas.microsoft.com/office/drawing/2014/main" id="{B9EC0A86-1BF3-095A-DB42-4992A7982EE2}"/>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34" name="図 33" descr="アイコン&#10;&#10;AI 生成コンテンツは誤りを含む可能性があります。">
              <a:extLst>
                <a:ext uri="{FF2B5EF4-FFF2-40B4-BE49-F238E27FC236}">
                  <a16:creationId xmlns:a16="http://schemas.microsoft.com/office/drawing/2014/main" id="{54EF3990-3F99-4A78-A197-E1437A23BE9D}"/>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35" name="図 34" descr="アイコン&#10;&#10;AI 生成コンテンツは誤りを含む可能性があります。">
              <a:extLst>
                <a:ext uri="{FF2B5EF4-FFF2-40B4-BE49-F238E27FC236}">
                  <a16:creationId xmlns:a16="http://schemas.microsoft.com/office/drawing/2014/main" id="{4D4D0FCB-8827-C26D-46C9-97392318836B}"/>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spTree>
    <p:extLst>
      <p:ext uri="{BB962C8B-B14F-4D97-AF65-F5344CB8AC3E}">
        <p14:creationId xmlns:p14="http://schemas.microsoft.com/office/powerpoint/2010/main" val="307480178"/>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79CB443-FB93-05C0-1889-7E2F41809226}"/>
            </a:ext>
          </a:extLst>
        </p:cNvPr>
        <p:cNvGrpSpPr/>
        <p:nvPr/>
      </p:nvGrpSpPr>
      <p:grpSpPr>
        <a:xfrm>
          <a:off x="0" y="0"/>
          <a:ext cx="0" cy="0"/>
          <a:chOff x="0" y="0"/>
          <a:chExt cx="0" cy="0"/>
        </a:xfrm>
      </p:grpSpPr>
      <p:sp>
        <p:nvSpPr>
          <p:cNvPr id="27" name="四角形: 角を丸くする 26">
            <a:extLst>
              <a:ext uri="{FF2B5EF4-FFF2-40B4-BE49-F238E27FC236}">
                <a16:creationId xmlns:a16="http://schemas.microsoft.com/office/drawing/2014/main" id="{E5F900AF-EFEA-81F1-2386-94933496D8E2}"/>
              </a:ext>
            </a:extLst>
          </p:cNvPr>
          <p:cNvSpPr/>
          <p:nvPr/>
        </p:nvSpPr>
        <p:spPr>
          <a:xfrm>
            <a:off x="7473821" y="371475"/>
            <a:ext cx="4348066" cy="3416753"/>
          </a:xfrm>
          <a:prstGeom prst="roundRect">
            <a:avLst>
              <a:gd name="adj" fmla="val 9570"/>
            </a:avLst>
          </a:prstGeom>
          <a:solidFill>
            <a:schemeClr val="accent3">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47AAAF56-0220-21D9-3EA4-A74EA347D001}"/>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 name="図 15" descr="図形&#10;&#10;AI 生成コンテンツは誤りを含む可能性があります。">
            <a:extLst>
              <a:ext uri="{FF2B5EF4-FFF2-40B4-BE49-F238E27FC236}">
                <a16:creationId xmlns:a16="http://schemas.microsoft.com/office/drawing/2014/main" id="{25355537-F135-8575-24F9-28EAAD380D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sp>
        <p:nvSpPr>
          <p:cNvPr id="6" name="四角形: 角を丸くする 5">
            <a:extLst>
              <a:ext uri="{FF2B5EF4-FFF2-40B4-BE49-F238E27FC236}">
                <a16:creationId xmlns:a16="http://schemas.microsoft.com/office/drawing/2014/main" id="{3C1571AA-7E4F-B3AA-BD20-AAA7FB5FD6C3}"/>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95123DE2-29C0-767E-1698-B41078810899}"/>
              </a:ext>
            </a:extLst>
          </p:cNvPr>
          <p:cNvSpPr txBox="1"/>
          <p:nvPr/>
        </p:nvSpPr>
        <p:spPr>
          <a:xfrm>
            <a:off x="8382921" y="578382"/>
            <a:ext cx="2529860"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：セーフエリア</a:t>
            </a:r>
          </a:p>
        </p:txBody>
      </p:sp>
      <p:sp>
        <p:nvSpPr>
          <p:cNvPr id="8" name="テキスト ボックス 7">
            <a:extLst>
              <a:ext uri="{FF2B5EF4-FFF2-40B4-BE49-F238E27FC236}">
                <a16:creationId xmlns:a16="http://schemas.microsoft.com/office/drawing/2014/main" id="{9ECF7A80-D130-A9D7-74C1-B2A0AE8A06D1}"/>
              </a:ext>
            </a:extLst>
          </p:cNvPr>
          <p:cNvSpPr txBox="1"/>
          <p:nvPr/>
        </p:nvSpPr>
        <p:spPr>
          <a:xfrm>
            <a:off x="8914318" y="3869646"/>
            <a:ext cx="146706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a:t>
            </a:r>
          </a:p>
        </p:txBody>
      </p:sp>
      <p:sp>
        <p:nvSpPr>
          <p:cNvPr id="9" name="テキスト ボックス 8">
            <a:extLst>
              <a:ext uri="{FF2B5EF4-FFF2-40B4-BE49-F238E27FC236}">
                <a16:creationId xmlns:a16="http://schemas.microsoft.com/office/drawing/2014/main" id="{6BBF1636-ED7D-3F7E-2D68-810B5A107BC9}"/>
              </a:ext>
            </a:extLst>
          </p:cNvPr>
          <p:cNvSpPr txBox="1"/>
          <p:nvPr/>
        </p:nvSpPr>
        <p:spPr>
          <a:xfrm>
            <a:off x="8154494" y="2996493"/>
            <a:ext cx="2986715"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編成・回復・</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SEX</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が可能</a:t>
            </a:r>
          </a:p>
        </p:txBody>
      </p:sp>
      <p:grpSp>
        <p:nvGrpSpPr>
          <p:cNvPr id="26" name="グループ化 25">
            <a:extLst>
              <a:ext uri="{FF2B5EF4-FFF2-40B4-BE49-F238E27FC236}">
                <a16:creationId xmlns:a16="http://schemas.microsoft.com/office/drawing/2014/main" id="{2C2DF105-04EB-CDD7-900E-71BCA60BBD17}"/>
              </a:ext>
            </a:extLst>
          </p:cNvPr>
          <p:cNvGrpSpPr/>
          <p:nvPr/>
        </p:nvGrpSpPr>
        <p:grpSpPr>
          <a:xfrm>
            <a:off x="7624162" y="1306979"/>
            <a:ext cx="4047378" cy="1297891"/>
            <a:chOff x="7761293" y="1505695"/>
            <a:chExt cx="3683177" cy="1181101"/>
          </a:xfrm>
        </p:grpSpPr>
        <p:pic>
          <p:nvPicPr>
            <p:cNvPr id="21" name="図 20" descr="アイコン&#10;&#10;AI 生成コンテンツは誤りを含む可能性があります。">
              <a:extLst>
                <a:ext uri="{FF2B5EF4-FFF2-40B4-BE49-F238E27FC236}">
                  <a16:creationId xmlns:a16="http://schemas.microsoft.com/office/drawing/2014/main" id="{0D2A6E75-B8C5-F0F0-3772-31C63D7A1D15}"/>
                </a:ext>
              </a:extLst>
            </p:cNvPr>
            <p:cNvPicPr>
              <a:picLocks noChangeAspect="1"/>
            </p:cNvPicPr>
            <p:nvPr/>
          </p:nvPicPr>
          <p:blipFill>
            <a:blip r:embed="rId5">
              <a:duotone>
                <a:schemeClr val="accent1">
                  <a:shade val="45000"/>
                  <a:satMod val="135000"/>
                </a:schemeClr>
                <a:prstClr val="white"/>
              </a:duotone>
              <a:extLst>
                <a:ext uri="{BEBA8EAE-BF5A-486C-A8C5-ECC9F3942E4B}">
                  <a14:imgProps xmlns:a14="http://schemas.microsoft.com/office/drawing/2010/main">
                    <a14:imgLayer r:embed="rId6">
                      <a14:imgEffect>
                        <a14:backgroundRemoval t="10000" b="97333" l="10000" r="90000">
                          <a14:foregroundMark x1="48000" y1="20667" x2="48000" y2="24000"/>
                          <a14:foregroundMark x1="72333" y1="10667" x2="72333" y2="14000"/>
                          <a14:foregroundMark x1="71000" y1="29333" x2="71000" y2="31333"/>
                          <a14:foregroundMark x1="56000" y1="58667" x2="56333" y2="67667"/>
                          <a14:foregroundMark x1="70927" y1="80509" x2="70000" y2="92667"/>
                          <a14:foregroundMark x1="72667" y1="57667" x2="71517" y2="72767"/>
                          <a14:foregroundMark x1="36000" y1="92333" x2="36000" y2="97333"/>
                          <a14:backgroundMark x1="72000" y1="78000" x2="72000" y2="78000"/>
                          <a14:backgroundMark x1="71333" y1="79000" x2="71333" y2="79000"/>
                          <a14:backgroundMark x1="72333" y1="79333" x2="72333" y2="75333"/>
                          <a14:backgroundMark x1="71333" y1="79333" x2="72333" y2="75333"/>
                          <a14:backgroundMark x1="70667" y1="77667" x2="73667" y2="77333"/>
                          <a14:backgroundMark x1="70667" y1="77667" x2="73000" y2="75000"/>
                        </a14:backgroundRemoval>
                      </a14:imgEffect>
                    </a14:imgLayer>
                  </a14:imgProps>
                </a:ext>
                <a:ext uri="{28A0092B-C50C-407E-A947-70E740481C1C}">
                  <a14:useLocalDpi xmlns:a14="http://schemas.microsoft.com/office/drawing/2010/main" val="0"/>
                </a:ext>
              </a:extLst>
            </a:blip>
            <a:stretch>
              <a:fillRect/>
            </a:stretch>
          </p:blipFill>
          <p:spPr>
            <a:xfrm>
              <a:off x="10263370" y="1505695"/>
              <a:ext cx="1181100" cy="1181100"/>
            </a:xfrm>
            <a:prstGeom prst="rect">
              <a:avLst/>
            </a:prstGeom>
          </p:spPr>
        </p:pic>
        <p:pic>
          <p:nvPicPr>
            <p:cNvPr id="23" name="グラフィックス 22" descr="ハンバーガーとドリンク 単色塗りつぶし">
              <a:extLst>
                <a:ext uri="{FF2B5EF4-FFF2-40B4-BE49-F238E27FC236}">
                  <a16:creationId xmlns:a16="http://schemas.microsoft.com/office/drawing/2014/main" id="{EE23EE5C-25B2-E347-0B3F-9A6BDFB375DB}"/>
                </a:ext>
              </a:extLst>
            </p:cNvPr>
            <p:cNvPicPr>
              <a:picLocks noChangeAspect="1"/>
            </p:cNvPicPr>
            <p:nvPr/>
          </p:nvPicPr>
          <p:blipFill>
            <a:blip>
              <a:duotone>
                <a:schemeClr val="accent3">
                  <a:shade val="45000"/>
                  <a:satMod val="135000"/>
                </a:schemeClr>
                <a:prstClr val="white"/>
              </a:duotone>
              <a:extLst>
                <a:ext uri="{96DAC541-7B7A-43D3-8B79-37D633B846F1}">
                  <asvg:svgBlip xmlns:asvg="http://schemas.microsoft.com/office/drawing/2016/SVG/main" r:embed="rId7"/>
                </a:ext>
              </a:extLst>
            </a:blip>
            <a:stretch>
              <a:fillRect/>
            </a:stretch>
          </p:blipFill>
          <p:spPr>
            <a:xfrm>
              <a:off x="9012332" y="1505695"/>
              <a:ext cx="1181100" cy="1181100"/>
            </a:xfrm>
            <a:prstGeom prst="rect">
              <a:avLst/>
            </a:prstGeom>
          </p:spPr>
        </p:pic>
        <p:pic>
          <p:nvPicPr>
            <p:cNvPr id="25" name="図 24" descr="アイコン&#10;&#10;AI 生成コンテンツは誤りを含む可能性があります。">
              <a:extLst>
                <a:ext uri="{FF2B5EF4-FFF2-40B4-BE49-F238E27FC236}">
                  <a16:creationId xmlns:a16="http://schemas.microsoft.com/office/drawing/2014/main" id="{79C9294F-075E-2F76-4018-03D709E8529E}"/>
                </a:ext>
              </a:extLst>
            </p:cNvPr>
            <p:cNvPicPr>
              <a:picLocks noChangeAspect="1"/>
            </p:cNvPicPr>
            <p:nvPr/>
          </p:nvPicPr>
          <p:blipFill>
            <a:blip r:embed="rId8">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7761293" y="1505695"/>
              <a:ext cx="1181101" cy="1181101"/>
            </a:xfrm>
            <a:prstGeom prst="rect">
              <a:avLst/>
            </a:prstGeom>
          </p:spPr>
        </p:pic>
      </p:grpSp>
      <p:grpSp>
        <p:nvGrpSpPr>
          <p:cNvPr id="30" name="グループ化 29">
            <a:extLst>
              <a:ext uri="{FF2B5EF4-FFF2-40B4-BE49-F238E27FC236}">
                <a16:creationId xmlns:a16="http://schemas.microsoft.com/office/drawing/2014/main" id="{FECD3B0B-5F6B-94BF-A3E1-549A7E5D752B}"/>
              </a:ext>
            </a:extLst>
          </p:cNvPr>
          <p:cNvGrpSpPr/>
          <p:nvPr/>
        </p:nvGrpSpPr>
        <p:grpSpPr>
          <a:xfrm>
            <a:off x="2364011" y="1471079"/>
            <a:ext cx="3006824" cy="3613628"/>
            <a:chOff x="2364011" y="1471079"/>
            <a:chExt cx="3006824" cy="3613628"/>
          </a:xfrm>
        </p:grpSpPr>
        <p:sp>
          <p:nvSpPr>
            <p:cNvPr id="31" name="楕円 30">
              <a:extLst>
                <a:ext uri="{FF2B5EF4-FFF2-40B4-BE49-F238E27FC236}">
                  <a16:creationId xmlns:a16="http://schemas.microsoft.com/office/drawing/2014/main" id="{D73BD5D8-A96F-4F28-638D-9216A1D79DA6}"/>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2" name="図 31" descr="図形&#10;&#10;AI 生成コンテンツは誤りを含む可能性があります。">
              <a:extLst>
                <a:ext uri="{FF2B5EF4-FFF2-40B4-BE49-F238E27FC236}">
                  <a16:creationId xmlns:a16="http://schemas.microsoft.com/office/drawing/2014/main" id="{9E9C4C5D-E452-D370-7D03-3882ED9A6D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33" name="図 32" descr="ロゴ&#10;&#10;AI 生成コンテンツは誤りを含む可能性があります。">
              <a:extLst>
                <a:ext uri="{FF2B5EF4-FFF2-40B4-BE49-F238E27FC236}">
                  <a16:creationId xmlns:a16="http://schemas.microsoft.com/office/drawing/2014/main" id="{DF4D5E18-FA57-3CAD-0B6D-4BC5625BA8A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34" name="図 33" descr="ロゴ&#10;&#10;AI 生成コンテンツは誤りを含む可能性があります。">
              <a:extLst>
                <a:ext uri="{FF2B5EF4-FFF2-40B4-BE49-F238E27FC236}">
                  <a16:creationId xmlns:a16="http://schemas.microsoft.com/office/drawing/2014/main" id="{C766B921-FCA8-A679-405D-273B95FF488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35" name="図 34" descr="ロゴ&#10;&#10;AI 生成コンテンツは誤りを含む可能性があります。">
              <a:extLst>
                <a:ext uri="{FF2B5EF4-FFF2-40B4-BE49-F238E27FC236}">
                  <a16:creationId xmlns:a16="http://schemas.microsoft.com/office/drawing/2014/main" id="{68D1D213-392A-20B6-1FAE-C0161C3FA70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36" name="図 35" descr="テキスト が含まれている画像&#10;&#10;AI 生成コンテンツは誤りを含む可能性があります。">
              <a:extLst>
                <a:ext uri="{FF2B5EF4-FFF2-40B4-BE49-F238E27FC236}">
                  <a16:creationId xmlns:a16="http://schemas.microsoft.com/office/drawing/2014/main" id="{40586759-22BD-A10F-080C-28F36FD74BB2}"/>
                </a:ext>
              </a:extLst>
            </p:cNvPr>
            <p:cNvPicPr>
              <a:picLocks noChangeAspect="1"/>
            </p:cNvPicPr>
            <p:nvPr/>
          </p:nvPicPr>
          <p:blipFill>
            <a:blip r:embed="rId10">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37" name="図 36" descr="テキスト が含まれている画像&#10;&#10;AI 生成コンテンツは誤りを含む可能性があります。">
              <a:extLst>
                <a:ext uri="{FF2B5EF4-FFF2-40B4-BE49-F238E27FC236}">
                  <a16:creationId xmlns:a16="http://schemas.microsoft.com/office/drawing/2014/main" id="{2BEE6C1E-6ECE-FB86-A45C-30A63FEED308}"/>
                </a:ext>
              </a:extLst>
            </p:cNvPr>
            <p:cNvPicPr>
              <a:picLocks noChangeAspect="1"/>
            </p:cNvPicPr>
            <p:nvPr/>
          </p:nvPicPr>
          <p:blipFill>
            <a:blip r:embed="rId10">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38" name="図 37" descr="アイコン&#10;&#10;AI 生成コンテンツは誤りを含む可能性があります。">
              <a:extLst>
                <a:ext uri="{FF2B5EF4-FFF2-40B4-BE49-F238E27FC236}">
                  <a16:creationId xmlns:a16="http://schemas.microsoft.com/office/drawing/2014/main" id="{98BE2E57-DABC-8091-C97D-DB22D38BF7C0}"/>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39" name="図 38" descr="アイコン&#10;&#10;AI 生成コンテンツは誤りを含む可能性があります。">
              <a:extLst>
                <a:ext uri="{FF2B5EF4-FFF2-40B4-BE49-F238E27FC236}">
                  <a16:creationId xmlns:a16="http://schemas.microsoft.com/office/drawing/2014/main" id="{69242C7B-49F7-0D68-EDAB-2526E39768DA}"/>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40" name="図 39" descr="アイコン&#10;&#10;AI 生成コンテンツは誤りを含む可能性があります。">
              <a:extLst>
                <a:ext uri="{FF2B5EF4-FFF2-40B4-BE49-F238E27FC236}">
                  <a16:creationId xmlns:a16="http://schemas.microsoft.com/office/drawing/2014/main" id="{57FB6BAF-3372-40E3-BBA7-6B5743A5F567}"/>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41" name="図 40" descr="アイコン&#10;&#10;AI 生成コンテンツは誤りを含む可能性があります。">
              <a:extLst>
                <a:ext uri="{FF2B5EF4-FFF2-40B4-BE49-F238E27FC236}">
                  <a16:creationId xmlns:a16="http://schemas.microsoft.com/office/drawing/2014/main" id="{B7499510-F219-2D5B-84AE-ED46E723002F}"/>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grpSp>
        <p:nvGrpSpPr>
          <p:cNvPr id="3" name="グループ化 2">
            <a:extLst>
              <a:ext uri="{FF2B5EF4-FFF2-40B4-BE49-F238E27FC236}">
                <a16:creationId xmlns:a16="http://schemas.microsoft.com/office/drawing/2014/main" id="{03C153ED-ED12-47B8-79B2-CBABB88DA02A}"/>
              </a:ext>
            </a:extLst>
          </p:cNvPr>
          <p:cNvGrpSpPr/>
          <p:nvPr/>
        </p:nvGrpSpPr>
        <p:grpSpPr>
          <a:xfrm>
            <a:off x="2590800" y="2125135"/>
            <a:ext cx="904526" cy="1044291"/>
            <a:chOff x="4777819" y="1502966"/>
            <a:chExt cx="904526" cy="1044291"/>
          </a:xfrm>
        </p:grpSpPr>
        <p:sp>
          <p:nvSpPr>
            <p:cNvPr id="5" name="楕円 4">
              <a:extLst>
                <a:ext uri="{FF2B5EF4-FFF2-40B4-BE49-F238E27FC236}">
                  <a16:creationId xmlns:a16="http://schemas.microsoft.com/office/drawing/2014/main" id="{9CA5E9F2-EB14-FC33-55C4-A8C9C40FCE15}"/>
                </a:ext>
              </a:extLst>
            </p:cNvPr>
            <p:cNvSpPr/>
            <p:nvPr/>
          </p:nvSpPr>
          <p:spPr>
            <a:xfrm>
              <a:off x="4777819" y="1502966"/>
              <a:ext cx="597393" cy="597393"/>
            </a:xfrm>
            <a:prstGeom prst="ellipse">
              <a:avLst/>
            </a:prstGeom>
            <a:noFill/>
            <a:ln w="165100">
              <a:solidFill>
                <a:schemeClr val="accent3">
                  <a:lumMod val="60000"/>
                  <a:lumOff val="40000"/>
                </a:schemeClr>
              </a:solidFill>
            </a:ln>
            <a:effectLst>
              <a:glow rad="63500">
                <a:schemeClr val="accent3">
                  <a:lumMod val="60000"/>
                  <a:lumOff val="40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1" name="図 10" descr="アイコン&#10;&#10;AI 生成コンテンツは誤りを含む可能性があります。">
              <a:extLst>
                <a:ext uri="{FF2B5EF4-FFF2-40B4-BE49-F238E27FC236}">
                  <a16:creationId xmlns:a16="http://schemas.microsoft.com/office/drawing/2014/main" id="{5206A2DB-1FF2-1DFF-31F6-4B10DDE80CB3}"/>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4833259" y="1698171"/>
              <a:ext cx="849086" cy="849086"/>
            </a:xfrm>
            <a:prstGeom prst="rect">
              <a:avLst/>
            </a:prstGeom>
            <a:effectLst>
              <a:glow rad="63500">
                <a:schemeClr val="accent6">
                  <a:satMod val="175000"/>
                  <a:alpha val="40000"/>
                </a:schemeClr>
              </a:glow>
            </a:effectLst>
          </p:spPr>
        </p:pic>
      </p:grpSp>
    </p:spTree>
    <p:extLst>
      <p:ext uri="{BB962C8B-B14F-4D97-AF65-F5344CB8AC3E}">
        <p14:creationId xmlns:p14="http://schemas.microsoft.com/office/powerpoint/2010/main" val="3685134084"/>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A7E5F801-A815-5275-30BC-11D96505CCB6}"/>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A4C6B22F-01A2-6D6D-7169-B3657C0AE422}"/>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C9E07FD-7087-6628-AB48-F78AC2C874B6}"/>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5231CD57-2F6C-5E5D-57ED-8BC08209EB50}"/>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1C7FEAA0-E024-8D06-C62A-286CB611A4F2}"/>
              </a:ext>
            </a:extLst>
          </p:cNvPr>
          <p:cNvSpPr/>
          <p:nvPr/>
        </p:nvSpPr>
        <p:spPr>
          <a:xfrm>
            <a:off x="9569319" y="887965"/>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600C2DE0-CD38-8C01-14BA-97BD0EDC2518}"/>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56B61D46-9992-CB02-BE4A-7FF4D2090D1A}"/>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1018DED5-EEC4-697E-E1C4-6A94C9DCAFEB}"/>
              </a:ext>
            </a:extLst>
          </p:cNvPr>
          <p:cNvSpPr txBox="1"/>
          <p:nvPr/>
        </p:nvSpPr>
        <p:spPr>
          <a:xfrm>
            <a:off x="9639626" y="5289788"/>
            <a:ext cx="1620957" cy="523220"/>
          </a:xfrm>
          <a:prstGeom prst="rect">
            <a:avLst/>
          </a:prstGeom>
          <a:noFill/>
        </p:spPr>
        <p:txBody>
          <a:bodyPr wrap="none" rtlCol="0">
            <a:spAutoFit/>
          </a:bodyPr>
          <a:lstStyle/>
          <a:p>
            <a:pPr algn="ctr"/>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サイクル</a:t>
            </a:r>
          </a:p>
        </p:txBody>
      </p:sp>
      <p:sp>
        <p:nvSpPr>
          <p:cNvPr id="10" name="四角形: 角を丸くする 9">
            <a:extLst>
              <a:ext uri="{FF2B5EF4-FFF2-40B4-BE49-F238E27FC236}">
                <a16:creationId xmlns:a16="http://schemas.microsoft.com/office/drawing/2014/main" id="{A043E8B6-9A82-5386-3788-F254DA1C21EE}"/>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DEA07F2D-9F96-ED56-9420-E5B49F6690BA}"/>
              </a:ext>
            </a:extLst>
          </p:cNvPr>
          <p:cNvSpPr txBox="1"/>
          <p:nvPr/>
        </p:nvSpPr>
        <p:spPr>
          <a:xfrm>
            <a:off x="1921468" y="950752"/>
            <a:ext cx="3627916" cy="400110"/>
          </a:xfrm>
          <a:prstGeom prst="rect">
            <a:avLst/>
          </a:prstGeom>
          <a:noFill/>
        </p:spPr>
        <p:txBody>
          <a:bodyPr wrap="none" rtlCol="0">
            <a:spAutoFit/>
          </a:bodyPr>
          <a:lstStyle/>
          <a:p>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sz="2000" dirty="0">
                <a:solidFill>
                  <a:schemeClr val="bg1">
                    <a:lumMod val="95000"/>
                  </a:schemeClr>
                </a:solidFill>
                <a:latin typeface="HGS明朝E" panose="02020900000000000000" pitchFamily="18" charset="-128"/>
                <a:ea typeface="HGS明朝E" panose="02020900000000000000" pitchFamily="18" charset="-128"/>
              </a:rPr>
              <a:t>/</a:t>
            </a:r>
            <a:r>
              <a:rPr lang="ja-JP" altLang="en-US" sz="2000"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入れ替え</a:t>
            </a:r>
          </a:p>
        </p:txBody>
      </p:sp>
      <p:sp>
        <p:nvSpPr>
          <p:cNvPr id="11" name="テキスト ボックス 10">
            <a:extLst>
              <a:ext uri="{FF2B5EF4-FFF2-40B4-BE49-F238E27FC236}">
                <a16:creationId xmlns:a16="http://schemas.microsoft.com/office/drawing/2014/main" id="{C1F6E347-153B-D30B-8621-C9820359DFD3}"/>
              </a:ext>
            </a:extLst>
          </p:cNvPr>
          <p:cNvSpPr txBox="1"/>
          <p:nvPr/>
        </p:nvSpPr>
        <p:spPr>
          <a:xfrm>
            <a:off x="6332175" y="122722"/>
            <a:ext cx="4031873" cy="400110"/>
          </a:xfrm>
          <a:prstGeom prst="rect">
            <a:avLst/>
          </a:prstGeom>
          <a:noFill/>
        </p:spPr>
        <p:txBody>
          <a:bodyPr wrap="none" rtlCol="0">
            <a:spAutoFit/>
          </a:bodyPr>
          <a:lstStyle/>
          <a:p>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ドラックでレア鉱石をバフに変換</a:t>
            </a:r>
          </a:p>
        </p:txBody>
      </p:sp>
    </p:spTree>
    <p:extLst>
      <p:ext uri="{BB962C8B-B14F-4D97-AF65-F5344CB8AC3E}">
        <p14:creationId xmlns:p14="http://schemas.microsoft.com/office/powerpoint/2010/main" val="871563311"/>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0B398-1E4F-2844-3E7C-53A33F66A385}"/>
            </a:ext>
          </a:extLst>
        </p:cNvPr>
        <p:cNvGrpSpPr/>
        <p:nvPr/>
      </p:nvGrpSpPr>
      <p:grpSpPr>
        <a:xfrm>
          <a:off x="0" y="0"/>
          <a:ext cx="0" cy="0"/>
          <a:chOff x="0" y="0"/>
          <a:chExt cx="0" cy="0"/>
        </a:xfrm>
      </p:grpSpPr>
      <p:pic>
        <p:nvPicPr>
          <p:cNvPr id="7" name="図 6" descr="テーブル&#10;&#10;AI 生成コンテンツは誤りを含む可能性があります。">
            <a:extLst>
              <a:ext uri="{FF2B5EF4-FFF2-40B4-BE49-F238E27FC236}">
                <a16:creationId xmlns:a16="http://schemas.microsoft.com/office/drawing/2014/main" id="{5B5C691E-78C0-0707-D6E1-C07FE132C386}"/>
              </a:ext>
            </a:extLst>
          </p:cNvPr>
          <p:cNvPicPr>
            <a:picLocks noChangeAspect="1"/>
          </p:cNvPicPr>
          <p:nvPr/>
        </p:nvPicPr>
        <p:blipFill>
          <a:blip r:embed="rId3"/>
          <a:stretch>
            <a:fillRect/>
          </a:stretch>
        </p:blipFill>
        <p:spPr>
          <a:xfrm>
            <a:off x="2015034" y="1919459"/>
            <a:ext cx="3179387" cy="3019082"/>
          </a:xfrm>
          <a:prstGeom prst="rect">
            <a:avLst/>
          </a:prstGeom>
        </p:spPr>
      </p:pic>
      <p:sp>
        <p:nvSpPr>
          <p:cNvPr id="5" name="四角形: 角を丸くする 4">
            <a:extLst>
              <a:ext uri="{FF2B5EF4-FFF2-40B4-BE49-F238E27FC236}">
                <a16:creationId xmlns:a16="http://schemas.microsoft.com/office/drawing/2014/main" id="{58C0B229-0881-DAE2-C331-5AE588592830}"/>
              </a:ext>
            </a:extLst>
          </p:cNvPr>
          <p:cNvSpPr/>
          <p:nvPr/>
        </p:nvSpPr>
        <p:spPr>
          <a:xfrm>
            <a:off x="3105228" y="2654559"/>
            <a:ext cx="934927" cy="1562878"/>
          </a:xfrm>
          <a:prstGeom prst="roundRect">
            <a:avLst/>
          </a:prstGeom>
          <a:noFill/>
          <a:ln w="698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4A744DEA-6572-6B9D-BC01-322B566BC24C}"/>
              </a:ext>
            </a:extLst>
          </p:cNvPr>
          <p:cNvCxnSpPr>
            <a:stCxn id="5" idx="3"/>
          </p:cNvCxnSpPr>
          <p:nvPr/>
        </p:nvCxnSpPr>
        <p:spPr>
          <a:xfrm flipV="1">
            <a:off x="4040155" y="3429000"/>
            <a:ext cx="1390263" cy="6998"/>
          </a:xfrm>
          <a:prstGeom prst="line">
            <a:avLst/>
          </a:prstGeom>
          <a:ln w="69850">
            <a:solidFill>
              <a:schemeClr val="accent4"/>
            </a:solidFill>
          </a:ln>
        </p:spPr>
        <p:style>
          <a:lnRef idx="2">
            <a:schemeClr val="accent1"/>
          </a:lnRef>
          <a:fillRef idx="0">
            <a:schemeClr val="accent1"/>
          </a:fillRef>
          <a:effectRef idx="1">
            <a:schemeClr val="accent1"/>
          </a:effectRef>
          <a:fontRef idx="minor">
            <a:schemeClr val="tx1"/>
          </a:fontRef>
        </p:style>
      </p:cxnSp>
      <p:sp>
        <p:nvSpPr>
          <p:cNvPr id="10" name="テキスト ボックス 9">
            <a:extLst>
              <a:ext uri="{FF2B5EF4-FFF2-40B4-BE49-F238E27FC236}">
                <a16:creationId xmlns:a16="http://schemas.microsoft.com/office/drawing/2014/main" id="{F7F539B5-ABAD-E553-F367-13486B841418}"/>
              </a:ext>
            </a:extLst>
          </p:cNvPr>
          <p:cNvSpPr txBox="1"/>
          <p:nvPr/>
        </p:nvSpPr>
        <p:spPr>
          <a:xfrm>
            <a:off x="5430418" y="2743500"/>
            <a:ext cx="5676554" cy="1384995"/>
          </a:xfrm>
          <a:prstGeom prst="rect">
            <a:avLst/>
          </a:prstGeom>
          <a:noFill/>
        </p:spPr>
        <p:txBody>
          <a:bodyPr wrap="none" rtlCol="0">
            <a:spAutoFit/>
          </a:bodyPr>
          <a:lstStyle/>
          <a:p>
            <a:r>
              <a:rPr kumimoji="1" lang="en-US" altLang="ja-JP" sz="2800" dirty="0">
                <a:solidFill>
                  <a:schemeClr val="accent4"/>
                </a:solidFill>
              </a:rPr>
              <a:t>B_01</a:t>
            </a:r>
            <a:r>
              <a:rPr kumimoji="1" lang="ja-JP" altLang="en-US" sz="2800" dirty="0">
                <a:solidFill>
                  <a:schemeClr val="accent4"/>
                </a:solidFill>
              </a:rPr>
              <a:t>が「直下空白</a:t>
            </a:r>
            <a:r>
              <a:rPr kumimoji="1" lang="en-US" altLang="ja-JP" sz="2800" dirty="0">
                <a:solidFill>
                  <a:schemeClr val="accent4"/>
                </a:solidFill>
              </a:rPr>
              <a:t>2</a:t>
            </a:r>
            <a:r>
              <a:rPr kumimoji="1" lang="ja-JP" altLang="en-US" sz="2800" dirty="0">
                <a:solidFill>
                  <a:schemeClr val="accent4"/>
                </a:solidFill>
              </a:rPr>
              <a:t>」の場合、</a:t>
            </a:r>
            <a:br>
              <a:rPr kumimoji="1" lang="en-US" altLang="ja-JP" sz="2800" dirty="0">
                <a:solidFill>
                  <a:schemeClr val="accent4"/>
                </a:solidFill>
              </a:rPr>
            </a:br>
            <a:r>
              <a:rPr kumimoji="1" lang="ja-JP" altLang="en-US" sz="2800" dirty="0">
                <a:solidFill>
                  <a:schemeClr val="accent4"/>
                </a:solidFill>
              </a:rPr>
              <a:t>このまとまりを</a:t>
            </a:r>
            <a:r>
              <a:rPr kumimoji="1" lang="en-US" altLang="ja-JP" sz="2800" dirty="0">
                <a:solidFill>
                  <a:schemeClr val="accent4"/>
                </a:solidFill>
              </a:rPr>
              <a:t>B_01</a:t>
            </a:r>
            <a:r>
              <a:rPr kumimoji="1" lang="ja-JP" altLang="en-US" sz="2800" dirty="0">
                <a:solidFill>
                  <a:schemeClr val="accent4"/>
                </a:solidFill>
              </a:rPr>
              <a:t>として扱い、</a:t>
            </a:r>
            <a:br>
              <a:rPr kumimoji="1" lang="en-US" altLang="ja-JP" sz="2800" dirty="0">
                <a:solidFill>
                  <a:schemeClr val="accent4"/>
                </a:solidFill>
              </a:rPr>
            </a:br>
            <a:r>
              <a:rPr kumimoji="1" lang="ja-JP" altLang="en-US" sz="2800" dirty="0">
                <a:solidFill>
                  <a:schemeClr val="accent4"/>
                </a:solidFill>
              </a:rPr>
              <a:t>ルート上に配置する</a:t>
            </a:r>
          </a:p>
        </p:txBody>
      </p:sp>
    </p:spTree>
    <p:extLst>
      <p:ext uri="{BB962C8B-B14F-4D97-AF65-F5344CB8AC3E}">
        <p14:creationId xmlns:p14="http://schemas.microsoft.com/office/powerpoint/2010/main" val="98938899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6D2FA-6975-CA5A-32F4-0483FB6FADDE}"/>
            </a:ext>
          </a:extLst>
        </p:cNvPr>
        <p:cNvGrpSpPr/>
        <p:nvPr/>
      </p:nvGrpSpPr>
      <p:grpSpPr>
        <a:xfrm>
          <a:off x="0" y="0"/>
          <a:ext cx="0" cy="0"/>
          <a:chOff x="0" y="0"/>
          <a:chExt cx="0" cy="0"/>
        </a:xfrm>
      </p:grpSpPr>
      <p:pic>
        <p:nvPicPr>
          <p:cNvPr id="6" name="図 5" descr="文字が書かれている&#10;&#10;AI 生成コンテンツは誤りを含む可能性があります。">
            <a:extLst>
              <a:ext uri="{FF2B5EF4-FFF2-40B4-BE49-F238E27FC236}">
                <a16:creationId xmlns:a16="http://schemas.microsoft.com/office/drawing/2014/main" id="{FC71E33E-923C-7F48-03AE-469545040A11}"/>
              </a:ext>
            </a:extLst>
          </p:cNvPr>
          <p:cNvPicPr>
            <a:picLocks noChangeAspect="1"/>
          </p:cNvPicPr>
          <p:nvPr/>
        </p:nvPicPr>
        <p:blipFill>
          <a:blip r:embed="rId3"/>
          <a:stretch>
            <a:fillRect/>
          </a:stretch>
        </p:blipFill>
        <p:spPr>
          <a:xfrm>
            <a:off x="1857569" y="1420900"/>
            <a:ext cx="3432887" cy="4350296"/>
          </a:xfrm>
          <a:prstGeom prst="rect">
            <a:avLst/>
          </a:prstGeom>
        </p:spPr>
      </p:pic>
      <p:sp>
        <p:nvSpPr>
          <p:cNvPr id="13" name="四角形: 角を丸くする 12">
            <a:extLst>
              <a:ext uri="{FF2B5EF4-FFF2-40B4-BE49-F238E27FC236}">
                <a16:creationId xmlns:a16="http://schemas.microsoft.com/office/drawing/2014/main" id="{BB6B6107-EB0D-5355-A60A-19342AE49764}"/>
              </a:ext>
            </a:extLst>
          </p:cNvPr>
          <p:cNvSpPr/>
          <p:nvPr/>
        </p:nvSpPr>
        <p:spPr>
          <a:xfrm>
            <a:off x="1989288" y="2743501"/>
            <a:ext cx="3105226" cy="1156696"/>
          </a:xfrm>
          <a:prstGeom prst="roundRect">
            <a:avLst/>
          </a:prstGeom>
          <a:solidFill>
            <a:schemeClr val="accent1">
              <a:lumMod val="20000"/>
              <a:lumOff val="80000"/>
              <a:alpha val="50000"/>
            </a:schemeClr>
          </a:solidFill>
          <a:ln w="698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cxnSp>
        <p:nvCxnSpPr>
          <p:cNvPr id="14" name="直線コネクタ 13">
            <a:extLst>
              <a:ext uri="{FF2B5EF4-FFF2-40B4-BE49-F238E27FC236}">
                <a16:creationId xmlns:a16="http://schemas.microsoft.com/office/drawing/2014/main" id="{E1D08EC3-A281-E07D-70EA-E1392A959403}"/>
              </a:ext>
            </a:extLst>
          </p:cNvPr>
          <p:cNvCxnSpPr>
            <a:cxnSpLocks/>
            <a:stCxn id="13" idx="3"/>
          </p:cNvCxnSpPr>
          <p:nvPr/>
        </p:nvCxnSpPr>
        <p:spPr>
          <a:xfrm flipV="1">
            <a:off x="5094514" y="3005110"/>
            <a:ext cx="335904" cy="316739"/>
          </a:xfrm>
          <a:prstGeom prst="line">
            <a:avLst/>
          </a:prstGeom>
          <a:ln w="69850">
            <a:solidFill>
              <a:schemeClr val="accent1"/>
            </a:solidFill>
            <a:prstDash val="sysDash"/>
          </a:ln>
        </p:spPr>
        <p:style>
          <a:lnRef idx="2">
            <a:schemeClr val="accent1"/>
          </a:lnRef>
          <a:fillRef idx="0">
            <a:schemeClr val="accent1"/>
          </a:fillRef>
          <a:effectRef idx="1">
            <a:schemeClr val="accent1"/>
          </a:effectRef>
          <a:fontRef idx="minor">
            <a:schemeClr val="tx1"/>
          </a:fontRef>
        </p:style>
      </p:cxnSp>
      <p:sp>
        <p:nvSpPr>
          <p:cNvPr id="17" name="テキスト ボックス 16">
            <a:extLst>
              <a:ext uri="{FF2B5EF4-FFF2-40B4-BE49-F238E27FC236}">
                <a16:creationId xmlns:a16="http://schemas.microsoft.com/office/drawing/2014/main" id="{2537119E-4326-67AD-33D3-45C820EB5FAA}"/>
              </a:ext>
            </a:extLst>
          </p:cNvPr>
          <p:cNvSpPr txBox="1"/>
          <p:nvPr/>
        </p:nvSpPr>
        <p:spPr>
          <a:xfrm>
            <a:off x="5542385" y="2820444"/>
            <a:ext cx="4166525" cy="954107"/>
          </a:xfrm>
          <a:prstGeom prst="rect">
            <a:avLst/>
          </a:prstGeom>
          <a:noFill/>
        </p:spPr>
        <p:txBody>
          <a:bodyPr wrap="none" rtlCol="0">
            <a:spAutoFit/>
          </a:bodyPr>
          <a:lstStyle/>
          <a:p>
            <a:r>
              <a:rPr kumimoji="1" lang="ja-JP" altLang="en-US" sz="2800" dirty="0">
                <a:solidFill>
                  <a:schemeClr val="accent1"/>
                </a:solidFill>
              </a:rPr>
              <a:t>赤いエリアには</a:t>
            </a:r>
            <a:br>
              <a:rPr kumimoji="1" lang="en-US" altLang="ja-JP" sz="2800" dirty="0">
                <a:solidFill>
                  <a:schemeClr val="accent1"/>
                </a:solidFill>
              </a:rPr>
            </a:br>
            <a:r>
              <a:rPr kumimoji="1" lang="en-US" altLang="ja-JP" sz="2800" dirty="0">
                <a:solidFill>
                  <a:schemeClr val="accent1"/>
                </a:solidFill>
              </a:rPr>
              <a:t>Safe</a:t>
            </a:r>
            <a:r>
              <a:rPr kumimoji="1" lang="ja-JP" altLang="en-US" sz="2800" dirty="0">
                <a:solidFill>
                  <a:schemeClr val="accent1"/>
                </a:solidFill>
              </a:rPr>
              <a:t>ノードを配置しない</a:t>
            </a:r>
          </a:p>
        </p:txBody>
      </p:sp>
    </p:spTree>
    <p:extLst>
      <p:ext uri="{BB962C8B-B14F-4D97-AF65-F5344CB8AC3E}">
        <p14:creationId xmlns:p14="http://schemas.microsoft.com/office/powerpoint/2010/main" val="3376710491"/>
      </p:ext>
    </p:extLst>
  </p:cSld>
  <p:clrMapOvr>
    <a:masterClrMapping/>
  </p:clrMapOvr>
</p:sld>
</file>

<file path=ppt/theme/theme1.xml><?xml version="1.0" encoding="utf-8"?>
<a:theme xmlns:a="http://schemas.openxmlformats.org/drawingml/2006/main" name="Office テーマ">
  <a:themeElements>
    <a:clrScheme name="ユーザー定義 5">
      <a:dk1>
        <a:sysClr val="windowText" lastClr="000000"/>
      </a:dk1>
      <a:lt1>
        <a:sysClr val="window" lastClr="FFFFFF"/>
      </a:lt1>
      <a:dk2>
        <a:srgbClr val="FF00FF"/>
      </a:dk2>
      <a:lt2>
        <a:srgbClr val="E8E8E8"/>
      </a:lt2>
      <a:accent1>
        <a:srgbClr val="C00000"/>
      </a:accent1>
      <a:accent2>
        <a:srgbClr val="FFC000"/>
      </a:accent2>
      <a:accent3>
        <a:srgbClr val="00B050"/>
      </a:accent3>
      <a:accent4>
        <a:srgbClr val="00B0F0"/>
      </a:accent4>
      <a:accent5>
        <a:srgbClr val="0070C0"/>
      </a:accent5>
      <a:accent6>
        <a:srgbClr val="7030A0"/>
      </a:accent6>
      <a:hlink>
        <a:srgbClr val="92D050"/>
      </a:hlink>
      <a:folHlink>
        <a:srgbClr val="002060"/>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118580</TotalTime>
  <Words>9165</Words>
  <Application>Microsoft Office PowerPoint</Application>
  <PresentationFormat>ワイド画面</PresentationFormat>
  <Paragraphs>5394</Paragraphs>
  <Slides>266</Slides>
  <Notes>48</Notes>
  <HiddenSlides>0</HiddenSlides>
  <MMClips>0</MMClips>
  <ScaleCrop>false</ScaleCrop>
  <HeadingPairs>
    <vt:vector size="6" baseType="variant">
      <vt:variant>
        <vt:lpstr>使用されているフォント</vt:lpstr>
      </vt:variant>
      <vt:variant>
        <vt:i4>18</vt:i4>
      </vt:variant>
      <vt:variant>
        <vt:lpstr>テーマ</vt:lpstr>
      </vt:variant>
      <vt:variant>
        <vt:i4>1</vt:i4>
      </vt:variant>
      <vt:variant>
        <vt:lpstr>スライド タイトル</vt:lpstr>
      </vt:variant>
      <vt:variant>
        <vt:i4>266</vt:i4>
      </vt:variant>
    </vt:vector>
  </HeadingPairs>
  <TitlesOfParts>
    <vt:vector size="285" baseType="lpstr">
      <vt:lpstr>02流線形 Black</vt:lpstr>
      <vt:lpstr>02流線形 Bold</vt:lpstr>
      <vt:lpstr>07焔極太明朝</vt:lpstr>
      <vt:lpstr>BIZ UDP明朝 Medium</vt:lpstr>
      <vt:lpstr>HGS明朝E</vt:lpstr>
      <vt:lpstr>Noto Sans JP Black</vt:lpstr>
      <vt:lpstr>原稿用標準書体</vt:lpstr>
      <vt:lpstr>瀞ノグリッチ黒体 H1</vt:lpstr>
      <vt:lpstr>叛逆明朝</vt:lpstr>
      <vt:lpstr>零ゴシック</vt:lpstr>
      <vt:lpstr>和音 Joyo R</vt:lpstr>
      <vt:lpstr>游ゴシック</vt:lpstr>
      <vt:lpstr>游ゴシック Light</vt:lpstr>
      <vt:lpstr>游明朝 Demibold</vt:lpstr>
      <vt:lpstr>Arial</vt:lpstr>
      <vt:lpstr>Cambria Math</vt:lpstr>
      <vt:lpstr>KaitouYokokuGothic Heavy</vt:lpstr>
      <vt:lpstr>Stencil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13 player</dc:creator>
  <cp:lastModifiedBy>13 player</cp:lastModifiedBy>
  <cp:revision>76</cp:revision>
  <dcterms:created xsi:type="dcterms:W3CDTF">2026-01-25T19:21:58Z</dcterms:created>
  <dcterms:modified xsi:type="dcterms:W3CDTF">2026-10-13T08:57:54Z</dcterms:modified>
</cp:coreProperties>
</file>