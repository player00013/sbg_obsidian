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83_5DD0376.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3"/>
  </p:notesMasterIdLst>
  <p:sldIdLst>
    <p:sldId id="298" r:id="rId2"/>
    <p:sldId id="427" r:id="rId3"/>
    <p:sldId id="394" r:id="rId4"/>
    <p:sldId id="393" r:id="rId5"/>
    <p:sldId id="396" r:id="rId6"/>
    <p:sldId id="401" r:id="rId7"/>
    <p:sldId id="553" r:id="rId8"/>
    <p:sldId id="554" r:id="rId9"/>
    <p:sldId id="547"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449" r:id="rId44"/>
    <p:sldId id="382" r:id="rId45"/>
    <p:sldId id="452" r:id="rId46"/>
    <p:sldId id="451" r:id="rId47"/>
    <p:sldId id="359" r:id="rId48"/>
    <p:sldId id="453" r:id="rId49"/>
    <p:sldId id="376" r:id="rId50"/>
    <p:sldId id="455" r:id="rId51"/>
    <p:sldId id="456" r:id="rId52"/>
    <p:sldId id="361" r:id="rId53"/>
    <p:sldId id="559" r:id="rId54"/>
    <p:sldId id="383" r:id="rId55"/>
    <p:sldId id="454" r:id="rId56"/>
    <p:sldId id="436" r:id="rId57"/>
    <p:sldId id="367" r:id="rId58"/>
    <p:sldId id="372" r:id="rId59"/>
    <p:sldId id="386" r:id="rId60"/>
    <p:sldId id="457" r:id="rId61"/>
    <p:sldId id="390" r:id="rId62"/>
    <p:sldId id="530" r:id="rId63"/>
    <p:sldId id="529" r:id="rId64"/>
    <p:sldId id="531" r:id="rId65"/>
    <p:sldId id="392" r:id="rId66"/>
    <p:sldId id="391" r:id="rId67"/>
    <p:sldId id="373" r:id="rId68"/>
    <p:sldId id="368" r:id="rId69"/>
    <p:sldId id="321" r:id="rId70"/>
    <p:sldId id="389" r:id="rId71"/>
    <p:sldId id="458" r:id="rId72"/>
    <p:sldId id="352" r:id="rId73"/>
    <p:sldId id="351" r:id="rId74"/>
    <p:sldId id="331" r:id="rId75"/>
    <p:sldId id="330" r:id="rId76"/>
    <p:sldId id="334" r:id="rId77"/>
    <p:sldId id="469" r:id="rId78"/>
    <p:sldId id="473" r:id="rId79"/>
    <p:sldId id="472" r:id="rId80"/>
    <p:sldId id="475" r:id="rId81"/>
    <p:sldId id="474" r:id="rId82"/>
    <p:sldId id="478" r:id="rId83"/>
    <p:sldId id="481" r:id="rId84"/>
    <p:sldId id="470" r:id="rId85"/>
    <p:sldId id="484" r:id="rId86"/>
    <p:sldId id="479" r:id="rId87"/>
    <p:sldId id="483" r:id="rId88"/>
    <p:sldId id="482" r:id="rId89"/>
    <p:sldId id="485" r:id="rId90"/>
    <p:sldId id="509" r:id="rId91"/>
    <p:sldId id="532" r:id="rId92"/>
    <p:sldId id="512" r:id="rId93"/>
    <p:sldId id="513" r:id="rId94"/>
    <p:sldId id="511" r:id="rId95"/>
    <p:sldId id="534" r:id="rId96"/>
    <p:sldId id="515" r:id="rId97"/>
    <p:sldId id="533" r:id="rId98"/>
    <p:sldId id="536" r:id="rId99"/>
    <p:sldId id="537" r:id="rId100"/>
    <p:sldId id="535" r:id="rId101"/>
    <p:sldId id="517" r:id="rId102"/>
    <p:sldId id="519" r:id="rId103"/>
    <p:sldId id="518" r:id="rId104"/>
    <p:sldId id="520" r:id="rId105"/>
    <p:sldId id="521" r:id="rId106"/>
    <p:sldId id="522" r:id="rId107"/>
    <p:sldId id="487" r:id="rId108"/>
    <p:sldId id="488" r:id="rId109"/>
    <p:sldId id="505" r:id="rId110"/>
    <p:sldId id="523" r:id="rId111"/>
    <p:sldId id="489" r:id="rId112"/>
    <p:sldId id="524" r:id="rId113"/>
    <p:sldId id="492" r:id="rId114"/>
    <p:sldId id="525" r:id="rId115"/>
    <p:sldId id="526" r:id="rId116"/>
    <p:sldId id="527" r:id="rId117"/>
    <p:sldId id="528" r:id="rId118"/>
    <p:sldId id="541" r:id="rId119"/>
    <p:sldId id="538" r:id="rId120"/>
    <p:sldId id="543" r:id="rId121"/>
    <p:sldId id="542" r:id="rId122"/>
    <p:sldId id="539" r:id="rId123"/>
    <p:sldId id="540" r:id="rId124"/>
    <p:sldId id="544" r:id="rId125"/>
    <p:sldId id="546" r:id="rId126"/>
    <p:sldId id="545" r:id="rId127"/>
    <p:sldId id="557" r:id="rId128"/>
    <p:sldId id="558" r:id="rId129"/>
    <p:sldId id="264" r:id="rId130"/>
    <p:sldId id="556" r:id="rId131"/>
    <p:sldId id="555" r:id="rId132"/>
    <p:sldId id="450" r:id="rId133"/>
    <p:sldId id="448" r:id="rId134"/>
    <p:sldId id="410" r:id="rId135"/>
    <p:sldId id="490" r:id="rId136"/>
    <p:sldId id="491" r:id="rId137"/>
    <p:sldId id="516" r:id="rId138"/>
    <p:sldId id="510" r:id="rId139"/>
    <p:sldId id="412" r:id="rId140"/>
    <p:sldId id="496" r:id="rId141"/>
    <p:sldId id="497" r:id="rId142"/>
    <p:sldId id="498" r:id="rId143"/>
    <p:sldId id="499" r:id="rId144"/>
    <p:sldId id="500" r:id="rId145"/>
    <p:sldId id="501" r:id="rId146"/>
    <p:sldId id="502" r:id="rId147"/>
    <p:sldId id="413" r:id="rId148"/>
    <p:sldId id="414" r:id="rId149"/>
    <p:sldId id="486" r:id="rId150"/>
    <p:sldId id="480" r:id="rId151"/>
    <p:sldId id="461" r:id="rId152"/>
    <p:sldId id="460" r:id="rId153"/>
    <p:sldId id="438" r:id="rId154"/>
    <p:sldId id="439" r:id="rId155"/>
    <p:sldId id="440" r:id="rId156"/>
    <p:sldId id="421" r:id="rId157"/>
    <p:sldId id="422" r:id="rId158"/>
    <p:sldId id="425" r:id="rId159"/>
    <p:sldId id="424" r:id="rId160"/>
    <p:sldId id="426" r:id="rId161"/>
    <p:sldId id="462" r:id="rId162"/>
    <p:sldId id="466" r:id="rId163"/>
    <p:sldId id="444" r:id="rId164"/>
    <p:sldId id="443" r:id="rId165"/>
    <p:sldId id="363" r:id="rId166"/>
    <p:sldId id="369" r:id="rId167"/>
    <p:sldId id="377" r:id="rId168"/>
    <p:sldId id="378" r:id="rId169"/>
    <p:sldId id="434" r:id="rId170"/>
    <p:sldId id="435" r:id="rId171"/>
    <p:sldId id="387" r:id="rId172"/>
    <p:sldId id="417" r:id="rId173"/>
    <p:sldId id="409" r:id="rId174"/>
    <p:sldId id="411" r:id="rId175"/>
    <p:sldId id="397" r:id="rId176"/>
    <p:sldId id="405" r:id="rId177"/>
    <p:sldId id="403" r:id="rId178"/>
    <p:sldId id="402" r:id="rId179"/>
    <p:sldId id="337" r:id="rId180"/>
    <p:sldId id="364" r:id="rId181"/>
    <p:sldId id="379" r:id="rId182"/>
    <p:sldId id="320" r:id="rId183"/>
    <p:sldId id="329" r:id="rId184"/>
    <p:sldId id="299" r:id="rId185"/>
    <p:sldId id="347" r:id="rId186"/>
    <p:sldId id="357" r:id="rId187"/>
    <p:sldId id="360" r:id="rId188"/>
    <p:sldId id="380" r:id="rId189"/>
    <p:sldId id="365" r:id="rId190"/>
    <p:sldId id="336" r:id="rId191"/>
    <p:sldId id="356" r:id="rId192"/>
    <p:sldId id="355" r:id="rId193"/>
    <p:sldId id="354" r:id="rId194"/>
    <p:sldId id="256" r:id="rId195"/>
    <p:sldId id="327" r:id="rId196"/>
    <p:sldId id="340" r:id="rId197"/>
    <p:sldId id="260" r:id="rId198"/>
    <p:sldId id="258" r:id="rId199"/>
    <p:sldId id="338" r:id="rId200"/>
    <p:sldId id="326" r:id="rId201"/>
    <p:sldId id="332" r:id="rId202"/>
    <p:sldId id="366" r:id="rId203"/>
    <p:sldId id="302" r:id="rId204"/>
    <p:sldId id="385" r:id="rId205"/>
    <p:sldId id="371" r:id="rId206"/>
    <p:sldId id="384" r:id="rId207"/>
    <p:sldId id="348" r:id="rId208"/>
    <p:sldId id="324" r:id="rId209"/>
    <p:sldId id="381" r:id="rId210"/>
    <p:sldId id="325" r:id="rId211"/>
    <p:sldId id="339" r:id="rId212"/>
    <p:sldId id="333" r:id="rId213"/>
    <p:sldId id="315" r:id="rId214"/>
    <p:sldId id="318" r:id="rId215"/>
    <p:sldId id="346" r:id="rId216"/>
    <p:sldId id="374" r:id="rId217"/>
    <p:sldId id="375" r:id="rId218"/>
    <p:sldId id="370" r:id="rId219"/>
    <p:sldId id="362" r:id="rId220"/>
    <p:sldId id="349" r:id="rId221"/>
    <p:sldId id="342" r:id="rId222"/>
    <p:sldId id="341" r:id="rId223"/>
    <p:sldId id="344" r:id="rId224"/>
    <p:sldId id="343" r:id="rId225"/>
    <p:sldId id="345" r:id="rId226"/>
    <p:sldId id="319" r:id="rId227"/>
    <p:sldId id="328" r:id="rId228"/>
    <p:sldId id="265" r:id="rId229"/>
    <p:sldId id="323" r:id="rId230"/>
    <p:sldId id="316" r:id="rId231"/>
    <p:sldId id="322" r:id="rId232"/>
    <p:sldId id="270" r:id="rId233"/>
    <p:sldId id="269" r:id="rId234"/>
    <p:sldId id="271" r:id="rId235"/>
    <p:sldId id="273" r:id="rId236"/>
    <p:sldId id="272" r:id="rId237"/>
    <p:sldId id="274" r:id="rId238"/>
    <p:sldId id="388" r:id="rId239"/>
    <p:sldId id="268" r:id="rId240"/>
    <p:sldId id="276" r:id="rId241"/>
    <p:sldId id="277" r:id="rId242"/>
    <p:sldId id="278" r:id="rId243"/>
    <p:sldId id="279" r:id="rId244"/>
    <p:sldId id="280" r:id="rId245"/>
    <p:sldId id="281" r:id="rId246"/>
    <p:sldId id="297" r:id="rId247"/>
    <p:sldId id="296" r:id="rId248"/>
    <p:sldId id="300" r:id="rId249"/>
    <p:sldId id="314" r:id="rId250"/>
    <p:sldId id="335" r:id="rId251"/>
    <p:sldId id="303" r:id="rId252"/>
    <p:sldId id="350" r:id="rId253"/>
    <p:sldId id="317" r:id="rId254"/>
    <p:sldId id="304" r:id="rId255"/>
    <p:sldId id="305" r:id="rId256"/>
    <p:sldId id="306" r:id="rId257"/>
    <p:sldId id="301" r:id="rId258"/>
    <p:sldId id="307" r:id="rId259"/>
    <p:sldId id="310" r:id="rId260"/>
    <p:sldId id="311" r:id="rId261"/>
    <p:sldId id="312" r:id="rId262"/>
    <p:sldId id="313" r:id="rId263"/>
    <p:sldId id="309" r:id="rId264"/>
    <p:sldId id="308" r:id="rId265"/>
    <p:sldId id="259" r:id="rId266"/>
    <p:sldId id="262" r:id="rId267"/>
    <p:sldId id="266" r:id="rId268"/>
    <p:sldId id="263" r:id="rId269"/>
    <p:sldId id="275" r:id="rId270"/>
    <p:sldId id="294" r:id="rId271"/>
    <p:sldId id="295" r:id="rId27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7C5599"/>
    <a:srgbClr val="D9D9D9"/>
    <a:srgbClr val="BFBFBF"/>
    <a:srgbClr val="FF99FF"/>
    <a:srgbClr val="FF00FF"/>
    <a:srgbClr val="FF66FF"/>
    <a:srgbClr val="FFA4F3"/>
    <a:srgbClr val="CC00CC"/>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266" autoAdjust="0"/>
  </p:normalViewPr>
  <p:slideViewPr>
    <p:cSldViewPr snapToGrid="0">
      <p:cViewPr varScale="1">
        <p:scale>
          <a:sx n="110" d="100"/>
          <a:sy n="110" d="100"/>
        </p:scale>
        <p:origin x="106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viewProps" Target="viewProps.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theme" Target="theme/theme1.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tableStyles" Target="tableStyle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microsoft.com/office/2018/10/relationships/authors" Targe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59</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60</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61</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63</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64</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74</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184</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186</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187</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190</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191</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192</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193</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203</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204</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206</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207</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208</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214</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229</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232</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233</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234</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235</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236</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237</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247</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248</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249</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250</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251</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252</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253</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254</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255</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256</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257</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258</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260</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261</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262</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263</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264</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268</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269</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270</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271</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png"/><Relationship Id="rId12" Type="http://schemas.openxmlformats.org/officeDocument/2006/relationships/image" Target="../media/image27.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4.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0.png"/><Relationship Id="rId10" Type="http://schemas.openxmlformats.org/officeDocument/2006/relationships/image" Target="../media/image26.png"/><Relationship Id="rId4" Type="http://schemas.openxmlformats.org/officeDocument/2006/relationships/image" Target="../media/image22.png"/><Relationship Id="rId9" Type="http://schemas.openxmlformats.org/officeDocument/2006/relationships/image" Target="../media/image25.png"/><Relationship Id="rId1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8.png"/><Relationship Id="rId4" Type="http://schemas.openxmlformats.org/officeDocument/2006/relationships/image" Target="../media/image37.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40.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8.png"/><Relationship Id="rId4" Type="http://schemas.openxmlformats.org/officeDocument/2006/relationships/image" Target="../media/image37.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41.png"/><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43.png"/><Relationship Id="rId9"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2.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44.png"/><Relationship Id="rId4" Type="http://schemas.openxmlformats.org/officeDocument/2006/relationships/image" Target="../media/image13.png"/></Relationships>
</file>

<file path=ppt/slides/_rels/slide5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6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7.png"/></Relationships>
</file>

<file path=ppt/slides/_rels/slide6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47.svg"/><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3.png"/><Relationship Id="rId4" Type="http://schemas.openxmlformats.org/officeDocument/2006/relationships/image" Target="../media/image37.png"/></Relationships>
</file>

<file path=ppt/slides/_rels/slide6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37.png"/></Relationships>
</file>

<file path=ppt/slides/_rels/slide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7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7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4.png"/><Relationship Id="rId4" Type="http://schemas.openxmlformats.org/officeDocument/2006/relationships/image" Target="../media/image5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1.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4.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5.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6.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2.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11" Type="http://schemas.openxmlformats.org/officeDocument/2006/relationships/image" Target="../media/image70.pn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3.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4.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5.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12" Type="http://schemas.microsoft.com/office/2007/relationships/hdphoto" Target="../media/hdphoto6.wdp"/><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11" Type="http://schemas.openxmlformats.org/officeDocument/2006/relationships/image" Target="../media/image71.pn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6.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4.png"/><Relationship Id="rId4" Type="http://schemas.openxmlformats.org/officeDocument/2006/relationships/image" Target="../media/image3.pn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4.png"/><Relationship Id="rId4" Type="http://schemas.openxmlformats.org/officeDocument/2006/relationships/image" Target="../media/image3.png"/></Relationships>
</file>

<file path=ppt/slides/_rels/slide1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52.sv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52.sv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6.png"/></Relationships>
</file>

<file path=ppt/slides/_rels/slide12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6.png"/></Relationships>
</file>

<file path=ppt/slides/_rels/slide124.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10" Type="http://schemas.openxmlformats.org/officeDocument/2006/relationships/image" Target="../media/image75.png"/><Relationship Id="rId4" Type="http://schemas.openxmlformats.org/officeDocument/2006/relationships/image" Target="../media/image3.png"/><Relationship Id="rId9" Type="http://schemas.openxmlformats.org/officeDocument/2006/relationships/image" Target="../media/image66.png"/></Relationships>
</file>

<file path=ppt/slides/_rels/slide12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6.png"/></Relationships>
</file>

<file path=ppt/slides/_rels/slide12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2.png"/><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32.png"/><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5.svg"/><Relationship Id="rId4" Type="http://schemas.openxmlformats.org/officeDocument/2006/relationships/image" Target="../media/image64.svg"/></Relationships>
</file>

<file path=ppt/slides/_rels/slide137.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2.png"/></Relationships>
</file>

<file path=ppt/slides/_rels/slide138.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5.svg"/><Relationship Id="rId5" Type="http://schemas.openxmlformats.org/officeDocument/2006/relationships/image" Target="../media/image66.png"/><Relationship Id="rId4" Type="http://schemas.openxmlformats.org/officeDocument/2006/relationships/image" Target="../media/image64.svg"/></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9.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4.png"/><Relationship Id="rId4" Type="http://schemas.openxmlformats.org/officeDocument/2006/relationships/image" Target="../media/image57.png"/></Relationships>
</file>

<file path=ppt/slides/_rels/slide1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5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5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6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13.png"/><Relationship Id="rId4" Type="http://schemas.openxmlformats.org/officeDocument/2006/relationships/image" Target="../media/image3.png"/></Relationships>
</file>

<file path=ppt/slides/_rels/slide1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6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0.png"/><Relationship Id="rId2" Type="http://schemas.openxmlformats.org/officeDocument/2006/relationships/image" Target="../media/image77.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7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71.xml.rels><?xml version="1.0" encoding="UTF-8" standalone="yes"?>
<Relationships xmlns="http://schemas.openxmlformats.org/package/2006/relationships"><Relationship Id="rId3" Type="http://schemas.openxmlformats.org/officeDocument/2006/relationships/image" Target="../media/image47.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78.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1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7.jp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81.png"/><Relationship Id="rId7" Type="http://schemas.openxmlformats.org/officeDocument/2006/relationships/image" Target="../media/image23.png"/><Relationship Id="rId12" Type="http://schemas.openxmlformats.org/officeDocument/2006/relationships/image" Target="../media/image8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6.png"/><Relationship Id="rId11" Type="http://schemas.openxmlformats.org/officeDocument/2006/relationships/image" Target="../media/image84.png"/><Relationship Id="rId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82.png"/><Relationship Id="rId9" Type="http://schemas.openxmlformats.org/officeDocument/2006/relationships/image" Target="../media/image38.png"/></Relationships>
</file>

<file path=ppt/slides/_rels/slide185.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38.png"/><Relationship Id="rId7" Type="http://schemas.openxmlformats.org/officeDocument/2006/relationships/image" Target="../media/image86.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7.png"/><Relationship Id="rId4" Type="http://schemas.openxmlformats.org/officeDocument/2006/relationships/image" Target="../media/image23.png"/><Relationship Id="rId9" Type="http://schemas.microsoft.com/office/2007/relationships/hdphoto" Target="../media/hdphoto10.wdp"/></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5.png"/><Relationship Id="rId4" Type="http://schemas.openxmlformats.org/officeDocument/2006/relationships/image" Target="../media/image32.png"/></Relationships>
</file>

<file path=ppt/slides/_rels/slide19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5.png"/><Relationship Id="rId4" Type="http://schemas.openxmlformats.org/officeDocument/2006/relationships/image" Target="../media/image32.png"/></Relationships>
</file>

<file path=ppt/slides/_rels/slide19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5.png"/><Relationship Id="rId4" Type="http://schemas.openxmlformats.org/officeDocument/2006/relationships/image" Target="../media/image32.png"/></Relationships>
</file>

<file path=ppt/slides/_rels/slide19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5.png"/><Relationship Id="rId4" Type="http://schemas.openxmlformats.org/officeDocument/2006/relationships/image" Target="../media/image32.png"/></Relationships>
</file>

<file path=ppt/slides/_rels/slide194.xml.rels><?xml version="1.0" encoding="UTF-8" standalone="yes"?>
<Relationships xmlns="http://schemas.openxmlformats.org/package/2006/relationships"><Relationship Id="rId8" Type="http://schemas.openxmlformats.org/officeDocument/2006/relationships/image" Target="../media/image94.png"/><Relationship Id="rId13" Type="http://schemas.openxmlformats.org/officeDocument/2006/relationships/image" Target="../media/image97.png"/><Relationship Id="rId3" Type="http://schemas.openxmlformats.org/officeDocument/2006/relationships/image" Target="../media/image89.png"/><Relationship Id="rId7" Type="http://schemas.openxmlformats.org/officeDocument/2006/relationships/image" Target="../media/image93.png"/><Relationship Id="rId12" Type="http://schemas.openxmlformats.org/officeDocument/2006/relationships/image" Target="../media/image32.png"/><Relationship Id="rId2" Type="http://schemas.openxmlformats.org/officeDocument/2006/relationships/image" Target="../media/image88.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92.png"/><Relationship Id="rId11" Type="http://schemas.openxmlformats.org/officeDocument/2006/relationships/image" Target="../media/image96.png"/><Relationship Id="rId5" Type="http://schemas.openxmlformats.org/officeDocument/2006/relationships/image" Target="../media/image91.png"/><Relationship Id="rId15" Type="http://schemas.openxmlformats.org/officeDocument/2006/relationships/image" Target="../media/image99.png"/><Relationship Id="rId10" Type="http://schemas.openxmlformats.org/officeDocument/2006/relationships/image" Target="../media/image95.png"/><Relationship Id="rId4" Type="http://schemas.openxmlformats.org/officeDocument/2006/relationships/image" Target="../media/image90.png"/><Relationship Id="rId9" Type="http://schemas.openxmlformats.org/officeDocument/2006/relationships/image" Target="../media/image38.png"/><Relationship Id="rId14" Type="http://schemas.openxmlformats.org/officeDocument/2006/relationships/image" Target="../media/image98.png"/></Relationships>
</file>

<file path=ppt/slides/_rels/slide19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image" Target="../media/image88.png"/><Relationship Id="rId1" Type="http://schemas.openxmlformats.org/officeDocument/2006/relationships/slideLayout" Target="../slideLayouts/slideLayout1.xml"/><Relationship Id="rId6" Type="http://schemas.openxmlformats.org/officeDocument/2006/relationships/image" Target="../media/image93.png"/><Relationship Id="rId11" Type="http://schemas.openxmlformats.org/officeDocument/2006/relationships/image" Target="../media/image97.png"/><Relationship Id="rId5" Type="http://schemas.openxmlformats.org/officeDocument/2006/relationships/image" Target="../media/image92.png"/><Relationship Id="rId10" Type="http://schemas.openxmlformats.org/officeDocument/2006/relationships/image" Target="../media/image32.png"/><Relationship Id="rId4" Type="http://schemas.openxmlformats.org/officeDocument/2006/relationships/image" Target="../media/image91.png"/><Relationship Id="rId9" Type="http://schemas.openxmlformats.org/officeDocument/2006/relationships/image" Target="../media/image95.png"/></Relationships>
</file>

<file path=ppt/slides/_rels/slide198.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99.png"/><Relationship Id="rId1" Type="http://schemas.openxmlformats.org/officeDocument/2006/relationships/slideLayout" Target="../slideLayouts/slideLayout1.xml"/><Relationship Id="rId4" Type="http://schemas.openxmlformats.org/officeDocument/2006/relationships/image" Target="../media/image97.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100.png"/></Relationships>
</file>

<file path=ppt/slides/_rels/slide20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8.png"/><Relationship Id="rId4" Type="http://schemas.openxmlformats.org/officeDocument/2006/relationships/image" Target="../media/image94.png"/></Relationships>
</file>

<file path=ppt/slides/_rels/slide20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85.png"/><Relationship Id="rId7"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7.png"/><Relationship Id="rId4" Type="http://schemas.openxmlformats.org/officeDocument/2006/relationships/image" Target="../media/image38.png"/></Relationships>
</file>

<file path=ppt/slides/_rels/slide20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37.png"/><Relationship Id="rId4" Type="http://schemas.openxmlformats.org/officeDocument/2006/relationships/image" Target="../media/image38.png"/></Relationships>
</file>

<file path=ppt/slides/_rels/slide20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9.png"/></Relationships>
</file>

<file path=ppt/slides/_rels/slide208.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49.png"/></Relationships>
</file>

<file path=ppt/slides/_rels/slide20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3.png"/><Relationship Id="rId4" Type="http://schemas.openxmlformats.org/officeDocument/2006/relationships/image" Target="../media/image38.png"/></Relationships>
</file>

<file path=ppt/slides/_rels/slide21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49.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33.png"/></Relationships>
</file>

<file path=ppt/slides/_rels/slide2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102.png"/></Relationships>
</file>

<file path=ppt/slides/_rels/slide2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8" Type="http://schemas.openxmlformats.org/officeDocument/2006/relationships/image" Target="../media/image106.svg"/><Relationship Id="rId13" Type="http://schemas.openxmlformats.org/officeDocument/2006/relationships/image" Target="../media/image87.png"/><Relationship Id="rId3" Type="http://schemas.openxmlformats.org/officeDocument/2006/relationships/image" Target="../media/image104.png"/><Relationship Id="rId7" Type="http://schemas.microsoft.com/office/2007/relationships/hdphoto" Target="../media/hdphoto12.wdp"/><Relationship Id="rId12" Type="http://schemas.openxmlformats.org/officeDocument/2006/relationships/image" Target="../media/image86.png"/><Relationship Id="rId2" Type="http://schemas.openxmlformats.org/officeDocument/2006/relationships/image" Target="../media/image103.png"/><Relationship Id="rId1" Type="http://schemas.openxmlformats.org/officeDocument/2006/relationships/slideLayout" Target="../slideLayouts/slideLayout1.xml"/><Relationship Id="rId6" Type="http://schemas.openxmlformats.org/officeDocument/2006/relationships/image" Target="../media/image105.png"/><Relationship Id="rId11" Type="http://schemas.openxmlformats.org/officeDocument/2006/relationships/image" Target="../media/image19.png"/><Relationship Id="rId5" Type="http://schemas.openxmlformats.org/officeDocument/2006/relationships/image" Target="../media/image37.png"/><Relationship Id="rId10" Type="http://schemas.openxmlformats.org/officeDocument/2006/relationships/image" Target="../media/image23.png"/><Relationship Id="rId4" Type="http://schemas.openxmlformats.org/officeDocument/2006/relationships/image" Target="../media/image39.png"/><Relationship Id="rId9" Type="http://schemas.openxmlformats.org/officeDocument/2006/relationships/image" Target="../media/image38.png"/><Relationship Id="rId14" Type="http://schemas.microsoft.com/office/2007/relationships/hdphoto" Target="../media/hdphoto10.wdp"/></Relationships>
</file>

<file path=ppt/slides/_rels/slide2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9.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48.png"/></Relationships>
</file>

<file path=ppt/slides/_rels/slide2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107.png"/><Relationship Id="rId4" Type="http://schemas.microsoft.com/office/2007/relationships/hdphoto" Target="../media/hdphoto13.wdp"/></Relationships>
</file>

<file path=ppt/slides/_rels/slide234.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10.png"/><Relationship Id="rId4" Type="http://schemas.openxmlformats.org/officeDocument/2006/relationships/image" Target="../media/image109.png"/></Relationships>
</file>

<file path=ppt/slides/_rels/slide23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1.png"/><Relationship Id="rId7" Type="http://schemas.openxmlformats.org/officeDocument/2006/relationships/image" Target="../media/image11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13.png"/><Relationship Id="rId5" Type="http://schemas.microsoft.com/office/2007/relationships/hdphoto" Target="../media/hdphoto14.wdp"/><Relationship Id="rId4" Type="http://schemas.openxmlformats.org/officeDocument/2006/relationships/image" Target="../media/image11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17.png"/><Relationship Id="rId4" Type="http://schemas.openxmlformats.org/officeDocument/2006/relationships/image" Target="../media/image116.png"/></Relationships>
</file>

<file path=ppt/slides/_rels/slide24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117.png"/><Relationship Id="rId4" Type="http://schemas.openxmlformats.org/officeDocument/2006/relationships/image" Target="../media/image116.png"/></Relationships>
</file>

<file path=ppt/slides/_rels/slide249.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81.png"/><Relationship Id="rId7" Type="http://schemas.openxmlformats.org/officeDocument/2006/relationships/image" Target="../media/image12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19.png"/><Relationship Id="rId10" Type="http://schemas.openxmlformats.org/officeDocument/2006/relationships/image" Target="../media/image104.png"/><Relationship Id="rId4" Type="http://schemas.openxmlformats.org/officeDocument/2006/relationships/image" Target="../media/image118.png"/><Relationship Id="rId9" Type="http://schemas.microsoft.com/office/2007/relationships/hdphoto" Target="../media/hdphoto15.wdp"/></Relationships>
</file>

<file path=ppt/slides/_rels/slide25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2.png"/><Relationship Id="rId7" Type="http://schemas.openxmlformats.org/officeDocument/2006/relationships/image" Target="../media/image8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5.png"/><Relationship Id="rId5" Type="http://schemas.openxmlformats.org/officeDocument/2006/relationships/image" Target="../media/image46.png"/><Relationship Id="rId10" Type="http://schemas.openxmlformats.org/officeDocument/2006/relationships/image" Target="../media/image84.png"/><Relationship Id="rId4" Type="http://schemas.openxmlformats.org/officeDocument/2006/relationships/image" Target="../media/image32.png"/><Relationship Id="rId9" Type="http://schemas.openxmlformats.org/officeDocument/2006/relationships/image" Target="../media/image49.png"/></Relationships>
</file>

<file path=ppt/slides/_rels/slide251.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1.png"/><Relationship Id="rId7" Type="http://schemas.openxmlformats.org/officeDocument/2006/relationships/image" Target="../media/image83.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5.png"/><Relationship Id="rId5" Type="http://schemas.openxmlformats.org/officeDocument/2006/relationships/image" Target="../media/image46.png"/><Relationship Id="rId10" Type="http://schemas.openxmlformats.org/officeDocument/2006/relationships/image" Target="../media/image84.png"/><Relationship Id="rId4" Type="http://schemas.openxmlformats.org/officeDocument/2006/relationships/image" Target="../media/image32.png"/><Relationship Id="rId9" Type="http://schemas.openxmlformats.org/officeDocument/2006/relationships/image" Target="../media/image49.png"/></Relationships>
</file>

<file path=ppt/slides/_rels/slide252.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94.png"/><Relationship Id="rId4" Type="http://schemas.openxmlformats.org/officeDocument/2006/relationships/image" Target="../media/image85.png"/></Relationships>
</file>

<file path=ppt/slides/_rels/slide25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03.png"/><Relationship Id="rId4" Type="http://schemas.openxmlformats.org/officeDocument/2006/relationships/image" Target="../media/image94.png"/></Relationships>
</file>

<file path=ppt/slides/_rels/slide25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94.png"/><Relationship Id="rId4" Type="http://schemas.openxmlformats.org/officeDocument/2006/relationships/image" Target="../media/image85.png"/></Relationships>
</file>

<file path=ppt/slides/_rels/slide25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94.png"/><Relationship Id="rId4" Type="http://schemas.openxmlformats.org/officeDocument/2006/relationships/image" Target="../media/image85.png"/></Relationships>
</file>

<file path=ppt/slides/_rels/slide256.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81.png"/><Relationship Id="rId7"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85.png"/><Relationship Id="rId5" Type="http://schemas.openxmlformats.org/officeDocument/2006/relationships/image" Target="../media/image103.png"/><Relationship Id="rId4" Type="http://schemas.openxmlformats.org/officeDocument/2006/relationships/image" Target="../media/image94.png"/><Relationship Id="rId9" Type="http://schemas.microsoft.com/office/2007/relationships/hdphoto" Target="../media/hdphoto16.wdp"/></Relationships>
</file>

<file path=ppt/slides/_rels/slide25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85.png"/><Relationship Id="rId5" Type="http://schemas.openxmlformats.org/officeDocument/2006/relationships/image" Target="../media/image32.png"/><Relationship Id="rId4" Type="http://schemas.openxmlformats.org/officeDocument/2006/relationships/image" Target="../media/image83.png"/></Relationships>
</file>

<file path=ppt/slides/_rels/slide258.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81.png"/><Relationship Id="rId7" Type="http://schemas.openxmlformats.org/officeDocument/2006/relationships/image" Target="../media/image49.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20.png"/><Relationship Id="rId11" Type="http://schemas.openxmlformats.org/officeDocument/2006/relationships/image" Target="../media/image21.png"/><Relationship Id="rId5" Type="http://schemas.openxmlformats.org/officeDocument/2006/relationships/image" Target="../media/image13.png"/><Relationship Id="rId10" Type="http://schemas.openxmlformats.org/officeDocument/2006/relationships/image" Target="../media/image103.png"/><Relationship Id="rId4" Type="http://schemas.openxmlformats.org/officeDocument/2006/relationships/image" Target="../media/image85.png"/><Relationship Id="rId9" Type="http://schemas.openxmlformats.org/officeDocument/2006/relationships/image" Target="../media/image84.png"/></Relationships>
</file>

<file path=ppt/slides/_rels/slide259.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81.png"/><Relationship Id="rId7"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3.png"/><Relationship Id="rId10" Type="http://schemas.openxmlformats.org/officeDocument/2006/relationships/image" Target="../media/image103.png"/><Relationship Id="rId4" Type="http://schemas.openxmlformats.org/officeDocument/2006/relationships/image" Target="../media/image85.png"/><Relationship Id="rId9" Type="http://schemas.openxmlformats.org/officeDocument/2006/relationships/image" Target="../media/image84.png"/></Relationships>
</file>

<file path=ppt/slides/_rels/slide260.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81.png"/><Relationship Id="rId7"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3.png"/><Relationship Id="rId10" Type="http://schemas.openxmlformats.org/officeDocument/2006/relationships/image" Target="../media/image103.png"/><Relationship Id="rId4" Type="http://schemas.openxmlformats.org/officeDocument/2006/relationships/image" Target="../media/image85.png"/><Relationship Id="rId9" Type="http://schemas.openxmlformats.org/officeDocument/2006/relationships/image" Target="../media/image84.png"/></Relationships>
</file>

<file path=ppt/slides/_rels/slide261.xml.rels><?xml version="1.0" encoding="UTF-8" standalone="yes"?>
<Relationships xmlns="http://schemas.openxmlformats.org/package/2006/relationships"><Relationship Id="rId8" Type="http://schemas.openxmlformats.org/officeDocument/2006/relationships/image" Target="../media/image83.png"/><Relationship Id="rId13" Type="http://schemas.microsoft.com/office/2007/relationships/hdphoto" Target="../media/hdphoto16.wdp"/><Relationship Id="rId3" Type="http://schemas.openxmlformats.org/officeDocument/2006/relationships/image" Target="../media/image81.png"/><Relationship Id="rId7" Type="http://schemas.openxmlformats.org/officeDocument/2006/relationships/image" Target="../media/image49.png"/><Relationship Id="rId12" Type="http://schemas.openxmlformats.org/officeDocument/2006/relationships/image" Target="../media/image12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20.png"/><Relationship Id="rId11" Type="http://schemas.openxmlformats.org/officeDocument/2006/relationships/image" Target="../media/image94.png"/><Relationship Id="rId5" Type="http://schemas.openxmlformats.org/officeDocument/2006/relationships/image" Target="../media/image13.png"/><Relationship Id="rId10" Type="http://schemas.openxmlformats.org/officeDocument/2006/relationships/image" Target="../media/image103.png"/><Relationship Id="rId4" Type="http://schemas.openxmlformats.org/officeDocument/2006/relationships/image" Target="../media/image85.png"/><Relationship Id="rId9" Type="http://schemas.openxmlformats.org/officeDocument/2006/relationships/image" Target="../media/image84.png"/></Relationships>
</file>

<file path=ppt/slides/_rels/slide262.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81.png"/><Relationship Id="rId7" Type="http://schemas.openxmlformats.org/officeDocument/2006/relationships/image" Target="../media/image49.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3.png"/><Relationship Id="rId4" Type="http://schemas.openxmlformats.org/officeDocument/2006/relationships/image" Target="../media/image85.png"/><Relationship Id="rId9" Type="http://schemas.openxmlformats.org/officeDocument/2006/relationships/image" Target="../media/image84.png"/></Relationships>
</file>

<file path=ppt/slides/_rels/slide26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5.png"/></Relationships>
</file>

<file path=ppt/slides/_rels/slide264.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81.png"/><Relationship Id="rId7"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13.png"/><Relationship Id="rId4" Type="http://schemas.openxmlformats.org/officeDocument/2006/relationships/image" Target="../media/image85.png"/></Relationships>
</file>

<file path=ppt/slides/_rels/slide265.xml.rels><?xml version="1.0" encoding="UTF-8" standalone="yes"?>
<Relationships xmlns="http://schemas.openxmlformats.org/package/2006/relationships"><Relationship Id="rId8" Type="http://schemas.openxmlformats.org/officeDocument/2006/relationships/image" Target="../media/image92.png"/><Relationship Id="rId13" Type="http://schemas.openxmlformats.org/officeDocument/2006/relationships/image" Target="../media/image32.png"/><Relationship Id="rId3" Type="http://schemas.openxmlformats.org/officeDocument/2006/relationships/image" Target="../media/image124.png"/><Relationship Id="rId7" Type="http://schemas.openxmlformats.org/officeDocument/2006/relationships/image" Target="../media/image91.png"/><Relationship Id="rId12" Type="http://schemas.openxmlformats.org/officeDocument/2006/relationships/image" Target="../media/image95.png"/><Relationship Id="rId2" Type="http://schemas.openxmlformats.org/officeDocument/2006/relationships/image" Target="../media/image83.png"/><Relationship Id="rId1" Type="http://schemas.openxmlformats.org/officeDocument/2006/relationships/slideLayout" Target="../slideLayouts/slideLayout1.xml"/><Relationship Id="rId6" Type="http://schemas.openxmlformats.org/officeDocument/2006/relationships/image" Target="../media/image90.png"/><Relationship Id="rId11" Type="http://schemas.openxmlformats.org/officeDocument/2006/relationships/image" Target="../media/image38.png"/><Relationship Id="rId5" Type="http://schemas.openxmlformats.org/officeDocument/2006/relationships/image" Target="../media/image88.png"/><Relationship Id="rId10" Type="http://schemas.openxmlformats.org/officeDocument/2006/relationships/image" Target="../media/image94.png"/><Relationship Id="rId4" Type="http://schemas.microsoft.com/office/2007/relationships/hdphoto" Target="../media/hdphoto17.wdp"/><Relationship Id="rId9" Type="http://schemas.openxmlformats.org/officeDocument/2006/relationships/image" Target="../media/image93.png"/><Relationship Id="rId14" Type="http://schemas.openxmlformats.org/officeDocument/2006/relationships/image" Target="../media/image97.png"/></Relationships>
</file>

<file path=ppt/slides/_rels/slide266.xml.rels><?xml version="1.0" encoding="UTF-8" standalone="yes"?>
<Relationships xmlns="http://schemas.openxmlformats.org/package/2006/relationships"><Relationship Id="rId8" Type="http://schemas.openxmlformats.org/officeDocument/2006/relationships/image" Target="../media/image128.png"/><Relationship Id="rId13" Type="http://schemas.microsoft.com/office/2007/relationships/hdphoto" Target="../media/hdphoto12.wdp"/><Relationship Id="rId3" Type="http://schemas.openxmlformats.org/officeDocument/2006/relationships/image" Target="../media/image103.png"/><Relationship Id="rId7" Type="http://schemas.openxmlformats.org/officeDocument/2006/relationships/image" Target="../media/image127.png"/><Relationship Id="rId12" Type="http://schemas.openxmlformats.org/officeDocument/2006/relationships/image" Target="../media/image105.png"/><Relationship Id="rId2" Type="http://schemas.openxmlformats.org/officeDocument/2006/relationships/image" Target="../media/image125.png"/><Relationship Id="rId1" Type="http://schemas.openxmlformats.org/officeDocument/2006/relationships/slideLayout" Target="../slideLayouts/slideLayout1.xml"/><Relationship Id="rId6" Type="http://schemas.openxmlformats.org/officeDocument/2006/relationships/image" Target="../media/image126.png"/><Relationship Id="rId11" Type="http://schemas.openxmlformats.org/officeDocument/2006/relationships/image" Target="../media/image37.png"/><Relationship Id="rId5" Type="http://schemas.openxmlformats.org/officeDocument/2006/relationships/image" Target="../media/image38.png"/><Relationship Id="rId10" Type="http://schemas.openxmlformats.org/officeDocument/2006/relationships/image" Target="../media/image39.png"/><Relationship Id="rId4" Type="http://schemas.openxmlformats.org/officeDocument/2006/relationships/image" Target="../media/image104.png"/><Relationship Id="rId9" Type="http://schemas.microsoft.com/office/2007/relationships/hdphoto" Target="../media/hdphoto18.wdp"/></Relationships>
</file>

<file path=ppt/slides/_rels/slide267.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03.png"/><Relationship Id="rId7" Type="http://schemas.openxmlformats.org/officeDocument/2006/relationships/image" Target="../media/image39.png"/><Relationship Id="rId2" Type="http://schemas.openxmlformats.org/officeDocument/2006/relationships/image" Target="../media/image125.png"/><Relationship Id="rId1" Type="http://schemas.openxmlformats.org/officeDocument/2006/relationships/slideLayout" Target="../slideLayouts/slideLayout1.xml"/><Relationship Id="rId6" Type="http://schemas.openxmlformats.org/officeDocument/2006/relationships/image" Target="../media/image130.png"/><Relationship Id="rId5" Type="http://schemas.openxmlformats.org/officeDocument/2006/relationships/image" Target="../media/image129.png"/><Relationship Id="rId10" Type="http://schemas.microsoft.com/office/2007/relationships/hdphoto" Target="../media/hdphoto12.wdp"/><Relationship Id="rId4" Type="http://schemas.openxmlformats.org/officeDocument/2006/relationships/image" Target="../media/image104.png"/><Relationship Id="rId9" Type="http://schemas.openxmlformats.org/officeDocument/2006/relationships/image" Target="../media/image105.png"/></Relationships>
</file>

<file path=ppt/slides/_rels/slide268.xml.rels><?xml version="1.0" encoding="UTF-8" standalone="yes"?>
<Relationships xmlns="http://schemas.openxmlformats.org/package/2006/relationships"><Relationship Id="rId8" Type="http://schemas.openxmlformats.org/officeDocument/2006/relationships/image" Target="../media/image119.png"/><Relationship Id="rId13" Type="http://schemas.openxmlformats.org/officeDocument/2006/relationships/image" Target="../media/image103.png"/><Relationship Id="rId3" Type="http://schemas.openxmlformats.org/officeDocument/2006/relationships/image" Target="../media/image125.png"/><Relationship Id="rId7" Type="http://schemas.openxmlformats.org/officeDocument/2006/relationships/image" Target="../media/image132.svg"/><Relationship Id="rId12" Type="http://schemas.microsoft.com/office/2007/relationships/hdphoto" Target="../media/hdphoto12.wdp"/><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05.png"/><Relationship Id="rId5" Type="http://schemas.openxmlformats.org/officeDocument/2006/relationships/image" Target="../media/image131.png"/><Relationship Id="rId10" Type="http://schemas.openxmlformats.org/officeDocument/2006/relationships/image" Target="../media/image37.png"/><Relationship Id="rId4" Type="http://schemas.openxmlformats.org/officeDocument/2006/relationships/image" Target="../media/image104.png"/><Relationship Id="rId9" Type="http://schemas.openxmlformats.org/officeDocument/2006/relationships/image" Target="../media/image39.png"/></Relationships>
</file>

<file path=ppt/slides/_rels/slide2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27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7D9D9-8B8B-C96C-BADC-F4822DF70737}"/>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C9CA114A-2BE3-BE19-0473-D9F4DC8B6A0D}"/>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BF06C1F2-DC5D-6AD9-F35A-24CBDB9C3622}"/>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0825BFE9-B596-9CD2-45BE-E85BD6B92711}"/>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07E7D317-0B31-E63C-0D8C-590A6633D44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B55516B6-5DED-480B-1994-F8DA0E4ED85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B8A10EC9-09F3-5CAE-5888-F4B440147292}"/>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7F63766C-CF7F-9531-EFF6-77ECD90A8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9AE214C2-A728-8C63-69E6-2346FC34999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42FDE410-C577-F443-2404-7E43F9F6994C}"/>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689CC69C-53B3-CCC6-06ED-449F2D23B605}"/>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F7B492A0-88DB-4A21-976C-638DFA57DDF7}"/>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3445AA68-E450-D1D2-0589-D79ACF80098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0BB5D79E-9EF6-BAEE-D394-3845400F19F8}"/>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FB06012-0FA3-F062-7BBC-9A8500EE8918}"/>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008C4D24-7369-0C52-0E0B-55AF6DF8583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59B68A6E-7AEC-56FA-B2A3-CF73DE8FE3B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07C5153-3BDB-2B03-C387-88A450388F1E}"/>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23B46C3B-A59F-88DB-391B-4BD3DDDD3B5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1771E03E-8DF7-2FAA-0D24-93CBE6B5578B}"/>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DC06F38-E597-91B7-4891-EA3A3EA1D19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BA5A738-3BDD-4775-2FC3-ABE1A41ECF0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3AFED57B-9945-2756-C142-6B20BAAC3F8B}"/>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3C1C5B84-C08F-688D-7B41-154A74C3F8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C532010A-C102-7D43-D68C-ACACB3A938E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561931A-1E1C-C1DF-77EE-833028829929}"/>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7D3DF983-39A4-D86E-83C9-F765DAED6EE2}"/>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B934D16F-1FA2-849F-B033-E92DCFEDB6AF}"/>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CFC2D24-723C-BA66-6089-0B8CF41281FA}"/>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CF19897-B4E8-19F1-1ACA-FB2943858F26}"/>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2B9D520-FD46-5C6C-8A4B-993AC203E24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B555676-ACEE-D8CD-DEAE-67B8A0DCA92D}"/>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E223050-4776-211D-2A47-5AAAF068E2B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1ED0A0A-87CC-6123-4B0C-459229907CF3}"/>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EDDE59-558B-BFCD-06CF-C860CA6DD0BD}"/>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743311FC-9E81-F9E5-889B-BCC76B773966}"/>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4A55924-0846-FA4F-3179-B8EA2ECDA6A9}"/>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965372E-4F7B-3533-A473-D4DFB986FE0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74024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68279EA1-46AC-750A-A2D6-B5FDF84A4176}"/>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5731483-726A-E26C-80C1-3204B391AA3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59058C1-2C1A-63D7-7FC3-2C632AE70BA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FA0ABD97-02F1-BEFD-13B4-2676BF06385B}"/>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E31562F-8791-A662-A0BF-966562A397D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749DB4BD-1374-3FD2-37FD-D0BE17CC48B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D4092CB1-E1A2-4D57-A573-6B230723C9E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21100C77-083B-0441-5709-9D9DCA3706C2}"/>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0811CADB-80EC-AA9B-9F0D-C9B0B6BFBB0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B1D5446-02D5-4ADD-CACA-F33D1B0A3D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6606387-9F91-5792-1D29-C60D86004E4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3B52C54-AC0A-4E48-B4E1-8BCE5D485F5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67A4CB29-652F-5E08-6341-8B09DE262B8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97D792E-5E19-7F06-E199-1983A3C555B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7CBF6F10-314B-B128-00AE-3BE1267B481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D6BEE6C7-D99D-DB59-BDFC-B8D1CC59999D}"/>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7181874-2548-C7C1-013C-BC2E867372AF}"/>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0CB38DA-7E88-981D-DE51-1A08839ABE7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0028A10C-7D48-9234-60E3-12DE47F526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7D8A006E-27AF-871A-841A-1321231B2BF6}"/>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6E89C96-58A7-F467-A394-65CA37022C4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D7CAD52C-D7FE-A033-9D18-6CF497CA16B0}"/>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BDF02DAD-425A-7509-3AF8-78018E151C0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F315BE5-AD68-24D0-7BD7-2FFC52DB2E24}"/>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C8C7F5E2-6509-827B-C6CB-70401DCE526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461044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4C51F854-8463-4C97-4407-31FEE4C444D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AFCDED37-882C-9500-6980-D73717B509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6E7D6C68-77EE-598F-7C49-BA6A63C8377F}"/>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D5CEA42-048D-2F03-584B-EA620A3CB80F}"/>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C8C69AAE-E326-05DF-70F0-F0F0D3DF1EC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2D0039CB-6558-EC30-9B42-A306947BC4B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27B42527-66C3-36B7-6D5C-B6FC7746F022}"/>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7830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8E5F6F2-0DA7-C73B-02D2-7A101984B41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F93D8009-4D13-D236-8232-A77ACFE5CF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DD3327AA-2C7D-992D-5847-BE2F52A91EAD}"/>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3AB8FF55-BD54-1333-4CAD-2794DD4434B9}"/>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BB3D516-44B4-2782-4F83-01D4A0C7079B}"/>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1ED5EBB-857E-0B74-CEF4-DC71529ABD1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B80A841-6DD0-5924-1F53-7DE0D1E5D10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4153516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9479633-BF41-BA2D-B5DF-CFE96D6FFAA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9888644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D6CA3BF-B65A-EF14-7636-FFA7BBAED4C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03B31D78-7258-FB69-4C49-D6DE4C7890BA}"/>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58E9D97B-4526-AEE4-A99E-326651FB2445}"/>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48BA556-69A4-70F4-8E31-335284C26C3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86857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E655BB7-C870-68A2-5D32-3D9B991717E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A9B1084-C018-CB62-3732-A16B8C98B54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7B9C81B-FF4C-839B-CC07-981DCA269FC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3523C76-1241-54AB-A80D-615D80FC3E29}"/>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543A86D8-D598-0602-2F10-0079AA956449}"/>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F809DB14-2120-CBF9-6B05-F91891DCFA72}"/>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60B254B0-F696-9D99-54FA-EA7CADB7277E}"/>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2A4EB9D-95E3-6CF7-FF77-0B2CD76FA11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4DBFB406-510D-DE0A-2D4C-9BAFBF92D980}"/>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4174EC1-FC6E-EAFF-8380-207EE982F7A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5ED2293-21AA-AA60-8073-93ED0B0D0FFF}"/>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61322BC3-3FD0-DBF0-D44F-99E5A519BC1C}"/>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B46EEB87-DE88-5F96-F356-F9433D6FD1E9}"/>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82D045C2-032C-F4C3-4BEB-3C5A23BDC7B7}"/>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9054FDD-005B-9683-8CF2-F68C2C5F55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20B4AB5-38D2-DA2D-259C-1E5341A45E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B1671F7E-D639-F321-F596-F60369BB9645}"/>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EC0536FE-D25A-C16A-8FED-1FDC39C8EE1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2" name="四角形: 角を丸くする 31">
              <a:extLst>
                <a:ext uri="{FF2B5EF4-FFF2-40B4-BE49-F238E27FC236}">
                  <a16:creationId xmlns:a16="http://schemas.microsoft.com/office/drawing/2014/main" id="{7D8ECA22-61DD-F634-9685-77BB2DA4C0B2}"/>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3" name="四角形: 角を丸くする 32">
              <a:extLst>
                <a:ext uri="{FF2B5EF4-FFF2-40B4-BE49-F238E27FC236}">
                  <a16:creationId xmlns:a16="http://schemas.microsoft.com/office/drawing/2014/main" id="{9AB3D07D-90AF-50D5-9C06-B8FD7574CEF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4" name="四角形: 角を丸くする 33">
              <a:extLst>
                <a:ext uri="{FF2B5EF4-FFF2-40B4-BE49-F238E27FC236}">
                  <a16:creationId xmlns:a16="http://schemas.microsoft.com/office/drawing/2014/main" id="{1D80A589-60EA-5A2E-919C-92B2E465665F}"/>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6" name="四角形: 角を丸くする 35">
              <a:extLst>
                <a:ext uri="{FF2B5EF4-FFF2-40B4-BE49-F238E27FC236}">
                  <a16:creationId xmlns:a16="http://schemas.microsoft.com/office/drawing/2014/main" id="{39135CA0-079D-FD21-D572-C1901E081663}"/>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9" name="四角形: 角を丸くする 38">
              <a:extLst>
                <a:ext uri="{FF2B5EF4-FFF2-40B4-BE49-F238E27FC236}">
                  <a16:creationId xmlns:a16="http://schemas.microsoft.com/office/drawing/2014/main" id="{9B846A3E-2399-B781-1141-944B764B1C6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40" name="四角形: 角を丸くする 39">
              <a:extLst>
                <a:ext uri="{FF2B5EF4-FFF2-40B4-BE49-F238E27FC236}">
                  <a16:creationId xmlns:a16="http://schemas.microsoft.com/office/drawing/2014/main" id="{1179E5A6-AC03-7D00-03AA-C6AFFC87DEA4}"/>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grpSp>
      <p:grpSp>
        <p:nvGrpSpPr>
          <p:cNvPr id="86" name="グループ化 85">
            <a:extLst>
              <a:ext uri="{FF2B5EF4-FFF2-40B4-BE49-F238E27FC236}">
                <a16:creationId xmlns:a16="http://schemas.microsoft.com/office/drawing/2014/main" id="{1AD99F92-D296-5265-D6B8-DACF85C5CE4A}"/>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4D938DE-E7CD-716D-A03F-CF015A5C0946}"/>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7829327-2C3B-E814-8670-E9FF69E879BD}"/>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1" name="四角形: 角を丸くする 90">
              <a:extLst>
                <a:ext uri="{FF2B5EF4-FFF2-40B4-BE49-F238E27FC236}">
                  <a16:creationId xmlns:a16="http://schemas.microsoft.com/office/drawing/2014/main" id="{CF5DF80B-E2B9-A44C-EE9E-2C9007F7C97B}"/>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4" name="四角形: 角を丸くする 93">
              <a:extLst>
                <a:ext uri="{FF2B5EF4-FFF2-40B4-BE49-F238E27FC236}">
                  <a16:creationId xmlns:a16="http://schemas.microsoft.com/office/drawing/2014/main" id="{02CA3EAA-4990-6F29-7C9D-EB6C3234DB8A}"/>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5" name="四角形: 角を丸くする 94">
              <a:extLst>
                <a:ext uri="{FF2B5EF4-FFF2-40B4-BE49-F238E27FC236}">
                  <a16:creationId xmlns:a16="http://schemas.microsoft.com/office/drawing/2014/main" id="{905E5C2D-E005-3235-53FB-EB8E52139B14}"/>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7" name="四角形: 角を丸くする 96">
              <a:extLst>
                <a:ext uri="{FF2B5EF4-FFF2-40B4-BE49-F238E27FC236}">
                  <a16:creationId xmlns:a16="http://schemas.microsoft.com/office/drawing/2014/main" id="{91F1CA59-D4BE-A036-3624-9EA959D904E2}"/>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8" name="四角形: 角を丸くする 97">
              <a:extLst>
                <a:ext uri="{FF2B5EF4-FFF2-40B4-BE49-F238E27FC236}">
                  <a16:creationId xmlns:a16="http://schemas.microsoft.com/office/drawing/2014/main" id="{42097FE6-DD2E-C2D1-F419-94FBEA4CB749}"/>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四角形: 角を丸くする 4">
            <a:extLst>
              <a:ext uri="{FF2B5EF4-FFF2-40B4-BE49-F238E27FC236}">
                <a16:creationId xmlns:a16="http://schemas.microsoft.com/office/drawing/2014/main" id="{A1B025AE-B752-9895-1715-034F2ACC13B6}"/>
              </a:ext>
            </a:extLst>
          </p:cNvPr>
          <p:cNvSpPr/>
          <p:nvPr/>
        </p:nvSpPr>
        <p:spPr>
          <a:xfrm>
            <a:off x="7502380" y="4325691"/>
            <a:ext cx="649829" cy="649829"/>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2A2AE61-2B7D-C0A6-5F94-4E188C855D22}"/>
              </a:ext>
            </a:extLst>
          </p:cNvPr>
          <p:cNvSpPr/>
          <p:nvPr/>
        </p:nvSpPr>
        <p:spPr>
          <a:xfrm flipH="1">
            <a:off x="9884098" y="4325691"/>
            <a:ext cx="649829" cy="649829"/>
          </a:xfrm>
          <a:prstGeom prst="roundRect">
            <a:avLst/>
          </a:prstGeom>
          <a:solidFill>
            <a:schemeClr val="tx1">
              <a:lumMod val="95000"/>
              <a:lumOff val="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1305474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55CE8D51-6F0B-61A4-234B-2E0B76946939}"/>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A23D4D86-914B-A931-329D-44DD269957EA}"/>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75DE60E-8372-C192-F5EF-0EEDE1DDCED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CA9C0A1-FA7B-3D16-DCA9-2083796B41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7FC85E77-7572-CF7E-D918-7C204295FC58}"/>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6916F817-876A-0B5F-F64E-9D13CA6AC66D}"/>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304F10E0-3231-7208-4254-FE92E3747D6D}"/>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3B9E256B-4E0E-D935-2222-5BEF661640A5}"/>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07A600D-99EC-5A10-4069-46C609AE7AC0}"/>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0136280-B819-DB69-54E0-3C1AD1CAE05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72F4C0E-DDC0-FBFA-4EBB-6809C722AB2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8763E926-D4C0-17C1-78F7-0C96FF0E8D5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B536A2CF-8B1F-39A1-5AB1-CA1351F36265}"/>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D8C0BD-A830-FDD1-6697-DF34433C76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7334244D-C32B-BF5E-DE9F-EACBD7FE6B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21A99FA-A7C2-A205-A885-54CFD925E84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84C2E35A-8402-2C3E-2195-DABBFD60CC4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585BF261-97B2-82A0-8EAC-7B4E3246749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5694E88-5DD7-8B45-C109-8E6CE5BC50E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EC26A636-00F1-457B-8E35-9005BD29573B}"/>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C7A5CF89-DA1F-45BA-D7E7-5C00918BB60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6E0178A1-0E30-0EF6-6424-6C7B7D04804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9DBCF503-12E8-9296-62A4-AD29DF6597D1}"/>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B8CE9BDB-C079-1C9B-7E84-057328D484A2}"/>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631996C-7AAA-D5F9-6D54-8DB89A0189D2}"/>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DBD9B97D-992A-4427-8292-71E1A2872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411178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2B1FCC2-B466-282E-A537-80F752DB8EAA}"/>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D46B86D8-E951-22D1-4116-05066070376D}"/>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77B6986-597A-42B6-FAE8-609940BEA989}"/>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365E414E-2C9B-657B-94E0-BDC75CE21F5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16F4A2C-D8A1-ABA7-D129-63504459FE8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5C646E27-7913-ABD9-8FA6-5DF2EBFF05B9}"/>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654B16FD-A6A9-35FA-B5E4-1CEAA98D1E0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C8418A5C-AB7E-BFC4-3412-04FA7411D83F}"/>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1FB1D367-4E19-379D-7856-A01F34CAA64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BF5B9915-E915-E986-9D74-4ECF18BEC67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6FF61CE4-D7CB-1279-4345-429A95C5B7A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5ED3D914-CE01-06C0-5DD4-D2E4A780286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3781AA-F7C6-9035-ECD6-232FAF1B689F}"/>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D6DC66EF-4775-8DAD-C448-B436541EF6BA}"/>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2EBB6418-7C0F-8E49-1D61-C7E5358D88C0}"/>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5D9438CE-ACA9-E07E-533D-D25B47E911B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A25EF306-B3A6-6CFD-9611-448E1DE336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A60533EB-63AB-42D2-DF1C-881361C30BAD}"/>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B33AD095-AB8F-9157-D510-A17B9A6E1F0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DC73807D-5D06-209C-A94C-2C606C164BA6}"/>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5284A89C-9A22-121D-00CC-4DBF6884632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DB7E8E2-FF76-0FA7-8091-12D094966D34}"/>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5749393C-3768-B037-4487-EFED4DCCE70E}"/>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8CCD75D0-3EFC-69C7-AF4E-F348AB27D662}"/>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66BB42DD-5498-FFF0-EDB1-D55842E9C7DF}"/>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52236B74-8924-26F4-7519-0FD6F2343F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58F79FBC-C53F-D8F1-9BA4-29BF35C75B90}"/>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D6E066F7-D5BD-3E61-D987-EBC407FB644B}"/>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78B20587-B0D0-F5D3-8384-15F1114CFD9A}"/>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CF56501D-CE23-7CFE-CA7A-D9908B10DB5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092BC5F-6907-3E68-609A-BF21B41C8DA7}"/>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6CB82D0-5DE4-1013-43F1-513B80C92416}"/>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75769BB9-6793-4865-959D-057122058E0C}"/>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307C6AAC-0922-B421-B9C5-EEC6AB074150}"/>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A48EAEC7-43FE-0BC4-D8FA-2A8061B4D68B}"/>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74698107-A124-B0BC-1011-65D45F44A7A7}"/>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7FA703F2-3DD2-76ED-47C4-F278AE1796E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FC9E85A-0158-CDB9-7F94-209605423484}"/>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16B8B895-9BC1-003E-EAE4-50CDCA0D33D4}"/>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8B6DF1C0-54E0-20B2-8F76-A0CF36A6AD2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513BADCF-C5AE-D285-4339-1D8F3CAC42F2}"/>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F1853791-B6E3-B5E7-99D3-D6BCB6B4530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FB39B05F-BCBB-B647-5F26-60396184CB41}"/>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5C8194F9-6A1E-F360-F409-910DA163DEFA}"/>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79CF2DE0-70F7-E277-1864-C0863092FE9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16FDE9-1AC8-0DDF-8944-CB2271B5933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AAD6D0F-91B5-6BDB-AB45-9A79D6232E3C}"/>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37126A28-45F9-7AC8-BD2C-19EA9CDAB23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5491BE9-FF77-1F6B-2E08-A9FBD99F030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A89CEC68-5CFC-B3D6-42BE-43C917B80D55}"/>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4373510F-D8CC-7894-CA40-19A6E83248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8821161-E813-4901-227D-1E804B1D314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AAD1C431-E1A4-C7E3-B781-18973FB33176}"/>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347FCF27-478D-7FAD-D9F8-8CA51E29FAE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73255AA-FE5D-BA45-CBDB-AE736F1E766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ECE35A04-7AF6-DEAD-9434-A0DD4B54A5D0}"/>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12181D8-1FBE-9BBC-F57E-8D724B56ED0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D9421E92-A2D0-66E7-A08E-7A3A80DAD90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8DA79C00-FC77-7772-8296-027E8E3DDE1D}"/>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D74301ED-CDE8-5542-B409-AF64D69CBC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F1724A01-D096-DBE8-A74D-00EE95FA4C3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A09D3C4-4C45-53F3-F717-C57E19B0851A}"/>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7814217A-0896-9D8C-7BC2-6F3BD2D86B6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C2ACE5C1-448A-1E1F-5D24-AC9530D2CB77}"/>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8F9C859F-3C2A-1B21-0811-48FA36F638D6}"/>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8" name="四角形: 角を丸くする 17">
            <a:extLst>
              <a:ext uri="{FF2B5EF4-FFF2-40B4-BE49-F238E27FC236}">
                <a16:creationId xmlns:a16="http://schemas.microsoft.com/office/drawing/2014/main" id="{4F846421-06FC-DBAD-F22F-4F19CC3601BD}"/>
              </a:ext>
            </a:extLst>
          </p:cNvPr>
          <p:cNvSpPr/>
          <p:nvPr/>
        </p:nvSpPr>
        <p:spPr>
          <a:xfrm>
            <a:off x="152141" y="5365476"/>
            <a:ext cx="6715189" cy="1371226"/>
          </a:xfrm>
          <a:prstGeom prst="roundRect">
            <a:avLst/>
          </a:prstGeom>
          <a:noFill/>
          <a:ln w="381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C8B36624-A5F8-B3B4-42F5-7D1F443586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278972" y="5511418"/>
            <a:ext cx="1056839" cy="1056839"/>
          </a:xfrm>
          <a:prstGeom prst="rect">
            <a:avLst/>
          </a:prstGeom>
        </p:spPr>
      </p:pic>
      <p:pic>
        <p:nvPicPr>
          <p:cNvPr id="23" name="図 22">
            <a:extLst>
              <a:ext uri="{FF2B5EF4-FFF2-40B4-BE49-F238E27FC236}">
                <a16:creationId xmlns:a16="http://schemas.microsoft.com/office/drawing/2014/main" id="{10686C3D-4B09-79AC-5DF4-B4CE46E67F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075931" y="6120510"/>
            <a:ext cx="1056839" cy="1056839"/>
          </a:xfrm>
          <a:prstGeom prst="rect">
            <a:avLst/>
          </a:prstGeom>
        </p:spPr>
      </p:pic>
      <p:pic>
        <p:nvPicPr>
          <p:cNvPr id="25" name="図 24">
            <a:extLst>
              <a:ext uri="{FF2B5EF4-FFF2-40B4-BE49-F238E27FC236}">
                <a16:creationId xmlns:a16="http://schemas.microsoft.com/office/drawing/2014/main" id="{B18D63D6-1C77-4D4C-8188-02890FD35D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787109" y="5828791"/>
            <a:ext cx="1056839" cy="1056839"/>
          </a:xfrm>
          <a:prstGeom prst="rect">
            <a:avLst/>
          </a:prstGeom>
        </p:spPr>
      </p:pic>
    </p:spTree>
    <p:extLst>
      <p:ext uri="{BB962C8B-B14F-4D97-AF65-F5344CB8AC3E}">
        <p14:creationId xmlns:p14="http://schemas.microsoft.com/office/powerpoint/2010/main" val="35157061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E9A65C4C-A638-78F6-2EC2-C28D54E1B0DF}"/>
              </a:ext>
            </a:extLst>
          </p:cNvPr>
          <p:cNvSpPr/>
          <p:nvPr/>
        </p:nvSpPr>
        <p:spPr>
          <a:xfrm rot="16200000">
            <a:off x="5766625"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450513D0-FEF3-8265-92CF-EA45CAC7FEDB}"/>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DD06143-C7DE-0434-196D-0D0FD5A7303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48A6F9F-592B-0D51-547D-E67EAAFF7D63}"/>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166ABF98-D97F-1CC8-4C6C-10C16C6511DD}"/>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760D4AD7-F9A1-3F73-BCF2-DB9C8853BA8B}"/>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D7E2ADEF-9175-680E-E45E-54D9B7A6D2B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7E16F061-3865-0204-0149-C3AB28C734F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C2FEA4D-CF11-8C2C-4599-3AFB8E463698}"/>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36CE95B-2027-92B8-9F73-948AF376894A}"/>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664DC1E-F509-8CB2-5912-74036A6363A0}"/>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8D7D44-A13F-CD0A-2C0E-861C49F88804}"/>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06C6FC9-30CC-974A-E6F2-5FB7E6B8842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1FFB8F69-D30B-C56F-08AB-A6E5666B808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2A937EEC-017B-CDC0-E67F-9EDB1159A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A43C8EA-0FCB-9163-207B-6159CA8550E3}"/>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760B3BC6-268A-47B9-548B-AF76A90C0C3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87BAA41-CB62-0856-2885-417FB1502B37}"/>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F2059AFE-37A9-4563-C577-31982AB269DF}"/>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F8AB4B7B-96EB-432D-5EB9-FE3E00981663}"/>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4127011"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4091474"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A316C1BD-AFF2-88B8-7640-013D303963BB}"/>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20DD2C1-E58E-9EB1-3C24-79133FF440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2FF23241-865A-9519-1600-A896C2428A5B}"/>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17225989-CB24-A079-94EF-FD34B9F7DEA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8" name="テキスト ボックス 57">
            <a:extLst>
              <a:ext uri="{FF2B5EF4-FFF2-40B4-BE49-F238E27FC236}">
                <a16:creationId xmlns:a16="http://schemas.microsoft.com/office/drawing/2014/main" id="{D91077F8-B010-2F18-01FE-8B4BBECB6C9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63" name="図 62">
            <a:extLst>
              <a:ext uri="{FF2B5EF4-FFF2-40B4-BE49-F238E27FC236}">
                <a16:creationId xmlns:a16="http://schemas.microsoft.com/office/drawing/2014/main" id="{F0BF551B-E1B2-11F4-DA41-539C5ACDBA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Tree>
    <p:extLst>
      <p:ext uri="{BB962C8B-B14F-4D97-AF65-F5344CB8AC3E}">
        <p14:creationId xmlns:p14="http://schemas.microsoft.com/office/powerpoint/2010/main" val="33266573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576662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414567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410525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04755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238500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424458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2823AC46-2814-96E2-922B-C27B0B75DE07}"/>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380867"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204042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337787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440589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343051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237862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102042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9A596F3-351E-81F2-980A-1A1528B3BD54}"/>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720B5164-6A75-A998-8C90-4C3526E877E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72F0FE18-62D1-7AC6-DD86-10EEBE07939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859E32-3709-D082-1160-A40D0D29DF7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9B83BE4-A368-A693-E11A-A34F767DF683}"/>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745790E-5463-6491-D148-201F33E410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3B2EE325-1B3B-CAA1-FC23-3E8677004F9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6609180-6FF9-3093-E363-ACAB37481267}"/>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2CBE1BF3-30E8-72FD-80E6-F33405820BA3}"/>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383B295B-015E-85A7-2A69-38F7DA64E8F5}"/>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F77EFE3F-0255-88BA-CCB1-F0B8A4018089}"/>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E89344B-6EB9-9D57-1E17-81E7187389C9}"/>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79C5DAF-701C-A210-5E7F-7298205CF796}"/>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6E3E17A8-2DB1-90BF-0C1B-6225F323B23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597C8A97-8EDB-54CE-CBC5-ED0E1AD7DDE9}"/>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BCED661-564D-792F-41F2-4FBBDF233085}"/>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14B2539A-7828-F305-A32C-8FCE812CE64C}"/>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C65D32EA-4A4F-07EC-4A5D-77EE1A1B33A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8132A1FC-6828-62AB-3C4C-A6DCF7B78F57}"/>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6BFE2A16-6D1D-121E-52F1-76C8FA7ED428}"/>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C10077D9-3D6C-385E-84C6-612AD1EAF243}"/>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39D35B8D-9611-9605-20AD-E61D02F57BB5}"/>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F740F73A-B78B-3CD9-D61B-08873551B942}"/>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62F0748D-FC90-3B93-C0BA-49A30413E0A0}"/>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20D43A78-3484-4DBA-FC0D-9A3073040DE4}"/>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3FD82D40-5773-CC24-0AF9-FDF673AFFDB4}"/>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6220E1F0-0359-846E-99A3-BDD94E58A26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50377C1-DBC6-F405-0A5F-BC1189D55360}"/>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7CB26C3-7539-74AD-5D77-2E8775F4E7EF}"/>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450D6A3C-055F-64D4-8919-C643CEFCD191}"/>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629C1AF2-386F-E4D8-866F-D4F38C619AAD}"/>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FF5D04EC-DA68-3D75-C027-9CDB4B6426CF}"/>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04D9989A-B5B0-300E-E02A-97D8E826DC8F}"/>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624171EC-E16B-F457-695F-7F7704BB0F5B}"/>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0D6B01A-40B9-1F00-BD48-14D1CB9D10BA}"/>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401B168F-6CC4-84EF-D7CD-AEF7D5A0EF30}"/>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BC2BF170-36D6-92D3-1724-2EDBEAC22816}"/>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2EDE4F33-05CA-F85E-20E1-DA33D24065B2}"/>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ADFB4651-3D6E-993C-C3B8-040270137D78}"/>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E4D9B1C6-5B69-520B-D6FD-B26608F84BA4}"/>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226FA367-DA00-8ADC-655A-9A2C147B44B8}"/>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20661"/>
            <a:ext cx="496849" cy="276999"/>
            <a:chOff x="9966073" y="1885589"/>
            <a:chExt cx="836714" cy="307777"/>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9969785" y="1885589"/>
              <a:ext cx="829294" cy="276999"/>
            </a:xfrm>
            <a:prstGeom prst="rect">
              <a:avLst/>
            </a:prstGeom>
            <a:noFill/>
          </p:spPr>
          <p:txBody>
            <a:bodyPr wrap="none" rtlCol="0">
              <a:spAutoFit/>
            </a:bodyPr>
            <a:lstStyle/>
            <a:p>
              <a:pPr algn="ctr"/>
              <a:r>
                <a:rPr lang="en-US" altLang="ja-JP" sz="12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2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57" name="楕円 56">
            <a:extLst>
              <a:ext uri="{FF2B5EF4-FFF2-40B4-BE49-F238E27FC236}">
                <a16:creationId xmlns:a16="http://schemas.microsoft.com/office/drawing/2014/main" id="{96A7B35D-1F85-087C-95E8-8C0310BA0B7F}"/>
              </a:ext>
            </a:extLst>
          </p:cNvPr>
          <p:cNvSpPr/>
          <p:nvPr/>
        </p:nvSpPr>
        <p:spPr>
          <a:xfrm>
            <a:off x="-59843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62556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3187129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1308193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2" name="楕円 11">
            <a:extLst>
              <a:ext uri="{FF2B5EF4-FFF2-40B4-BE49-F238E27FC236}">
                <a16:creationId xmlns:a16="http://schemas.microsoft.com/office/drawing/2014/main" id="{6D791C40-2FE8-30C4-850D-64E84F489D74}"/>
              </a:ext>
            </a:extLst>
          </p:cNvPr>
          <p:cNvSpPr/>
          <p:nvPr/>
        </p:nvSpPr>
        <p:spPr>
          <a:xfrm>
            <a:off x="8809841" y="2696617"/>
            <a:ext cx="1151632" cy="115163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原稿用標準書体" panose="03000503000000000000" pitchFamily="66" charset="-128"/>
                <a:ea typeface="原稿用標準書体" panose="03000503000000000000" pitchFamily="66" charset="-128"/>
              </a:rPr>
              <a:t>キャラ</a:t>
            </a: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254978"/>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08542625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1018710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112285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916802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227344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137411" y="2801339"/>
            <a:ext cx="1252795" cy="423021"/>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187343" y="4144852"/>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234516" y="4144848"/>
            <a:ext cx="851188" cy="488271"/>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×1</a:t>
            </a:r>
            <a:r>
              <a:rPr kumimoji="1" lang="en-US" altLang="ja-JP" b="1" dirty="0">
                <a:latin typeface="BIZ UDP明朝 Medium" panose="02020500000000000000" pitchFamily="18" charset="-128"/>
                <a:ea typeface="BIZ UDP明朝 Medium" panose="02020500000000000000" pitchFamily="18" charset="-128"/>
              </a:rPr>
              <a:t>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4" name="グループ化 13">
            <a:extLst>
              <a:ext uri="{FF2B5EF4-FFF2-40B4-BE49-F238E27FC236}">
                <a16:creationId xmlns:a16="http://schemas.microsoft.com/office/drawing/2014/main" id="{8EC8063A-FAAB-54C7-9E9B-36DCEC36367F}"/>
              </a:ext>
            </a:extLst>
          </p:cNvPr>
          <p:cNvGrpSpPr/>
          <p:nvPr/>
        </p:nvGrpSpPr>
        <p:grpSpPr>
          <a:xfrm>
            <a:off x="7199529" y="3350262"/>
            <a:ext cx="2861061" cy="593477"/>
            <a:chOff x="7199529" y="3350262"/>
            <a:chExt cx="2861061" cy="593477"/>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7906120" y="3350262"/>
              <a:ext cx="1498340" cy="593477"/>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48206" y="3354952"/>
              <a:ext cx="512384" cy="568256"/>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199529" y="3354952"/>
              <a:ext cx="574876" cy="568256"/>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028893" y="3435489"/>
              <a:ext cx="1252795" cy="423021"/>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34013" y="2967207"/>
            <a:ext cx="309590" cy="135204"/>
          </a:xfrm>
          <a:prstGeom prst="rect">
            <a:avLst/>
          </a:prstGeom>
        </p:spPr>
      </p:pic>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
        <p:nvSpPr>
          <p:cNvPr id="30" name="フローチャート: 論理積ゲート 29">
            <a:extLst>
              <a:ext uri="{FF2B5EF4-FFF2-40B4-BE49-F238E27FC236}">
                <a16:creationId xmlns:a16="http://schemas.microsoft.com/office/drawing/2014/main" id="{1C96438F-3E2C-FD9F-5A2A-2EFE2BBB48AB}"/>
              </a:ext>
            </a:extLst>
          </p:cNvPr>
          <p:cNvSpPr/>
          <p:nvPr/>
        </p:nvSpPr>
        <p:spPr>
          <a:xfrm>
            <a:off x="9281688" y="4144847"/>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a:latin typeface="BIZ UDP明朝 Medium" panose="02020500000000000000" pitchFamily="18" charset="-128"/>
                <a:ea typeface="BIZ UDP明朝 Medium" panose="02020500000000000000" pitchFamily="18" charset="-128"/>
              </a:rPr>
              <a:t>MAX</a:t>
            </a:r>
            <a:endParaRPr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6389770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64980"/>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6202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 name="グループ化 5">
            <a:extLst>
              <a:ext uri="{FF2B5EF4-FFF2-40B4-BE49-F238E27FC236}">
                <a16:creationId xmlns:a16="http://schemas.microsoft.com/office/drawing/2014/main" id="{C12F4BDB-0E8F-32F8-D67F-94A0E0765249}"/>
              </a:ext>
            </a:extLst>
          </p:cNvPr>
          <p:cNvGrpSpPr/>
          <p:nvPr/>
        </p:nvGrpSpPr>
        <p:grpSpPr>
          <a:xfrm>
            <a:off x="6739023" y="2177541"/>
            <a:ext cx="4080991" cy="400110"/>
            <a:chOff x="6898849" y="2177541"/>
            <a:chExt cx="4080991" cy="400110"/>
          </a:xfrm>
        </p:grpSpPr>
        <p:sp>
          <p:nvSpPr>
            <p:cNvPr id="3" name="テキスト ボックス 2">
              <a:extLst>
                <a:ext uri="{FF2B5EF4-FFF2-40B4-BE49-F238E27FC236}">
                  <a16:creationId xmlns:a16="http://schemas.microsoft.com/office/drawing/2014/main" id="{2B0FBA9B-E086-68E1-7E91-6E352ECD15FF}"/>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5EDBF35-AAA2-A590-EDD3-2903BF0AC042}"/>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CA9FAB17-DE5F-9241-08E6-EF4E6A4B2011}"/>
              </a:ext>
            </a:extLst>
          </p:cNvPr>
          <p:cNvGrpSpPr/>
          <p:nvPr/>
        </p:nvGrpSpPr>
        <p:grpSpPr>
          <a:xfrm>
            <a:off x="6739023" y="4731661"/>
            <a:ext cx="4080991" cy="400110"/>
            <a:chOff x="6898849" y="2177541"/>
            <a:chExt cx="4080991" cy="400110"/>
          </a:xfrm>
        </p:grpSpPr>
        <p:sp>
          <p:nvSpPr>
            <p:cNvPr id="8" name="テキスト ボックス 7">
              <a:extLst>
                <a:ext uri="{FF2B5EF4-FFF2-40B4-BE49-F238E27FC236}">
                  <a16:creationId xmlns:a16="http://schemas.microsoft.com/office/drawing/2014/main" id="{F790B656-680B-3F2A-CEAE-9003D1CF9CD5}"/>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3647995-339E-BD69-C82D-EA53DC8C74F0}"/>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08192678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4AD1250D-F96B-14F0-1941-ED0B4270636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51B6F638-BB2B-42FB-B2AC-DF521E5E967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99" name="グループ化 98">
            <a:extLst>
              <a:ext uri="{FF2B5EF4-FFF2-40B4-BE49-F238E27FC236}">
                <a16:creationId xmlns:a16="http://schemas.microsoft.com/office/drawing/2014/main" id="{4CF6F038-5495-0542-D151-2DA369D24BF3}"/>
              </a:ext>
            </a:extLst>
          </p:cNvPr>
          <p:cNvGrpSpPr/>
          <p:nvPr/>
        </p:nvGrpSpPr>
        <p:grpSpPr>
          <a:xfrm>
            <a:off x="6894957" y="5561459"/>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nvGrpSpPr>
          <p:cNvPr id="17" name="グループ化 16">
            <a:extLst>
              <a:ext uri="{FF2B5EF4-FFF2-40B4-BE49-F238E27FC236}">
                <a16:creationId xmlns:a16="http://schemas.microsoft.com/office/drawing/2014/main" id="{7A81ABAD-448C-B7BB-FDF0-06A6BC5DA31C}"/>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DCD7B7B-0EC1-D90D-8995-3782C19497F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E32F2FB8-830B-9A96-FC03-4FA74CAA0007}"/>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5D31C95-9415-0982-39BA-4A72E2C4F8A3}"/>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E358E26-497B-6711-942D-00DDE7468349}"/>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D7204150-AEC3-8BDB-EEB4-B3D6268119CC}"/>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80DBB02D-B17B-CA14-B24D-F10C8219E7E1}"/>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D6EECE1F-94E5-B66E-466B-A0C07B0E33D2}"/>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679BEA70-325E-720F-2370-F5F6360FC356}"/>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8" y="1663429"/>
                  <a:ext cx="2977106"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7B814D2B-09DF-B227-4688-47415C5AE4B6}"/>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1E9421FB-00FE-6038-8D01-BCF751E74BF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80311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2A5C824B-3B42-1D47-80AC-924786BEC5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37EEFCD0-3900-7754-170D-9C575D25B6D6}"/>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8A52DE83-20A6-2C36-7733-A2D79178194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E8FBCA78-7CB5-E9AE-022A-F2A0AC2E4124}"/>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A038DEF6-66B5-61EB-5392-FA71CC51DCBC}"/>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CFC4A043-29C8-A531-D6F3-EBEC1BC3AF2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54748A06-2788-3B7A-8160-539C8BC0FF0A}"/>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AF5383F3-748D-78CF-328E-A31A6A0851F6}"/>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88A931A-9425-5814-3DD9-D8CC3A0914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6" name="グループ化 15">
            <a:extLst>
              <a:ext uri="{FF2B5EF4-FFF2-40B4-BE49-F238E27FC236}">
                <a16:creationId xmlns:a16="http://schemas.microsoft.com/office/drawing/2014/main" id="{0EC2210D-48EB-592E-5177-DCFF58FAC0E4}"/>
              </a:ext>
            </a:extLst>
          </p:cNvPr>
          <p:cNvGrpSpPr/>
          <p:nvPr/>
        </p:nvGrpSpPr>
        <p:grpSpPr>
          <a:xfrm>
            <a:off x="5776875" y="1454761"/>
            <a:ext cx="5864380" cy="581014"/>
            <a:chOff x="5776875" y="1454761"/>
            <a:chExt cx="5864380" cy="581014"/>
          </a:xfrm>
        </p:grpSpPr>
        <p:grpSp>
          <p:nvGrpSpPr>
            <p:cNvPr id="19" name="グループ化 18">
              <a:extLst>
                <a:ext uri="{FF2B5EF4-FFF2-40B4-BE49-F238E27FC236}">
                  <a16:creationId xmlns:a16="http://schemas.microsoft.com/office/drawing/2014/main" id="{EBC0D809-0143-3615-EFE0-07A8456C2BF2}"/>
                </a:ext>
              </a:extLst>
            </p:cNvPr>
            <p:cNvGrpSpPr/>
            <p:nvPr/>
          </p:nvGrpSpPr>
          <p:grpSpPr>
            <a:xfrm>
              <a:off x="5776875" y="1454761"/>
              <a:ext cx="5864380" cy="578019"/>
              <a:chOff x="5776875" y="1454761"/>
              <a:chExt cx="5864380" cy="578019"/>
            </a:xfrm>
          </p:grpSpPr>
          <p:grpSp>
            <p:nvGrpSpPr>
              <p:cNvPr id="40" name="グループ化 39">
                <a:extLst>
                  <a:ext uri="{FF2B5EF4-FFF2-40B4-BE49-F238E27FC236}">
                    <a16:creationId xmlns:a16="http://schemas.microsoft.com/office/drawing/2014/main" id="{16042A2F-92CD-255D-929D-F4F943B5EF8B}"/>
                  </a:ext>
                </a:extLst>
              </p:cNvPr>
              <p:cNvGrpSpPr/>
              <p:nvPr/>
            </p:nvGrpSpPr>
            <p:grpSpPr>
              <a:xfrm>
                <a:off x="5776875" y="1454761"/>
                <a:ext cx="5864380" cy="578019"/>
                <a:chOff x="1151428" y="1663429"/>
                <a:chExt cx="10129383" cy="553330"/>
              </a:xfrm>
            </p:grpSpPr>
            <p:sp>
              <p:nvSpPr>
                <p:cNvPr id="43" name="四角形: 上の 2 つの角を丸める 42">
                  <a:extLst>
                    <a:ext uri="{FF2B5EF4-FFF2-40B4-BE49-F238E27FC236}">
                      <a16:creationId xmlns:a16="http://schemas.microsoft.com/office/drawing/2014/main" id="{640D210E-F3F2-4F12-E466-3DFBBA1C5F01}"/>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四角形: 上の 2 つの角を丸める 43">
                  <a:extLst>
                    <a:ext uri="{FF2B5EF4-FFF2-40B4-BE49-F238E27FC236}">
                      <a16:creationId xmlns:a16="http://schemas.microsoft.com/office/drawing/2014/main" id="{03E79E45-8E41-49B6-4679-F77D3BA3B9CB}"/>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C2E7DE4-8B65-C353-8709-55C9DB85C0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FD52508D-65EA-8C09-10F0-D8F3696FD4F0}"/>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5" name="四角形: 上の 2 つの角を丸める 34">
              <a:extLst>
                <a:ext uri="{FF2B5EF4-FFF2-40B4-BE49-F238E27FC236}">
                  <a16:creationId xmlns:a16="http://schemas.microsoft.com/office/drawing/2014/main" id="{B9304537-0A8B-682B-E13E-CB0B7CAB84B8}"/>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4CC4F65-AFBB-FE04-666C-FB41F23CC289}"/>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2636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pic>
        <p:nvPicPr>
          <p:cNvPr id="50" name="図 49">
            <a:extLst>
              <a:ext uri="{FF2B5EF4-FFF2-40B4-BE49-F238E27FC236}">
                <a16:creationId xmlns:a16="http://schemas.microsoft.com/office/drawing/2014/main" id="{E6DA8290-CFD4-A89A-D480-BD203D8112C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35" name="グループ化 34">
            <a:extLst>
              <a:ext uri="{FF2B5EF4-FFF2-40B4-BE49-F238E27FC236}">
                <a16:creationId xmlns:a16="http://schemas.microsoft.com/office/drawing/2014/main" id="{5F1058A0-4292-1D74-6E12-8E27ED922EF6}"/>
              </a:ext>
            </a:extLst>
          </p:cNvPr>
          <p:cNvGrpSpPr/>
          <p:nvPr/>
        </p:nvGrpSpPr>
        <p:grpSpPr>
          <a:xfrm>
            <a:off x="8331652" y="575834"/>
            <a:ext cx="3994672" cy="408821"/>
            <a:chOff x="8331652" y="600326"/>
            <a:chExt cx="3994672" cy="408821"/>
          </a:xfrm>
        </p:grpSpPr>
        <p:sp>
          <p:nvSpPr>
            <p:cNvPr id="37" name="正方形/長方形 36">
              <a:extLst>
                <a:ext uri="{FF2B5EF4-FFF2-40B4-BE49-F238E27FC236}">
                  <a16:creationId xmlns:a16="http://schemas.microsoft.com/office/drawing/2014/main" id="{A70CADFF-8DF0-0F7B-7EC0-063A336ABDE2}"/>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F999F4E9-965D-D86A-F6E6-D8EB9D73A846}"/>
                </a:ext>
              </a:extLst>
            </p:cNvPr>
            <p:cNvGrpSpPr/>
            <p:nvPr/>
          </p:nvGrpSpPr>
          <p:grpSpPr>
            <a:xfrm>
              <a:off x="8648051" y="650848"/>
              <a:ext cx="1231006" cy="307777"/>
              <a:chOff x="7108497" y="887611"/>
              <a:chExt cx="1231006" cy="307777"/>
            </a:xfrm>
          </p:grpSpPr>
          <p:pic>
            <p:nvPicPr>
              <p:cNvPr id="48" name="図 47">
                <a:extLst>
                  <a:ext uri="{FF2B5EF4-FFF2-40B4-BE49-F238E27FC236}">
                    <a16:creationId xmlns:a16="http://schemas.microsoft.com/office/drawing/2014/main" id="{60D177F2-F627-E46E-C47D-EB93027C23E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65" name="テキスト ボックス 64">
                <a:extLst>
                  <a:ext uri="{FF2B5EF4-FFF2-40B4-BE49-F238E27FC236}">
                    <a16:creationId xmlns:a16="http://schemas.microsoft.com/office/drawing/2014/main" id="{27FB2256-FBED-B3AA-EDC4-5D734F9D9F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4" name="グループ化 43">
              <a:extLst>
                <a:ext uri="{FF2B5EF4-FFF2-40B4-BE49-F238E27FC236}">
                  <a16:creationId xmlns:a16="http://schemas.microsoft.com/office/drawing/2014/main" id="{7AEF6CDD-E663-7160-F83D-1C9B97100931}"/>
                </a:ext>
              </a:extLst>
            </p:cNvPr>
            <p:cNvGrpSpPr/>
            <p:nvPr/>
          </p:nvGrpSpPr>
          <p:grpSpPr>
            <a:xfrm>
              <a:off x="10177914" y="650848"/>
              <a:ext cx="1263752" cy="307777"/>
              <a:chOff x="9272844" y="887611"/>
              <a:chExt cx="1263752" cy="307777"/>
            </a:xfrm>
          </p:grpSpPr>
          <p:pic>
            <p:nvPicPr>
              <p:cNvPr id="45" name="図 44">
                <a:extLst>
                  <a:ext uri="{FF2B5EF4-FFF2-40B4-BE49-F238E27FC236}">
                    <a16:creationId xmlns:a16="http://schemas.microsoft.com/office/drawing/2014/main" id="{27DD7DF1-36C7-D6FF-84FA-BA1153221558}"/>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46" name="テキスト ボックス 45">
                <a:extLst>
                  <a:ext uri="{FF2B5EF4-FFF2-40B4-BE49-F238E27FC236}">
                    <a16:creationId xmlns:a16="http://schemas.microsoft.com/office/drawing/2014/main" id="{069FF49D-F610-9DB5-69A3-BDFA2C8EB458}"/>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52" name="グループ化 51">
            <a:extLst>
              <a:ext uri="{FF2B5EF4-FFF2-40B4-BE49-F238E27FC236}">
                <a16:creationId xmlns:a16="http://schemas.microsoft.com/office/drawing/2014/main" id="{FD15DF90-EED3-327C-9218-144EC967E8F9}"/>
              </a:ext>
            </a:extLst>
          </p:cNvPr>
          <p:cNvGrpSpPr/>
          <p:nvPr/>
        </p:nvGrpSpPr>
        <p:grpSpPr>
          <a:xfrm>
            <a:off x="5776875" y="1454761"/>
            <a:ext cx="5864380" cy="581014"/>
            <a:chOff x="5776875" y="1454761"/>
            <a:chExt cx="5864380" cy="581014"/>
          </a:xfrm>
        </p:grpSpPr>
        <p:grpSp>
          <p:nvGrpSpPr>
            <p:cNvPr id="54" name="グループ化 53">
              <a:extLst>
                <a:ext uri="{FF2B5EF4-FFF2-40B4-BE49-F238E27FC236}">
                  <a16:creationId xmlns:a16="http://schemas.microsoft.com/office/drawing/2014/main" id="{B070E280-B2BA-A7AB-CE1D-D0BCC519513A}"/>
                </a:ext>
              </a:extLst>
            </p:cNvPr>
            <p:cNvGrpSpPr/>
            <p:nvPr/>
          </p:nvGrpSpPr>
          <p:grpSpPr>
            <a:xfrm>
              <a:off x="5776875" y="1454761"/>
              <a:ext cx="5864380" cy="578019"/>
              <a:chOff x="5776875" y="1454761"/>
              <a:chExt cx="5864380" cy="578019"/>
            </a:xfrm>
          </p:grpSpPr>
          <p:grpSp>
            <p:nvGrpSpPr>
              <p:cNvPr id="60" name="グループ化 59">
                <a:extLst>
                  <a:ext uri="{FF2B5EF4-FFF2-40B4-BE49-F238E27FC236}">
                    <a16:creationId xmlns:a16="http://schemas.microsoft.com/office/drawing/2014/main" id="{DDCD3369-65BC-CD3D-98D5-FFFC54E62525}"/>
                  </a:ext>
                </a:extLst>
              </p:cNvPr>
              <p:cNvGrpSpPr/>
              <p:nvPr/>
            </p:nvGrpSpPr>
            <p:grpSpPr>
              <a:xfrm>
                <a:off x="5776875" y="1454761"/>
                <a:ext cx="5864380" cy="578019"/>
                <a:chOff x="1151428" y="1663429"/>
                <a:chExt cx="10129383" cy="553330"/>
              </a:xfrm>
            </p:grpSpPr>
            <p:sp>
              <p:nvSpPr>
                <p:cNvPr id="66" name="四角形: 上の 2 つの角を丸める 65">
                  <a:extLst>
                    <a:ext uri="{FF2B5EF4-FFF2-40B4-BE49-F238E27FC236}">
                      <a16:creationId xmlns:a16="http://schemas.microsoft.com/office/drawing/2014/main" id="{21B45129-19EE-3153-0B8F-787C4C09D882}"/>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8" name="四角形: 上の 2 つの角を丸める 67">
                  <a:extLst>
                    <a:ext uri="{FF2B5EF4-FFF2-40B4-BE49-F238E27FC236}">
                      <a16:creationId xmlns:a16="http://schemas.microsoft.com/office/drawing/2014/main" id="{78CF0C6A-8C15-89A7-A4A0-B3E711A19114}"/>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2" name="テキスト ボックス 61">
                <a:extLst>
                  <a:ext uri="{FF2B5EF4-FFF2-40B4-BE49-F238E27FC236}">
                    <a16:creationId xmlns:a16="http://schemas.microsoft.com/office/drawing/2014/main" id="{E286203A-4C4B-E7C9-CB30-985AA35091A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4" name="テキスト ボックス 63">
                <a:extLst>
                  <a:ext uri="{FF2B5EF4-FFF2-40B4-BE49-F238E27FC236}">
                    <a16:creationId xmlns:a16="http://schemas.microsoft.com/office/drawing/2014/main" id="{B2DEEEDA-3DA8-0E31-4FCE-901FE80FB06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四角形: 上の 2 つの角を丸める 55">
              <a:extLst>
                <a:ext uri="{FF2B5EF4-FFF2-40B4-BE49-F238E27FC236}">
                  <a16:creationId xmlns:a16="http://schemas.microsoft.com/office/drawing/2014/main" id="{C2C8D017-99E4-0DDB-A247-43C61F753EDD}"/>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25217E85-BCB1-C517-6B4C-B2173FA363C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69575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0"/>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0"/>
                                        </p:tgtEl>
                                      </p:cBhvr>
                                    </p:animEffect>
                                    <p:set>
                                      <p:cBhvr>
                                        <p:cTn id="10" dur="1" fill="hold">
                                          <p:stCondLst>
                                            <p:cond delay="49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D96467C8-28E0-2C27-C93C-A9E30D31EC9C}"/>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445C053-C4B0-24CA-D018-ADA647E29FB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1D97A3DD-006E-4665-37D4-DFBE0C19246A}"/>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AC518A7F-9129-3350-FD7E-CE6C7A4D9E0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B00C75F0-96A5-ABB6-5481-660A7572BE3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04FB550-DE2F-408F-BDB0-17305D855C76}"/>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DC27198-1678-CF1B-BCBA-5E7717F3EF7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D26CF6B-7E41-81C4-30BB-3FCA6B4D76E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08BD44FC-3F04-A8D5-374F-D365995FB7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968558F2-88C8-A671-5FA6-192722A8DA0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CE65FADD-1C7F-9F4D-F630-2D912D454E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7ECFE3-73D1-E3DC-ABCA-54B13D1F0730}"/>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13247A0A-F640-BC48-89EC-50256170385E}"/>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F811F15C-7796-B810-2186-DBAAB256891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F9FE0B3-3683-9E47-1C3D-1DC3AB90F89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37C31CD5-2D41-09BD-8188-F260D11C6CE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D015A1D7-3B13-8F7A-2CBD-6C9F54E8846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5F43887-7CD3-B066-014D-E2C1173267B8}"/>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CECEB7B-6D85-F50D-6B3D-98DDD9B430A7}"/>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6A63F306-A1C5-8FE0-D5BE-C0B27BF98FD9}"/>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A63E2657-F586-EE93-112D-ACA4902A3DC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2BB8789-ED25-2C04-5AB5-59D7A601C238}"/>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8D6F37A-8979-DB35-8540-D51FB461E0B3}"/>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5A257157-9DD3-8443-682B-F4CC6A1F64C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C7CDB10B-0C4D-0097-4483-D16122D7E9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88E0ABF-8F63-EC65-E019-2B54128F479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84E6901-7D09-20C0-79C7-BF5D640A1546}"/>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90049F61-7316-A892-9D5A-21A2A4239C44}"/>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F4173123-DB1E-074B-F02D-5D87DC0F27D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15E029CC-91AF-5A23-5D12-78B72B937CD3}"/>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70E03B11-6ED2-06A3-C602-CB29C9D16AB0}"/>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D8A8E2E3-1C09-142F-0E8B-84F5A507E45B}"/>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69653BBF-4C83-D632-D639-B9E071D7F04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E9ED3A4-B1CF-E2DF-FB26-5C92B3E54BA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294306F6-1D2C-39AF-382B-C8E5F646A21D}"/>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8CC46B9-B602-0BC6-B503-1A58C40FD87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C18456C-9F66-BBD0-5A74-D51488991F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80DD6EB4-D90A-2F6F-E278-B25237A7A23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09B525-C0BD-B951-8B35-8EC4A12D696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2B90C764-C459-9757-3868-2176BCFA6A5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F11F8974-2B2F-A2BB-C674-66B68DAA64C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0BA01F6-5396-2E64-7C0E-626BDE4EE00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85DEBACF-43C1-226A-0F6E-A4A787F01534}"/>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D0BEC530-EC0B-96DA-902F-4664B1BD8ADA}"/>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9264E988-EDB6-B59E-FA9F-3960DFA08500}"/>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7708A43C-D76D-538E-C4E5-D5CF09B24DF1}"/>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7098E55-66A8-A40F-CE14-B4CDB50FAA45}"/>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A45DB5D1-C0BA-1E29-E3A9-6556337F83D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467BAB36-CBA8-31EA-D4DB-1E0C20FDC2C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4EC6EE41-5A3E-1B48-494D-619C1A5FECCC}"/>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1C834E18-BFAC-4CE3-F673-5E9D2628B665}"/>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817F4FF1-6D73-B901-A111-74F95FD0A084}"/>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7" name="グループ化 16">
            <a:extLst>
              <a:ext uri="{FF2B5EF4-FFF2-40B4-BE49-F238E27FC236}">
                <a16:creationId xmlns:a16="http://schemas.microsoft.com/office/drawing/2014/main" id="{41F94024-1FB6-7C59-EC26-4A1DEE58A235}"/>
              </a:ext>
            </a:extLst>
          </p:cNvPr>
          <p:cNvGrpSpPr/>
          <p:nvPr/>
        </p:nvGrpSpPr>
        <p:grpSpPr>
          <a:xfrm>
            <a:off x="7200867" y="575834"/>
            <a:ext cx="5125458" cy="408821"/>
            <a:chOff x="7200867" y="600326"/>
            <a:chExt cx="5125458" cy="408821"/>
          </a:xfrm>
        </p:grpSpPr>
        <p:sp>
          <p:nvSpPr>
            <p:cNvPr id="128" name="正方形/長方形 127">
              <a:extLst>
                <a:ext uri="{FF2B5EF4-FFF2-40B4-BE49-F238E27FC236}">
                  <a16:creationId xmlns:a16="http://schemas.microsoft.com/office/drawing/2014/main" id="{E29DA961-B4DE-F940-2B8B-AF051774E5C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10144B89-C435-9E90-80B1-D69B99C409CE}"/>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8C011830-D741-78F3-34E3-9879097D22A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BA37A81D-E385-CD35-574A-279A21A93D5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9B15D341-F961-2C17-C38B-5A61D36AA93F}"/>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92CF6809-8C89-EABF-8EFB-6A9A41B81151}"/>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9F03735E-58FD-DC40-07BB-18D10FBB7C2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1876EE23-1F3C-158E-6F07-BD3D46766B31}"/>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9CBE59A4-AEB4-9B38-B52E-7CEF2DC40E5E}"/>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03191D6-EFF5-5F3C-12A6-787B70C532A4}"/>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0EC0A983-03BC-B96B-645D-F6538EF1B9C3}"/>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BA23E9B-8F87-F9C9-A908-C01F18564988}"/>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9D9FB973-BF7E-C615-3D71-DFB2DD909E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23AEBC-30F9-4BB4-E2D6-F268060A9E62}"/>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57062437-C615-7D82-F6F0-95DBD91C2AB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71CCFB53-DC95-5D42-F7FA-1FFB27859C1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9DFA319-EC70-6060-4890-D8AFB55BF9DE}"/>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A4C43E7-E191-6763-763A-6179D31ABA1A}"/>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6949AC81-69F2-90EE-C54E-E7ABC3B18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pic>
        <p:nvPicPr>
          <p:cNvPr id="48" name="図 47">
            <a:extLst>
              <a:ext uri="{FF2B5EF4-FFF2-40B4-BE49-F238E27FC236}">
                <a16:creationId xmlns:a16="http://schemas.microsoft.com/office/drawing/2014/main" id="{D91CBC23-710E-0CAC-9201-79E0CD303BC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76672" y="2034471"/>
            <a:ext cx="656979" cy="656979"/>
          </a:xfrm>
          <a:prstGeom prst="rect">
            <a:avLst/>
          </a:prstGeom>
        </p:spPr>
      </p:pic>
      <p:sp>
        <p:nvSpPr>
          <p:cNvPr id="50" name="テキスト ボックス 49">
            <a:extLst>
              <a:ext uri="{FF2B5EF4-FFF2-40B4-BE49-F238E27FC236}">
                <a16:creationId xmlns:a16="http://schemas.microsoft.com/office/drawing/2014/main" id="{82FED363-C11E-94E4-2E46-1951161377B7}"/>
              </a:ext>
            </a:extLst>
          </p:cNvPr>
          <p:cNvSpPr txBox="1"/>
          <p:nvPr/>
        </p:nvSpPr>
        <p:spPr>
          <a:xfrm>
            <a:off x="6582996" y="2194327"/>
            <a:ext cx="4257276"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ミッション達成で　　を獲得しよう！</a:t>
            </a:r>
          </a:p>
        </p:txBody>
      </p:sp>
      <p:pic>
        <p:nvPicPr>
          <p:cNvPr id="52" name="図 51">
            <a:extLst>
              <a:ext uri="{FF2B5EF4-FFF2-40B4-BE49-F238E27FC236}">
                <a16:creationId xmlns:a16="http://schemas.microsoft.com/office/drawing/2014/main" id="{B09510F3-7AFC-8BF1-203A-22730B886153}"/>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54" name="テキスト ボックス 53">
            <a:extLst>
              <a:ext uri="{FF2B5EF4-FFF2-40B4-BE49-F238E27FC236}">
                <a16:creationId xmlns:a16="http://schemas.microsoft.com/office/drawing/2014/main" id="{2F5AD7BA-8D44-F72A-DC03-ECE39EED487F}"/>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852368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00E5A1E5-AF98-0BD6-0A93-F2724452596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201C3DA-64D2-3AE6-A254-AD8065CE4B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EE4A33E0-F429-7B81-615B-818AECBA36E7}"/>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E932A5FB-426B-D783-F6C0-95453F00A1F6}"/>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ADF90094-6BA2-9C25-CFB4-BAFD5C7D4E7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5ACABFD2-81A4-26C7-9B97-C40873E0354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8A07711-2EAB-EDDA-2F79-56A18920CE8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CC6701F-EAFE-D553-B0D3-A768BAAA8FC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13F39477-9A30-4787-4C4B-C832C2BFB5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0F36635-A9A7-0B6B-AB93-F86506A43C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6191BC-5BDF-7C78-9ECA-A646533AA3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7FDBAD2-EC09-8544-08EF-602F97B9272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6469905-B2E7-ABBD-D9B8-76ADB375F3F8}"/>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3596BA4-E5A2-3FB6-1643-65892CFBDBE1}"/>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3421F4D9-39A5-FE43-197D-B1581AB1E14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070939E-741A-BC6F-353C-CFF596CE853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3321D702-1792-982C-7298-1ADC24DFA01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1BBA779-ED3E-B0FA-AB44-9D566572899F}"/>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CB640DF-4E51-FEED-9C2C-3366D1E9FA48}"/>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8EB51BAB-0881-C5D4-0B4B-E3BD9448EC01}"/>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1FC95B-BC81-5673-ADE3-14ADF9EF9E1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F112BA1E-C642-2410-CC0C-ECC108306561}"/>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DE57A7A8-E771-C631-7669-98966898843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EE5887BF-BD61-6500-865B-1B1944AB9471}"/>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1003E5D-3963-1B19-DC15-0D94EEE3F2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39D945E-D3DD-47FE-68F4-1BD220EFD7E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55148A7C-797E-8719-2CAC-8279EAF4BE2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177BB51B-A83C-EEB1-5442-32EEF0574718}"/>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7E3321-665F-34C3-9C22-A33BDD0DA1CD}"/>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2FC07A75-268A-9869-2FD8-510574E3013B}"/>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A2DE66A4-04B9-4DF5-98F8-7B1E870EB49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68C5B339-77EF-1065-F171-36AEF7587F61}"/>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D1A77AAB-D16B-28C9-B860-B2C7B80F852E}"/>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8A60E17D-F072-0659-60F4-F3A764E164B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80EDA257-30CD-0E3D-D45A-67AF2BC21321}"/>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255D43BE-FC5A-C0C0-AAAA-13F74BA4B0E6}"/>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4C88902D-FD5F-379F-8D19-AFDEB75DAE6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9EFE4460-9D17-A2C6-B8D1-A5354BB5321D}"/>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48BD7A0-7C18-A9EC-E9A3-7087F71035B5}"/>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DF861439-6E75-0FA4-11AB-457A7E42C1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A4B04B0A-9D98-A7A2-3303-5A7864E278B5}"/>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C9B36F2-96F2-C236-769D-7CE536FE255A}"/>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46310A28-DDB2-FBD7-FF50-DCF38CEA3AD1}"/>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78A37E88-6D2E-E0FF-3D0A-E2FFAE2B2E11}"/>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2B628262-7E0D-7CF5-54CE-1D135EA87519}"/>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64DBAF02-6F0F-56BF-2FDE-4636E8CCFE3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32F29558-7B1B-EF31-CCCA-22CB14AD094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6E4C5A16-C603-8214-FBE4-0CEEA13E8CE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219EE66-2A81-EB96-19A0-1DCAC57E87B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0CB53AC1-7028-74B1-5C72-BD4B848FF1CD}"/>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FF0F6729-03AA-FCBE-A18A-224C17C7DE04}"/>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A691327-BEB1-1811-2D69-7769D227FE85}"/>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E2023F6-4F0B-A118-3C0D-479862A444E8}"/>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1193AD6F-613D-9779-FCBD-92BE4D0F38D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205F78C9-C551-FBD8-9041-790303F461E6}"/>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6856DC82-485E-09B9-035D-EFE12F735664}"/>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5B52E4F2-F488-2230-7834-9619F2D4A0D2}"/>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2EFFFEF5-60B3-162C-3515-95E16A4447F1}"/>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294A71-82AF-46E9-4FA5-2B43DA7012CC}"/>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F4B2D7D3-DFB2-66C4-3A95-C367A2E9AF25}"/>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2656DDE-9AE5-AD4F-AD73-490E381A8203}"/>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97E467E5-C52A-E5CF-DE2E-4F0ECAFEB564}"/>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A7F5870D-DBC0-845A-21AF-36A2D2EA3227}"/>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CE0701D0-0BC6-5C01-1CB5-3D9EB227E3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sp>
        <p:nvSpPr>
          <p:cNvPr id="19" name="四角形: 角を丸くする 18">
            <a:extLst>
              <a:ext uri="{FF2B5EF4-FFF2-40B4-BE49-F238E27FC236}">
                <a16:creationId xmlns:a16="http://schemas.microsoft.com/office/drawing/2014/main" id="{07F511E2-3FE3-0263-7578-6CA03680C8F8}"/>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6336D87D-CFDA-B6D2-E68D-AD1B6CE3B9E0}"/>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14370A7D-FB95-4B1C-3C83-A5AB7DE41CA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DD0DDCDE-7CC6-9E67-014C-EFB2FDB72B66}"/>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B5E72DE7-F74F-4DCE-8672-D27640406F8B}"/>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45659354-8129-505B-F654-AB7090502E30}"/>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45B7F2C-02B7-4B3B-E20F-59D15BF52DED}"/>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7FF2E765-E2DD-CF10-2BAC-96254BDDFA8B}"/>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6DC9D9BF-88F5-DDDD-C01F-8264FFAF3962}"/>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483E67F7-3E45-13F1-4499-85F726885730}"/>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A888A0FD-AF38-6A9E-526D-751F4C59A326}"/>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69DDED67-AF02-B7B2-6F0B-C7C21E8E97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34731474-A98A-9169-A3D4-959C7796E72E}"/>
              </a:ext>
            </a:extLst>
          </p:cNvPr>
          <p:cNvSpPr/>
          <p:nvPr/>
        </p:nvSpPr>
        <p:spPr>
          <a:xfrm>
            <a:off x="9003798" y="2148172"/>
            <a:ext cx="877218"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9A55F98-B6A9-111F-7D9F-99A9E4F789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4CC7D014-7282-B1F2-5DCF-81EC2AC26C15}"/>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79CDF4CE-FC1B-76B7-F709-29F3CB847CEC}"/>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155B91A1-AD0D-4E97-CEAA-F912E28A8C21}"/>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B6942641-9C0E-DA88-6FFE-1FCE698BE55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39FAD2F6-9445-1695-4E51-AB9A23FFD886}"/>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A527ABAB-21D3-DD70-0127-54B29F4C0AF4}"/>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62ED5550-D91A-AB1B-EBDF-EB44E9F7A42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76AE5D2B-88E3-B5BF-78A6-ED911A1A6EB7}"/>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D606938A-0F15-201D-6573-7F67DC72A4C5}"/>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820B78DC-D612-434A-E510-130D92F8AF4C}"/>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C3D1C69C-9AFB-2221-298B-34A36F88038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891F8E4-2274-9F3B-FD94-D7CDEB74E90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3799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BF063DA7-5867-0ED6-CC3C-52DA4CF50A14}"/>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1CF3FDBC-93FC-AA03-4773-26CA19FAD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854998D-017D-BAE3-2399-78B3ACC5AB6C}"/>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8334C6FD-CE89-239D-9860-C467512AA5A2}"/>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C891EF4A-3CBC-2542-5FC9-3F687BF788F9}"/>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F711C80B-438A-E9B6-97A9-E5D089D29ABF}"/>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7E79B5E6-CC38-99C8-882E-FC2EC2D9A55C}"/>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5F357474-396B-4811-4B32-4553523487BF}"/>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B4107D48-B455-8EF9-CDA4-4B66752BA48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9A83F32A-6B62-DC5B-D6A6-DF218CEE31AB}"/>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2128F0BF-1806-594C-4627-BC2394F029D5}"/>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E0FCDADE-3141-838D-FE15-BE56D822934B}"/>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82DF72E9-B8C0-5992-74DC-CD16C532C774}"/>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C64029A2-2E19-E023-35BC-CC12403C6E4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75C2CDC2-106E-09A2-8284-22AED7163278}"/>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8F4E350F-4EE2-B850-44A5-87613A05B33D}"/>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D75B9303-1A05-513D-47B9-C86BE7463ECB}"/>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109AF224-632C-AF75-E79F-175F8E1E0183}"/>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02C1DDC-99BB-02D6-8FEA-D9F24A0B9400}"/>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4F2DC3AB-820E-38ED-30E0-6F58C28B9CCA}"/>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5AC28CB7-3B36-A03B-1170-90D0E298A9BD}"/>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451FB305-4917-8209-585E-75847C05B24D}"/>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DDDFE6AE-231F-12A0-338E-F52DF849FD3D}"/>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49DCD49D-F6D1-D330-2BD5-E16A216C31FB}"/>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0BD32896-7CA9-DA46-5467-7149B9B7BE9B}"/>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7F53BDD9-D86E-E84A-2FCE-7A35799DDEE5}"/>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DD1B418B-CC86-5C46-2D62-4B36CCDB473B}"/>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1FFCE8F-1399-6EB0-1BE9-29FC9B389B2F}"/>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500DD94C-9CEF-0AEC-828B-50E52FCC8EDA}"/>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A32FF529-9ECF-4E6B-22A0-9D640AF60048}"/>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9FA719F-1B7F-0A73-8A81-3814272772D0}"/>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022EED59-A00C-BF41-330A-85C4C0D9427A}"/>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B1A4154C-4545-8F86-9935-953C9DDA7C27}"/>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372C3A14-2EB4-9E6D-E013-640B2DF3EF8F}"/>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BD1603A8-37ED-7628-B350-3ED57EAEAB5C}"/>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8C440666-4FEE-17B8-0456-C4ADA3857ED2}"/>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E53531BB-4674-5698-8B7B-16B13DB1DF96}"/>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C66A86EF-D913-75D8-85B1-1FF18B8E2EF2}"/>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BC724E5E-E7B6-4ACB-E223-AD20E15DEAF4}"/>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0B48D16E-C812-8869-A445-9155EFFA9411}"/>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83F4EC3E-78DB-BCFA-7BED-592AE0617F65}"/>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6080AA9B-3444-53B5-B09F-D6923C6ECAD6}"/>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1B86C024-9086-A411-2A7D-B2D0911AAD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144E9695-D0CB-9C57-4CA2-C4E7719ACA55}"/>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945984AA-10D0-54E8-8F6E-B9D36322831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EDC44F8F-D4BC-B4FD-A03E-4A7A5232BA19}"/>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92A707B-5E27-22F7-3B01-E9E7628F32B4}"/>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C74B24B6-D256-BF32-B0ED-79B790541C1E}"/>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9B91F154-E13C-8293-4CE8-84AAE0CCB2D8}"/>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3A03828A-2E15-8556-F903-D4F8F4F5F50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D1E5E428-D1CD-9223-3BC3-388CA4D4B005}"/>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21A577EE-CE54-4CCE-E1C2-740B76F1DF53}"/>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F4766A9F-18C7-E740-064B-890D0BACB211}"/>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C58F079C-3107-71C3-652B-F3BBFD771A7F}"/>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B867A930-2CDF-9B16-5687-9328572FA92C}"/>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26DBAEA5-6D2B-7A41-72FA-877C6CD2F235}"/>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54C0B47D-7358-BA9D-4980-7F07C118F37B}"/>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C4B4D957-1F7E-78A3-AF59-F261DF8C942D}"/>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9ADC6517-3FF7-F3D4-BF7D-C72FEC15A5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99891C8B-CECF-8F09-6200-E3ED19D5EDE6}"/>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C0A21C5-2668-8F54-FC72-91EABB95C576}"/>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492C1B5A-9D93-D06A-536B-D3454E7CC344}"/>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7BB9DC6A-9F86-4835-4941-74A6EFA6BC2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0B6F66A7-E025-78DA-66AE-2ECAC9C3DD39}"/>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AAE22636-2A6B-DAFD-4A94-7F616DAE6F9A}"/>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3759EE9C-5394-4CEA-9EE8-F1935C1526E4}"/>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E120B1AE-0E07-2D63-E3FA-26169B05C973}"/>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08370375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3CE49BF4-101C-0FED-31E5-F2EA1175ED7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4515F44F-CB01-4F60-EA56-6FEBD4279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B38A900-00C8-4534-1632-FD9B6FDF5FB3}"/>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5019AC1-B062-9025-F467-594A16AFD642}"/>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5C4F891A-843B-D43E-E154-95C2E6B088D0}"/>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B93F7597-6911-A51E-F911-8B8EC592D18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C6028EE-8D66-6373-DD2C-D66E33C8382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3C2FD10B-EC49-E513-D0AF-375E5E7C56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7B48B67-1469-6F8F-5949-AECA76523FE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66D6921C-D6E7-835F-2726-AE1A5CD74DBE}"/>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705F8CA6-0847-93E6-6EF0-DB58B3AB8AD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6B22AFE-32D6-18FF-3D02-C644A9C6464A}"/>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0424B39-1437-2076-7E1D-B6E39FF1A6A7}"/>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60890AA-038E-19FA-C33C-8BAB7DE16D43}"/>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6F196C26-FC3A-920D-9531-D6C2A1ADF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BBE90AE5-5573-8A18-F074-FC03317383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5FF02C3-54A1-CDBC-9B4E-80D372C098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2C80C57-ED4C-192D-EF5C-06E4BD6134B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EAA47E8C-1639-DB3C-3DC5-B412C154B87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2558E374-4530-E927-9E2A-B925F4BD321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90D8021-C920-9986-F9F2-0DB7091DB30E}"/>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E77D8810-4320-EA8B-061B-D84BF0C0ACB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2CD9D754-B2E4-B672-12FF-15674758EC1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CAFB3DB-554E-CF1F-C40D-F4A12576824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4F1472A-9C6C-1012-44C0-038767A37351}"/>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6CD6B5FB-A821-6203-D91B-6AFFB04C9DDC}"/>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CE200EEE-36E2-8A97-7925-70239433675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0BCE0CE8-B737-490A-D13C-806CFA60599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3FFFA65-CA1E-D7FC-07AC-AF308FAD1F2A}"/>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6D7F00F-231B-3A80-5583-A12646F0EC5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05705A18-DFA0-4381-5096-3A4A854D87B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886C04B5-AB97-87DE-6329-DDA831D9F625}"/>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45E0DCD-E324-E3DF-AAEE-19483075648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19B9962D-3B13-4FDD-4B8C-05513113336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B360DB2D-DB7E-200E-C739-2D2B7FB67F6A}"/>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3735B505-A4C7-4F89-7BD2-1B123D710C3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460B43BA-09DE-5BAB-6DAE-1FD2720E9E28}"/>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C09B8CC5-369D-6E2C-8D50-94C40B2A0F9A}"/>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8CDFCCD5-CA1C-29F3-2341-2AAF35E5224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2728A42D-5A00-1D0F-A275-3EE5B5AA3BB0}"/>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2F482B48-7D3F-3CCA-93DA-81C2C6F1E0DC}"/>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5B25ECB-8274-F0E1-E981-21F937295D06}"/>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AB0B2E12-0BEA-5A1D-7B2E-F8F6EE8D998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B4CA528-0908-26D6-4852-29537183BB41}"/>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71215D7-B66D-15C8-CDD3-55C9DC4C671A}"/>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CCF31405-499D-A430-2A1D-A0FEC29AECD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191EEBA3-F3CC-7269-2A86-E0FB292850D1}"/>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3D7BED41-464C-7744-E99E-09D276849B6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B9721724-498C-0371-580C-88FCBB7A30B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BDA3D0-CD47-DCA2-6F1F-FCCE6C178477}"/>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6F166F3A-9CE5-A51E-F195-52267388410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A770F072-6144-37C9-D125-F22054DAA44B}"/>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CD5CC567-C548-E152-3742-0409C39413C2}"/>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91AB084-4301-B5DB-D63C-DCB8B0C1DC0E}"/>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D5846346-3DD4-A0F6-6AB9-A2F87B26EE74}"/>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E76BB78-4978-31B8-24FD-3706956E4E5D}"/>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9525EEC2-5F9C-96F7-D058-991CA703F39A}"/>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DB241F9-310D-92BC-1CDD-A83A82936C02}"/>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C74A3F3C-19B9-BCE4-9395-F65E5EB51F2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002225C-9782-571D-6677-03E93270FCB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5599A409-BA1C-A198-496C-A61DDD37CDD9}"/>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039D7642-615C-9ADA-7374-5A8B11570FB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0267D4E-CD76-1DBC-B453-600062F51DA9}"/>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56A7250F-5D3D-9E00-4DA4-87D7F016FCE8}"/>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400034EC-A653-4278-C58E-CE1B6109F68B}"/>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6D88D8F0-1A1D-875D-37C6-8A8055599AED}"/>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A9A5203E-7470-CAED-C1AC-A09376B8072B}"/>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21CC2FA8-9BFC-E4F2-425C-AB5D74765D56}"/>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0373C885-B992-89AB-D30F-4CE5D18E6CAC}"/>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4096D7D-7420-D924-D843-C2470B1460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1BFCA4AF-76F5-988A-06CF-08900B341036}"/>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A43ED236-DCAD-F47C-B20C-2CDDE74A87A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FC1CE93B-A2F2-E99F-1843-B55CEC7A1B78}"/>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ECCC54EB-7A40-439A-AA16-F074CB5ED9A9}"/>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53A82DEC-5F10-137B-6C50-DFAF924751FD}"/>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B8AA8381-2A17-D738-0A36-BCCF0EFD4108}"/>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6F6A98A1-A966-8B43-AB1B-D4F61A28E7B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691BC7F1-45C6-EB66-0DDF-AAC01B7A26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11092847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17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120801</TotalTime>
  <Words>9364</Words>
  <Application>Microsoft Office PowerPoint</Application>
  <PresentationFormat>ワイド画面</PresentationFormat>
  <Paragraphs>5500</Paragraphs>
  <Slides>271</Slides>
  <Notes>48</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271</vt:i4>
      </vt:variant>
    </vt:vector>
  </HeadingPairs>
  <TitlesOfParts>
    <vt:vector size="290"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79</cp:revision>
  <dcterms:created xsi:type="dcterms:W3CDTF">2026-01-25T19:21:58Z</dcterms:created>
  <dcterms:modified xsi:type="dcterms:W3CDTF">2026-10-15T15:54:02Z</dcterms:modified>
</cp:coreProperties>
</file>